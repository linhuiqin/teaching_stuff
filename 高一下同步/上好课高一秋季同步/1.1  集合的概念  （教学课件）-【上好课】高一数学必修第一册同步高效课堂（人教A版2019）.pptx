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2"/>
  </p:sldMasterIdLst>
  <p:notesMasterIdLst>
    <p:notesMasterId r:id="rId3"/>
  </p:notesMasterIdLst>
  <p:sldIdLst>
    <p:sldId id="405" r:id="rId4"/>
    <p:sldId id="304" r:id="rId5"/>
    <p:sldId id="299" r:id="rId6"/>
    <p:sldId id="300" r:id="rId7"/>
    <p:sldId id="307" r:id="rId8"/>
    <p:sldId id="308" r:id="rId9"/>
    <p:sldId id="306" r:id="rId10"/>
    <p:sldId id="345" r:id="rId11"/>
    <p:sldId id="343" r:id="rId12"/>
    <p:sldId id="349" r:id="rId13"/>
    <p:sldId id="350" r:id="rId14"/>
    <p:sldId id="351" r:id="rId15"/>
    <p:sldId id="352" r:id="rId16"/>
    <p:sldId id="353" r:id="rId17"/>
    <p:sldId id="356" r:id="rId18"/>
    <p:sldId id="357" r:id="rId19"/>
    <p:sldId id="358" r:id="rId20"/>
    <p:sldId id="359" r:id="rId21"/>
    <p:sldId id="360" r:id="rId22"/>
    <p:sldId id="346" r:id="rId23"/>
    <p:sldId id="361" r:id="rId24"/>
    <p:sldId id="362" r:id="rId25"/>
    <p:sldId id="367" r:id="rId26"/>
    <p:sldId id="365" r:id="rId27"/>
    <p:sldId id="366" r:id="rId28"/>
    <p:sldId id="368" r:id="rId29"/>
    <p:sldId id="370" r:id="rId30"/>
    <p:sldId id="372" r:id="rId31"/>
    <p:sldId id="373" r:id="rId32"/>
    <p:sldId id="371" r:id="rId33"/>
    <p:sldId id="376" r:id="rId34"/>
    <p:sldId id="375" r:id="rId35"/>
    <p:sldId id="374" r:id="rId36"/>
    <p:sldId id="380" r:id="rId37"/>
    <p:sldId id="381" r:id="rId38"/>
    <p:sldId id="382" r:id="rId39"/>
    <p:sldId id="383" r:id="rId40"/>
    <p:sldId id="384" r:id="rId41"/>
    <p:sldId id="386" r:id="rId42"/>
    <p:sldId id="385" r:id="rId43"/>
    <p:sldId id="387" r:id="rId44"/>
    <p:sldId id="389" r:id="rId45"/>
    <p:sldId id="388" r:id="rId46"/>
    <p:sldId id="390" r:id="rId47"/>
    <p:sldId id="391" r:id="rId48"/>
    <p:sldId id="392" r:id="rId49"/>
    <p:sldId id="394" r:id="rId50"/>
    <p:sldId id="393" r:id="rId51"/>
    <p:sldId id="395" r:id="rId52"/>
    <p:sldId id="396" r:id="rId53"/>
    <p:sldId id="397" r:id="rId54"/>
    <p:sldId id="398" r:id="rId55"/>
    <p:sldId id="399" r:id="rId56"/>
    <p:sldId id="406" r:id="rId57"/>
  </p:sldIdLst>
  <p:sldSz cx="12192000" cy="6858000"/>
  <p:notesSz cx="6858000" cy="9144000"/>
  <p:custDataLst>
    <p:tags r:id="rId5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1" userDrawn="1">
          <p15:clr>
            <a:srgbClr val="5ACBF0"/>
          </p15:clr>
        </p15:guide>
        <p15:guide id="2" pos="3840" userDrawn="1">
          <p15:clr>
            <a:srgbClr val="5ACBF0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DELL" initials="D" lastIdx="1" clrIdx="0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fill>
          <a:solidFill>
            <a:schemeClr val="accent1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8" y="1296"/>
      </p:cViewPr>
      <p:guideLst>
        <p:guide orient="horz" pos="20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slide" Target="slides/slide42.xml" /><Relationship Id="rId46" Type="http://schemas.openxmlformats.org/officeDocument/2006/relationships/slide" Target="slides/slide43.xml" /><Relationship Id="rId47" Type="http://schemas.openxmlformats.org/officeDocument/2006/relationships/slide" Target="slides/slide44.xml" /><Relationship Id="rId48" Type="http://schemas.openxmlformats.org/officeDocument/2006/relationships/slide" Target="slides/slide45.xml" /><Relationship Id="rId49" Type="http://schemas.openxmlformats.org/officeDocument/2006/relationships/slide" Target="slides/slide46.xml" /><Relationship Id="rId5" Type="http://schemas.openxmlformats.org/officeDocument/2006/relationships/slide" Target="slides/slide2.xml" /><Relationship Id="rId50" Type="http://schemas.openxmlformats.org/officeDocument/2006/relationships/slide" Target="slides/slide47.xml" /><Relationship Id="rId51" Type="http://schemas.openxmlformats.org/officeDocument/2006/relationships/slide" Target="slides/slide48.xml" /><Relationship Id="rId52" Type="http://schemas.openxmlformats.org/officeDocument/2006/relationships/slide" Target="slides/slide49.xml" /><Relationship Id="rId53" Type="http://schemas.openxmlformats.org/officeDocument/2006/relationships/slide" Target="slides/slide50.xml" /><Relationship Id="rId54" Type="http://schemas.openxmlformats.org/officeDocument/2006/relationships/slide" Target="slides/slide51.xml" /><Relationship Id="rId55" Type="http://schemas.openxmlformats.org/officeDocument/2006/relationships/slide" Target="slides/slide52.xml" /><Relationship Id="rId56" Type="http://schemas.openxmlformats.org/officeDocument/2006/relationships/slide" Target="slides/slide53.xml" /><Relationship Id="rId57" Type="http://schemas.openxmlformats.org/officeDocument/2006/relationships/slide" Target="slides/slide54.xml" /><Relationship Id="rId58" Type="http://schemas.openxmlformats.org/officeDocument/2006/relationships/tags" Target="tags/tag1571.xml" /><Relationship Id="rId59" Type="http://schemas.openxmlformats.org/officeDocument/2006/relationships/presProps" Target="presProps.xml" /><Relationship Id="rId6" Type="http://schemas.openxmlformats.org/officeDocument/2006/relationships/slide" Target="slides/slide3.xml" /><Relationship Id="rId60" Type="http://schemas.openxmlformats.org/officeDocument/2006/relationships/viewProps" Target="viewProps.xml" /><Relationship Id="rId61" Type="http://schemas.openxmlformats.org/officeDocument/2006/relationships/theme" Target="theme/theme1.xml" /><Relationship Id="rId62" Type="http://schemas.openxmlformats.org/officeDocument/2006/relationships/tableStyles" Target="tableStyles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comments/comment1.xml><?xml version="1.0" encoding="utf-8"?>
<p:cmLst xmlns:a="http://schemas.openxmlformats.org/drawingml/2006/main" xmlns:p="http://schemas.openxmlformats.org/presentationml/2006/main">
  <p:cm authorId="1" dt="2024-07-09T10:52:44.0480000" idx="1">
    <p:pos x="6150" y="3653"/>
    <p:text/>
    <p:extLst>
      <p:ext xmlns:p15="http://schemas.microsoft.com/office/powerpoint/2012/main" uri="{C676402C-5697-4E1C-873F-D02D1690AC5C}">
        <p15:threadingInfo timeZoneBias="0"/>
      </p:ext>
    </p:extLst>
  </p:cm>
</p:cmLst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.wmf" /></Relationships>
</file>

<file path=ppt/drawings/_rels/vmlDrawing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2.emf" /><Relationship Id="rId2" Type="http://schemas.openxmlformats.org/officeDocument/2006/relationships/image" Target="../media/image13.wmf" /></Relationships>
</file>

<file path=ppt/drawings/_rels/vmlDrawing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4.wmf" /><Relationship Id="rId2" Type="http://schemas.openxmlformats.org/officeDocument/2006/relationships/image" Target="../media/image15.wmf" /><Relationship Id="rId3" Type="http://schemas.openxmlformats.org/officeDocument/2006/relationships/image" Target="../media/image16.wmf" /><Relationship Id="rId4" Type="http://schemas.openxmlformats.org/officeDocument/2006/relationships/image" Target="../media/image17.wmf" /></Relationships>
</file>

<file path=ppt/drawings/_rels/vmlDrawing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8.wmf" /></Relationships>
</file>

<file path=ppt/drawings/_rels/vmlDrawing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9.wmf" /><Relationship Id="rId2" Type="http://schemas.openxmlformats.org/officeDocument/2006/relationships/image" Target="../media/image20.wmf" /><Relationship Id="rId3" Type="http://schemas.openxmlformats.org/officeDocument/2006/relationships/image" Target="../media/image21.wmf" /><Relationship Id="rId4" Type="http://schemas.openxmlformats.org/officeDocument/2006/relationships/image" Target="../media/image22.wmf" /></Relationships>
</file>

<file path=ppt/drawings/_rels/vmlDrawing6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wmf" /></Relationships>
</file>

<file path=ppt/drawings/_rels/vmlDrawing7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4.wmf" /><Relationship Id="rId2" Type="http://schemas.openxmlformats.org/officeDocument/2006/relationships/image" Target="../media/image25.wmf" /></Relationships>
</file>

<file path=ppt/drawings/_rels/vmlDrawing8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6.wmf" /><Relationship Id="rId2" Type="http://schemas.openxmlformats.org/officeDocument/2006/relationships/image" Target="../media/image27.wmf" /><Relationship Id="rId3" Type="http://schemas.openxmlformats.org/officeDocument/2006/relationships/image" Target="../media/image28.wmf" /><Relationship Id="rId4" Type="http://schemas.openxmlformats.org/officeDocument/2006/relationships/image" Target="../media/image29.wmf" /><Relationship Id="rId5" Type="http://schemas.openxmlformats.org/officeDocument/2006/relationships/image" Target="../media/image30.wmf" /><Relationship Id="rId6" Type="http://schemas.openxmlformats.org/officeDocument/2006/relationships/image" Target="../media/image31.wmf" /></Relationships>
</file>

<file path=ppt/drawings/_rels/vmlDrawing9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wmf" /><Relationship Id="rId2" Type="http://schemas.openxmlformats.org/officeDocument/2006/relationships/image" Target="../media/image33.wmf" /><Relationship Id="rId3" Type="http://schemas.openxmlformats.org/officeDocument/2006/relationships/image" Target="../media/image34.wmf" /><Relationship Id="rId4" Type="http://schemas.openxmlformats.org/officeDocument/2006/relationships/image" Target="../media/image35.wmf" /><Relationship Id="rId5" Type="http://schemas.openxmlformats.org/officeDocument/2006/relationships/image" Target="../media/image36.wmf" /></Relationships>
</file>

<file path=ppt/drawings/_rels/vmlDrawing10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7.wmf" /><Relationship Id="rId2" Type="http://schemas.openxmlformats.org/officeDocument/2006/relationships/image" Target="../media/image38.wmf" /><Relationship Id="rId3" Type="http://schemas.openxmlformats.org/officeDocument/2006/relationships/image" Target="../media/image39.wmf" /></Relationships>
</file>

<file path=ppt/drawings/_rels/vmlDrawing1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0.emf" /><Relationship Id="rId2" Type="http://schemas.openxmlformats.org/officeDocument/2006/relationships/image" Target="../media/image41.emf" /></Relationships>
</file>

<file path=ppt/drawings/_rels/vmlDrawing1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emf" /><Relationship Id="rId2" Type="http://schemas.openxmlformats.org/officeDocument/2006/relationships/image" Target="../media/image43.emf" /><Relationship Id="rId3" Type="http://schemas.openxmlformats.org/officeDocument/2006/relationships/image" Target="../media/image44.emf" /></Relationships>
</file>

<file path=ppt/drawings/_rels/vmlDrawing1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5.emf" /><Relationship Id="rId2" Type="http://schemas.openxmlformats.org/officeDocument/2006/relationships/image" Target="../media/image46.emf" /></Relationships>
</file>

<file path=ppt/drawings/_rels/vmlDrawing1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7.emf" /><Relationship Id="rId2" Type="http://schemas.openxmlformats.org/officeDocument/2006/relationships/image" Target="../media/image48.emf" /></Relationships>
</file>

<file path=ppt/drawings/_rels/vmlDrawing1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1.wmf" /><Relationship Id="rId2" Type="http://schemas.openxmlformats.org/officeDocument/2006/relationships/image" Target="../media/image52.wmf" /><Relationship Id="rId3" Type="http://schemas.openxmlformats.org/officeDocument/2006/relationships/image" Target="../media/image53.wmf" /></Relationships>
</file>

<file path=ppt/drawings/_rels/vmlDrawing16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4.wmf" /><Relationship Id="rId2" Type="http://schemas.openxmlformats.org/officeDocument/2006/relationships/image" Target="../media/image55.wmf" /><Relationship Id="rId3" Type="http://schemas.openxmlformats.org/officeDocument/2006/relationships/image" Target="../media/image56.wmf" /><Relationship Id="rId4" Type="http://schemas.openxmlformats.org/officeDocument/2006/relationships/image" Target="../media/image57.wmf" /></Relationships>
</file>

<file path=ppt/drawings/_rels/vmlDrawing17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8.wmf" /><Relationship Id="rId2" Type="http://schemas.openxmlformats.org/officeDocument/2006/relationships/image" Target="../media/image52.wmf" /><Relationship Id="rId3" Type="http://schemas.openxmlformats.org/officeDocument/2006/relationships/image" Target="../media/image53.wmf" /></Relationships>
</file>

<file path=ppt/drawings/_rels/vmlDrawing18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9.wmf" /><Relationship Id="rId2" Type="http://schemas.openxmlformats.org/officeDocument/2006/relationships/image" Target="../media/image60.wmf" /><Relationship Id="rId3" Type="http://schemas.openxmlformats.org/officeDocument/2006/relationships/image" Target="../media/image61.wmf" /><Relationship Id="rId4" Type="http://schemas.openxmlformats.org/officeDocument/2006/relationships/image" Target="../media/image62.wmf" /></Relationships>
</file>

<file path=ppt/drawings/_rels/vmlDrawing19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3.wmf" /><Relationship Id="rId2" Type="http://schemas.openxmlformats.org/officeDocument/2006/relationships/image" Target="../media/image64.wmf" /><Relationship Id="rId3" Type="http://schemas.openxmlformats.org/officeDocument/2006/relationships/image" Target="../media/image65.wmf" /><Relationship Id="rId4" Type="http://schemas.openxmlformats.org/officeDocument/2006/relationships/image" Target="../media/image66.wmf" /></Relationships>
</file>

<file path=ppt/drawings/_rels/vmlDrawing20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8.wmf" /><Relationship Id="rId2" Type="http://schemas.openxmlformats.org/officeDocument/2006/relationships/image" Target="../media/image69.wmf" /><Relationship Id="rId3" Type="http://schemas.openxmlformats.org/officeDocument/2006/relationships/image" Target="../media/image70.wmf" /><Relationship Id="rId4" Type="http://schemas.openxmlformats.org/officeDocument/2006/relationships/image" Target="../media/image71.wmf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2.xml" /><Relationship Id="rId2" Type="http://schemas.openxmlformats.org/officeDocument/2006/relationships/tags" Target="../tags/tag13.xml" /><Relationship Id="rId3" Type="http://schemas.openxmlformats.org/officeDocument/2006/relationships/tags" Target="../tags/tag14.xml" /><Relationship Id="rId4" Type="http://schemas.openxmlformats.org/officeDocument/2006/relationships/tags" Target="../tags/tag15.xml" /><Relationship Id="rId5" Type="http://schemas.openxmlformats.org/officeDocument/2006/relationships/tags" Target="../tags/tag16.xml" /><Relationship Id="rId6" Type="http://schemas.openxmlformats.org/officeDocument/2006/relationships/tags" Target="../tags/tag17.xml" /><Relationship Id="rId7" Type="http://schemas.openxmlformats.org/officeDocument/2006/relationships/tags" Target="../tags/tag18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7375B-645A-4B83-93EC-8A3A766EDBB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F8934-6CED-46F5-B7D3-6CA103631274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376.xml" /><Relationship Id="rId4" Type="http://schemas.openxmlformats.org/officeDocument/2006/relationships/tags" Target="../tags/tag377.xml" /><Relationship Id="rId5" Type="http://schemas.openxmlformats.org/officeDocument/2006/relationships/tags" Target="../tags/tag378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1.xml" /><Relationship Id="rId11" Type="http://schemas.openxmlformats.org/officeDocument/2006/relationships/theme" Target="../theme/theme1.xml" /><Relationship Id="rId2" Type="http://schemas.openxmlformats.org/officeDocument/2006/relationships/tags" Target="../tags/tag5.xml" /><Relationship Id="rId3" Type="http://schemas.openxmlformats.org/officeDocument/2006/relationships/tags" Target="../tags/tag6.xml" /><Relationship Id="rId4" Type="http://schemas.openxmlformats.org/officeDocument/2006/relationships/tags" Target="../tags/tag7.xml" /><Relationship Id="rId5" Type="http://schemas.openxmlformats.org/officeDocument/2006/relationships/tags" Target="../tags/tag8.xml" /><Relationship Id="rId6" Type="http://schemas.openxmlformats.org/officeDocument/2006/relationships/tags" Target="../tags/tag9.xml" /><Relationship Id="rId7" Type="http://schemas.openxmlformats.org/officeDocument/2006/relationships/tags" Target="../tags/tag10.xml" /><Relationship Id="rId8" Type="http://schemas.openxmlformats.org/officeDocument/2006/relationships/image" Target="file:///D:\qq&#25991;&#20214;\712321467\Image\C2C\Image2\%7b75232B38-A165-1FB7-499C-2E1C792CACB5%7d.png" TargetMode="External" /><Relationship Id="rId9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 r:link="rId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6.xml" /><Relationship Id="rId11" Type="http://schemas.openxmlformats.org/officeDocument/2006/relationships/tags" Target="../tags/tag27.xml" /><Relationship Id="rId12" Type="http://schemas.openxmlformats.org/officeDocument/2006/relationships/tags" Target="../tags/tag28.xml" /><Relationship Id="rId13" Type="http://schemas.openxmlformats.org/officeDocument/2006/relationships/tags" Target="../tags/tag29.xml" /><Relationship Id="rId14" Type="http://schemas.openxmlformats.org/officeDocument/2006/relationships/tags" Target="../tags/tag30.xml" /><Relationship Id="rId15" Type="http://schemas.openxmlformats.org/officeDocument/2006/relationships/tags" Target="../tags/tag31.xml" /><Relationship Id="rId16" Type="http://schemas.openxmlformats.org/officeDocument/2006/relationships/tags" Target="../tags/tag32.xml" /><Relationship Id="rId17" Type="http://schemas.openxmlformats.org/officeDocument/2006/relationships/tags" Target="../tags/tag33.xml" /><Relationship Id="rId18" Type="http://schemas.openxmlformats.org/officeDocument/2006/relationships/tags" Target="../tags/tag34.xml" /><Relationship Id="rId19" Type="http://schemas.openxmlformats.org/officeDocument/2006/relationships/tags" Target="../tags/tag35.xml" /><Relationship Id="rId2" Type="http://schemas.openxmlformats.org/officeDocument/2006/relationships/tags" Target="../tags/tag19.xml" /><Relationship Id="rId20" Type="http://schemas.openxmlformats.org/officeDocument/2006/relationships/tags" Target="../tags/tag36.xml" /><Relationship Id="rId21" Type="http://schemas.openxmlformats.org/officeDocument/2006/relationships/tags" Target="../tags/tag37.xml" /><Relationship Id="rId22" Type="http://schemas.openxmlformats.org/officeDocument/2006/relationships/tags" Target="../tags/tag38.xml" /><Relationship Id="rId23" Type="http://schemas.openxmlformats.org/officeDocument/2006/relationships/tags" Target="../tags/tag39.xml" /><Relationship Id="rId24" Type="http://schemas.openxmlformats.org/officeDocument/2006/relationships/tags" Target="../tags/tag40.xml" /><Relationship Id="rId25" Type="http://schemas.openxmlformats.org/officeDocument/2006/relationships/tags" Target="../tags/tag41.xml" /><Relationship Id="rId26" Type="http://schemas.openxmlformats.org/officeDocument/2006/relationships/tags" Target="../tags/tag42.xml" /><Relationship Id="rId27" Type="http://schemas.openxmlformats.org/officeDocument/2006/relationships/image" Target="../media/image3.png" /><Relationship Id="rId28" Type="http://schemas.openxmlformats.org/officeDocument/2006/relationships/tags" Target="../tags/tag43.xml" /><Relationship Id="rId29" Type="http://schemas.openxmlformats.org/officeDocument/2006/relationships/tags" Target="../tags/tag44.xml" /><Relationship Id="rId3" Type="http://schemas.openxmlformats.org/officeDocument/2006/relationships/image" Target="../media/image2.jpeg" /><Relationship Id="rId30" Type="http://schemas.openxmlformats.org/officeDocument/2006/relationships/tags" Target="../tags/tag45.xml" /><Relationship Id="rId4" Type="http://schemas.openxmlformats.org/officeDocument/2006/relationships/tags" Target="../tags/tag20.xml" /><Relationship Id="rId5" Type="http://schemas.openxmlformats.org/officeDocument/2006/relationships/tags" Target="../tags/tag21.xml" /><Relationship Id="rId6" Type="http://schemas.openxmlformats.org/officeDocument/2006/relationships/tags" Target="../tags/tag22.xml" /><Relationship Id="rId7" Type="http://schemas.openxmlformats.org/officeDocument/2006/relationships/tags" Target="../tags/tag23.xml" /><Relationship Id="rId8" Type="http://schemas.openxmlformats.org/officeDocument/2006/relationships/tags" Target="../tags/tag24.xml" /><Relationship Id="rId9" Type="http://schemas.openxmlformats.org/officeDocument/2006/relationships/tags" Target="../tags/tag25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2.xml" /><Relationship Id="rId11" Type="http://schemas.openxmlformats.org/officeDocument/2006/relationships/tags" Target="../tags/tag53.xml" /><Relationship Id="rId12" Type="http://schemas.openxmlformats.org/officeDocument/2006/relationships/tags" Target="../tags/tag54.xml" /><Relationship Id="rId13" Type="http://schemas.openxmlformats.org/officeDocument/2006/relationships/tags" Target="../tags/tag55.xml" /><Relationship Id="rId14" Type="http://schemas.openxmlformats.org/officeDocument/2006/relationships/tags" Target="../tags/tag56.xml" /><Relationship Id="rId15" Type="http://schemas.openxmlformats.org/officeDocument/2006/relationships/tags" Target="../tags/tag57.xml" /><Relationship Id="rId16" Type="http://schemas.openxmlformats.org/officeDocument/2006/relationships/tags" Target="../tags/tag58.xml" /><Relationship Id="rId17" Type="http://schemas.openxmlformats.org/officeDocument/2006/relationships/tags" Target="../tags/tag59.xml" /><Relationship Id="rId18" Type="http://schemas.openxmlformats.org/officeDocument/2006/relationships/tags" Target="../tags/tag60.xml" /><Relationship Id="rId19" Type="http://schemas.openxmlformats.org/officeDocument/2006/relationships/tags" Target="../tags/tag61.xml" /><Relationship Id="rId2" Type="http://schemas.openxmlformats.org/officeDocument/2006/relationships/tags" Target="../tags/tag46.xml" /><Relationship Id="rId20" Type="http://schemas.openxmlformats.org/officeDocument/2006/relationships/tags" Target="../tags/tag62.xml" /><Relationship Id="rId21" Type="http://schemas.openxmlformats.org/officeDocument/2006/relationships/tags" Target="../tags/tag63.xml" /><Relationship Id="rId22" Type="http://schemas.openxmlformats.org/officeDocument/2006/relationships/tags" Target="../tags/tag64.xml" /><Relationship Id="rId23" Type="http://schemas.openxmlformats.org/officeDocument/2006/relationships/tags" Target="../tags/tag65.xml" /><Relationship Id="rId24" Type="http://schemas.openxmlformats.org/officeDocument/2006/relationships/tags" Target="../tags/tag66.xml" /><Relationship Id="rId25" Type="http://schemas.openxmlformats.org/officeDocument/2006/relationships/tags" Target="../tags/tag67.xml" /><Relationship Id="rId3" Type="http://schemas.openxmlformats.org/officeDocument/2006/relationships/tags" Target="../tags/tag47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48.xml" /><Relationship Id="rId7" Type="http://schemas.openxmlformats.org/officeDocument/2006/relationships/tags" Target="../tags/tag49.xml" /><Relationship Id="rId8" Type="http://schemas.openxmlformats.org/officeDocument/2006/relationships/tags" Target="../tags/tag50.xml" /><Relationship Id="rId9" Type="http://schemas.openxmlformats.org/officeDocument/2006/relationships/tags" Target="../tags/tag5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4.xml" /><Relationship Id="rId11" Type="http://schemas.openxmlformats.org/officeDocument/2006/relationships/tags" Target="../tags/tag75.xml" /><Relationship Id="rId12" Type="http://schemas.openxmlformats.org/officeDocument/2006/relationships/tags" Target="../tags/tag76.xml" /><Relationship Id="rId13" Type="http://schemas.openxmlformats.org/officeDocument/2006/relationships/tags" Target="../tags/tag77.xml" /><Relationship Id="rId14" Type="http://schemas.openxmlformats.org/officeDocument/2006/relationships/tags" Target="../tags/tag78.xml" /><Relationship Id="rId15" Type="http://schemas.openxmlformats.org/officeDocument/2006/relationships/tags" Target="../tags/tag79.xml" /><Relationship Id="rId16" Type="http://schemas.openxmlformats.org/officeDocument/2006/relationships/tags" Target="../tags/tag80.xml" /><Relationship Id="rId17" Type="http://schemas.openxmlformats.org/officeDocument/2006/relationships/tags" Target="../tags/tag81.xml" /><Relationship Id="rId18" Type="http://schemas.openxmlformats.org/officeDocument/2006/relationships/tags" Target="../tags/tag82.xml" /><Relationship Id="rId19" Type="http://schemas.openxmlformats.org/officeDocument/2006/relationships/tags" Target="../tags/tag83.xml" /><Relationship Id="rId2" Type="http://schemas.openxmlformats.org/officeDocument/2006/relationships/tags" Target="../tags/tag68.xml" /><Relationship Id="rId20" Type="http://schemas.openxmlformats.org/officeDocument/2006/relationships/tags" Target="../tags/tag84.xml" /><Relationship Id="rId3" Type="http://schemas.openxmlformats.org/officeDocument/2006/relationships/image" Target="../media/image4.png" /><Relationship Id="rId4" Type="http://schemas.microsoft.com/office/2007/relationships/hdphoto" Target="../media/image5.wdp" /><Relationship Id="rId5" Type="http://schemas.openxmlformats.org/officeDocument/2006/relationships/tags" Target="../tags/tag69.xml" /><Relationship Id="rId6" Type="http://schemas.openxmlformats.org/officeDocument/2006/relationships/tags" Target="../tags/tag70.xml" /><Relationship Id="rId7" Type="http://schemas.openxmlformats.org/officeDocument/2006/relationships/tags" Target="../tags/tag71.xml" /><Relationship Id="rId8" Type="http://schemas.openxmlformats.org/officeDocument/2006/relationships/tags" Target="../tags/tag72.xml" /><Relationship Id="rId9" Type="http://schemas.openxmlformats.org/officeDocument/2006/relationships/tags" Target="../tags/tag7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2.xml" /><Relationship Id="rId11" Type="http://schemas.openxmlformats.org/officeDocument/2006/relationships/tags" Target="../tags/tag93.xml" /><Relationship Id="rId12" Type="http://schemas.openxmlformats.org/officeDocument/2006/relationships/tags" Target="../tags/tag94.xml" /><Relationship Id="rId13" Type="http://schemas.openxmlformats.org/officeDocument/2006/relationships/tags" Target="../tags/tag95.xml" /><Relationship Id="rId14" Type="http://schemas.openxmlformats.org/officeDocument/2006/relationships/tags" Target="../tags/tag96.xml" /><Relationship Id="rId15" Type="http://schemas.openxmlformats.org/officeDocument/2006/relationships/tags" Target="../tags/tag97.xml" /><Relationship Id="rId16" Type="http://schemas.openxmlformats.org/officeDocument/2006/relationships/tags" Target="../tags/tag98.xml" /><Relationship Id="rId17" Type="http://schemas.openxmlformats.org/officeDocument/2006/relationships/tags" Target="../tags/tag99.xml" /><Relationship Id="rId18" Type="http://schemas.openxmlformats.org/officeDocument/2006/relationships/tags" Target="../tags/tag100.xml" /><Relationship Id="rId19" Type="http://schemas.openxmlformats.org/officeDocument/2006/relationships/tags" Target="../tags/tag101.xml" /><Relationship Id="rId2" Type="http://schemas.openxmlformats.org/officeDocument/2006/relationships/tags" Target="../tags/tag85.xml" /><Relationship Id="rId20" Type="http://schemas.openxmlformats.org/officeDocument/2006/relationships/tags" Target="../tags/tag102.xml" /><Relationship Id="rId21" Type="http://schemas.openxmlformats.org/officeDocument/2006/relationships/tags" Target="../tags/tag103.xml" /><Relationship Id="rId22" Type="http://schemas.openxmlformats.org/officeDocument/2006/relationships/tags" Target="../tags/tag104.xml" /><Relationship Id="rId23" Type="http://schemas.openxmlformats.org/officeDocument/2006/relationships/tags" Target="../tags/tag105.xml" /><Relationship Id="rId24" Type="http://schemas.openxmlformats.org/officeDocument/2006/relationships/tags" Target="../tags/tag106.xml" /><Relationship Id="rId25" Type="http://schemas.openxmlformats.org/officeDocument/2006/relationships/tags" Target="../tags/tag107.xml" /><Relationship Id="rId26" Type="http://schemas.openxmlformats.org/officeDocument/2006/relationships/tags" Target="../tags/tag108.xml" /><Relationship Id="rId27" Type="http://schemas.openxmlformats.org/officeDocument/2006/relationships/tags" Target="../tags/tag109.xml" /><Relationship Id="rId28" Type="http://schemas.openxmlformats.org/officeDocument/2006/relationships/tags" Target="../tags/tag110.xml" /><Relationship Id="rId29" Type="http://schemas.openxmlformats.org/officeDocument/2006/relationships/tags" Target="../tags/tag111.xml" /><Relationship Id="rId3" Type="http://schemas.openxmlformats.org/officeDocument/2006/relationships/tags" Target="../tags/tag86.xml" /><Relationship Id="rId30" Type="http://schemas.openxmlformats.org/officeDocument/2006/relationships/tags" Target="../tags/tag112.xml" /><Relationship Id="rId31" Type="http://schemas.openxmlformats.org/officeDocument/2006/relationships/tags" Target="../tags/tag113.xml" /><Relationship Id="rId32" Type="http://schemas.openxmlformats.org/officeDocument/2006/relationships/tags" Target="../tags/tag114.xml" /><Relationship Id="rId33" Type="http://schemas.openxmlformats.org/officeDocument/2006/relationships/tags" Target="../tags/tag115.xml" /><Relationship Id="rId34" Type="http://schemas.openxmlformats.org/officeDocument/2006/relationships/tags" Target="../tags/tag116.xml" /><Relationship Id="rId35" Type="http://schemas.openxmlformats.org/officeDocument/2006/relationships/tags" Target="../tags/tag117.xml" /><Relationship Id="rId36" Type="http://schemas.openxmlformats.org/officeDocument/2006/relationships/tags" Target="../tags/tag118.xml" /><Relationship Id="rId37" Type="http://schemas.openxmlformats.org/officeDocument/2006/relationships/tags" Target="../tags/tag119.xml" /><Relationship Id="rId38" Type="http://schemas.openxmlformats.org/officeDocument/2006/relationships/tags" Target="../tags/tag120.xml" /><Relationship Id="rId39" Type="http://schemas.openxmlformats.org/officeDocument/2006/relationships/tags" Target="../tags/tag121.xml" /><Relationship Id="rId4" Type="http://schemas.openxmlformats.org/officeDocument/2006/relationships/image" Target="../media/image6.jpeg" /><Relationship Id="rId40" Type="http://schemas.openxmlformats.org/officeDocument/2006/relationships/tags" Target="../tags/tag122.xml" /><Relationship Id="rId41" Type="http://schemas.openxmlformats.org/officeDocument/2006/relationships/tags" Target="../tags/tag123.xml" /><Relationship Id="rId42" Type="http://schemas.openxmlformats.org/officeDocument/2006/relationships/tags" Target="../tags/tag124.xml" /><Relationship Id="rId43" Type="http://schemas.openxmlformats.org/officeDocument/2006/relationships/tags" Target="../tags/tag125.xml" /><Relationship Id="rId5" Type="http://schemas.openxmlformats.org/officeDocument/2006/relationships/tags" Target="../tags/tag87.xml" /><Relationship Id="rId6" Type="http://schemas.openxmlformats.org/officeDocument/2006/relationships/tags" Target="../tags/tag88.xml" /><Relationship Id="rId7" Type="http://schemas.openxmlformats.org/officeDocument/2006/relationships/tags" Target="../tags/tag89.xml" /><Relationship Id="rId8" Type="http://schemas.openxmlformats.org/officeDocument/2006/relationships/tags" Target="../tags/tag90.xml" /><Relationship Id="rId9" Type="http://schemas.openxmlformats.org/officeDocument/2006/relationships/tags" Target="../tags/tag9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31.xml" /><Relationship Id="rId11" Type="http://schemas.openxmlformats.org/officeDocument/2006/relationships/tags" Target="../tags/tag132.xml" /><Relationship Id="rId12" Type="http://schemas.openxmlformats.org/officeDocument/2006/relationships/tags" Target="../tags/tag133.xml" /><Relationship Id="rId13" Type="http://schemas.openxmlformats.org/officeDocument/2006/relationships/tags" Target="../tags/tag134.xml" /><Relationship Id="rId14" Type="http://schemas.openxmlformats.org/officeDocument/2006/relationships/tags" Target="../tags/tag135.xml" /><Relationship Id="rId15" Type="http://schemas.openxmlformats.org/officeDocument/2006/relationships/tags" Target="../tags/tag136.xml" /><Relationship Id="rId16" Type="http://schemas.openxmlformats.org/officeDocument/2006/relationships/image" Target="../media/image8.png" /><Relationship Id="rId17" Type="http://schemas.openxmlformats.org/officeDocument/2006/relationships/tags" Target="../tags/tag137.xml" /><Relationship Id="rId18" Type="http://schemas.openxmlformats.org/officeDocument/2006/relationships/tags" Target="../tags/tag138.xml" /><Relationship Id="rId19" Type="http://schemas.openxmlformats.org/officeDocument/2006/relationships/tags" Target="../tags/tag139.xml" /><Relationship Id="rId2" Type="http://schemas.openxmlformats.org/officeDocument/2006/relationships/tags" Target="../tags/tag126.xml" /><Relationship Id="rId20" Type="http://schemas.openxmlformats.org/officeDocument/2006/relationships/tags" Target="../tags/tag140.xml" /><Relationship Id="rId21" Type="http://schemas.openxmlformats.org/officeDocument/2006/relationships/tags" Target="../tags/tag141.xml" /><Relationship Id="rId22" Type="http://schemas.openxmlformats.org/officeDocument/2006/relationships/tags" Target="../tags/tag142.xml" /><Relationship Id="rId23" Type="http://schemas.openxmlformats.org/officeDocument/2006/relationships/image" Target="../media/image9.png" /><Relationship Id="rId24" Type="http://schemas.openxmlformats.org/officeDocument/2006/relationships/tags" Target="../tags/tag143.xml" /><Relationship Id="rId25" Type="http://schemas.openxmlformats.org/officeDocument/2006/relationships/tags" Target="../tags/tag144.xml" /><Relationship Id="rId3" Type="http://schemas.openxmlformats.org/officeDocument/2006/relationships/tags" Target="../tags/tag127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28.xml" /><Relationship Id="rId7" Type="http://schemas.openxmlformats.org/officeDocument/2006/relationships/tags" Target="../tags/tag129.xml" /><Relationship Id="rId8" Type="http://schemas.openxmlformats.org/officeDocument/2006/relationships/tags" Target="../tags/tag130.xml" /><Relationship Id="rId9" Type="http://schemas.openxmlformats.org/officeDocument/2006/relationships/image" Target="../media/image7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51.xml" /><Relationship Id="rId11" Type="http://schemas.openxmlformats.org/officeDocument/2006/relationships/tags" Target="../tags/tag152.xml" /><Relationship Id="rId12" Type="http://schemas.openxmlformats.org/officeDocument/2006/relationships/image" Target="../media/image10.png" /><Relationship Id="rId13" Type="http://schemas.openxmlformats.org/officeDocument/2006/relationships/tags" Target="../tags/tag153.xml" /><Relationship Id="rId14" Type="http://schemas.openxmlformats.org/officeDocument/2006/relationships/tags" Target="../tags/tag154.xml" /><Relationship Id="rId15" Type="http://schemas.openxmlformats.org/officeDocument/2006/relationships/tags" Target="../tags/tag155.xml" /><Relationship Id="rId16" Type="http://schemas.openxmlformats.org/officeDocument/2006/relationships/tags" Target="../tags/tag156.xml" /><Relationship Id="rId17" Type="http://schemas.openxmlformats.org/officeDocument/2006/relationships/tags" Target="../tags/tag157.xml" /><Relationship Id="rId2" Type="http://schemas.openxmlformats.org/officeDocument/2006/relationships/tags" Target="../tags/tag145.xml" /><Relationship Id="rId3" Type="http://schemas.openxmlformats.org/officeDocument/2006/relationships/tags" Target="../tags/tag146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47.xml" /><Relationship Id="rId7" Type="http://schemas.openxmlformats.org/officeDocument/2006/relationships/tags" Target="../tags/tag148.xml" /><Relationship Id="rId8" Type="http://schemas.openxmlformats.org/officeDocument/2006/relationships/tags" Target="../tags/tag149.xml" /><Relationship Id="rId9" Type="http://schemas.openxmlformats.org/officeDocument/2006/relationships/tags" Target="../tags/tag150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64.xml" /><Relationship Id="rId11" Type="http://schemas.openxmlformats.org/officeDocument/2006/relationships/tags" Target="../tags/tag165.xml" /><Relationship Id="rId12" Type="http://schemas.openxmlformats.org/officeDocument/2006/relationships/tags" Target="../tags/tag166.xml" /><Relationship Id="rId13" Type="http://schemas.openxmlformats.org/officeDocument/2006/relationships/tags" Target="../tags/tag167.xml" /><Relationship Id="rId14" Type="http://schemas.openxmlformats.org/officeDocument/2006/relationships/tags" Target="../tags/tag168.xml" /><Relationship Id="rId15" Type="http://schemas.openxmlformats.org/officeDocument/2006/relationships/tags" Target="../tags/tag169.xml" /><Relationship Id="rId16" Type="http://schemas.openxmlformats.org/officeDocument/2006/relationships/tags" Target="../tags/tag170.xml" /><Relationship Id="rId17" Type="http://schemas.openxmlformats.org/officeDocument/2006/relationships/tags" Target="../tags/tag171.xml" /><Relationship Id="rId18" Type="http://schemas.openxmlformats.org/officeDocument/2006/relationships/tags" Target="../tags/tag172.xml" /><Relationship Id="rId19" Type="http://schemas.openxmlformats.org/officeDocument/2006/relationships/tags" Target="../tags/tag173.xml" /><Relationship Id="rId2" Type="http://schemas.openxmlformats.org/officeDocument/2006/relationships/tags" Target="../tags/tag158.xml" /><Relationship Id="rId20" Type="http://schemas.openxmlformats.org/officeDocument/2006/relationships/tags" Target="../tags/tag174.xml" /><Relationship Id="rId21" Type="http://schemas.openxmlformats.org/officeDocument/2006/relationships/tags" Target="../tags/tag175.xml" /><Relationship Id="rId22" Type="http://schemas.openxmlformats.org/officeDocument/2006/relationships/tags" Target="../tags/tag176.xml" /><Relationship Id="rId23" Type="http://schemas.openxmlformats.org/officeDocument/2006/relationships/tags" Target="../tags/tag177.xml" /><Relationship Id="rId24" Type="http://schemas.openxmlformats.org/officeDocument/2006/relationships/tags" Target="../tags/tag178.xml" /><Relationship Id="rId25" Type="http://schemas.openxmlformats.org/officeDocument/2006/relationships/tags" Target="../tags/tag179.xml" /><Relationship Id="rId26" Type="http://schemas.openxmlformats.org/officeDocument/2006/relationships/tags" Target="../tags/tag180.xml" /><Relationship Id="rId27" Type="http://schemas.openxmlformats.org/officeDocument/2006/relationships/tags" Target="../tags/tag181.xml" /><Relationship Id="rId28" Type="http://schemas.openxmlformats.org/officeDocument/2006/relationships/tags" Target="../tags/tag182.xml" /><Relationship Id="rId29" Type="http://schemas.openxmlformats.org/officeDocument/2006/relationships/tags" Target="../tags/tag183.xml" /><Relationship Id="rId3" Type="http://schemas.openxmlformats.org/officeDocument/2006/relationships/tags" Target="../tags/tag159.xml" /><Relationship Id="rId30" Type="http://schemas.openxmlformats.org/officeDocument/2006/relationships/tags" Target="../tags/tag184.xml" /><Relationship Id="rId31" Type="http://schemas.openxmlformats.org/officeDocument/2006/relationships/tags" Target="../tags/tag185.xml" /><Relationship Id="rId32" Type="http://schemas.openxmlformats.org/officeDocument/2006/relationships/tags" Target="../tags/tag186.xml" /><Relationship Id="rId33" Type="http://schemas.openxmlformats.org/officeDocument/2006/relationships/tags" Target="../tags/tag187.xml" /><Relationship Id="rId34" Type="http://schemas.openxmlformats.org/officeDocument/2006/relationships/tags" Target="../tags/tag188.xml" /><Relationship Id="rId35" Type="http://schemas.openxmlformats.org/officeDocument/2006/relationships/tags" Target="../tags/tag189.xml" /><Relationship Id="rId36" Type="http://schemas.openxmlformats.org/officeDocument/2006/relationships/tags" Target="../tags/tag190.xml" /><Relationship Id="rId37" Type="http://schemas.openxmlformats.org/officeDocument/2006/relationships/tags" Target="../tags/tag191.xml" /><Relationship Id="rId38" Type="http://schemas.openxmlformats.org/officeDocument/2006/relationships/tags" Target="../tags/tag192.xml" /><Relationship Id="rId39" Type="http://schemas.openxmlformats.org/officeDocument/2006/relationships/tags" Target="../tags/tag193.xml" /><Relationship Id="rId4" Type="http://schemas.openxmlformats.org/officeDocument/2006/relationships/image" Target="../media/image4.png" /><Relationship Id="rId40" Type="http://schemas.openxmlformats.org/officeDocument/2006/relationships/tags" Target="../tags/tag194.xml" /><Relationship Id="rId41" Type="http://schemas.openxmlformats.org/officeDocument/2006/relationships/tags" Target="../tags/tag195.xml" /><Relationship Id="rId42" Type="http://schemas.openxmlformats.org/officeDocument/2006/relationships/tags" Target="../tags/tag196.xml" /><Relationship Id="rId5" Type="http://schemas.microsoft.com/office/2007/relationships/hdphoto" Target="../media/image5.wdp" /><Relationship Id="rId6" Type="http://schemas.openxmlformats.org/officeDocument/2006/relationships/tags" Target="../tags/tag160.xml" /><Relationship Id="rId7" Type="http://schemas.openxmlformats.org/officeDocument/2006/relationships/tags" Target="../tags/tag161.xml" /><Relationship Id="rId8" Type="http://schemas.openxmlformats.org/officeDocument/2006/relationships/tags" Target="../tags/tag162.xml" /><Relationship Id="rId9" Type="http://schemas.openxmlformats.org/officeDocument/2006/relationships/tags" Target="../tags/tag163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03.xml" /><Relationship Id="rId11" Type="http://schemas.openxmlformats.org/officeDocument/2006/relationships/tags" Target="../tags/tag204.xml" /><Relationship Id="rId12" Type="http://schemas.openxmlformats.org/officeDocument/2006/relationships/tags" Target="../tags/tag205.xml" /><Relationship Id="rId13" Type="http://schemas.openxmlformats.org/officeDocument/2006/relationships/tags" Target="../tags/tag206.xml" /><Relationship Id="rId14" Type="http://schemas.openxmlformats.org/officeDocument/2006/relationships/tags" Target="../tags/tag207.xml" /><Relationship Id="rId15" Type="http://schemas.openxmlformats.org/officeDocument/2006/relationships/tags" Target="../tags/tag208.xml" /><Relationship Id="rId16" Type="http://schemas.openxmlformats.org/officeDocument/2006/relationships/tags" Target="../tags/tag209.xml" /><Relationship Id="rId17" Type="http://schemas.openxmlformats.org/officeDocument/2006/relationships/tags" Target="../tags/tag210.xml" /><Relationship Id="rId18" Type="http://schemas.openxmlformats.org/officeDocument/2006/relationships/tags" Target="../tags/tag211.xml" /><Relationship Id="rId19" Type="http://schemas.openxmlformats.org/officeDocument/2006/relationships/tags" Target="../tags/tag212.xml" /><Relationship Id="rId2" Type="http://schemas.openxmlformats.org/officeDocument/2006/relationships/tags" Target="../tags/tag197.xml" /><Relationship Id="rId20" Type="http://schemas.openxmlformats.org/officeDocument/2006/relationships/tags" Target="../tags/tag213.xml" /><Relationship Id="rId21" Type="http://schemas.openxmlformats.org/officeDocument/2006/relationships/tags" Target="../tags/tag214.xml" /><Relationship Id="rId22" Type="http://schemas.openxmlformats.org/officeDocument/2006/relationships/tags" Target="../tags/tag215.xml" /><Relationship Id="rId23" Type="http://schemas.openxmlformats.org/officeDocument/2006/relationships/tags" Target="../tags/tag216.xml" /><Relationship Id="rId24" Type="http://schemas.openxmlformats.org/officeDocument/2006/relationships/tags" Target="../tags/tag217.xml" /><Relationship Id="rId25" Type="http://schemas.openxmlformats.org/officeDocument/2006/relationships/tags" Target="../tags/tag218.xml" /><Relationship Id="rId26" Type="http://schemas.openxmlformats.org/officeDocument/2006/relationships/tags" Target="../tags/tag219.xml" /><Relationship Id="rId27" Type="http://schemas.openxmlformats.org/officeDocument/2006/relationships/tags" Target="../tags/tag220.xml" /><Relationship Id="rId28" Type="http://schemas.openxmlformats.org/officeDocument/2006/relationships/tags" Target="../tags/tag221.xml" /><Relationship Id="rId29" Type="http://schemas.openxmlformats.org/officeDocument/2006/relationships/tags" Target="../tags/tag222.xml" /><Relationship Id="rId3" Type="http://schemas.openxmlformats.org/officeDocument/2006/relationships/tags" Target="../tags/tag198.xml" /><Relationship Id="rId30" Type="http://schemas.openxmlformats.org/officeDocument/2006/relationships/tags" Target="../tags/tag223.xml" /><Relationship Id="rId31" Type="http://schemas.openxmlformats.org/officeDocument/2006/relationships/tags" Target="../tags/tag224.xml" /><Relationship Id="rId32" Type="http://schemas.openxmlformats.org/officeDocument/2006/relationships/tags" Target="../tags/tag225.xml" /><Relationship Id="rId33" Type="http://schemas.openxmlformats.org/officeDocument/2006/relationships/tags" Target="../tags/tag226.xml" /><Relationship Id="rId34" Type="http://schemas.openxmlformats.org/officeDocument/2006/relationships/tags" Target="../tags/tag227.xml" /><Relationship Id="rId35" Type="http://schemas.openxmlformats.org/officeDocument/2006/relationships/tags" Target="../tags/tag228.xml" /><Relationship Id="rId36" Type="http://schemas.openxmlformats.org/officeDocument/2006/relationships/tags" Target="../tags/tag229.xml" /><Relationship Id="rId37" Type="http://schemas.openxmlformats.org/officeDocument/2006/relationships/tags" Target="../tags/tag230.xml" /><Relationship Id="rId38" Type="http://schemas.openxmlformats.org/officeDocument/2006/relationships/tags" Target="../tags/tag231.xml" /><Relationship Id="rId39" Type="http://schemas.openxmlformats.org/officeDocument/2006/relationships/tags" Target="../tags/tag232.xml" /><Relationship Id="rId4" Type="http://schemas.openxmlformats.org/officeDocument/2006/relationships/image" Target="../media/image4.png" /><Relationship Id="rId40" Type="http://schemas.openxmlformats.org/officeDocument/2006/relationships/tags" Target="../tags/tag233.xml" /><Relationship Id="rId41" Type="http://schemas.openxmlformats.org/officeDocument/2006/relationships/tags" Target="../tags/tag234.xml" /><Relationship Id="rId42" Type="http://schemas.openxmlformats.org/officeDocument/2006/relationships/tags" Target="../tags/tag235.xml" /><Relationship Id="rId43" Type="http://schemas.openxmlformats.org/officeDocument/2006/relationships/tags" Target="../tags/tag236.xml" /><Relationship Id="rId44" Type="http://schemas.openxmlformats.org/officeDocument/2006/relationships/tags" Target="../tags/tag237.xml" /><Relationship Id="rId45" Type="http://schemas.openxmlformats.org/officeDocument/2006/relationships/tags" Target="../tags/tag238.xml" /><Relationship Id="rId46" Type="http://schemas.openxmlformats.org/officeDocument/2006/relationships/tags" Target="../tags/tag239.xml" /><Relationship Id="rId47" Type="http://schemas.openxmlformats.org/officeDocument/2006/relationships/tags" Target="../tags/tag240.xml" /><Relationship Id="rId48" Type="http://schemas.openxmlformats.org/officeDocument/2006/relationships/tags" Target="../tags/tag241.xml" /><Relationship Id="rId49" Type="http://schemas.openxmlformats.org/officeDocument/2006/relationships/tags" Target="../tags/tag242.xml" /><Relationship Id="rId5" Type="http://schemas.microsoft.com/office/2007/relationships/hdphoto" Target="../media/image5.wdp" /><Relationship Id="rId50" Type="http://schemas.openxmlformats.org/officeDocument/2006/relationships/tags" Target="../tags/tag243.xml" /><Relationship Id="rId51" Type="http://schemas.openxmlformats.org/officeDocument/2006/relationships/tags" Target="../tags/tag244.xml" /><Relationship Id="rId52" Type="http://schemas.openxmlformats.org/officeDocument/2006/relationships/tags" Target="../tags/tag245.xml" /><Relationship Id="rId53" Type="http://schemas.openxmlformats.org/officeDocument/2006/relationships/tags" Target="../tags/tag246.xml" /><Relationship Id="rId54" Type="http://schemas.openxmlformats.org/officeDocument/2006/relationships/tags" Target="../tags/tag247.xml" /><Relationship Id="rId55" Type="http://schemas.openxmlformats.org/officeDocument/2006/relationships/tags" Target="../tags/tag248.xml" /><Relationship Id="rId56" Type="http://schemas.openxmlformats.org/officeDocument/2006/relationships/tags" Target="../tags/tag249.xml" /><Relationship Id="rId57" Type="http://schemas.openxmlformats.org/officeDocument/2006/relationships/tags" Target="../tags/tag250.xml" /><Relationship Id="rId6" Type="http://schemas.openxmlformats.org/officeDocument/2006/relationships/tags" Target="../tags/tag199.xml" /><Relationship Id="rId7" Type="http://schemas.openxmlformats.org/officeDocument/2006/relationships/tags" Target="../tags/tag200.xml" /><Relationship Id="rId8" Type="http://schemas.openxmlformats.org/officeDocument/2006/relationships/tags" Target="../tags/tag201.xml" /><Relationship Id="rId9" Type="http://schemas.openxmlformats.org/officeDocument/2006/relationships/tags" Target="../tags/tag202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57.xml" /><Relationship Id="rId11" Type="http://schemas.openxmlformats.org/officeDocument/2006/relationships/tags" Target="../tags/tag258.xml" /><Relationship Id="rId12" Type="http://schemas.openxmlformats.org/officeDocument/2006/relationships/tags" Target="../tags/tag259.xml" /><Relationship Id="rId13" Type="http://schemas.openxmlformats.org/officeDocument/2006/relationships/tags" Target="../tags/tag260.xml" /><Relationship Id="rId14" Type="http://schemas.openxmlformats.org/officeDocument/2006/relationships/tags" Target="../tags/tag261.xml" /><Relationship Id="rId15" Type="http://schemas.openxmlformats.org/officeDocument/2006/relationships/tags" Target="../tags/tag262.xml" /><Relationship Id="rId16" Type="http://schemas.openxmlformats.org/officeDocument/2006/relationships/tags" Target="../tags/tag263.xml" /><Relationship Id="rId17" Type="http://schemas.openxmlformats.org/officeDocument/2006/relationships/tags" Target="../tags/tag264.xml" /><Relationship Id="rId18" Type="http://schemas.openxmlformats.org/officeDocument/2006/relationships/tags" Target="../tags/tag265.xml" /><Relationship Id="rId19" Type="http://schemas.openxmlformats.org/officeDocument/2006/relationships/tags" Target="../tags/tag266.xml" /><Relationship Id="rId2" Type="http://schemas.openxmlformats.org/officeDocument/2006/relationships/tags" Target="../tags/tag251.xml" /><Relationship Id="rId20" Type="http://schemas.openxmlformats.org/officeDocument/2006/relationships/tags" Target="../tags/tag267.xml" /><Relationship Id="rId21" Type="http://schemas.openxmlformats.org/officeDocument/2006/relationships/tags" Target="../tags/tag268.xml" /><Relationship Id="rId22" Type="http://schemas.openxmlformats.org/officeDocument/2006/relationships/tags" Target="../tags/tag269.xml" /><Relationship Id="rId23" Type="http://schemas.openxmlformats.org/officeDocument/2006/relationships/tags" Target="../tags/tag270.xml" /><Relationship Id="rId24" Type="http://schemas.openxmlformats.org/officeDocument/2006/relationships/tags" Target="../tags/tag271.xml" /><Relationship Id="rId3" Type="http://schemas.openxmlformats.org/officeDocument/2006/relationships/tags" Target="../tags/tag252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253.xml" /><Relationship Id="rId7" Type="http://schemas.openxmlformats.org/officeDocument/2006/relationships/tags" Target="../tags/tag254.xml" /><Relationship Id="rId8" Type="http://schemas.openxmlformats.org/officeDocument/2006/relationships/tags" Target="../tags/tag255.xml" /><Relationship Id="rId9" Type="http://schemas.openxmlformats.org/officeDocument/2006/relationships/tags" Target="../tags/tag256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78.xml" /><Relationship Id="rId11" Type="http://schemas.openxmlformats.org/officeDocument/2006/relationships/tags" Target="../tags/tag279.xml" /><Relationship Id="rId12" Type="http://schemas.openxmlformats.org/officeDocument/2006/relationships/tags" Target="../tags/tag280.xml" /><Relationship Id="rId13" Type="http://schemas.openxmlformats.org/officeDocument/2006/relationships/tags" Target="../tags/tag281.xml" /><Relationship Id="rId14" Type="http://schemas.openxmlformats.org/officeDocument/2006/relationships/tags" Target="../tags/tag282.xml" /><Relationship Id="rId15" Type="http://schemas.openxmlformats.org/officeDocument/2006/relationships/tags" Target="../tags/tag283.xml" /><Relationship Id="rId16" Type="http://schemas.openxmlformats.org/officeDocument/2006/relationships/tags" Target="../tags/tag284.xml" /><Relationship Id="rId17" Type="http://schemas.openxmlformats.org/officeDocument/2006/relationships/tags" Target="../tags/tag285.xml" /><Relationship Id="rId18" Type="http://schemas.openxmlformats.org/officeDocument/2006/relationships/tags" Target="../tags/tag286.xml" /><Relationship Id="rId19" Type="http://schemas.openxmlformats.org/officeDocument/2006/relationships/tags" Target="../tags/tag287.xml" /><Relationship Id="rId2" Type="http://schemas.openxmlformats.org/officeDocument/2006/relationships/tags" Target="../tags/tag272.xml" /><Relationship Id="rId20" Type="http://schemas.openxmlformats.org/officeDocument/2006/relationships/tags" Target="../tags/tag288.xml" /><Relationship Id="rId21" Type="http://schemas.openxmlformats.org/officeDocument/2006/relationships/tags" Target="../tags/tag289.xml" /><Relationship Id="rId22" Type="http://schemas.openxmlformats.org/officeDocument/2006/relationships/tags" Target="../tags/tag290.xml" /><Relationship Id="rId23" Type="http://schemas.openxmlformats.org/officeDocument/2006/relationships/tags" Target="../tags/tag291.xml" /><Relationship Id="rId24" Type="http://schemas.openxmlformats.org/officeDocument/2006/relationships/tags" Target="../tags/tag292.xml" /><Relationship Id="rId25" Type="http://schemas.openxmlformats.org/officeDocument/2006/relationships/tags" Target="../tags/tag293.xml" /><Relationship Id="rId26" Type="http://schemas.openxmlformats.org/officeDocument/2006/relationships/tags" Target="../tags/tag294.xml" /><Relationship Id="rId27" Type="http://schemas.openxmlformats.org/officeDocument/2006/relationships/tags" Target="../tags/tag295.xml" /><Relationship Id="rId28" Type="http://schemas.openxmlformats.org/officeDocument/2006/relationships/tags" Target="../tags/tag296.xml" /><Relationship Id="rId29" Type="http://schemas.openxmlformats.org/officeDocument/2006/relationships/tags" Target="../tags/tag297.xml" /><Relationship Id="rId3" Type="http://schemas.openxmlformats.org/officeDocument/2006/relationships/tags" Target="../tags/tag273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274.xml" /><Relationship Id="rId7" Type="http://schemas.openxmlformats.org/officeDocument/2006/relationships/tags" Target="../tags/tag275.xml" /><Relationship Id="rId8" Type="http://schemas.openxmlformats.org/officeDocument/2006/relationships/tags" Target="../tags/tag276.xml" /><Relationship Id="rId9" Type="http://schemas.openxmlformats.org/officeDocument/2006/relationships/tags" Target="../tags/tag277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04.xml" /><Relationship Id="rId11" Type="http://schemas.openxmlformats.org/officeDocument/2006/relationships/tags" Target="../tags/tag305.xml" /><Relationship Id="rId12" Type="http://schemas.openxmlformats.org/officeDocument/2006/relationships/tags" Target="../tags/tag306.xml" /><Relationship Id="rId13" Type="http://schemas.openxmlformats.org/officeDocument/2006/relationships/tags" Target="../tags/tag307.xml" /><Relationship Id="rId14" Type="http://schemas.openxmlformats.org/officeDocument/2006/relationships/tags" Target="../tags/tag308.xml" /><Relationship Id="rId15" Type="http://schemas.openxmlformats.org/officeDocument/2006/relationships/tags" Target="../tags/tag309.xml" /><Relationship Id="rId16" Type="http://schemas.openxmlformats.org/officeDocument/2006/relationships/tags" Target="../tags/tag310.xml" /><Relationship Id="rId17" Type="http://schemas.openxmlformats.org/officeDocument/2006/relationships/tags" Target="../tags/tag311.xml" /><Relationship Id="rId18" Type="http://schemas.openxmlformats.org/officeDocument/2006/relationships/tags" Target="../tags/tag312.xml" /><Relationship Id="rId19" Type="http://schemas.openxmlformats.org/officeDocument/2006/relationships/tags" Target="../tags/tag313.xml" /><Relationship Id="rId2" Type="http://schemas.openxmlformats.org/officeDocument/2006/relationships/tags" Target="../tags/tag298.xml" /><Relationship Id="rId20" Type="http://schemas.openxmlformats.org/officeDocument/2006/relationships/tags" Target="../tags/tag314.xml" /><Relationship Id="rId21" Type="http://schemas.openxmlformats.org/officeDocument/2006/relationships/tags" Target="../tags/tag315.xml" /><Relationship Id="rId22" Type="http://schemas.openxmlformats.org/officeDocument/2006/relationships/tags" Target="../tags/tag316.xml" /><Relationship Id="rId23" Type="http://schemas.openxmlformats.org/officeDocument/2006/relationships/tags" Target="../tags/tag317.xml" /><Relationship Id="rId24" Type="http://schemas.openxmlformats.org/officeDocument/2006/relationships/tags" Target="../tags/tag318.xml" /><Relationship Id="rId25" Type="http://schemas.openxmlformats.org/officeDocument/2006/relationships/tags" Target="../tags/tag319.xml" /><Relationship Id="rId26" Type="http://schemas.openxmlformats.org/officeDocument/2006/relationships/tags" Target="../tags/tag320.xml" /><Relationship Id="rId27" Type="http://schemas.openxmlformats.org/officeDocument/2006/relationships/tags" Target="../tags/tag321.xml" /><Relationship Id="rId28" Type="http://schemas.openxmlformats.org/officeDocument/2006/relationships/tags" Target="../tags/tag322.xml" /><Relationship Id="rId29" Type="http://schemas.openxmlformats.org/officeDocument/2006/relationships/tags" Target="../tags/tag323.xml" /><Relationship Id="rId3" Type="http://schemas.openxmlformats.org/officeDocument/2006/relationships/tags" Target="../tags/tag299.xml" /><Relationship Id="rId30" Type="http://schemas.openxmlformats.org/officeDocument/2006/relationships/tags" Target="../tags/tag324.xml" /><Relationship Id="rId31" Type="http://schemas.openxmlformats.org/officeDocument/2006/relationships/tags" Target="../tags/tag325.xml" /><Relationship Id="rId32" Type="http://schemas.openxmlformats.org/officeDocument/2006/relationships/tags" Target="../tags/tag326.xml" /><Relationship Id="rId33" Type="http://schemas.openxmlformats.org/officeDocument/2006/relationships/tags" Target="../tags/tag327.xml" /><Relationship Id="rId34" Type="http://schemas.openxmlformats.org/officeDocument/2006/relationships/tags" Target="../tags/tag328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300.xml" /><Relationship Id="rId7" Type="http://schemas.openxmlformats.org/officeDocument/2006/relationships/tags" Target="../tags/tag301.xml" /><Relationship Id="rId8" Type="http://schemas.openxmlformats.org/officeDocument/2006/relationships/tags" Target="../tags/tag302.xml" /><Relationship Id="rId9" Type="http://schemas.openxmlformats.org/officeDocument/2006/relationships/tags" Target="../tags/tag303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1.wmf" /><Relationship Id="rId11" Type="http://schemas.openxmlformats.org/officeDocument/2006/relationships/tags" Target="../tags/tag334.xml" /><Relationship Id="rId12" Type="http://schemas.openxmlformats.org/officeDocument/2006/relationships/tags" Target="../tags/tag335.xml" /><Relationship Id="rId13" Type="http://schemas.openxmlformats.org/officeDocument/2006/relationships/tags" Target="../tags/tag336.xml" /><Relationship Id="rId14" Type="http://schemas.openxmlformats.org/officeDocument/2006/relationships/tags" Target="../tags/tag337.xml" /><Relationship Id="rId15" Type="http://schemas.openxmlformats.org/officeDocument/2006/relationships/tags" Target="../tags/tag338.xml" /><Relationship Id="rId16" Type="http://schemas.openxmlformats.org/officeDocument/2006/relationships/tags" Target="../tags/tag339.xml" /><Relationship Id="rId17" Type="http://schemas.openxmlformats.org/officeDocument/2006/relationships/tags" Target="../tags/tag340.xml" /><Relationship Id="rId18" Type="http://schemas.openxmlformats.org/officeDocument/2006/relationships/tags" Target="../tags/tag341.xml" /><Relationship Id="rId19" Type="http://schemas.openxmlformats.org/officeDocument/2006/relationships/tags" Target="../tags/tag342.xml" /><Relationship Id="rId2" Type="http://schemas.openxmlformats.org/officeDocument/2006/relationships/tags" Target="../tags/tag329.xml" /><Relationship Id="rId20" Type="http://schemas.openxmlformats.org/officeDocument/2006/relationships/tags" Target="../tags/tag343.xml" /><Relationship Id="rId21" Type="http://schemas.openxmlformats.org/officeDocument/2006/relationships/tags" Target="../tags/tag344.xml" /><Relationship Id="rId22" Type="http://schemas.openxmlformats.org/officeDocument/2006/relationships/tags" Target="../tags/tag345.xml" /><Relationship Id="rId23" Type="http://schemas.openxmlformats.org/officeDocument/2006/relationships/tags" Target="../tags/tag346.xml" /><Relationship Id="rId24" Type="http://schemas.openxmlformats.org/officeDocument/2006/relationships/tags" Target="../tags/tag347.xml" /><Relationship Id="rId25" Type="http://schemas.openxmlformats.org/officeDocument/2006/relationships/tags" Target="../tags/tag348.xml" /><Relationship Id="rId26" Type="http://schemas.openxmlformats.org/officeDocument/2006/relationships/tags" Target="../tags/tag349.xml" /><Relationship Id="rId27" Type="http://schemas.openxmlformats.org/officeDocument/2006/relationships/tags" Target="../tags/tag350.xml" /><Relationship Id="rId28" Type="http://schemas.openxmlformats.org/officeDocument/2006/relationships/tags" Target="../tags/tag351.xml" /><Relationship Id="rId29" Type="http://schemas.openxmlformats.org/officeDocument/2006/relationships/tags" Target="../tags/tag352.xml" /><Relationship Id="rId3" Type="http://schemas.openxmlformats.org/officeDocument/2006/relationships/tags" Target="../tags/tag330.xml" /><Relationship Id="rId30" Type="http://schemas.openxmlformats.org/officeDocument/2006/relationships/tags" Target="../tags/tag353.xml" /><Relationship Id="rId31" Type="http://schemas.openxmlformats.org/officeDocument/2006/relationships/tags" Target="../tags/tag354.xml" /><Relationship Id="rId32" Type="http://schemas.openxmlformats.org/officeDocument/2006/relationships/tags" Target="../tags/tag355.xml" /><Relationship Id="rId33" Type="http://schemas.openxmlformats.org/officeDocument/2006/relationships/tags" Target="../tags/tag356.xml" /><Relationship Id="rId34" Type="http://schemas.openxmlformats.org/officeDocument/2006/relationships/tags" Target="../tags/tag357.xml" /><Relationship Id="rId35" Type="http://schemas.openxmlformats.org/officeDocument/2006/relationships/tags" Target="../tags/tag358.xml" /><Relationship Id="rId36" Type="http://schemas.openxmlformats.org/officeDocument/2006/relationships/tags" Target="../tags/tag359.xml" /><Relationship Id="rId37" Type="http://schemas.openxmlformats.org/officeDocument/2006/relationships/tags" Target="../tags/tag360.xml" /><Relationship Id="rId38" Type="http://schemas.openxmlformats.org/officeDocument/2006/relationships/tags" Target="../tags/tag361.xml" /><Relationship Id="rId39" Type="http://schemas.openxmlformats.org/officeDocument/2006/relationships/tags" Target="../tags/tag362.xml" /><Relationship Id="rId4" Type="http://schemas.openxmlformats.org/officeDocument/2006/relationships/image" Target="../media/image4.png" /><Relationship Id="rId40" Type="http://schemas.openxmlformats.org/officeDocument/2006/relationships/tags" Target="../tags/tag363.xml" /><Relationship Id="rId41" Type="http://schemas.openxmlformats.org/officeDocument/2006/relationships/tags" Target="../tags/tag364.xml" /><Relationship Id="rId42" Type="http://schemas.openxmlformats.org/officeDocument/2006/relationships/tags" Target="../tags/tag365.xml" /><Relationship Id="rId43" Type="http://schemas.openxmlformats.org/officeDocument/2006/relationships/tags" Target="../tags/tag366.xml" /><Relationship Id="rId44" Type="http://schemas.openxmlformats.org/officeDocument/2006/relationships/tags" Target="../tags/tag367.xml" /><Relationship Id="rId45" Type="http://schemas.openxmlformats.org/officeDocument/2006/relationships/tags" Target="../tags/tag368.xml" /><Relationship Id="rId46" Type="http://schemas.openxmlformats.org/officeDocument/2006/relationships/tags" Target="../tags/tag369.xml" /><Relationship Id="rId47" Type="http://schemas.openxmlformats.org/officeDocument/2006/relationships/tags" Target="../tags/tag370.xml" /><Relationship Id="rId48" Type="http://schemas.openxmlformats.org/officeDocument/2006/relationships/tags" Target="../tags/tag371.xml" /><Relationship Id="rId49" Type="http://schemas.openxmlformats.org/officeDocument/2006/relationships/tags" Target="../tags/tag372.xml" /><Relationship Id="rId5" Type="http://schemas.microsoft.com/office/2007/relationships/hdphoto" Target="../media/image5.wdp" /><Relationship Id="rId50" Type="http://schemas.openxmlformats.org/officeDocument/2006/relationships/tags" Target="../tags/tag373.xml" /><Relationship Id="rId51" Type="http://schemas.openxmlformats.org/officeDocument/2006/relationships/tags" Target="../tags/tag374.xml" /><Relationship Id="rId52" Type="http://schemas.openxmlformats.org/officeDocument/2006/relationships/tags" Target="../tags/tag375.xml" /><Relationship Id="rId53" Type="http://schemas.openxmlformats.org/officeDocument/2006/relationships/vmlDrawing" Target="../drawings/vmlDrawing1.vml" /><Relationship Id="rId6" Type="http://schemas.openxmlformats.org/officeDocument/2006/relationships/tags" Target="../tags/tag331.xml" /><Relationship Id="rId7" Type="http://schemas.openxmlformats.org/officeDocument/2006/relationships/tags" Target="../tags/tag332.xml" /><Relationship Id="rId8" Type="http://schemas.openxmlformats.org/officeDocument/2006/relationships/tags" Target="../tags/tag333.xml" /><Relationship Id="rId9" Type="http://schemas.openxmlformats.org/officeDocument/2006/relationships/oleObject" Target="../embeddings/oleObject1.bin" TargetMode="Interna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84.xml" /><Relationship Id="rId11" Type="http://schemas.openxmlformats.org/officeDocument/2006/relationships/tags" Target="../tags/tag385.xml" /><Relationship Id="rId12" Type="http://schemas.openxmlformats.org/officeDocument/2006/relationships/tags" Target="../tags/tag386.xml" /><Relationship Id="rId13" Type="http://schemas.openxmlformats.org/officeDocument/2006/relationships/tags" Target="../tags/tag387.xml" /><Relationship Id="rId14" Type="http://schemas.openxmlformats.org/officeDocument/2006/relationships/tags" Target="../tags/tag388.xml" /><Relationship Id="rId15" Type="http://schemas.openxmlformats.org/officeDocument/2006/relationships/tags" Target="../tags/tag389.xml" /><Relationship Id="rId16" Type="http://schemas.openxmlformats.org/officeDocument/2006/relationships/tags" Target="../tags/tag390.xml" /><Relationship Id="rId17" Type="http://schemas.openxmlformats.org/officeDocument/2006/relationships/tags" Target="../tags/tag391.xml" /><Relationship Id="rId18" Type="http://schemas.openxmlformats.org/officeDocument/2006/relationships/tags" Target="../tags/tag392.xml" /><Relationship Id="rId19" Type="http://schemas.openxmlformats.org/officeDocument/2006/relationships/tags" Target="../tags/tag393.xml" /><Relationship Id="rId2" Type="http://schemas.openxmlformats.org/officeDocument/2006/relationships/notesSlide" Target="../notesSlides/notesSlide1.xml" /><Relationship Id="rId20" Type="http://schemas.openxmlformats.org/officeDocument/2006/relationships/tags" Target="../tags/tag394.xml" /><Relationship Id="rId21" Type="http://schemas.openxmlformats.org/officeDocument/2006/relationships/tags" Target="../tags/tag395.xml" /><Relationship Id="rId22" Type="http://schemas.openxmlformats.org/officeDocument/2006/relationships/tags" Target="../tags/tag396.xml" /><Relationship Id="rId23" Type="http://schemas.openxmlformats.org/officeDocument/2006/relationships/tags" Target="../tags/tag397.xml" /><Relationship Id="rId24" Type="http://schemas.openxmlformats.org/officeDocument/2006/relationships/tags" Target="../tags/tag398.xml" /><Relationship Id="rId25" Type="http://schemas.openxmlformats.org/officeDocument/2006/relationships/tags" Target="../tags/tag399.xml" /><Relationship Id="rId26" Type="http://schemas.openxmlformats.org/officeDocument/2006/relationships/tags" Target="../tags/tag400.xml" /><Relationship Id="rId27" Type="http://schemas.openxmlformats.org/officeDocument/2006/relationships/tags" Target="../tags/tag401.xml" /><Relationship Id="rId28" Type="http://schemas.openxmlformats.org/officeDocument/2006/relationships/tags" Target="../tags/tag402.xml" /><Relationship Id="rId29" Type="http://schemas.openxmlformats.org/officeDocument/2006/relationships/tags" Target="../tags/tag403.xml" /><Relationship Id="rId3" Type="http://schemas.openxmlformats.org/officeDocument/2006/relationships/tags" Target="../tags/tag379.xml" /><Relationship Id="rId30" Type="http://schemas.openxmlformats.org/officeDocument/2006/relationships/tags" Target="../tags/tag404.xml" /><Relationship Id="rId31" Type="http://schemas.openxmlformats.org/officeDocument/2006/relationships/tags" Target="../tags/tag405.xml" /><Relationship Id="rId4" Type="http://schemas.openxmlformats.org/officeDocument/2006/relationships/tags" Target="../tags/tag380.xml" /><Relationship Id="rId5" Type="http://schemas.openxmlformats.org/officeDocument/2006/relationships/image" Target="../media/image4.png" /><Relationship Id="rId6" Type="http://schemas.microsoft.com/office/2007/relationships/hdphoto" Target="../media/image5.wdp" /><Relationship Id="rId7" Type="http://schemas.openxmlformats.org/officeDocument/2006/relationships/tags" Target="../tags/tag381.xml" /><Relationship Id="rId8" Type="http://schemas.openxmlformats.org/officeDocument/2006/relationships/tags" Target="../tags/tag382.xml" /><Relationship Id="rId9" Type="http://schemas.openxmlformats.org/officeDocument/2006/relationships/tags" Target="../tags/tag38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oleObject" Target="../embeddings/oleObject2.bin" TargetMode="Internal" /><Relationship Id="rId11" Type="http://schemas.openxmlformats.org/officeDocument/2006/relationships/image" Target="../media/image12.emf" /><Relationship Id="rId12" Type="http://schemas.openxmlformats.org/officeDocument/2006/relationships/tags" Target="../tags/tag412.xml" /><Relationship Id="rId13" Type="http://schemas.openxmlformats.org/officeDocument/2006/relationships/tags" Target="../tags/tag413.xml" /><Relationship Id="rId14" Type="http://schemas.openxmlformats.org/officeDocument/2006/relationships/tags" Target="../tags/tag414.xml" /><Relationship Id="rId15" Type="http://schemas.openxmlformats.org/officeDocument/2006/relationships/tags" Target="../tags/tag415.xml" /><Relationship Id="rId16" Type="http://schemas.openxmlformats.org/officeDocument/2006/relationships/tags" Target="../tags/tag416.xml" /><Relationship Id="rId17" Type="http://schemas.openxmlformats.org/officeDocument/2006/relationships/tags" Target="../tags/tag417.xml" /><Relationship Id="rId18" Type="http://schemas.openxmlformats.org/officeDocument/2006/relationships/tags" Target="../tags/tag418.xml" /><Relationship Id="rId19" Type="http://schemas.openxmlformats.org/officeDocument/2006/relationships/tags" Target="../tags/tag419.xml" /><Relationship Id="rId2" Type="http://schemas.openxmlformats.org/officeDocument/2006/relationships/tags" Target="../tags/tag406.xml" /><Relationship Id="rId20" Type="http://schemas.openxmlformats.org/officeDocument/2006/relationships/tags" Target="../tags/tag420.xml" /><Relationship Id="rId21" Type="http://schemas.openxmlformats.org/officeDocument/2006/relationships/tags" Target="../tags/tag421.xml" /><Relationship Id="rId22" Type="http://schemas.openxmlformats.org/officeDocument/2006/relationships/tags" Target="../tags/tag422.xml" /><Relationship Id="rId23" Type="http://schemas.openxmlformats.org/officeDocument/2006/relationships/tags" Target="../tags/tag423.xml" /><Relationship Id="rId24" Type="http://schemas.openxmlformats.org/officeDocument/2006/relationships/tags" Target="../tags/tag424.xml" /><Relationship Id="rId25" Type="http://schemas.openxmlformats.org/officeDocument/2006/relationships/tags" Target="../tags/tag425.xml" /><Relationship Id="rId26" Type="http://schemas.openxmlformats.org/officeDocument/2006/relationships/tags" Target="../tags/tag426.xml" /><Relationship Id="rId27" Type="http://schemas.openxmlformats.org/officeDocument/2006/relationships/tags" Target="../tags/tag427.xml" /><Relationship Id="rId28" Type="http://schemas.openxmlformats.org/officeDocument/2006/relationships/tags" Target="../tags/tag428.xml" /><Relationship Id="rId29" Type="http://schemas.openxmlformats.org/officeDocument/2006/relationships/tags" Target="../tags/tag429.xml" /><Relationship Id="rId3" Type="http://schemas.openxmlformats.org/officeDocument/2006/relationships/tags" Target="../tags/tag407.xml" /><Relationship Id="rId30" Type="http://schemas.openxmlformats.org/officeDocument/2006/relationships/oleObject" Target="../embeddings/oleObject3.bin" TargetMode="Internal" /><Relationship Id="rId31" Type="http://schemas.openxmlformats.org/officeDocument/2006/relationships/image" Target="../media/image13.wmf" /><Relationship Id="rId32" Type="http://schemas.openxmlformats.org/officeDocument/2006/relationships/tags" Target="../tags/tag430.xml" /><Relationship Id="rId33" Type="http://schemas.openxmlformats.org/officeDocument/2006/relationships/tags" Target="../tags/tag431.xml" /><Relationship Id="rId34" Type="http://schemas.openxmlformats.org/officeDocument/2006/relationships/tags" Target="../tags/tag432.xml" /><Relationship Id="rId35" Type="http://schemas.openxmlformats.org/officeDocument/2006/relationships/vmlDrawing" Target="../drawings/vmlDrawing2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408.xml" /><Relationship Id="rId7" Type="http://schemas.openxmlformats.org/officeDocument/2006/relationships/tags" Target="../tags/tag409.xml" /><Relationship Id="rId8" Type="http://schemas.openxmlformats.org/officeDocument/2006/relationships/tags" Target="../tags/tag410.xml" /><Relationship Id="rId9" Type="http://schemas.openxmlformats.org/officeDocument/2006/relationships/tags" Target="../tags/tag411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39.xml" /><Relationship Id="rId11" Type="http://schemas.openxmlformats.org/officeDocument/2006/relationships/tags" Target="../tags/tag440.xml" /><Relationship Id="rId12" Type="http://schemas.openxmlformats.org/officeDocument/2006/relationships/tags" Target="../tags/tag441.xml" /><Relationship Id="rId13" Type="http://schemas.openxmlformats.org/officeDocument/2006/relationships/tags" Target="../tags/tag442.xml" /><Relationship Id="rId14" Type="http://schemas.openxmlformats.org/officeDocument/2006/relationships/tags" Target="../tags/tag443.xml" /><Relationship Id="rId15" Type="http://schemas.openxmlformats.org/officeDocument/2006/relationships/tags" Target="../tags/tag444.xml" /><Relationship Id="rId16" Type="http://schemas.openxmlformats.org/officeDocument/2006/relationships/tags" Target="../tags/tag445.xml" /><Relationship Id="rId17" Type="http://schemas.openxmlformats.org/officeDocument/2006/relationships/tags" Target="../tags/tag446.xml" /><Relationship Id="rId18" Type="http://schemas.openxmlformats.org/officeDocument/2006/relationships/tags" Target="../tags/tag447.xml" /><Relationship Id="rId19" Type="http://schemas.openxmlformats.org/officeDocument/2006/relationships/tags" Target="../tags/tag448.xml" /><Relationship Id="rId2" Type="http://schemas.openxmlformats.org/officeDocument/2006/relationships/tags" Target="../tags/tag433.xml" /><Relationship Id="rId20" Type="http://schemas.openxmlformats.org/officeDocument/2006/relationships/tags" Target="../tags/tag449.xml" /><Relationship Id="rId21" Type="http://schemas.openxmlformats.org/officeDocument/2006/relationships/tags" Target="../tags/tag450.xml" /><Relationship Id="rId22" Type="http://schemas.openxmlformats.org/officeDocument/2006/relationships/tags" Target="../tags/tag451.xml" /><Relationship Id="rId23" Type="http://schemas.openxmlformats.org/officeDocument/2006/relationships/tags" Target="../tags/tag452.xml" /><Relationship Id="rId24" Type="http://schemas.openxmlformats.org/officeDocument/2006/relationships/tags" Target="../tags/tag453.xml" /><Relationship Id="rId25" Type="http://schemas.openxmlformats.org/officeDocument/2006/relationships/tags" Target="../tags/tag454.xml" /><Relationship Id="rId26" Type="http://schemas.openxmlformats.org/officeDocument/2006/relationships/tags" Target="../tags/tag455.xml" /><Relationship Id="rId27" Type="http://schemas.openxmlformats.org/officeDocument/2006/relationships/tags" Target="../tags/tag456.xml" /><Relationship Id="rId28" Type="http://schemas.openxmlformats.org/officeDocument/2006/relationships/tags" Target="../tags/tag457.xml" /><Relationship Id="rId29" Type="http://schemas.openxmlformats.org/officeDocument/2006/relationships/tags" Target="../tags/tag458.xml" /><Relationship Id="rId3" Type="http://schemas.openxmlformats.org/officeDocument/2006/relationships/tags" Target="../tags/tag434.xml" /><Relationship Id="rId30" Type="http://schemas.openxmlformats.org/officeDocument/2006/relationships/tags" Target="../tags/tag459.xml" /><Relationship Id="rId31" Type="http://schemas.openxmlformats.org/officeDocument/2006/relationships/tags" Target="../tags/tag460.xml" /><Relationship Id="rId32" Type="http://schemas.openxmlformats.org/officeDocument/2006/relationships/tags" Target="../tags/tag461.xml" /><Relationship Id="rId33" Type="http://schemas.openxmlformats.org/officeDocument/2006/relationships/tags" Target="../tags/tag462.xml" /><Relationship Id="rId34" Type="http://schemas.openxmlformats.org/officeDocument/2006/relationships/tags" Target="../tags/tag463.xml" /><Relationship Id="rId35" Type="http://schemas.openxmlformats.org/officeDocument/2006/relationships/tags" Target="../tags/tag464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435.xml" /><Relationship Id="rId7" Type="http://schemas.openxmlformats.org/officeDocument/2006/relationships/tags" Target="../tags/tag436.xml" /><Relationship Id="rId8" Type="http://schemas.openxmlformats.org/officeDocument/2006/relationships/tags" Target="../tags/tag437.xml" /><Relationship Id="rId9" Type="http://schemas.openxmlformats.org/officeDocument/2006/relationships/tags" Target="../tags/tag438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71.xml" /><Relationship Id="rId11" Type="http://schemas.openxmlformats.org/officeDocument/2006/relationships/tags" Target="../tags/tag472.xml" /><Relationship Id="rId12" Type="http://schemas.openxmlformats.org/officeDocument/2006/relationships/tags" Target="../tags/tag473.xml" /><Relationship Id="rId13" Type="http://schemas.openxmlformats.org/officeDocument/2006/relationships/tags" Target="../tags/tag474.xml" /><Relationship Id="rId14" Type="http://schemas.openxmlformats.org/officeDocument/2006/relationships/tags" Target="../tags/tag475.xml" /><Relationship Id="rId15" Type="http://schemas.openxmlformats.org/officeDocument/2006/relationships/tags" Target="../tags/tag476.xml" /><Relationship Id="rId16" Type="http://schemas.openxmlformats.org/officeDocument/2006/relationships/tags" Target="../tags/tag477.xml" /><Relationship Id="rId17" Type="http://schemas.openxmlformats.org/officeDocument/2006/relationships/tags" Target="../tags/tag478.xml" /><Relationship Id="rId18" Type="http://schemas.openxmlformats.org/officeDocument/2006/relationships/tags" Target="../tags/tag479.xml" /><Relationship Id="rId19" Type="http://schemas.openxmlformats.org/officeDocument/2006/relationships/tags" Target="../tags/tag480.xml" /><Relationship Id="rId2" Type="http://schemas.openxmlformats.org/officeDocument/2006/relationships/tags" Target="../tags/tag465.xml" /><Relationship Id="rId20" Type="http://schemas.openxmlformats.org/officeDocument/2006/relationships/tags" Target="../tags/tag481.xml" /><Relationship Id="rId21" Type="http://schemas.openxmlformats.org/officeDocument/2006/relationships/tags" Target="../tags/tag482.xml" /><Relationship Id="rId22" Type="http://schemas.openxmlformats.org/officeDocument/2006/relationships/tags" Target="../tags/tag483.xml" /><Relationship Id="rId23" Type="http://schemas.openxmlformats.org/officeDocument/2006/relationships/tags" Target="../tags/tag484.xml" /><Relationship Id="rId24" Type="http://schemas.openxmlformats.org/officeDocument/2006/relationships/tags" Target="../tags/tag485.xml" /><Relationship Id="rId25" Type="http://schemas.openxmlformats.org/officeDocument/2006/relationships/tags" Target="../tags/tag486.xml" /><Relationship Id="rId26" Type="http://schemas.openxmlformats.org/officeDocument/2006/relationships/tags" Target="../tags/tag487.xml" /><Relationship Id="rId27" Type="http://schemas.openxmlformats.org/officeDocument/2006/relationships/oleObject" Target="../embeddings/oleObject4.bin" TargetMode="Internal" /><Relationship Id="rId28" Type="http://schemas.openxmlformats.org/officeDocument/2006/relationships/image" Target="../media/image14.wmf" /><Relationship Id="rId29" Type="http://schemas.openxmlformats.org/officeDocument/2006/relationships/tags" Target="../tags/tag488.xml" /><Relationship Id="rId3" Type="http://schemas.openxmlformats.org/officeDocument/2006/relationships/tags" Target="../tags/tag466.xml" /><Relationship Id="rId30" Type="http://schemas.openxmlformats.org/officeDocument/2006/relationships/tags" Target="../tags/tag489.xml" /><Relationship Id="rId31" Type="http://schemas.openxmlformats.org/officeDocument/2006/relationships/oleObject" Target="../embeddings/oleObject5.bin" TargetMode="Internal" /><Relationship Id="rId32" Type="http://schemas.openxmlformats.org/officeDocument/2006/relationships/image" Target="../media/image15.wmf" /><Relationship Id="rId33" Type="http://schemas.openxmlformats.org/officeDocument/2006/relationships/tags" Target="../tags/tag490.xml" /><Relationship Id="rId34" Type="http://schemas.openxmlformats.org/officeDocument/2006/relationships/oleObject" Target="../embeddings/oleObject6.bin" TargetMode="Internal" /><Relationship Id="rId35" Type="http://schemas.openxmlformats.org/officeDocument/2006/relationships/image" Target="../media/image16.wmf" /><Relationship Id="rId36" Type="http://schemas.openxmlformats.org/officeDocument/2006/relationships/tags" Target="../tags/tag491.xml" /><Relationship Id="rId37" Type="http://schemas.openxmlformats.org/officeDocument/2006/relationships/oleObject" Target="../embeddings/oleObject7.bin" TargetMode="Internal" /><Relationship Id="rId38" Type="http://schemas.openxmlformats.org/officeDocument/2006/relationships/image" Target="../media/image17.wmf" /><Relationship Id="rId39" Type="http://schemas.openxmlformats.org/officeDocument/2006/relationships/tags" Target="../tags/tag492.xml" /><Relationship Id="rId4" Type="http://schemas.openxmlformats.org/officeDocument/2006/relationships/image" Target="../media/image4.png" /><Relationship Id="rId40" Type="http://schemas.openxmlformats.org/officeDocument/2006/relationships/oleObject" Target="../embeddings/oleObject8.bin" TargetMode="Internal" /><Relationship Id="rId41" Type="http://schemas.openxmlformats.org/officeDocument/2006/relationships/vmlDrawing" Target="../drawings/vmlDrawing3.vml" /><Relationship Id="rId5" Type="http://schemas.microsoft.com/office/2007/relationships/hdphoto" Target="../media/image5.wdp" /><Relationship Id="rId6" Type="http://schemas.openxmlformats.org/officeDocument/2006/relationships/tags" Target="../tags/tag467.xml" /><Relationship Id="rId7" Type="http://schemas.openxmlformats.org/officeDocument/2006/relationships/tags" Target="../tags/tag468.xml" /><Relationship Id="rId8" Type="http://schemas.openxmlformats.org/officeDocument/2006/relationships/tags" Target="../tags/tag469.xml" /><Relationship Id="rId9" Type="http://schemas.openxmlformats.org/officeDocument/2006/relationships/tags" Target="../tags/tag470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99.xml" /><Relationship Id="rId11" Type="http://schemas.openxmlformats.org/officeDocument/2006/relationships/tags" Target="../tags/tag500.xml" /><Relationship Id="rId12" Type="http://schemas.openxmlformats.org/officeDocument/2006/relationships/tags" Target="../tags/tag501.xml" /><Relationship Id="rId13" Type="http://schemas.openxmlformats.org/officeDocument/2006/relationships/tags" Target="../tags/tag502.xml" /><Relationship Id="rId14" Type="http://schemas.openxmlformats.org/officeDocument/2006/relationships/tags" Target="../tags/tag503.xml" /><Relationship Id="rId15" Type="http://schemas.openxmlformats.org/officeDocument/2006/relationships/tags" Target="../tags/tag504.xml" /><Relationship Id="rId16" Type="http://schemas.openxmlformats.org/officeDocument/2006/relationships/tags" Target="../tags/tag505.xml" /><Relationship Id="rId17" Type="http://schemas.openxmlformats.org/officeDocument/2006/relationships/tags" Target="../tags/tag506.xml" /><Relationship Id="rId18" Type="http://schemas.openxmlformats.org/officeDocument/2006/relationships/tags" Target="../tags/tag507.xml" /><Relationship Id="rId19" Type="http://schemas.openxmlformats.org/officeDocument/2006/relationships/tags" Target="../tags/tag508.xml" /><Relationship Id="rId2" Type="http://schemas.openxmlformats.org/officeDocument/2006/relationships/tags" Target="../tags/tag493.xml" /><Relationship Id="rId20" Type="http://schemas.openxmlformats.org/officeDocument/2006/relationships/tags" Target="../tags/tag509.xml" /><Relationship Id="rId21" Type="http://schemas.openxmlformats.org/officeDocument/2006/relationships/tags" Target="../tags/tag510.xml" /><Relationship Id="rId22" Type="http://schemas.openxmlformats.org/officeDocument/2006/relationships/tags" Target="../tags/tag511.xml" /><Relationship Id="rId23" Type="http://schemas.openxmlformats.org/officeDocument/2006/relationships/tags" Target="../tags/tag512.xml" /><Relationship Id="rId24" Type="http://schemas.openxmlformats.org/officeDocument/2006/relationships/tags" Target="../tags/tag513.xml" /><Relationship Id="rId25" Type="http://schemas.openxmlformats.org/officeDocument/2006/relationships/tags" Target="../tags/tag514.xml" /><Relationship Id="rId26" Type="http://schemas.openxmlformats.org/officeDocument/2006/relationships/tags" Target="../tags/tag515.xml" /><Relationship Id="rId27" Type="http://schemas.openxmlformats.org/officeDocument/2006/relationships/tags" Target="../tags/tag516.xml" /><Relationship Id="rId28" Type="http://schemas.openxmlformats.org/officeDocument/2006/relationships/tags" Target="../tags/tag517.xml" /><Relationship Id="rId29" Type="http://schemas.openxmlformats.org/officeDocument/2006/relationships/tags" Target="../tags/tag518.xml" /><Relationship Id="rId3" Type="http://schemas.openxmlformats.org/officeDocument/2006/relationships/tags" Target="../tags/tag494.xml" /><Relationship Id="rId30" Type="http://schemas.openxmlformats.org/officeDocument/2006/relationships/tags" Target="../tags/tag519.xml" /><Relationship Id="rId31" Type="http://schemas.openxmlformats.org/officeDocument/2006/relationships/tags" Target="../tags/tag520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495.xml" /><Relationship Id="rId7" Type="http://schemas.openxmlformats.org/officeDocument/2006/relationships/tags" Target="../tags/tag496.xml" /><Relationship Id="rId8" Type="http://schemas.openxmlformats.org/officeDocument/2006/relationships/tags" Target="../tags/tag497.xml" /><Relationship Id="rId9" Type="http://schemas.openxmlformats.org/officeDocument/2006/relationships/tags" Target="../tags/tag498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28.xml" /><Relationship Id="rId11" Type="http://schemas.openxmlformats.org/officeDocument/2006/relationships/tags" Target="../tags/tag529.xml" /><Relationship Id="rId12" Type="http://schemas.openxmlformats.org/officeDocument/2006/relationships/tags" Target="../tags/tag530.xml" /><Relationship Id="rId13" Type="http://schemas.openxmlformats.org/officeDocument/2006/relationships/tags" Target="../tags/tag531.xml" /><Relationship Id="rId14" Type="http://schemas.openxmlformats.org/officeDocument/2006/relationships/tags" Target="../tags/tag532.xml" /><Relationship Id="rId15" Type="http://schemas.openxmlformats.org/officeDocument/2006/relationships/tags" Target="../tags/tag533.xml" /><Relationship Id="rId16" Type="http://schemas.openxmlformats.org/officeDocument/2006/relationships/tags" Target="../tags/tag534.xml" /><Relationship Id="rId17" Type="http://schemas.openxmlformats.org/officeDocument/2006/relationships/tags" Target="../tags/tag535.xml" /><Relationship Id="rId18" Type="http://schemas.openxmlformats.org/officeDocument/2006/relationships/tags" Target="../tags/tag536.xml" /><Relationship Id="rId19" Type="http://schemas.openxmlformats.org/officeDocument/2006/relationships/tags" Target="../tags/tag537.xml" /><Relationship Id="rId2" Type="http://schemas.openxmlformats.org/officeDocument/2006/relationships/tags" Target="../tags/tag521.xml" /><Relationship Id="rId20" Type="http://schemas.openxmlformats.org/officeDocument/2006/relationships/tags" Target="../tags/tag538.xml" /><Relationship Id="rId21" Type="http://schemas.openxmlformats.org/officeDocument/2006/relationships/tags" Target="../tags/tag539.xml" /><Relationship Id="rId22" Type="http://schemas.openxmlformats.org/officeDocument/2006/relationships/tags" Target="../tags/tag540.xml" /><Relationship Id="rId23" Type="http://schemas.openxmlformats.org/officeDocument/2006/relationships/tags" Target="../tags/tag541.xml" /><Relationship Id="rId24" Type="http://schemas.openxmlformats.org/officeDocument/2006/relationships/tags" Target="../tags/tag542.xml" /><Relationship Id="rId25" Type="http://schemas.openxmlformats.org/officeDocument/2006/relationships/tags" Target="../tags/tag543.xml" /><Relationship Id="rId26" Type="http://schemas.openxmlformats.org/officeDocument/2006/relationships/tags" Target="../tags/tag544.xml" /><Relationship Id="rId27" Type="http://schemas.openxmlformats.org/officeDocument/2006/relationships/tags" Target="../tags/tag545.xml" /><Relationship Id="rId28" Type="http://schemas.openxmlformats.org/officeDocument/2006/relationships/tags" Target="../tags/tag546.xml" /><Relationship Id="rId29" Type="http://schemas.openxmlformats.org/officeDocument/2006/relationships/tags" Target="../tags/tag547.xml" /><Relationship Id="rId3" Type="http://schemas.openxmlformats.org/officeDocument/2006/relationships/tags" Target="../tags/tag522.xml" /><Relationship Id="rId30" Type="http://schemas.openxmlformats.org/officeDocument/2006/relationships/tags" Target="../tags/tag548.xml" /><Relationship Id="rId31" Type="http://schemas.openxmlformats.org/officeDocument/2006/relationships/tags" Target="../tags/tag549.xml" /><Relationship Id="rId32" Type="http://schemas.openxmlformats.org/officeDocument/2006/relationships/tags" Target="../tags/tag550.xml" /><Relationship Id="rId33" Type="http://schemas.openxmlformats.org/officeDocument/2006/relationships/tags" Target="../tags/tag551.xml" /><Relationship Id="rId34" Type="http://schemas.openxmlformats.org/officeDocument/2006/relationships/tags" Target="../tags/tag552.xml" /><Relationship Id="rId35" Type="http://schemas.openxmlformats.org/officeDocument/2006/relationships/tags" Target="../tags/tag553.xml" /><Relationship Id="rId36" Type="http://schemas.openxmlformats.org/officeDocument/2006/relationships/tags" Target="../tags/tag554.xml" /><Relationship Id="rId37" Type="http://schemas.openxmlformats.org/officeDocument/2006/relationships/tags" Target="../tags/tag555.xml" /><Relationship Id="rId38" Type="http://schemas.openxmlformats.org/officeDocument/2006/relationships/tags" Target="../tags/tag556.xml" /><Relationship Id="rId39" Type="http://schemas.openxmlformats.org/officeDocument/2006/relationships/tags" Target="../tags/tag557.xml" /><Relationship Id="rId4" Type="http://schemas.openxmlformats.org/officeDocument/2006/relationships/image" Target="../media/image6.jpeg" /><Relationship Id="rId40" Type="http://schemas.openxmlformats.org/officeDocument/2006/relationships/tags" Target="../tags/tag558.xml" /><Relationship Id="rId41" Type="http://schemas.openxmlformats.org/officeDocument/2006/relationships/tags" Target="../tags/tag559.xml" /><Relationship Id="rId42" Type="http://schemas.openxmlformats.org/officeDocument/2006/relationships/tags" Target="../tags/tag560.xml" /><Relationship Id="rId43" Type="http://schemas.openxmlformats.org/officeDocument/2006/relationships/tags" Target="../tags/tag561.xml" /><Relationship Id="rId5" Type="http://schemas.openxmlformats.org/officeDocument/2006/relationships/tags" Target="../tags/tag523.xml" /><Relationship Id="rId6" Type="http://schemas.openxmlformats.org/officeDocument/2006/relationships/tags" Target="../tags/tag524.xml" /><Relationship Id="rId7" Type="http://schemas.openxmlformats.org/officeDocument/2006/relationships/tags" Target="../tags/tag525.xml" /><Relationship Id="rId8" Type="http://schemas.openxmlformats.org/officeDocument/2006/relationships/tags" Target="../tags/tag526.xml" /><Relationship Id="rId9" Type="http://schemas.openxmlformats.org/officeDocument/2006/relationships/tags" Target="../tags/tag527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68.xml" /><Relationship Id="rId11" Type="http://schemas.openxmlformats.org/officeDocument/2006/relationships/tags" Target="../tags/tag569.xml" /><Relationship Id="rId12" Type="http://schemas.openxmlformats.org/officeDocument/2006/relationships/tags" Target="../tags/tag570.xml" /><Relationship Id="rId13" Type="http://schemas.openxmlformats.org/officeDocument/2006/relationships/tags" Target="../tags/tag571.xml" /><Relationship Id="rId14" Type="http://schemas.openxmlformats.org/officeDocument/2006/relationships/tags" Target="../tags/tag572.xml" /><Relationship Id="rId15" Type="http://schemas.openxmlformats.org/officeDocument/2006/relationships/tags" Target="../tags/tag573.xml" /><Relationship Id="rId16" Type="http://schemas.openxmlformats.org/officeDocument/2006/relationships/tags" Target="../tags/tag574.xml" /><Relationship Id="rId17" Type="http://schemas.openxmlformats.org/officeDocument/2006/relationships/tags" Target="../tags/tag575.xml" /><Relationship Id="rId18" Type="http://schemas.openxmlformats.org/officeDocument/2006/relationships/tags" Target="../tags/tag576.xml" /><Relationship Id="rId19" Type="http://schemas.openxmlformats.org/officeDocument/2006/relationships/tags" Target="../tags/tag577.xml" /><Relationship Id="rId2" Type="http://schemas.openxmlformats.org/officeDocument/2006/relationships/tags" Target="../tags/tag562.xml" /><Relationship Id="rId20" Type="http://schemas.openxmlformats.org/officeDocument/2006/relationships/tags" Target="../tags/tag578.xml" /><Relationship Id="rId21" Type="http://schemas.openxmlformats.org/officeDocument/2006/relationships/tags" Target="../tags/tag579.xml" /><Relationship Id="rId22" Type="http://schemas.openxmlformats.org/officeDocument/2006/relationships/tags" Target="../tags/tag580.xml" /><Relationship Id="rId23" Type="http://schemas.openxmlformats.org/officeDocument/2006/relationships/tags" Target="../tags/tag581.xml" /><Relationship Id="rId24" Type="http://schemas.openxmlformats.org/officeDocument/2006/relationships/tags" Target="../tags/tag582.xml" /><Relationship Id="rId25" Type="http://schemas.openxmlformats.org/officeDocument/2006/relationships/tags" Target="../tags/tag583.xml" /><Relationship Id="rId26" Type="http://schemas.openxmlformats.org/officeDocument/2006/relationships/tags" Target="../tags/tag584.xml" /><Relationship Id="rId27" Type="http://schemas.openxmlformats.org/officeDocument/2006/relationships/tags" Target="../tags/tag585.xml" /><Relationship Id="rId28" Type="http://schemas.openxmlformats.org/officeDocument/2006/relationships/tags" Target="../tags/tag586.xml" /><Relationship Id="rId29" Type="http://schemas.openxmlformats.org/officeDocument/2006/relationships/tags" Target="../tags/tag587.xml" /><Relationship Id="rId3" Type="http://schemas.openxmlformats.org/officeDocument/2006/relationships/tags" Target="../tags/tag563.xml" /><Relationship Id="rId30" Type="http://schemas.openxmlformats.org/officeDocument/2006/relationships/tags" Target="../tags/tag588.xml" /><Relationship Id="rId31" Type="http://schemas.openxmlformats.org/officeDocument/2006/relationships/tags" Target="../tags/tag589.xml" /><Relationship Id="rId32" Type="http://schemas.openxmlformats.org/officeDocument/2006/relationships/tags" Target="../tags/tag590.xml" /><Relationship Id="rId33" Type="http://schemas.openxmlformats.org/officeDocument/2006/relationships/tags" Target="../tags/tag591.xml" /><Relationship Id="rId34" Type="http://schemas.openxmlformats.org/officeDocument/2006/relationships/oleObject" Target="../embeddings/oleObject9.bin" TargetMode="Internal" /><Relationship Id="rId35" Type="http://schemas.openxmlformats.org/officeDocument/2006/relationships/image" Target="../media/image18.wmf" /><Relationship Id="rId36" Type="http://schemas.openxmlformats.org/officeDocument/2006/relationships/tags" Target="../tags/tag592.xml" /><Relationship Id="rId37" Type="http://schemas.openxmlformats.org/officeDocument/2006/relationships/tags" Target="../tags/tag593.xml" /><Relationship Id="rId38" Type="http://schemas.openxmlformats.org/officeDocument/2006/relationships/tags" Target="../tags/tag594.xml" /><Relationship Id="rId39" Type="http://schemas.openxmlformats.org/officeDocument/2006/relationships/vmlDrawing" Target="../drawings/vmlDrawing4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564.xml" /><Relationship Id="rId7" Type="http://schemas.openxmlformats.org/officeDocument/2006/relationships/tags" Target="../tags/tag565.xml" /><Relationship Id="rId8" Type="http://schemas.openxmlformats.org/officeDocument/2006/relationships/tags" Target="../tags/tag566.xml" /><Relationship Id="rId9" Type="http://schemas.openxmlformats.org/officeDocument/2006/relationships/tags" Target="../tags/tag567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01.xml" /><Relationship Id="rId11" Type="http://schemas.openxmlformats.org/officeDocument/2006/relationships/tags" Target="../tags/tag602.xml" /><Relationship Id="rId12" Type="http://schemas.openxmlformats.org/officeDocument/2006/relationships/tags" Target="../tags/tag603.xml" /><Relationship Id="rId13" Type="http://schemas.openxmlformats.org/officeDocument/2006/relationships/tags" Target="../tags/tag604.xml" /><Relationship Id="rId14" Type="http://schemas.openxmlformats.org/officeDocument/2006/relationships/tags" Target="../tags/tag605.xml" /><Relationship Id="rId15" Type="http://schemas.openxmlformats.org/officeDocument/2006/relationships/tags" Target="../tags/tag606.xml" /><Relationship Id="rId16" Type="http://schemas.openxmlformats.org/officeDocument/2006/relationships/tags" Target="../tags/tag607.xml" /><Relationship Id="rId17" Type="http://schemas.openxmlformats.org/officeDocument/2006/relationships/tags" Target="../tags/tag608.xml" /><Relationship Id="rId18" Type="http://schemas.openxmlformats.org/officeDocument/2006/relationships/tags" Target="../tags/tag609.xml" /><Relationship Id="rId19" Type="http://schemas.openxmlformats.org/officeDocument/2006/relationships/tags" Target="../tags/tag610.xml" /><Relationship Id="rId2" Type="http://schemas.openxmlformats.org/officeDocument/2006/relationships/tags" Target="../tags/tag595.xml" /><Relationship Id="rId20" Type="http://schemas.openxmlformats.org/officeDocument/2006/relationships/tags" Target="../tags/tag611.xml" /><Relationship Id="rId21" Type="http://schemas.openxmlformats.org/officeDocument/2006/relationships/tags" Target="../tags/tag612.xml" /><Relationship Id="rId22" Type="http://schemas.openxmlformats.org/officeDocument/2006/relationships/tags" Target="../tags/tag613.xml" /><Relationship Id="rId23" Type="http://schemas.openxmlformats.org/officeDocument/2006/relationships/tags" Target="../tags/tag614.xml" /><Relationship Id="rId24" Type="http://schemas.openxmlformats.org/officeDocument/2006/relationships/tags" Target="../tags/tag615.xml" /><Relationship Id="rId25" Type="http://schemas.openxmlformats.org/officeDocument/2006/relationships/oleObject" Target="../embeddings/oleObject10.bin" TargetMode="Internal" /><Relationship Id="rId26" Type="http://schemas.openxmlformats.org/officeDocument/2006/relationships/image" Target="../media/image19.wmf" /><Relationship Id="rId27" Type="http://schemas.openxmlformats.org/officeDocument/2006/relationships/tags" Target="../tags/tag616.xml" /><Relationship Id="rId28" Type="http://schemas.openxmlformats.org/officeDocument/2006/relationships/tags" Target="../tags/tag617.xml" /><Relationship Id="rId29" Type="http://schemas.openxmlformats.org/officeDocument/2006/relationships/tags" Target="../tags/tag618.xml" /><Relationship Id="rId3" Type="http://schemas.openxmlformats.org/officeDocument/2006/relationships/tags" Target="../tags/tag596.xml" /><Relationship Id="rId30" Type="http://schemas.openxmlformats.org/officeDocument/2006/relationships/oleObject" Target="../embeddings/oleObject11.bin" TargetMode="Internal" /><Relationship Id="rId31" Type="http://schemas.openxmlformats.org/officeDocument/2006/relationships/image" Target="../media/image20.wmf" /><Relationship Id="rId32" Type="http://schemas.openxmlformats.org/officeDocument/2006/relationships/tags" Target="../tags/tag619.xml" /><Relationship Id="rId33" Type="http://schemas.openxmlformats.org/officeDocument/2006/relationships/tags" Target="../tags/tag620.xml" /><Relationship Id="rId34" Type="http://schemas.openxmlformats.org/officeDocument/2006/relationships/tags" Target="../tags/tag621.xml" /><Relationship Id="rId35" Type="http://schemas.openxmlformats.org/officeDocument/2006/relationships/oleObject" Target="../embeddings/oleObject12.bin" TargetMode="Internal" /><Relationship Id="rId36" Type="http://schemas.openxmlformats.org/officeDocument/2006/relationships/image" Target="../media/image21.wmf" /><Relationship Id="rId37" Type="http://schemas.openxmlformats.org/officeDocument/2006/relationships/tags" Target="../tags/tag622.xml" /><Relationship Id="rId38" Type="http://schemas.openxmlformats.org/officeDocument/2006/relationships/tags" Target="../tags/tag623.xml" /><Relationship Id="rId39" Type="http://schemas.openxmlformats.org/officeDocument/2006/relationships/tags" Target="../tags/tag624.xml" /><Relationship Id="rId4" Type="http://schemas.openxmlformats.org/officeDocument/2006/relationships/image" Target="../media/image4.png" /><Relationship Id="rId40" Type="http://schemas.openxmlformats.org/officeDocument/2006/relationships/oleObject" Target="../embeddings/oleObject13.bin" TargetMode="Internal" /><Relationship Id="rId41" Type="http://schemas.openxmlformats.org/officeDocument/2006/relationships/image" Target="../media/image22.wmf" /><Relationship Id="rId42" Type="http://schemas.openxmlformats.org/officeDocument/2006/relationships/vmlDrawing" Target="../drawings/vmlDrawing5.vml" /><Relationship Id="rId5" Type="http://schemas.microsoft.com/office/2007/relationships/hdphoto" Target="../media/image5.wdp" /><Relationship Id="rId6" Type="http://schemas.openxmlformats.org/officeDocument/2006/relationships/tags" Target="../tags/tag597.xml" /><Relationship Id="rId7" Type="http://schemas.openxmlformats.org/officeDocument/2006/relationships/tags" Target="../tags/tag598.xml" /><Relationship Id="rId8" Type="http://schemas.openxmlformats.org/officeDocument/2006/relationships/tags" Target="../tags/tag599.xml" /><Relationship Id="rId9" Type="http://schemas.openxmlformats.org/officeDocument/2006/relationships/tags" Target="../tags/tag60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31.xml" /><Relationship Id="rId11" Type="http://schemas.openxmlformats.org/officeDocument/2006/relationships/tags" Target="../tags/tag632.xml" /><Relationship Id="rId12" Type="http://schemas.openxmlformats.org/officeDocument/2006/relationships/tags" Target="../tags/tag633.xml" /><Relationship Id="rId13" Type="http://schemas.openxmlformats.org/officeDocument/2006/relationships/tags" Target="../tags/tag634.xml" /><Relationship Id="rId14" Type="http://schemas.openxmlformats.org/officeDocument/2006/relationships/tags" Target="../tags/tag635.xml" /><Relationship Id="rId15" Type="http://schemas.openxmlformats.org/officeDocument/2006/relationships/tags" Target="../tags/tag636.xml" /><Relationship Id="rId16" Type="http://schemas.openxmlformats.org/officeDocument/2006/relationships/tags" Target="../tags/tag637.xml" /><Relationship Id="rId17" Type="http://schemas.openxmlformats.org/officeDocument/2006/relationships/tags" Target="../tags/tag638.xml" /><Relationship Id="rId18" Type="http://schemas.openxmlformats.org/officeDocument/2006/relationships/tags" Target="../tags/tag639.xml" /><Relationship Id="rId19" Type="http://schemas.openxmlformats.org/officeDocument/2006/relationships/tags" Target="../tags/tag640.xml" /><Relationship Id="rId2" Type="http://schemas.openxmlformats.org/officeDocument/2006/relationships/tags" Target="../tags/tag625.xml" /><Relationship Id="rId20" Type="http://schemas.openxmlformats.org/officeDocument/2006/relationships/tags" Target="../tags/tag641.xml" /><Relationship Id="rId21" Type="http://schemas.openxmlformats.org/officeDocument/2006/relationships/tags" Target="../tags/tag642.xml" /><Relationship Id="rId22" Type="http://schemas.openxmlformats.org/officeDocument/2006/relationships/tags" Target="../tags/tag643.xml" /><Relationship Id="rId23" Type="http://schemas.openxmlformats.org/officeDocument/2006/relationships/tags" Target="../tags/tag644.xml" /><Relationship Id="rId24" Type="http://schemas.openxmlformats.org/officeDocument/2006/relationships/tags" Target="../tags/tag645.xml" /><Relationship Id="rId25" Type="http://schemas.openxmlformats.org/officeDocument/2006/relationships/tags" Target="../tags/tag646.xml" /><Relationship Id="rId26" Type="http://schemas.openxmlformats.org/officeDocument/2006/relationships/tags" Target="../tags/tag647.xml" /><Relationship Id="rId27" Type="http://schemas.openxmlformats.org/officeDocument/2006/relationships/tags" Target="../tags/tag648.xml" /><Relationship Id="rId28" Type="http://schemas.openxmlformats.org/officeDocument/2006/relationships/tags" Target="../tags/tag649.xml" /><Relationship Id="rId29" Type="http://schemas.openxmlformats.org/officeDocument/2006/relationships/tags" Target="../tags/tag650.xml" /><Relationship Id="rId3" Type="http://schemas.openxmlformats.org/officeDocument/2006/relationships/tags" Target="../tags/tag626.xml" /><Relationship Id="rId30" Type="http://schemas.openxmlformats.org/officeDocument/2006/relationships/tags" Target="../tags/tag651.xml" /><Relationship Id="rId31" Type="http://schemas.openxmlformats.org/officeDocument/2006/relationships/tags" Target="../tags/tag652.xml" /><Relationship Id="rId32" Type="http://schemas.openxmlformats.org/officeDocument/2006/relationships/tags" Target="../tags/tag653.xml" /><Relationship Id="rId33" Type="http://schemas.openxmlformats.org/officeDocument/2006/relationships/tags" Target="../tags/tag654.xml" /><Relationship Id="rId34" Type="http://schemas.openxmlformats.org/officeDocument/2006/relationships/tags" Target="../tags/tag655.xml" /><Relationship Id="rId35" Type="http://schemas.openxmlformats.org/officeDocument/2006/relationships/tags" Target="../tags/tag656.xml" /><Relationship Id="rId36" Type="http://schemas.openxmlformats.org/officeDocument/2006/relationships/tags" Target="../tags/tag657.xml" /><Relationship Id="rId37" Type="http://schemas.openxmlformats.org/officeDocument/2006/relationships/tags" Target="../tags/tag658.xml" /><Relationship Id="rId38" Type="http://schemas.openxmlformats.org/officeDocument/2006/relationships/tags" Target="../tags/tag659.xml" /><Relationship Id="rId39" Type="http://schemas.openxmlformats.org/officeDocument/2006/relationships/tags" Target="../tags/tag660.xml" /><Relationship Id="rId4" Type="http://schemas.openxmlformats.org/officeDocument/2006/relationships/image" Target="../media/image4.png" /><Relationship Id="rId40" Type="http://schemas.openxmlformats.org/officeDocument/2006/relationships/tags" Target="../tags/tag661.xml" /><Relationship Id="rId41" Type="http://schemas.openxmlformats.org/officeDocument/2006/relationships/tags" Target="../tags/tag662.xml" /><Relationship Id="rId42" Type="http://schemas.openxmlformats.org/officeDocument/2006/relationships/tags" Target="../tags/tag663.xml" /><Relationship Id="rId43" Type="http://schemas.openxmlformats.org/officeDocument/2006/relationships/tags" Target="../tags/tag664.xml" /><Relationship Id="rId5" Type="http://schemas.microsoft.com/office/2007/relationships/hdphoto" Target="../media/image5.wdp" /><Relationship Id="rId6" Type="http://schemas.openxmlformats.org/officeDocument/2006/relationships/tags" Target="../tags/tag627.xml" /><Relationship Id="rId7" Type="http://schemas.openxmlformats.org/officeDocument/2006/relationships/tags" Target="../tags/tag628.xml" /><Relationship Id="rId8" Type="http://schemas.openxmlformats.org/officeDocument/2006/relationships/tags" Target="../tags/tag629.xml" /><Relationship Id="rId9" Type="http://schemas.openxmlformats.org/officeDocument/2006/relationships/tags" Target="../tags/tag630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71.xml" /><Relationship Id="rId11" Type="http://schemas.openxmlformats.org/officeDocument/2006/relationships/tags" Target="../tags/tag672.xml" /><Relationship Id="rId12" Type="http://schemas.openxmlformats.org/officeDocument/2006/relationships/tags" Target="../tags/tag673.xml" /><Relationship Id="rId13" Type="http://schemas.openxmlformats.org/officeDocument/2006/relationships/tags" Target="../tags/tag674.xml" /><Relationship Id="rId14" Type="http://schemas.openxmlformats.org/officeDocument/2006/relationships/tags" Target="../tags/tag675.xml" /><Relationship Id="rId15" Type="http://schemas.openxmlformats.org/officeDocument/2006/relationships/tags" Target="../tags/tag676.xml" /><Relationship Id="rId16" Type="http://schemas.openxmlformats.org/officeDocument/2006/relationships/tags" Target="../tags/tag677.xml" /><Relationship Id="rId17" Type="http://schemas.openxmlformats.org/officeDocument/2006/relationships/tags" Target="../tags/tag678.xml" /><Relationship Id="rId18" Type="http://schemas.openxmlformats.org/officeDocument/2006/relationships/tags" Target="../tags/tag679.xml" /><Relationship Id="rId19" Type="http://schemas.openxmlformats.org/officeDocument/2006/relationships/tags" Target="../tags/tag680.xml" /><Relationship Id="rId2" Type="http://schemas.openxmlformats.org/officeDocument/2006/relationships/tags" Target="../tags/tag665.xml" /><Relationship Id="rId20" Type="http://schemas.openxmlformats.org/officeDocument/2006/relationships/tags" Target="../tags/tag681.xml" /><Relationship Id="rId21" Type="http://schemas.openxmlformats.org/officeDocument/2006/relationships/tags" Target="../tags/tag682.xml" /><Relationship Id="rId22" Type="http://schemas.openxmlformats.org/officeDocument/2006/relationships/tags" Target="../tags/tag683.xml" /><Relationship Id="rId23" Type="http://schemas.openxmlformats.org/officeDocument/2006/relationships/tags" Target="../tags/tag684.xml" /><Relationship Id="rId24" Type="http://schemas.openxmlformats.org/officeDocument/2006/relationships/tags" Target="../tags/tag685.xml" /><Relationship Id="rId25" Type="http://schemas.openxmlformats.org/officeDocument/2006/relationships/tags" Target="../tags/tag686.xml" /><Relationship Id="rId26" Type="http://schemas.openxmlformats.org/officeDocument/2006/relationships/tags" Target="../tags/tag687.xml" /><Relationship Id="rId3" Type="http://schemas.openxmlformats.org/officeDocument/2006/relationships/tags" Target="../tags/tag666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667.xml" /><Relationship Id="rId7" Type="http://schemas.openxmlformats.org/officeDocument/2006/relationships/tags" Target="../tags/tag668.xml" /><Relationship Id="rId8" Type="http://schemas.openxmlformats.org/officeDocument/2006/relationships/tags" Target="../tags/tag669.xml" /><Relationship Id="rId9" Type="http://schemas.openxmlformats.org/officeDocument/2006/relationships/tags" Target="../tags/tag670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94.xml" /><Relationship Id="rId11" Type="http://schemas.openxmlformats.org/officeDocument/2006/relationships/tags" Target="../tags/tag695.xml" /><Relationship Id="rId12" Type="http://schemas.openxmlformats.org/officeDocument/2006/relationships/tags" Target="../tags/tag696.xml" /><Relationship Id="rId13" Type="http://schemas.openxmlformats.org/officeDocument/2006/relationships/tags" Target="../tags/tag697.xml" /><Relationship Id="rId14" Type="http://schemas.openxmlformats.org/officeDocument/2006/relationships/tags" Target="../tags/tag698.xml" /><Relationship Id="rId15" Type="http://schemas.openxmlformats.org/officeDocument/2006/relationships/tags" Target="../tags/tag699.xml" /><Relationship Id="rId16" Type="http://schemas.openxmlformats.org/officeDocument/2006/relationships/tags" Target="../tags/tag700.xml" /><Relationship Id="rId17" Type="http://schemas.openxmlformats.org/officeDocument/2006/relationships/tags" Target="../tags/tag701.xml" /><Relationship Id="rId18" Type="http://schemas.openxmlformats.org/officeDocument/2006/relationships/tags" Target="../tags/tag702.xml" /><Relationship Id="rId19" Type="http://schemas.openxmlformats.org/officeDocument/2006/relationships/tags" Target="../tags/tag703.xml" /><Relationship Id="rId2" Type="http://schemas.openxmlformats.org/officeDocument/2006/relationships/tags" Target="../tags/tag688.xml" /><Relationship Id="rId20" Type="http://schemas.openxmlformats.org/officeDocument/2006/relationships/tags" Target="../tags/tag704.xml" /><Relationship Id="rId21" Type="http://schemas.openxmlformats.org/officeDocument/2006/relationships/tags" Target="../tags/tag705.xml" /><Relationship Id="rId22" Type="http://schemas.openxmlformats.org/officeDocument/2006/relationships/tags" Target="../tags/tag706.xml" /><Relationship Id="rId23" Type="http://schemas.openxmlformats.org/officeDocument/2006/relationships/tags" Target="../tags/tag707.xml" /><Relationship Id="rId24" Type="http://schemas.openxmlformats.org/officeDocument/2006/relationships/tags" Target="../tags/tag708.xml" /><Relationship Id="rId25" Type="http://schemas.openxmlformats.org/officeDocument/2006/relationships/tags" Target="../tags/tag709.xml" /><Relationship Id="rId26" Type="http://schemas.openxmlformats.org/officeDocument/2006/relationships/tags" Target="../tags/tag710.xml" /><Relationship Id="rId27" Type="http://schemas.openxmlformats.org/officeDocument/2006/relationships/tags" Target="../tags/tag711.xml" /><Relationship Id="rId28" Type="http://schemas.openxmlformats.org/officeDocument/2006/relationships/tags" Target="../tags/tag712.xml" /><Relationship Id="rId29" Type="http://schemas.openxmlformats.org/officeDocument/2006/relationships/tags" Target="../tags/tag713.xml" /><Relationship Id="rId3" Type="http://schemas.openxmlformats.org/officeDocument/2006/relationships/tags" Target="../tags/tag689.xml" /><Relationship Id="rId30" Type="http://schemas.openxmlformats.org/officeDocument/2006/relationships/tags" Target="../tags/tag714.xml" /><Relationship Id="rId31" Type="http://schemas.openxmlformats.org/officeDocument/2006/relationships/tags" Target="../tags/tag715.xml" /><Relationship Id="rId32" Type="http://schemas.openxmlformats.org/officeDocument/2006/relationships/oleObject" Target="../embeddings/oleObject14.bin" TargetMode="Internal" /><Relationship Id="rId33" Type="http://schemas.openxmlformats.org/officeDocument/2006/relationships/image" Target="../media/image23.wmf" /><Relationship Id="rId34" Type="http://schemas.openxmlformats.org/officeDocument/2006/relationships/tags" Target="../tags/tag716.xml" /><Relationship Id="rId35" Type="http://schemas.openxmlformats.org/officeDocument/2006/relationships/tags" Target="../tags/tag717.xml" /><Relationship Id="rId36" Type="http://schemas.openxmlformats.org/officeDocument/2006/relationships/tags" Target="../tags/tag718.xml" /><Relationship Id="rId37" Type="http://schemas.openxmlformats.org/officeDocument/2006/relationships/vmlDrawing" Target="../drawings/vmlDrawing6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690.xml" /><Relationship Id="rId7" Type="http://schemas.openxmlformats.org/officeDocument/2006/relationships/tags" Target="../tags/tag691.xml" /><Relationship Id="rId8" Type="http://schemas.openxmlformats.org/officeDocument/2006/relationships/tags" Target="../tags/tag692.xml" /><Relationship Id="rId9" Type="http://schemas.openxmlformats.org/officeDocument/2006/relationships/tags" Target="../tags/tag69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25.xml" /><Relationship Id="rId11" Type="http://schemas.openxmlformats.org/officeDocument/2006/relationships/tags" Target="../tags/tag726.xml" /><Relationship Id="rId12" Type="http://schemas.openxmlformats.org/officeDocument/2006/relationships/tags" Target="../tags/tag727.xml" /><Relationship Id="rId13" Type="http://schemas.openxmlformats.org/officeDocument/2006/relationships/tags" Target="../tags/tag728.xml" /><Relationship Id="rId14" Type="http://schemas.openxmlformats.org/officeDocument/2006/relationships/tags" Target="../tags/tag729.xml" /><Relationship Id="rId15" Type="http://schemas.openxmlformats.org/officeDocument/2006/relationships/tags" Target="../tags/tag730.xml" /><Relationship Id="rId16" Type="http://schemas.openxmlformats.org/officeDocument/2006/relationships/tags" Target="../tags/tag731.xml" /><Relationship Id="rId17" Type="http://schemas.openxmlformats.org/officeDocument/2006/relationships/tags" Target="../tags/tag732.xml" /><Relationship Id="rId18" Type="http://schemas.openxmlformats.org/officeDocument/2006/relationships/tags" Target="../tags/tag733.xml" /><Relationship Id="rId19" Type="http://schemas.openxmlformats.org/officeDocument/2006/relationships/tags" Target="../tags/tag734.xml" /><Relationship Id="rId2" Type="http://schemas.openxmlformats.org/officeDocument/2006/relationships/tags" Target="../tags/tag719.xml" /><Relationship Id="rId20" Type="http://schemas.openxmlformats.org/officeDocument/2006/relationships/tags" Target="../tags/tag735.xml" /><Relationship Id="rId21" Type="http://schemas.openxmlformats.org/officeDocument/2006/relationships/tags" Target="../tags/tag736.xml" /><Relationship Id="rId22" Type="http://schemas.openxmlformats.org/officeDocument/2006/relationships/tags" Target="../tags/tag737.xml" /><Relationship Id="rId23" Type="http://schemas.openxmlformats.org/officeDocument/2006/relationships/tags" Target="../tags/tag738.xml" /><Relationship Id="rId24" Type="http://schemas.openxmlformats.org/officeDocument/2006/relationships/tags" Target="../tags/tag739.xml" /><Relationship Id="rId25" Type="http://schemas.openxmlformats.org/officeDocument/2006/relationships/oleObject" Target="../embeddings/oleObject15.bin" TargetMode="Internal" /><Relationship Id="rId26" Type="http://schemas.openxmlformats.org/officeDocument/2006/relationships/image" Target="../media/image24.wmf" /><Relationship Id="rId27" Type="http://schemas.openxmlformats.org/officeDocument/2006/relationships/tags" Target="../tags/tag740.xml" /><Relationship Id="rId28" Type="http://schemas.openxmlformats.org/officeDocument/2006/relationships/tags" Target="../tags/tag741.xml" /><Relationship Id="rId29" Type="http://schemas.openxmlformats.org/officeDocument/2006/relationships/tags" Target="../tags/tag742.xml" /><Relationship Id="rId3" Type="http://schemas.openxmlformats.org/officeDocument/2006/relationships/tags" Target="../tags/tag720.xml" /><Relationship Id="rId30" Type="http://schemas.openxmlformats.org/officeDocument/2006/relationships/oleObject" Target="../embeddings/oleObject16.bin" TargetMode="Internal" /><Relationship Id="rId31" Type="http://schemas.openxmlformats.org/officeDocument/2006/relationships/image" Target="../media/image25.wmf" /><Relationship Id="rId32" Type="http://schemas.openxmlformats.org/officeDocument/2006/relationships/vmlDrawing" Target="../drawings/vmlDrawing7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721.xml" /><Relationship Id="rId7" Type="http://schemas.openxmlformats.org/officeDocument/2006/relationships/tags" Target="../tags/tag722.xml" /><Relationship Id="rId8" Type="http://schemas.openxmlformats.org/officeDocument/2006/relationships/tags" Target="../tags/tag723.xml" /><Relationship Id="rId9" Type="http://schemas.openxmlformats.org/officeDocument/2006/relationships/tags" Target="../tags/tag7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49.xml" /><Relationship Id="rId11" Type="http://schemas.openxmlformats.org/officeDocument/2006/relationships/tags" Target="../tags/tag750.xml" /><Relationship Id="rId12" Type="http://schemas.openxmlformats.org/officeDocument/2006/relationships/tags" Target="../tags/tag751.xml" /><Relationship Id="rId13" Type="http://schemas.openxmlformats.org/officeDocument/2006/relationships/tags" Target="../tags/tag752.xml" /><Relationship Id="rId14" Type="http://schemas.openxmlformats.org/officeDocument/2006/relationships/tags" Target="../tags/tag753.xml" /><Relationship Id="rId15" Type="http://schemas.openxmlformats.org/officeDocument/2006/relationships/tags" Target="../tags/tag754.xml" /><Relationship Id="rId16" Type="http://schemas.openxmlformats.org/officeDocument/2006/relationships/tags" Target="../tags/tag755.xml" /><Relationship Id="rId17" Type="http://schemas.openxmlformats.org/officeDocument/2006/relationships/tags" Target="../tags/tag756.xml" /><Relationship Id="rId18" Type="http://schemas.openxmlformats.org/officeDocument/2006/relationships/tags" Target="../tags/tag757.xml" /><Relationship Id="rId19" Type="http://schemas.openxmlformats.org/officeDocument/2006/relationships/tags" Target="../tags/tag758.xml" /><Relationship Id="rId2" Type="http://schemas.openxmlformats.org/officeDocument/2006/relationships/tags" Target="../tags/tag743.xml" /><Relationship Id="rId20" Type="http://schemas.openxmlformats.org/officeDocument/2006/relationships/tags" Target="../tags/tag759.xml" /><Relationship Id="rId21" Type="http://schemas.openxmlformats.org/officeDocument/2006/relationships/tags" Target="../tags/tag760.xml" /><Relationship Id="rId22" Type="http://schemas.openxmlformats.org/officeDocument/2006/relationships/tags" Target="../tags/tag761.xml" /><Relationship Id="rId23" Type="http://schemas.openxmlformats.org/officeDocument/2006/relationships/tags" Target="../tags/tag762.xml" /><Relationship Id="rId24" Type="http://schemas.openxmlformats.org/officeDocument/2006/relationships/tags" Target="../tags/tag763.xml" /><Relationship Id="rId25" Type="http://schemas.openxmlformats.org/officeDocument/2006/relationships/tags" Target="../tags/tag764.xml" /><Relationship Id="rId26" Type="http://schemas.openxmlformats.org/officeDocument/2006/relationships/tags" Target="../tags/tag765.xml" /><Relationship Id="rId27" Type="http://schemas.openxmlformats.org/officeDocument/2006/relationships/oleObject" Target="../embeddings/oleObject17.bin" TargetMode="Internal" /><Relationship Id="rId28" Type="http://schemas.openxmlformats.org/officeDocument/2006/relationships/image" Target="../media/image26.wmf" /><Relationship Id="rId29" Type="http://schemas.openxmlformats.org/officeDocument/2006/relationships/tags" Target="../tags/tag766.xml" /><Relationship Id="rId3" Type="http://schemas.openxmlformats.org/officeDocument/2006/relationships/tags" Target="../tags/tag744.xml" /><Relationship Id="rId30" Type="http://schemas.openxmlformats.org/officeDocument/2006/relationships/oleObject" Target="../embeddings/oleObject18.bin" TargetMode="Internal" /><Relationship Id="rId31" Type="http://schemas.openxmlformats.org/officeDocument/2006/relationships/image" Target="../media/image27.wmf" /><Relationship Id="rId32" Type="http://schemas.openxmlformats.org/officeDocument/2006/relationships/tags" Target="../tags/tag767.xml" /><Relationship Id="rId33" Type="http://schemas.openxmlformats.org/officeDocument/2006/relationships/oleObject" Target="../embeddings/oleObject19.bin" TargetMode="Internal" /><Relationship Id="rId34" Type="http://schemas.openxmlformats.org/officeDocument/2006/relationships/image" Target="../media/image28.wmf" /><Relationship Id="rId35" Type="http://schemas.openxmlformats.org/officeDocument/2006/relationships/tags" Target="../tags/tag768.xml" /><Relationship Id="rId36" Type="http://schemas.openxmlformats.org/officeDocument/2006/relationships/oleObject" Target="../embeddings/oleObject20.bin" TargetMode="Internal" /><Relationship Id="rId37" Type="http://schemas.openxmlformats.org/officeDocument/2006/relationships/image" Target="../media/image29.wmf" /><Relationship Id="rId38" Type="http://schemas.openxmlformats.org/officeDocument/2006/relationships/tags" Target="../tags/tag769.xml" /><Relationship Id="rId39" Type="http://schemas.openxmlformats.org/officeDocument/2006/relationships/tags" Target="../tags/tag770.xml" /><Relationship Id="rId4" Type="http://schemas.openxmlformats.org/officeDocument/2006/relationships/image" Target="../media/image4.png" /><Relationship Id="rId40" Type="http://schemas.openxmlformats.org/officeDocument/2006/relationships/oleObject" Target="../embeddings/oleObject21.bin" TargetMode="Internal" /><Relationship Id="rId41" Type="http://schemas.openxmlformats.org/officeDocument/2006/relationships/image" Target="../media/image30.wmf" /><Relationship Id="rId42" Type="http://schemas.openxmlformats.org/officeDocument/2006/relationships/tags" Target="../tags/tag771.xml" /><Relationship Id="rId43" Type="http://schemas.openxmlformats.org/officeDocument/2006/relationships/oleObject" Target="../embeddings/oleObject22.bin" TargetMode="Internal" /><Relationship Id="rId44" Type="http://schemas.openxmlformats.org/officeDocument/2006/relationships/image" Target="../media/image31.wmf" /><Relationship Id="rId45" Type="http://schemas.openxmlformats.org/officeDocument/2006/relationships/vmlDrawing" Target="../drawings/vmlDrawing8.vml" /><Relationship Id="rId5" Type="http://schemas.microsoft.com/office/2007/relationships/hdphoto" Target="../media/image5.wdp" /><Relationship Id="rId6" Type="http://schemas.openxmlformats.org/officeDocument/2006/relationships/tags" Target="../tags/tag745.xml" /><Relationship Id="rId7" Type="http://schemas.openxmlformats.org/officeDocument/2006/relationships/tags" Target="../tags/tag746.xml" /><Relationship Id="rId8" Type="http://schemas.openxmlformats.org/officeDocument/2006/relationships/tags" Target="../tags/tag747.xml" /><Relationship Id="rId9" Type="http://schemas.openxmlformats.org/officeDocument/2006/relationships/tags" Target="../tags/tag748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78.xml" /><Relationship Id="rId11" Type="http://schemas.openxmlformats.org/officeDocument/2006/relationships/tags" Target="../tags/tag779.xml" /><Relationship Id="rId12" Type="http://schemas.openxmlformats.org/officeDocument/2006/relationships/tags" Target="../tags/tag780.xml" /><Relationship Id="rId13" Type="http://schemas.openxmlformats.org/officeDocument/2006/relationships/tags" Target="../tags/tag781.xml" /><Relationship Id="rId14" Type="http://schemas.openxmlformats.org/officeDocument/2006/relationships/tags" Target="../tags/tag782.xml" /><Relationship Id="rId15" Type="http://schemas.openxmlformats.org/officeDocument/2006/relationships/tags" Target="../tags/tag783.xml" /><Relationship Id="rId16" Type="http://schemas.openxmlformats.org/officeDocument/2006/relationships/tags" Target="../tags/tag784.xml" /><Relationship Id="rId17" Type="http://schemas.openxmlformats.org/officeDocument/2006/relationships/tags" Target="../tags/tag785.xml" /><Relationship Id="rId18" Type="http://schemas.openxmlformats.org/officeDocument/2006/relationships/tags" Target="../tags/tag786.xml" /><Relationship Id="rId19" Type="http://schemas.openxmlformats.org/officeDocument/2006/relationships/tags" Target="../tags/tag787.xml" /><Relationship Id="rId2" Type="http://schemas.openxmlformats.org/officeDocument/2006/relationships/tags" Target="../tags/tag772.xml" /><Relationship Id="rId20" Type="http://schemas.openxmlformats.org/officeDocument/2006/relationships/tags" Target="../tags/tag788.xml" /><Relationship Id="rId21" Type="http://schemas.openxmlformats.org/officeDocument/2006/relationships/tags" Target="../tags/tag789.xml" /><Relationship Id="rId22" Type="http://schemas.openxmlformats.org/officeDocument/2006/relationships/tags" Target="../tags/tag790.xml" /><Relationship Id="rId23" Type="http://schemas.openxmlformats.org/officeDocument/2006/relationships/tags" Target="../tags/tag791.xml" /><Relationship Id="rId24" Type="http://schemas.openxmlformats.org/officeDocument/2006/relationships/tags" Target="../tags/tag792.xml" /><Relationship Id="rId25" Type="http://schemas.openxmlformats.org/officeDocument/2006/relationships/oleObject" Target="../embeddings/oleObject23.bin" TargetMode="Internal" /><Relationship Id="rId26" Type="http://schemas.openxmlformats.org/officeDocument/2006/relationships/image" Target="../media/image32.wmf" /><Relationship Id="rId27" Type="http://schemas.openxmlformats.org/officeDocument/2006/relationships/tags" Target="../tags/tag793.xml" /><Relationship Id="rId28" Type="http://schemas.openxmlformats.org/officeDocument/2006/relationships/tags" Target="../tags/tag794.xml" /><Relationship Id="rId29" Type="http://schemas.openxmlformats.org/officeDocument/2006/relationships/tags" Target="../tags/tag795.xml" /><Relationship Id="rId3" Type="http://schemas.openxmlformats.org/officeDocument/2006/relationships/tags" Target="../tags/tag773.xml" /><Relationship Id="rId30" Type="http://schemas.openxmlformats.org/officeDocument/2006/relationships/oleObject" Target="../embeddings/oleObject24.bin" TargetMode="Internal" /><Relationship Id="rId31" Type="http://schemas.openxmlformats.org/officeDocument/2006/relationships/image" Target="../media/image33.wmf" /><Relationship Id="rId32" Type="http://schemas.openxmlformats.org/officeDocument/2006/relationships/tags" Target="../tags/tag796.xml" /><Relationship Id="rId33" Type="http://schemas.openxmlformats.org/officeDocument/2006/relationships/oleObject" Target="../embeddings/oleObject25.bin" TargetMode="Internal" /><Relationship Id="rId34" Type="http://schemas.openxmlformats.org/officeDocument/2006/relationships/image" Target="../media/image34.wmf" /><Relationship Id="rId35" Type="http://schemas.openxmlformats.org/officeDocument/2006/relationships/tags" Target="../tags/tag797.xml" /><Relationship Id="rId36" Type="http://schemas.openxmlformats.org/officeDocument/2006/relationships/tags" Target="../tags/tag798.xml" /><Relationship Id="rId37" Type="http://schemas.openxmlformats.org/officeDocument/2006/relationships/tags" Target="../tags/tag799.xml" /><Relationship Id="rId38" Type="http://schemas.openxmlformats.org/officeDocument/2006/relationships/tags" Target="../tags/tag800.xml" /><Relationship Id="rId39" Type="http://schemas.openxmlformats.org/officeDocument/2006/relationships/tags" Target="../tags/tag801.xml" /><Relationship Id="rId4" Type="http://schemas.openxmlformats.org/officeDocument/2006/relationships/image" Target="../media/image4.png" /><Relationship Id="rId40" Type="http://schemas.openxmlformats.org/officeDocument/2006/relationships/tags" Target="../tags/tag802.xml" /><Relationship Id="rId41" Type="http://schemas.openxmlformats.org/officeDocument/2006/relationships/oleObject" Target="../embeddings/oleObject26.bin" TargetMode="Internal" /><Relationship Id="rId42" Type="http://schemas.openxmlformats.org/officeDocument/2006/relationships/image" Target="../media/image35.wmf" /><Relationship Id="rId43" Type="http://schemas.openxmlformats.org/officeDocument/2006/relationships/tags" Target="../tags/tag803.xml" /><Relationship Id="rId44" Type="http://schemas.openxmlformats.org/officeDocument/2006/relationships/oleObject" Target="../embeddings/oleObject27.bin" TargetMode="Internal" /><Relationship Id="rId45" Type="http://schemas.openxmlformats.org/officeDocument/2006/relationships/image" Target="../media/image36.wmf" /><Relationship Id="rId46" Type="http://schemas.openxmlformats.org/officeDocument/2006/relationships/vmlDrawing" Target="../drawings/vmlDrawing9.vml" /><Relationship Id="rId5" Type="http://schemas.microsoft.com/office/2007/relationships/hdphoto" Target="../media/image5.wdp" /><Relationship Id="rId6" Type="http://schemas.openxmlformats.org/officeDocument/2006/relationships/tags" Target="../tags/tag774.xml" /><Relationship Id="rId7" Type="http://schemas.openxmlformats.org/officeDocument/2006/relationships/tags" Target="../tags/tag775.xml" /><Relationship Id="rId8" Type="http://schemas.openxmlformats.org/officeDocument/2006/relationships/tags" Target="../tags/tag776.xml" /><Relationship Id="rId9" Type="http://schemas.openxmlformats.org/officeDocument/2006/relationships/tags" Target="../tags/tag777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10.xml" /><Relationship Id="rId11" Type="http://schemas.openxmlformats.org/officeDocument/2006/relationships/tags" Target="../tags/tag811.xml" /><Relationship Id="rId12" Type="http://schemas.openxmlformats.org/officeDocument/2006/relationships/tags" Target="../tags/tag812.xml" /><Relationship Id="rId13" Type="http://schemas.openxmlformats.org/officeDocument/2006/relationships/tags" Target="../tags/tag813.xml" /><Relationship Id="rId14" Type="http://schemas.openxmlformats.org/officeDocument/2006/relationships/tags" Target="../tags/tag814.xml" /><Relationship Id="rId15" Type="http://schemas.openxmlformats.org/officeDocument/2006/relationships/tags" Target="../tags/tag815.xml" /><Relationship Id="rId16" Type="http://schemas.openxmlformats.org/officeDocument/2006/relationships/tags" Target="../tags/tag816.xml" /><Relationship Id="rId17" Type="http://schemas.openxmlformats.org/officeDocument/2006/relationships/tags" Target="../tags/tag817.xml" /><Relationship Id="rId18" Type="http://schemas.openxmlformats.org/officeDocument/2006/relationships/tags" Target="../tags/tag818.xml" /><Relationship Id="rId19" Type="http://schemas.openxmlformats.org/officeDocument/2006/relationships/tags" Target="../tags/tag819.xml" /><Relationship Id="rId2" Type="http://schemas.openxmlformats.org/officeDocument/2006/relationships/tags" Target="../tags/tag804.xml" /><Relationship Id="rId20" Type="http://schemas.openxmlformats.org/officeDocument/2006/relationships/tags" Target="../tags/tag820.xml" /><Relationship Id="rId21" Type="http://schemas.openxmlformats.org/officeDocument/2006/relationships/tags" Target="../tags/tag821.xml" /><Relationship Id="rId22" Type="http://schemas.openxmlformats.org/officeDocument/2006/relationships/tags" Target="../tags/tag822.xml" /><Relationship Id="rId23" Type="http://schemas.openxmlformats.org/officeDocument/2006/relationships/tags" Target="../tags/tag823.xml" /><Relationship Id="rId24" Type="http://schemas.openxmlformats.org/officeDocument/2006/relationships/tags" Target="../tags/tag824.xml" /><Relationship Id="rId25" Type="http://schemas.openxmlformats.org/officeDocument/2006/relationships/oleObject" Target="../embeddings/oleObject28.bin" TargetMode="Internal" /><Relationship Id="rId26" Type="http://schemas.openxmlformats.org/officeDocument/2006/relationships/image" Target="../media/image37.wmf" /><Relationship Id="rId27" Type="http://schemas.openxmlformats.org/officeDocument/2006/relationships/tags" Target="../tags/tag825.xml" /><Relationship Id="rId28" Type="http://schemas.openxmlformats.org/officeDocument/2006/relationships/tags" Target="../tags/tag826.xml" /><Relationship Id="rId29" Type="http://schemas.openxmlformats.org/officeDocument/2006/relationships/tags" Target="../tags/tag827.xml" /><Relationship Id="rId3" Type="http://schemas.openxmlformats.org/officeDocument/2006/relationships/tags" Target="../tags/tag805.xml" /><Relationship Id="rId30" Type="http://schemas.openxmlformats.org/officeDocument/2006/relationships/tags" Target="../tags/tag828.xml" /><Relationship Id="rId31" Type="http://schemas.openxmlformats.org/officeDocument/2006/relationships/oleObject" Target="../embeddings/oleObject29.bin" TargetMode="Internal" /><Relationship Id="rId32" Type="http://schemas.openxmlformats.org/officeDocument/2006/relationships/image" Target="../media/image38.wmf" /><Relationship Id="rId33" Type="http://schemas.openxmlformats.org/officeDocument/2006/relationships/tags" Target="../tags/tag829.xml" /><Relationship Id="rId34" Type="http://schemas.openxmlformats.org/officeDocument/2006/relationships/tags" Target="../tags/tag830.xml" /><Relationship Id="rId35" Type="http://schemas.openxmlformats.org/officeDocument/2006/relationships/tags" Target="../tags/tag831.xml" /><Relationship Id="rId36" Type="http://schemas.openxmlformats.org/officeDocument/2006/relationships/oleObject" Target="../embeddings/oleObject30.bin" TargetMode="Internal" /><Relationship Id="rId37" Type="http://schemas.openxmlformats.org/officeDocument/2006/relationships/image" Target="../media/image39.wmf" /><Relationship Id="rId38" Type="http://schemas.openxmlformats.org/officeDocument/2006/relationships/vmlDrawing" Target="../drawings/vmlDrawing10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806.xml" /><Relationship Id="rId7" Type="http://schemas.openxmlformats.org/officeDocument/2006/relationships/tags" Target="../tags/tag807.xml" /><Relationship Id="rId8" Type="http://schemas.openxmlformats.org/officeDocument/2006/relationships/tags" Target="../tags/tag808.xml" /><Relationship Id="rId9" Type="http://schemas.openxmlformats.org/officeDocument/2006/relationships/tags" Target="../tags/tag809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38.xml" /><Relationship Id="rId11" Type="http://schemas.openxmlformats.org/officeDocument/2006/relationships/tags" Target="../tags/tag839.xml" /><Relationship Id="rId12" Type="http://schemas.openxmlformats.org/officeDocument/2006/relationships/tags" Target="../tags/tag840.xml" /><Relationship Id="rId13" Type="http://schemas.openxmlformats.org/officeDocument/2006/relationships/tags" Target="../tags/tag841.xml" /><Relationship Id="rId14" Type="http://schemas.openxmlformats.org/officeDocument/2006/relationships/tags" Target="../tags/tag842.xml" /><Relationship Id="rId15" Type="http://schemas.openxmlformats.org/officeDocument/2006/relationships/tags" Target="../tags/tag843.xml" /><Relationship Id="rId16" Type="http://schemas.openxmlformats.org/officeDocument/2006/relationships/tags" Target="../tags/tag844.xml" /><Relationship Id="rId17" Type="http://schemas.openxmlformats.org/officeDocument/2006/relationships/tags" Target="../tags/tag845.xml" /><Relationship Id="rId18" Type="http://schemas.openxmlformats.org/officeDocument/2006/relationships/tags" Target="../tags/tag846.xml" /><Relationship Id="rId19" Type="http://schemas.openxmlformats.org/officeDocument/2006/relationships/tags" Target="../tags/tag847.xml" /><Relationship Id="rId2" Type="http://schemas.openxmlformats.org/officeDocument/2006/relationships/tags" Target="../tags/tag832.xml" /><Relationship Id="rId20" Type="http://schemas.openxmlformats.org/officeDocument/2006/relationships/tags" Target="../tags/tag848.xml" /><Relationship Id="rId21" Type="http://schemas.openxmlformats.org/officeDocument/2006/relationships/tags" Target="../tags/tag849.xml" /><Relationship Id="rId22" Type="http://schemas.openxmlformats.org/officeDocument/2006/relationships/tags" Target="../tags/tag850.xml" /><Relationship Id="rId23" Type="http://schemas.openxmlformats.org/officeDocument/2006/relationships/tags" Target="../tags/tag851.xml" /><Relationship Id="rId24" Type="http://schemas.openxmlformats.org/officeDocument/2006/relationships/tags" Target="../tags/tag852.xml" /><Relationship Id="rId25" Type="http://schemas.openxmlformats.org/officeDocument/2006/relationships/oleObject" Target="../embeddings/oleObject31.bin" TargetMode="Internal" /><Relationship Id="rId26" Type="http://schemas.openxmlformats.org/officeDocument/2006/relationships/image" Target="../media/image40.emf" /><Relationship Id="rId27" Type="http://schemas.openxmlformats.org/officeDocument/2006/relationships/tags" Target="../tags/tag853.xml" /><Relationship Id="rId28" Type="http://schemas.openxmlformats.org/officeDocument/2006/relationships/oleObject" Target="../embeddings/oleObject32.bin" TargetMode="Internal" /><Relationship Id="rId29" Type="http://schemas.openxmlformats.org/officeDocument/2006/relationships/image" Target="../media/image41.emf" /><Relationship Id="rId3" Type="http://schemas.openxmlformats.org/officeDocument/2006/relationships/tags" Target="../tags/tag833.xml" /><Relationship Id="rId30" Type="http://schemas.openxmlformats.org/officeDocument/2006/relationships/vmlDrawing" Target="../drawings/vmlDrawing11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834.xml" /><Relationship Id="rId7" Type="http://schemas.openxmlformats.org/officeDocument/2006/relationships/tags" Target="../tags/tag835.xml" /><Relationship Id="rId8" Type="http://schemas.openxmlformats.org/officeDocument/2006/relationships/tags" Target="../tags/tag836.xml" /><Relationship Id="rId9" Type="http://schemas.openxmlformats.org/officeDocument/2006/relationships/tags" Target="../tags/tag837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60.xml" /><Relationship Id="rId11" Type="http://schemas.openxmlformats.org/officeDocument/2006/relationships/tags" Target="../tags/tag861.xml" /><Relationship Id="rId12" Type="http://schemas.openxmlformats.org/officeDocument/2006/relationships/tags" Target="../tags/tag862.xml" /><Relationship Id="rId13" Type="http://schemas.openxmlformats.org/officeDocument/2006/relationships/tags" Target="../tags/tag863.xml" /><Relationship Id="rId14" Type="http://schemas.openxmlformats.org/officeDocument/2006/relationships/tags" Target="../tags/tag864.xml" /><Relationship Id="rId15" Type="http://schemas.openxmlformats.org/officeDocument/2006/relationships/tags" Target="../tags/tag865.xml" /><Relationship Id="rId16" Type="http://schemas.openxmlformats.org/officeDocument/2006/relationships/tags" Target="../tags/tag866.xml" /><Relationship Id="rId17" Type="http://schemas.openxmlformats.org/officeDocument/2006/relationships/tags" Target="../tags/tag867.xml" /><Relationship Id="rId18" Type="http://schemas.openxmlformats.org/officeDocument/2006/relationships/tags" Target="../tags/tag868.xml" /><Relationship Id="rId19" Type="http://schemas.openxmlformats.org/officeDocument/2006/relationships/tags" Target="../tags/tag869.xml" /><Relationship Id="rId2" Type="http://schemas.openxmlformats.org/officeDocument/2006/relationships/tags" Target="../tags/tag854.xml" /><Relationship Id="rId20" Type="http://schemas.openxmlformats.org/officeDocument/2006/relationships/tags" Target="../tags/tag870.xml" /><Relationship Id="rId21" Type="http://schemas.openxmlformats.org/officeDocument/2006/relationships/tags" Target="../tags/tag871.xml" /><Relationship Id="rId22" Type="http://schemas.openxmlformats.org/officeDocument/2006/relationships/tags" Target="../tags/tag872.xml" /><Relationship Id="rId23" Type="http://schemas.openxmlformats.org/officeDocument/2006/relationships/tags" Target="../tags/tag873.xml" /><Relationship Id="rId24" Type="http://schemas.openxmlformats.org/officeDocument/2006/relationships/tags" Target="../tags/tag874.xml" /><Relationship Id="rId25" Type="http://schemas.openxmlformats.org/officeDocument/2006/relationships/oleObject" Target="../embeddings/oleObject33.bin" TargetMode="Internal" /><Relationship Id="rId26" Type="http://schemas.openxmlformats.org/officeDocument/2006/relationships/image" Target="../media/image42.emf" /><Relationship Id="rId27" Type="http://schemas.openxmlformats.org/officeDocument/2006/relationships/tags" Target="../tags/tag875.xml" /><Relationship Id="rId28" Type="http://schemas.openxmlformats.org/officeDocument/2006/relationships/oleObject" Target="../embeddings/oleObject34.bin" TargetMode="Internal" /><Relationship Id="rId29" Type="http://schemas.openxmlformats.org/officeDocument/2006/relationships/image" Target="../media/image43.emf" /><Relationship Id="rId3" Type="http://schemas.openxmlformats.org/officeDocument/2006/relationships/tags" Target="../tags/tag855.xml" /><Relationship Id="rId30" Type="http://schemas.openxmlformats.org/officeDocument/2006/relationships/tags" Target="../tags/tag876.xml" /><Relationship Id="rId31" Type="http://schemas.openxmlformats.org/officeDocument/2006/relationships/oleObject" Target="../embeddings/oleObject35.bin" TargetMode="Internal" /><Relationship Id="rId32" Type="http://schemas.openxmlformats.org/officeDocument/2006/relationships/image" Target="../media/image44.emf" /><Relationship Id="rId33" Type="http://schemas.openxmlformats.org/officeDocument/2006/relationships/vmlDrawing" Target="../drawings/vmlDrawing12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856.xml" /><Relationship Id="rId7" Type="http://schemas.openxmlformats.org/officeDocument/2006/relationships/tags" Target="../tags/tag857.xml" /><Relationship Id="rId8" Type="http://schemas.openxmlformats.org/officeDocument/2006/relationships/tags" Target="../tags/tag858.xml" /><Relationship Id="rId9" Type="http://schemas.openxmlformats.org/officeDocument/2006/relationships/tags" Target="../tags/tag85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83.xml" /><Relationship Id="rId11" Type="http://schemas.openxmlformats.org/officeDocument/2006/relationships/tags" Target="../tags/tag884.xml" /><Relationship Id="rId12" Type="http://schemas.openxmlformats.org/officeDocument/2006/relationships/tags" Target="../tags/tag885.xml" /><Relationship Id="rId13" Type="http://schemas.openxmlformats.org/officeDocument/2006/relationships/tags" Target="../tags/tag886.xml" /><Relationship Id="rId14" Type="http://schemas.openxmlformats.org/officeDocument/2006/relationships/tags" Target="../tags/tag887.xml" /><Relationship Id="rId15" Type="http://schemas.openxmlformats.org/officeDocument/2006/relationships/tags" Target="../tags/tag888.xml" /><Relationship Id="rId16" Type="http://schemas.openxmlformats.org/officeDocument/2006/relationships/tags" Target="../tags/tag889.xml" /><Relationship Id="rId17" Type="http://schemas.openxmlformats.org/officeDocument/2006/relationships/tags" Target="../tags/tag890.xml" /><Relationship Id="rId18" Type="http://schemas.openxmlformats.org/officeDocument/2006/relationships/tags" Target="../tags/tag891.xml" /><Relationship Id="rId19" Type="http://schemas.openxmlformats.org/officeDocument/2006/relationships/tags" Target="../tags/tag892.xml" /><Relationship Id="rId2" Type="http://schemas.openxmlformats.org/officeDocument/2006/relationships/tags" Target="../tags/tag877.xml" /><Relationship Id="rId20" Type="http://schemas.openxmlformats.org/officeDocument/2006/relationships/tags" Target="../tags/tag893.xml" /><Relationship Id="rId21" Type="http://schemas.openxmlformats.org/officeDocument/2006/relationships/tags" Target="../tags/tag894.xml" /><Relationship Id="rId22" Type="http://schemas.openxmlformats.org/officeDocument/2006/relationships/tags" Target="../tags/tag895.xml" /><Relationship Id="rId23" Type="http://schemas.openxmlformats.org/officeDocument/2006/relationships/tags" Target="../tags/tag896.xml" /><Relationship Id="rId24" Type="http://schemas.openxmlformats.org/officeDocument/2006/relationships/tags" Target="../tags/tag897.xml" /><Relationship Id="rId25" Type="http://schemas.openxmlformats.org/officeDocument/2006/relationships/tags" Target="../tags/tag898.xml" /><Relationship Id="rId26" Type="http://schemas.openxmlformats.org/officeDocument/2006/relationships/tags" Target="../tags/tag899.xml" /><Relationship Id="rId27" Type="http://schemas.openxmlformats.org/officeDocument/2006/relationships/tags" Target="../tags/tag900.xml" /><Relationship Id="rId28" Type="http://schemas.openxmlformats.org/officeDocument/2006/relationships/tags" Target="../tags/tag901.xml" /><Relationship Id="rId29" Type="http://schemas.openxmlformats.org/officeDocument/2006/relationships/tags" Target="../tags/tag902.xml" /><Relationship Id="rId3" Type="http://schemas.openxmlformats.org/officeDocument/2006/relationships/tags" Target="../tags/tag878.xml" /><Relationship Id="rId30" Type="http://schemas.openxmlformats.org/officeDocument/2006/relationships/tags" Target="../tags/tag903.xml" /><Relationship Id="rId31" Type="http://schemas.openxmlformats.org/officeDocument/2006/relationships/tags" Target="../tags/tag904.xml" /><Relationship Id="rId32" Type="http://schemas.openxmlformats.org/officeDocument/2006/relationships/tags" Target="../tags/tag905.xml" /><Relationship Id="rId33" Type="http://schemas.openxmlformats.org/officeDocument/2006/relationships/tags" Target="../tags/tag906.xml" /><Relationship Id="rId34" Type="http://schemas.openxmlformats.org/officeDocument/2006/relationships/tags" Target="../tags/tag907.xml" /><Relationship Id="rId35" Type="http://schemas.openxmlformats.org/officeDocument/2006/relationships/tags" Target="../tags/tag908.xml" /><Relationship Id="rId36" Type="http://schemas.openxmlformats.org/officeDocument/2006/relationships/tags" Target="../tags/tag909.xml" /><Relationship Id="rId37" Type="http://schemas.openxmlformats.org/officeDocument/2006/relationships/tags" Target="../tags/tag910.xml" /><Relationship Id="rId38" Type="http://schemas.openxmlformats.org/officeDocument/2006/relationships/tags" Target="../tags/tag911.xml" /><Relationship Id="rId39" Type="http://schemas.openxmlformats.org/officeDocument/2006/relationships/tags" Target="../tags/tag912.xml" /><Relationship Id="rId4" Type="http://schemas.openxmlformats.org/officeDocument/2006/relationships/image" Target="../media/image4.png" /><Relationship Id="rId40" Type="http://schemas.openxmlformats.org/officeDocument/2006/relationships/tags" Target="../tags/tag913.xml" /><Relationship Id="rId41" Type="http://schemas.openxmlformats.org/officeDocument/2006/relationships/tags" Target="../tags/tag914.xml" /><Relationship Id="rId42" Type="http://schemas.openxmlformats.org/officeDocument/2006/relationships/tags" Target="../tags/tag915.xml" /><Relationship Id="rId5" Type="http://schemas.microsoft.com/office/2007/relationships/hdphoto" Target="../media/image5.wdp" /><Relationship Id="rId6" Type="http://schemas.openxmlformats.org/officeDocument/2006/relationships/tags" Target="../tags/tag879.xml" /><Relationship Id="rId7" Type="http://schemas.openxmlformats.org/officeDocument/2006/relationships/tags" Target="../tags/tag880.xml" /><Relationship Id="rId8" Type="http://schemas.openxmlformats.org/officeDocument/2006/relationships/tags" Target="../tags/tag881.xml" /><Relationship Id="rId9" Type="http://schemas.openxmlformats.org/officeDocument/2006/relationships/tags" Target="../tags/tag882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22.xml" /><Relationship Id="rId11" Type="http://schemas.openxmlformats.org/officeDocument/2006/relationships/tags" Target="../tags/tag923.xml" /><Relationship Id="rId12" Type="http://schemas.openxmlformats.org/officeDocument/2006/relationships/tags" Target="../tags/tag924.xml" /><Relationship Id="rId13" Type="http://schemas.openxmlformats.org/officeDocument/2006/relationships/tags" Target="../tags/tag925.xml" /><Relationship Id="rId14" Type="http://schemas.openxmlformats.org/officeDocument/2006/relationships/tags" Target="../tags/tag926.xml" /><Relationship Id="rId15" Type="http://schemas.openxmlformats.org/officeDocument/2006/relationships/tags" Target="../tags/tag927.xml" /><Relationship Id="rId16" Type="http://schemas.openxmlformats.org/officeDocument/2006/relationships/tags" Target="../tags/tag928.xml" /><Relationship Id="rId17" Type="http://schemas.openxmlformats.org/officeDocument/2006/relationships/tags" Target="../tags/tag929.xml" /><Relationship Id="rId18" Type="http://schemas.openxmlformats.org/officeDocument/2006/relationships/tags" Target="../tags/tag930.xml" /><Relationship Id="rId19" Type="http://schemas.openxmlformats.org/officeDocument/2006/relationships/tags" Target="../tags/tag931.xml" /><Relationship Id="rId2" Type="http://schemas.openxmlformats.org/officeDocument/2006/relationships/tags" Target="../tags/tag916.xml" /><Relationship Id="rId20" Type="http://schemas.openxmlformats.org/officeDocument/2006/relationships/tags" Target="../tags/tag932.xml" /><Relationship Id="rId21" Type="http://schemas.openxmlformats.org/officeDocument/2006/relationships/tags" Target="../tags/tag933.xml" /><Relationship Id="rId22" Type="http://schemas.openxmlformats.org/officeDocument/2006/relationships/tags" Target="../tags/tag934.xml" /><Relationship Id="rId23" Type="http://schemas.openxmlformats.org/officeDocument/2006/relationships/tags" Target="../tags/tag935.xml" /><Relationship Id="rId24" Type="http://schemas.openxmlformats.org/officeDocument/2006/relationships/tags" Target="../tags/tag936.xml" /><Relationship Id="rId25" Type="http://schemas.openxmlformats.org/officeDocument/2006/relationships/tags" Target="../tags/tag937.xml" /><Relationship Id="rId3" Type="http://schemas.openxmlformats.org/officeDocument/2006/relationships/tags" Target="../tags/tag917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918.xml" /><Relationship Id="rId7" Type="http://schemas.openxmlformats.org/officeDocument/2006/relationships/tags" Target="../tags/tag919.xml" /><Relationship Id="rId8" Type="http://schemas.openxmlformats.org/officeDocument/2006/relationships/tags" Target="../tags/tag920.xml" /><Relationship Id="rId9" Type="http://schemas.openxmlformats.org/officeDocument/2006/relationships/tags" Target="../tags/tag92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45.xml" /><Relationship Id="rId11" Type="http://schemas.openxmlformats.org/officeDocument/2006/relationships/tags" Target="../tags/tag946.xml" /><Relationship Id="rId12" Type="http://schemas.openxmlformats.org/officeDocument/2006/relationships/tags" Target="../tags/tag947.xml" /><Relationship Id="rId13" Type="http://schemas.openxmlformats.org/officeDocument/2006/relationships/tags" Target="../tags/tag948.xml" /><Relationship Id="rId14" Type="http://schemas.openxmlformats.org/officeDocument/2006/relationships/tags" Target="../tags/tag949.xml" /><Relationship Id="rId15" Type="http://schemas.openxmlformats.org/officeDocument/2006/relationships/tags" Target="../tags/tag950.xml" /><Relationship Id="rId16" Type="http://schemas.openxmlformats.org/officeDocument/2006/relationships/tags" Target="../tags/tag951.xml" /><Relationship Id="rId17" Type="http://schemas.openxmlformats.org/officeDocument/2006/relationships/tags" Target="../tags/tag952.xml" /><Relationship Id="rId18" Type="http://schemas.openxmlformats.org/officeDocument/2006/relationships/tags" Target="../tags/tag953.xml" /><Relationship Id="rId19" Type="http://schemas.openxmlformats.org/officeDocument/2006/relationships/tags" Target="../tags/tag954.xml" /><Relationship Id="rId2" Type="http://schemas.openxmlformats.org/officeDocument/2006/relationships/tags" Target="../tags/tag938.xml" /><Relationship Id="rId20" Type="http://schemas.openxmlformats.org/officeDocument/2006/relationships/tags" Target="../tags/tag955.xml" /><Relationship Id="rId21" Type="http://schemas.openxmlformats.org/officeDocument/2006/relationships/tags" Target="../tags/tag956.xml" /><Relationship Id="rId22" Type="http://schemas.openxmlformats.org/officeDocument/2006/relationships/tags" Target="../tags/tag957.xml" /><Relationship Id="rId23" Type="http://schemas.openxmlformats.org/officeDocument/2006/relationships/tags" Target="../tags/tag958.xml" /><Relationship Id="rId24" Type="http://schemas.openxmlformats.org/officeDocument/2006/relationships/tags" Target="../tags/tag959.xml" /><Relationship Id="rId25" Type="http://schemas.openxmlformats.org/officeDocument/2006/relationships/tags" Target="../tags/tag960.xml" /><Relationship Id="rId26" Type="http://schemas.openxmlformats.org/officeDocument/2006/relationships/tags" Target="../tags/tag961.xml" /><Relationship Id="rId27" Type="http://schemas.openxmlformats.org/officeDocument/2006/relationships/tags" Target="../tags/tag962.xml" /><Relationship Id="rId28" Type="http://schemas.openxmlformats.org/officeDocument/2006/relationships/tags" Target="../tags/tag963.xml" /><Relationship Id="rId29" Type="http://schemas.openxmlformats.org/officeDocument/2006/relationships/tags" Target="../tags/tag964.xml" /><Relationship Id="rId3" Type="http://schemas.openxmlformats.org/officeDocument/2006/relationships/tags" Target="../tags/tag939.xml" /><Relationship Id="rId30" Type="http://schemas.openxmlformats.org/officeDocument/2006/relationships/tags" Target="../tags/tag965.xml" /><Relationship Id="rId31" Type="http://schemas.openxmlformats.org/officeDocument/2006/relationships/tags" Target="../tags/tag966.xml" /><Relationship Id="rId32" Type="http://schemas.openxmlformats.org/officeDocument/2006/relationships/tags" Target="../tags/tag967.xml" /><Relationship Id="rId33" Type="http://schemas.openxmlformats.org/officeDocument/2006/relationships/tags" Target="../tags/tag968.xml" /><Relationship Id="rId34" Type="http://schemas.openxmlformats.org/officeDocument/2006/relationships/tags" Target="../tags/tag969.xml" /><Relationship Id="rId35" Type="http://schemas.openxmlformats.org/officeDocument/2006/relationships/tags" Target="../tags/tag970.xml" /><Relationship Id="rId36" Type="http://schemas.openxmlformats.org/officeDocument/2006/relationships/tags" Target="../tags/tag971.xml" /><Relationship Id="rId37" Type="http://schemas.openxmlformats.org/officeDocument/2006/relationships/tags" Target="../tags/tag972.xml" /><Relationship Id="rId38" Type="http://schemas.openxmlformats.org/officeDocument/2006/relationships/tags" Target="../tags/tag973.xml" /><Relationship Id="rId39" Type="http://schemas.openxmlformats.org/officeDocument/2006/relationships/tags" Target="../tags/tag974.xml" /><Relationship Id="rId4" Type="http://schemas.openxmlformats.org/officeDocument/2006/relationships/image" Target="../media/image6.jpeg" /><Relationship Id="rId40" Type="http://schemas.openxmlformats.org/officeDocument/2006/relationships/tags" Target="../tags/tag975.xml" /><Relationship Id="rId41" Type="http://schemas.openxmlformats.org/officeDocument/2006/relationships/tags" Target="../tags/tag976.xml" /><Relationship Id="rId42" Type="http://schemas.openxmlformats.org/officeDocument/2006/relationships/tags" Target="../tags/tag977.xml" /><Relationship Id="rId43" Type="http://schemas.openxmlformats.org/officeDocument/2006/relationships/tags" Target="../tags/tag978.xml" /><Relationship Id="rId5" Type="http://schemas.openxmlformats.org/officeDocument/2006/relationships/tags" Target="../tags/tag940.xml" /><Relationship Id="rId6" Type="http://schemas.openxmlformats.org/officeDocument/2006/relationships/tags" Target="../tags/tag941.xml" /><Relationship Id="rId7" Type="http://schemas.openxmlformats.org/officeDocument/2006/relationships/tags" Target="../tags/tag942.xml" /><Relationship Id="rId8" Type="http://schemas.openxmlformats.org/officeDocument/2006/relationships/tags" Target="../tags/tag943.xml" /><Relationship Id="rId9" Type="http://schemas.openxmlformats.org/officeDocument/2006/relationships/tags" Target="../tags/tag944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85.xml" /><Relationship Id="rId11" Type="http://schemas.openxmlformats.org/officeDocument/2006/relationships/tags" Target="../tags/tag986.xml" /><Relationship Id="rId12" Type="http://schemas.openxmlformats.org/officeDocument/2006/relationships/oleObject" Target="../embeddings/oleObject36.bin" TargetMode="Internal" /><Relationship Id="rId13" Type="http://schemas.openxmlformats.org/officeDocument/2006/relationships/image" Target="../media/image45.emf" /><Relationship Id="rId14" Type="http://schemas.openxmlformats.org/officeDocument/2006/relationships/tags" Target="../tags/tag987.xml" /><Relationship Id="rId15" Type="http://schemas.openxmlformats.org/officeDocument/2006/relationships/tags" Target="../tags/tag988.xml" /><Relationship Id="rId16" Type="http://schemas.openxmlformats.org/officeDocument/2006/relationships/oleObject" Target="../embeddings/oleObject37.bin" TargetMode="Internal" /><Relationship Id="rId17" Type="http://schemas.openxmlformats.org/officeDocument/2006/relationships/image" Target="../media/image46.emf" /><Relationship Id="rId18" Type="http://schemas.openxmlformats.org/officeDocument/2006/relationships/tags" Target="../tags/tag989.xml" /><Relationship Id="rId19" Type="http://schemas.openxmlformats.org/officeDocument/2006/relationships/tags" Target="../tags/tag990.xml" /><Relationship Id="rId2" Type="http://schemas.openxmlformats.org/officeDocument/2006/relationships/tags" Target="../tags/tag979.xml" /><Relationship Id="rId20" Type="http://schemas.openxmlformats.org/officeDocument/2006/relationships/tags" Target="../tags/tag991.xml" /><Relationship Id="rId21" Type="http://schemas.openxmlformats.org/officeDocument/2006/relationships/tags" Target="../tags/tag992.xml" /><Relationship Id="rId22" Type="http://schemas.openxmlformats.org/officeDocument/2006/relationships/tags" Target="../tags/tag993.xml" /><Relationship Id="rId23" Type="http://schemas.openxmlformats.org/officeDocument/2006/relationships/tags" Target="../tags/tag994.xml" /><Relationship Id="rId24" Type="http://schemas.openxmlformats.org/officeDocument/2006/relationships/tags" Target="../tags/tag995.xml" /><Relationship Id="rId25" Type="http://schemas.openxmlformats.org/officeDocument/2006/relationships/tags" Target="../tags/tag996.xml" /><Relationship Id="rId26" Type="http://schemas.openxmlformats.org/officeDocument/2006/relationships/tags" Target="../tags/tag997.xml" /><Relationship Id="rId27" Type="http://schemas.openxmlformats.org/officeDocument/2006/relationships/tags" Target="../tags/tag998.xml" /><Relationship Id="rId28" Type="http://schemas.openxmlformats.org/officeDocument/2006/relationships/tags" Target="../tags/tag999.xml" /><Relationship Id="rId29" Type="http://schemas.openxmlformats.org/officeDocument/2006/relationships/tags" Target="../tags/tag1000.xml" /><Relationship Id="rId3" Type="http://schemas.openxmlformats.org/officeDocument/2006/relationships/tags" Target="../tags/tag980.xml" /><Relationship Id="rId30" Type="http://schemas.openxmlformats.org/officeDocument/2006/relationships/tags" Target="../tags/tag1001.xml" /><Relationship Id="rId31" Type="http://schemas.openxmlformats.org/officeDocument/2006/relationships/tags" Target="../tags/tag1002.xml" /><Relationship Id="rId32" Type="http://schemas.openxmlformats.org/officeDocument/2006/relationships/tags" Target="../tags/tag1003.xml" /><Relationship Id="rId33" Type="http://schemas.openxmlformats.org/officeDocument/2006/relationships/tags" Target="../tags/tag1004.xml" /><Relationship Id="rId34" Type="http://schemas.openxmlformats.org/officeDocument/2006/relationships/tags" Target="../tags/tag1005.xml" /><Relationship Id="rId35" Type="http://schemas.openxmlformats.org/officeDocument/2006/relationships/tags" Target="../tags/tag1006.xml" /><Relationship Id="rId36" Type="http://schemas.openxmlformats.org/officeDocument/2006/relationships/tags" Target="../tags/tag1007.xml" /><Relationship Id="rId37" Type="http://schemas.openxmlformats.org/officeDocument/2006/relationships/tags" Target="../tags/tag1008.xml" /><Relationship Id="rId38" Type="http://schemas.openxmlformats.org/officeDocument/2006/relationships/tags" Target="../tags/tag1009.xml" /><Relationship Id="rId39" Type="http://schemas.openxmlformats.org/officeDocument/2006/relationships/vmlDrawing" Target="../drawings/vmlDrawing13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981.xml" /><Relationship Id="rId7" Type="http://schemas.openxmlformats.org/officeDocument/2006/relationships/tags" Target="../tags/tag982.xml" /><Relationship Id="rId8" Type="http://schemas.openxmlformats.org/officeDocument/2006/relationships/tags" Target="../tags/tag983.xml" /><Relationship Id="rId9" Type="http://schemas.openxmlformats.org/officeDocument/2006/relationships/tags" Target="../tags/tag984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016.xml" /><Relationship Id="rId11" Type="http://schemas.openxmlformats.org/officeDocument/2006/relationships/tags" Target="../tags/tag1017.xml" /><Relationship Id="rId12" Type="http://schemas.openxmlformats.org/officeDocument/2006/relationships/oleObject" Target="../embeddings/oleObject38.bin" TargetMode="Internal" /><Relationship Id="rId13" Type="http://schemas.openxmlformats.org/officeDocument/2006/relationships/image" Target="../media/image47.emf" /><Relationship Id="rId14" Type="http://schemas.openxmlformats.org/officeDocument/2006/relationships/tags" Target="../tags/tag1018.xml" /><Relationship Id="rId15" Type="http://schemas.openxmlformats.org/officeDocument/2006/relationships/tags" Target="../tags/tag1019.xml" /><Relationship Id="rId16" Type="http://schemas.openxmlformats.org/officeDocument/2006/relationships/tags" Target="../tags/tag1020.xml" /><Relationship Id="rId17" Type="http://schemas.openxmlformats.org/officeDocument/2006/relationships/tags" Target="../tags/tag1021.xml" /><Relationship Id="rId18" Type="http://schemas.openxmlformats.org/officeDocument/2006/relationships/tags" Target="../tags/tag1022.xml" /><Relationship Id="rId19" Type="http://schemas.openxmlformats.org/officeDocument/2006/relationships/tags" Target="../tags/tag1023.xml" /><Relationship Id="rId2" Type="http://schemas.openxmlformats.org/officeDocument/2006/relationships/tags" Target="../tags/tag1010.xml" /><Relationship Id="rId20" Type="http://schemas.openxmlformats.org/officeDocument/2006/relationships/tags" Target="../tags/tag1024.xml" /><Relationship Id="rId21" Type="http://schemas.openxmlformats.org/officeDocument/2006/relationships/tags" Target="../tags/tag1025.xml" /><Relationship Id="rId22" Type="http://schemas.openxmlformats.org/officeDocument/2006/relationships/tags" Target="../tags/tag1026.xml" /><Relationship Id="rId23" Type="http://schemas.openxmlformats.org/officeDocument/2006/relationships/oleObject" Target="../embeddings/oleObject39.bin" TargetMode="Internal" /><Relationship Id="rId24" Type="http://schemas.openxmlformats.org/officeDocument/2006/relationships/image" Target="../media/image48.emf" /><Relationship Id="rId25" Type="http://schemas.openxmlformats.org/officeDocument/2006/relationships/tags" Target="../tags/tag1027.xml" /><Relationship Id="rId26" Type="http://schemas.openxmlformats.org/officeDocument/2006/relationships/tags" Target="../tags/tag1028.xml" /><Relationship Id="rId27" Type="http://schemas.openxmlformats.org/officeDocument/2006/relationships/tags" Target="../tags/tag1029.xml" /><Relationship Id="rId28" Type="http://schemas.openxmlformats.org/officeDocument/2006/relationships/tags" Target="../tags/tag1030.xml" /><Relationship Id="rId29" Type="http://schemas.openxmlformats.org/officeDocument/2006/relationships/tags" Target="../tags/tag1031.xml" /><Relationship Id="rId3" Type="http://schemas.openxmlformats.org/officeDocument/2006/relationships/tags" Target="../tags/tag1011.xml" /><Relationship Id="rId30" Type="http://schemas.openxmlformats.org/officeDocument/2006/relationships/tags" Target="../tags/tag1032.xml" /><Relationship Id="rId31" Type="http://schemas.openxmlformats.org/officeDocument/2006/relationships/tags" Target="../tags/tag1033.xml" /><Relationship Id="rId32" Type="http://schemas.openxmlformats.org/officeDocument/2006/relationships/tags" Target="../tags/tag1034.xml" /><Relationship Id="rId33" Type="http://schemas.openxmlformats.org/officeDocument/2006/relationships/tags" Target="../tags/tag1035.xml" /><Relationship Id="rId34" Type="http://schemas.openxmlformats.org/officeDocument/2006/relationships/tags" Target="../tags/tag1036.xml" /><Relationship Id="rId35" Type="http://schemas.openxmlformats.org/officeDocument/2006/relationships/tags" Target="../tags/tag1037.xml" /><Relationship Id="rId36" Type="http://schemas.openxmlformats.org/officeDocument/2006/relationships/tags" Target="../tags/tag1038.xml" /><Relationship Id="rId37" Type="http://schemas.openxmlformats.org/officeDocument/2006/relationships/tags" Target="../tags/tag1039.xml" /><Relationship Id="rId38" Type="http://schemas.openxmlformats.org/officeDocument/2006/relationships/vmlDrawing" Target="../drawings/vmlDrawing14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012.xml" /><Relationship Id="rId7" Type="http://schemas.openxmlformats.org/officeDocument/2006/relationships/tags" Target="../tags/tag1013.xml" /><Relationship Id="rId8" Type="http://schemas.openxmlformats.org/officeDocument/2006/relationships/tags" Target="../tags/tag1014.xml" /><Relationship Id="rId9" Type="http://schemas.openxmlformats.org/officeDocument/2006/relationships/tags" Target="../tags/tag1015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046.xml" /><Relationship Id="rId11" Type="http://schemas.openxmlformats.org/officeDocument/2006/relationships/tags" Target="../tags/tag1047.xml" /><Relationship Id="rId12" Type="http://schemas.openxmlformats.org/officeDocument/2006/relationships/tags" Target="../tags/tag1048.xml" /><Relationship Id="rId13" Type="http://schemas.openxmlformats.org/officeDocument/2006/relationships/tags" Target="../tags/tag1049.xml" /><Relationship Id="rId14" Type="http://schemas.openxmlformats.org/officeDocument/2006/relationships/tags" Target="../tags/tag1050.xml" /><Relationship Id="rId15" Type="http://schemas.openxmlformats.org/officeDocument/2006/relationships/tags" Target="../tags/tag1051.xml" /><Relationship Id="rId16" Type="http://schemas.openxmlformats.org/officeDocument/2006/relationships/tags" Target="../tags/tag1052.xml" /><Relationship Id="rId17" Type="http://schemas.openxmlformats.org/officeDocument/2006/relationships/tags" Target="../tags/tag1053.xml" /><Relationship Id="rId18" Type="http://schemas.openxmlformats.org/officeDocument/2006/relationships/tags" Target="../tags/tag1054.xml" /><Relationship Id="rId19" Type="http://schemas.openxmlformats.org/officeDocument/2006/relationships/tags" Target="../tags/tag1055.xml" /><Relationship Id="rId2" Type="http://schemas.openxmlformats.org/officeDocument/2006/relationships/tags" Target="../tags/tag1040.xml" /><Relationship Id="rId20" Type="http://schemas.openxmlformats.org/officeDocument/2006/relationships/tags" Target="../tags/tag1056.xml" /><Relationship Id="rId21" Type="http://schemas.openxmlformats.org/officeDocument/2006/relationships/tags" Target="../tags/tag1057.xml" /><Relationship Id="rId22" Type="http://schemas.openxmlformats.org/officeDocument/2006/relationships/tags" Target="../tags/tag1058.xml" /><Relationship Id="rId23" Type="http://schemas.openxmlformats.org/officeDocument/2006/relationships/tags" Target="../tags/tag1059.xml" /><Relationship Id="rId24" Type="http://schemas.openxmlformats.org/officeDocument/2006/relationships/tags" Target="../tags/tag1060.xml" /><Relationship Id="rId25" Type="http://schemas.openxmlformats.org/officeDocument/2006/relationships/tags" Target="../tags/tag1061.xml" /><Relationship Id="rId26" Type="http://schemas.openxmlformats.org/officeDocument/2006/relationships/tags" Target="../tags/tag1062.xml" /><Relationship Id="rId27" Type="http://schemas.openxmlformats.org/officeDocument/2006/relationships/tags" Target="../tags/tag1063.xml" /><Relationship Id="rId28" Type="http://schemas.openxmlformats.org/officeDocument/2006/relationships/tags" Target="../tags/tag1064.xml" /><Relationship Id="rId29" Type="http://schemas.openxmlformats.org/officeDocument/2006/relationships/tags" Target="../tags/tag1065.xml" /><Relationship Id="rId3" Type="http://schemas.openxmlformats.org/officeDocument/2006/relationships/tags" Target="../tags/tag1041.xml" /><Relationship Id="rId30" Type="http://schemas.openxmlformats.org/officeDocument/2006/relationships/tags" Target="../tags/tag1066.xml" /><Relationship Id="rId31" Type="http://schemas.openxmlformats.org/officeDocument/2006/relationships/tags" Target="../tags/tag1067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042.xml" /><Relationship Id="rId7" Type="http://schemas.openxmlformats.org/officeDocument/2006/relationships/tags" Target="../tags/tag1043.xml" /><Relationship Id="rId8" Type="http://schemas.openxmlformats.org/officeDocument/2006/relationships/tags" Target="../tags/tag1044.xml" /><Relationship Id="rId9" Type="http://schemas.openxmlformats.org/officeDocument/2006/relationships/tags" Target="../tags/tag104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074.xml" /><Relationship Id="rId11" Type="http://schemas.openxmlformats.org/officeDocument/2006/relationships/tags" Target="../tags/tag1075.xml" /><Relationship Id="rId12" Type="http://schemas.openxmlformats.org/officeDocument/2006/relationships/tags" Target="../tags/tag1076.xml" /><Relationship Id="rId13" Type="http://schemas.openxmlformats.org/officeDocument/2006/relationships/tags" Target="../tags/tag1077.xml" /><Relationship Id="rId14" Type="http://schemas.openxmlformats.org/officeDocument/2006/relationships/tags" Target="../tags/tag1078.xml" /><Relationship Id="rId15" Type="http://schemas.openxmlformats.org/officeDocument/2006/relationships/tags" Target="../tags/tag1079.xml" /><Relationship Id="rId16" Type="http://schemas.openxmlformats.org/officeDocument/2006/relationships/tags" Target="../tags/tag1080.xml" /><Relationship Id="rId17" Type="http://schemas.openxmlformats.org/officeDocument/2006/relationships/tags" Target="../tags/tag1081.xml" /><Relationship Id="rId18" Type="http://schemas.openxmlformats.org/officeDocument/2006/relationships/tags" Target="../tags/tag1082.xml" /><Relationship Id="rId19" Type="http://schemas.openxmlformats.org/officeDocument/2006/relationships/tags" Target="../tags/tag1083.xml" /><Relationship Id="rId2" Type="http://schemas.openxmlformats.org/officeDocument/2006/relationships/tags" Target="../tags/tag1068.xml" /><Relationship Id="rId20" Type="http://schemas.openxmlformats.org/officeDocument/2006/relationships/tags" Target="../tags/tag1084.xml" /><Relationship Id="rId21" Type="http://schemas.openxmlformats.org/officeDocument/2006/relationships/tags" Target="../tags/tag1085.xml" /><Relationship Id="rId22" Type="http://schemas.openxmlformats.org/officeDocument/2006/relationships/tags" Target="../tags/tag1086.xml" /><Relationship Id="rId23" Type="http://schemas.openxmlformats.org/officeDocument/2006/relationships/tags" Target="../tags/tag1087.xml" /><Relationship Id="rId24" Type="http://schemas.openxmlformats.org/officeDocument/2006/relationships/tags" Target="../tags/tag1088.xml" /><Relationship Id="rId25" Type="http://schemas.openxmlformats.org/officeDocument/2006/relationships/tags" Target="../tags/tag1089.xml" /><Relationship Id="rId26" Type="http://schemas.openxmlformats.org/officeDocument/2006/relationships/tags" Target="../tags/tag1090.xml" /><Relationship Id="rId27" Type="http://schemas.openxmlformats.org/officeDocument/2006/relationships/tags" Target="../tags/tag1091.xml" /><Relationship Id="rId28" Type="http://schemas.openxmlformats.org/officeDocument/2006/relationships/tags" Target="../tags/tag1092.xml" /><Relationship Id="rId3" Type="http://schemas.openxmlformats.org/officeDocument/2006/relationships/tags" Target="../tags/tag1069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070.xml" /><Relationship Id="rId7" Type="http://schemas.openxmlformats.org/officeDocument/2006/relationships/tags" Target="../tags/tag1071.xml" /><Relationship Id="rId8" Type="http://schemas.openxmlformats.org/officeDocument/2006/relationships/tags" Target="../tags/tag1072.xml" /><Relationship Id="rId9" Type="http://schemas.openxmlformats.org/officeDocument/2006/relationships/tags" Target="../tags/tag1073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099.xml" /><Relationship Id="rId11" Type="http://schemas.openxmlformats.org/officeDocument/2006/relationships/tags" Target="../tags/tag1100.xml" /><Relationship Id="rId12" Type="http://schemas.openxmlformats.org/officeDocument/2006/relationships/tags" Target="../tags/tag1101.xml" /><Relationship Id="rId13" Type="http://schemas.openxmlformats.org/officeDocument/2006/relationships/tags" Target="../tags/tag1102.xml" /><Relationship Id="rId14" Type="http://schemas.openxmlformats.org/officeDocument/2006/relationships/tags" Target="../tags/tag1103.xml" /><Relationship Id="rId15" Type="http://schemas.openxmlformats.org/officeDocument/2006/relationships/tags" Target="../tags/tag1104.xml" /><Relationship Id="rId16" Type="http://schemas.openxmlformats.org/officeDocument/2006/relationships/tags" Target="../tags/tag1105.xml" /><Relationship Id="rId17" Type="http://schemas.openxmlformats.org/officeDocument/2006/relationships/tags" Target="../tags/tag1106.xml" /><Relationship Id="rId18" Type="http://schemas.openxmlformats.org/officeDocument/2006/relationships/tags" Target="../tags/tag1107.xml" /><Relationship Id="rId19" Type="http://schemas.openxmlformats.org/officeDocument/2006/relationships/tags" Target="../tags/tag1108.xml" /><Relationship Id="rId2" Type="http://schemas.openxmlformats.org/officeDocument/2006/relationships/tags" Target="../tags/tag1093.xml" /><Relationship Id="rId20" Type="http://schemas.openxmlformats.org/officeDocument/2006/relationships/tags" Target="../tags/tag1109.xml" /><Relationship Id="rId21" Type="http://schemas.openxmlformats.org/officeDocument/2006/relationships/tags" Target="../tags/tag1110.xml" /><Relationship Id="rId22" Type="http://schemas.openxmlformats.org/officeDocument/2006/relationships/tags" Target="../tags/tag1111.xml" /><Relationship Id="rId23" Type="http://schemas.openxmlformats.org/officeDocument/2006/relationships/tags" Target="../tags/tag1112.xml" /><Relationship Id="rId24" Type="http://schemas.openxmlformats.org/officeDocument/2006/relationships/tags" Target="../tags/tag1113.xml" /><Relationship Id="rId25" Type="http://schemas.openxmlformats.org/officeDocument/2006/relationships/tags" Target="../tags/tag1114.xml" /><Relationship Id="rId26" Type="http://schemas.openxmlformats.org/officeDocument/2006/relationships/tags" Target="../tags/tag1115.xml" /><Relationship Id="rId27" Type="http://schemas.openxmlformats.org/officeDocument/2006/relationships/tags" Target="../tags/tag1116.xml" /><Relationship Id="rId28" Type="http://schemas.openxmlformats.org/officeDocument/2006/relationships/tags" Target="../tags/tag1117.xml" /><Relationship Id="rId29" Type="http://schemas.openxmlformats.org/officeDocument/2006/relationships/tags" Target="../tags/tag1118.xml" /><Relationship Id="rId3" Type="http://schemas.openxmlformats.org/officeDocument/2006/relationships/tags" Target="../tags/tag1094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095.xml" /><Relationship Id="rId7" Type="http://schemas.openxmlformats.org/officeDocument/2006/relationships/tags" Target="../tags/tag1096.xml" /><Relationship Id="rId8" Type="http://schemas.openxmlformats.org/officeDocument/2006/relationships/tags" Target="../tags/tag1097.xml" /><Relationship Id="rId9" Type="http://schemas.openxmlformats.org/officeDocument/2006/relationships/tags" Target="../tags/tag1098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125.xml" /><Relationship Id="rId11" Type="http://schemas.openxmlformats.org/officeDocument/2006/relationships/tags" Target="../tags/tag1126.xml" /><Relationship Id="rId12" Type="http://schemas.openxmlformats.org/officeDocument/2006/relationships/tags" Target="../tags/tag1127.xml" /><Relationship Id="rId13" Type="http://schemas.openxmlformats.org/officeDocument/2006/relationships/tags" Target="../tags/tag1128.xml" /><Relationship Id="rId14" Type="http://schemas.openxmlformats.org/officeDocument/2006/relationships/tags" Target="../tags/tag1129.xml" /><Relationship Id="rId15" Type="http://schemas.openxmlformats.org/officeDocument/2006/relationships/tags" Target="../tags/tag1130.xml" /><Relationship Id="rId16" Type="http://schemas.openxmlformats.org/officeDocument/2006/relationships/tags" Target="../tags/tag1131.xml" /><Relationship Id="rId17" Type="http://schemas.openxmlformats.org/officeDocument/2006/relationships/tags" Target="../tags/tag1132.xml" /><Relationship Id="rId18" Type="http://schemas.openxmlformats.org/officeDocument/2006/relationships/tags" Target="../tags/tag1133.xml" /><Relationship Id="rId19" Type="http://schemas.openxmlformats.org/officeDocument/2006/relationships/tags" Target="../tags/tag1134.xml" /><Relationship Id="rId2" Type="http://schemas.openxmlformats.org/officeDocument/2006/relationships/tags" Target="../tags/tag1119.xml" /><Relationship Id="rId20" Type="http://schemas.openxmlformats.org/officeDocument/2006/relationships/tags" Target="../tags/tag1135.xml" /><Relationship Id="rId21" Type="http://schemas.openxmlformats.org/officeDocument/2006/relationships/tags" Target="../tags/tag1136.xml" /><Relationship Id="rId22" Type="http://schemas.openxmlformats.org/officeDocument/2006/relationships/tags" Target="../tags/tag1137.xml" /><Relationship Id="rId23" Type="http://schemas.openxmlformats.org/officeDocument/2006/relationships/tags" Target="../tags/tag1138.xml" /><Relationship Id="rId24" Type="http://schemas.openxmlformats.org/officeDocument/2006/relationships/tags" Target="../tags/tag1139.xml" /><Relationship Id="rId25" Type="http://schemas.openxmlformats.org/officeDocument/2006/relationships/tags" Target="../tags/tag1140.xml" /><Relationship Id="rId26" Type="http://schemas.openxmlformats.org/officeDocument/2006/relationships/tags" Target="../tags/tag1141.xml" /><Relationship Id="rId3" Type="http://schemas.openxmlformats.org/officeDocument/2006/relationships/tags" Target="../tags/tag1120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121.xml" /><Relationship Id="rId7" Type="http://schemas.openxmlformats.org/officeDocument/2006/relationships/tags" Target="../tags/tag1122.xml" /><Relationship Id="rId8" Type="http://schemas.openxmlformats.org/officeDocument/2006/relationships/tags" Target="../tags/tag1123.xml" /><Relationship Id="rId9" Type="http://schemas.openxmlformats.org/officeDocument/2006/relationships/tags" Target="../tags/tag1124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149.xml" /><Relationship Id="rId11" Type="http://schemas.openxmlformats.org/officeDocument/2006/relationships/tags" Target="../tags/tag1150.xml" /><Relationship Id="rId12" Type="http://schemas.openxmlformats.org/officeDocument/2006/relationships/tags" Target="../tags/tag1151.xml" /><Relationship Id="rId13" Type="http://schemas.openxmlformats.org/officeDocument/2006/relationships/tags" Target="../tags/tag1152.xml" /><Relationship Id="rId14" Type="http://schemas.openxmlformats.org/officeDocument/2006/relationships/tags" Target="../tags/tag1153.xml" /><Relationship Id="rId15" Type="http://schemas.openxmlformats.org/officeDocument/2006/relationships/tags" Target="../tags/tag1154.xml" /><Relationship Id="rId16" Type="http://schemas.openxmlformats.org/officeDocument/2006/relationships/tags" Target="../tags/tag1155.xml" /><Relationship Id="rId17" Type="http://schemas.openxmlformats.org/officeDocument/2006/relationships/tags" Target="../tags/tag1156.xml" /><Relationship Id="rId18" Type="http://schemas.openxmlformats.org/officeDocument/2006/relationships/tags" Target="../tags/tag1157.xml" /><Relationship Id="rId19" Type="http://schemas.openxmlformats.org/officeDocument/2006/relationships/tags" Target="../tags/tag1158.xml" /><Relationship Id="rId2" Type="http://schemas.openxmlformats.org/officeDocument/2006/relationships/tags" Target="../tags/tag1142.xml" /><Relationship Id="rId20" Type="http://schemas.openxmlformats.org/officeDocument/2006/relationships/tags" Target="../tags/tag1159.xml" /><Relationship Id="rId21" Type="http://schemas.openxmlformats.org/officeDocument/2006/relationships/tags" Target="../tags/tag1160.xml" /><Relationship Id="rId22" Type="http://schemas.openxmlformats.org/officeDocument/2006/relationships/tags" Target="../tags/tag1161.xml" /><Relationship Id="rId23" Type="http://schemas.openxmlformats.org/officeDocument/2006/relationships/tags" Target="../tags/tag1162.xml" /><Relationship Id="rId24" Type="http://schemas.openxmlformats.org/officeDocument/2006/relationships/tags" Target="../tags/tag1163.xml" /><Relationship Id="rId25" Type="http://schemas.openxmlformats.org/officeDocument/2006/relationships/tags" Target="../tags/tag1164.xml" /><Relationship Id="rId26" Type="http://schemas.openxmlformats.org/officeDocument/2006/relationships/tags" Target="../tags/tag1165.xml" /><Relationship Id="rId27" Type="http://schemas.openxmlformats.org/officeDocument/2006/relationships/tags" Target="../tags/tag1166.xml" /><Relationship Id="rId28" Type="http://schemas.openxmlformats.org/officeDocument/2006/relationships/tags" Target="../tags/tag1167.xml" /><Relationship Id="rId29" Type="http://schemas.openxmlformats.org/officeDocument/2006/relationships/tags" Target="../tags/tag1168.xml" /><Relationship Id="rId3" Type="http://schemas.openxmlformats.org/officeDocument/2006/relationships/tags" Target="../tags/tag1143.xml" /><Relationship Id="rId30" Type="http://schemas.openxmlformats.org/officeDocument/2006/relationships/tags" Target="../tags/tag1169.xml" /><Relationship Id="rId31" Type="http://schemas.openxmlformats.org/officeDocument/2006/relationships/tags" Target="../tags/tag1170.xml" /><Relationship Id="rId32" Type="http://schemas.openxmlformats.org/officeDocument/2006/relationships/tags" Target="../tags/tag1171.xml" /><Relationship Id="rId33" Type="http://schemas.openxmlformats.org/officeDocument/2006/relationships/tags" Target="../tags/tag1172.xml" /><Relationship Id="rId34" Type="http://schemas.openxmlformats.org/officeDocument/2006/relationships/tags" Target="../tags/tag1173.xml" /><Relationship Id="rId35" Type="http://schemas.openxmlformats.org/officeDocument/2006/relationships/tags" Target="../tags/tag1174.xml" /><Relationship Id="rId36" Type="http://schemas.openxmlformats.org/officeDocument/2006/relationships/tags" Target="../tags/tag1175.xml" /><Relationship Id="rId37" Type="http://schemas.openxmlformats.org/officeDocument/2006/relationships/tags" Target="../tags/tag1176.xml" /><Relationship Id="rId38" Type="http://schemas.openxmlformats.org/officeDocument/2006/relationships/tags" Target="../tags/tag1177.xml" /><Relationship Id="rId39" Type="http://schemas.openxmlformats.org/officeDocument/2006/relationships/tags" Target="../tags/tag1178.xml" /><Relationship Id="rId4" Type="http://schemas.openxmlformats.org/officeDocument/2006/relationships/image" Target="../media/image6.jpeg" /><Relationship Id="rId40" Type="http://schemas.openxmlformats.org/officeDocument/2006/relationships/tags" Target="../tags/tag1179.xml" /><Relationship Id="rId41" Type="http://schemas.openxmlformats.org/officeDocument/2006/relationships/tags" Target="../tags/tag1180.xml" /><Relationship Id="rId42" Type="http://schemas.openxmlformats.org/officeDocument/2006/relationships/tags" Target="../tags/tag1181.xml" /><Relationship Id="rId43" Type="http://schemas.openxmlformats.org/officeDocument/2006/relationships/tags" Target="../tags/tag1182.xml" /><Relationship Id="rId5" Type="http://schemas.openxmlformats.org/officeDocument/2006/relationships/tags" Target="../tags/tag1144.xml" /><Relationship Id="rId6" Type="http://schemas.openxmlformats.org/officeDocument/2006/relationships/tags" Target="../tags/tag1145.xml" /><Relationship Id="rId7" Type="http://schemas.openxmlformats.org/officeDocument/2006/relationships/tags" Target="../tags/tag1146.xml" /><Relationship Id="rId8" Type="http://schemas.openxmlformats.org/officeDocument/2006/relationships/tags" Target="../tags/tag1147.xml" /><Relationship Id="rId9" Type="http://schemas.openxmlformats.org/officeDocument/2006/relationships/tags" Target="../tags/tag1148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188.xml" /><Relationship Id="rId11" Type="http://schemas.openxmlformats.org/officeDocument/2006/relationships/image" Target="../media/image50.png" /><Relationship Id="rId12" Type="http://schemas.openxmlformats.org/officeDocument/2006/relationships/tags" Target="../tags/tag1189.xml" /><Relationship Id="rId13" Type="http://schemas.openxmlformats.org/officeDocument/2006/relationships/tags" Target="../tags/tag1190.xml" /><Relationship Id="rId14" Type="http://schemas.openxmlformats.org/officeDocument/2006/relationships/tags" Target="../tags/tag1191.xml" /><Relationship Id="rId15" Type="http://schemas.openxmlformats.org/officeDocument/2006/relationships/tags" Target="../tags/tag1192.xml" /><Relationship Id="rId16" Type="http://schemas.openxmlformats.org/officeDocument/2006/relationships/tags" Target="../tags/tag1193.xml" /><Relationship Id="rId17" Type="http://schemas.openxmlformats.org/officeDocument/2006/relationships/tags" Target="../tags/tag1194.xml" /><Relationship Id="rId18" Type="http://schemas.openxmlformats.org/officeDocument/2006/relationships/tags" Target="../tags/tag1195.xml" /><Relationship Id="rId19" Type="http://schemas.openxmlformats.org/officeDocument/2006/relationships/tags" Target="../tags/tag1196.xml" /><Relationship Id="rId2" Type="http://schemas.openxmlformats.org/officeDocument/2006/relationships/tags" Target="../tags/tag1183.xml" /><Relationship Id="rId20" Type="http://schemas.openxmlformats.org/officeDocument/2006/relationships/tags" Target="../tags/tag1197.xml" /><Relationship Id="rId21" Type="http://schemas.openxmlformats.org/officeDocument/2006/relationships/tags" Target="../tags/tag1198.xml" /><Relationship Id="rId22" Type="http://schemas.openxmlformats.org/officeDocument/2006/relationships/tags" Target="../tags/tag1199.xml" /><Relationship Id="rId23" Type="http://schemas.openxmlformats.org/officeDocument/2006/relationships/tags" Target="../tags/tag1200.xml" /><Relationship Id="rId24" Type="http://schemas.openxmlformats.org/officeDocument/2006/relationships/tags" Target="../tags/tag1201.xml" /><Relationship Id="rId25" Type="http://schemas.openxmlformats.org/officeDocument/2006/relationships/tags" Target="../tags/tag1202.xml" /><Relationship Id="rId26" Type="http://schemas.openxmlformats.org/officeDocument/2006/relationships/tags" Target="../tags/tag1203.xml" /><Relationship Id="rId27" Type="http://schemas.openxmlformats.org/officeDocument/2006/relationships/tags" Target="../tags/tag1204.xml" /><Relationship Id="rId28" Type="http://schemas.openxmlformats.org/officeDocument/2006/relationships/tags" Target="../tags/tag1205.xml" /><Relationship Id="rId29" Type="http://schemas.openxmlformats.org/officeDocument/2006/relationships/tags" Target="../tags/tag1206.xml" /><Relationship Id="rId3" Type="http://schemas.openxmlformats.org/officeDocument/2006/relationships/tags" Target="../tags/tag1184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185.xml" /><Relationship Id="rId7" Type="http://schemas.openxmlformats.org/officeDocument/2006/relationships/tags" Target="../tags/tag1186.xml" /><Relationship Id="rId8" Type="http://schemas.openxmlformats.org/officeDocument/2006/relationships/tags" Target="../tags/tag1187.xml" /><Relationship Id="rId9" Type="http://schemas.openxmlformats.org/officeDocument/2006/relationships/image" Target="../media/image49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13.xml" /><Relationship Id="rId11" Type="http://schemas.openxmlformats.org/officeDocument/2006/relationships/tags" Target="../tags/tag1214.xml" /><Relationship Id="rId12" Type="http://schemas.openxmlformats.org/officeDocument/2006/relationships/tags" Target="../tags/tag1215.xml" /><Relationship Id="rId13" Type="http://schemas.openxmlformats.org/officeDocument/2006/relationships/tags" Target="../tags/tag1216.xml" /><Relationship Id="rId14" Type="http://schemas.openxmlformats.org/officeDocument/2006/relationships/tags" Target="../tags/tag1217.xml" /><Relationship Id="rId15" Type="http://schemas.openxmlformats.org/officeDocument/2006/relationships/tags" Target="../tags/tag1218.xml" /><Relationship Id="rId16" Type="http://schemas.openxmlformats.org/officeDocument/2006/relationships/tags" Target="../tags/tag1219.xml" /><Relationship Id="rId17" Type="http://schemas.openxmlformats.org/officeDocument/2006/relationships/tags" Target="../tags/tag1220.xml" /><Relationship Id="rId18" Type="http://schemas.openxmlformats.org/officeDocument/2006/relationships/tags" Target="../tags/tag1221.xml" /><Relationship Id="rId19" Type="http://schemas.openxmlformats.org/officeDocument/2006/relationships/tags" Target="../tags/tag1222.xml" /><Relationship Id="rId2" Type="http://schemas.openxmlformats.org/officeDocument/2006/relationships/tags" Target="../tags/tag1207.xml" /><Relationship Id="rId20" Type="http://schemas.openxmlformats.org/officeDocument/2006/relationships/tags" Target="../tags/tag1223.xml" /><Relationship Id="rId21" Type="http://schemas.openxmlformats.org/officeDocument/2006/relationships/tags" Target="../tags/tag1224.xml" /><Relationship Id="rId22" Type="http://schemas.openxmlformats.org/officeDocument/2006/relationships/tags" Target="../tags/tag1225.xml" /><Relationship Id="rId23" Type="http://schemas.openxmlformats.org/officeDocument/2006/relationships/tags" Target="../tags/tag1226.xml" /><Relationship Id="rId24" Type="http://schemas.openxmlformats.org/officeDocument/2006/relationships/tags" Target="../tags/tag1227.xml" /><Relationship Id="rId25" Type="http://schemas.openxmlformats.org/officeDocument/2006/relationships/tags" Target="../tags/tag1228.xml" /><Relationship Id="rId26" Type="http://schemas.openxmlformats.org/officeDocument/2006/relationships/tags" Target="../tags/tag1229.xml" /><Relationship Id="rId27" Type="http://schemas.openxmlformats.org/officeDocument/2006/relationships/tags" Target="../tags/tag1230.xml" /><Relationship Id="rId28" Type="http://schemas.openxmlformats.org/officeDocument/2006/relationships/tags" Target="../tags/tag1231.xml" /><Relationship Id="rId29" Type="http://schemas.openxmlformats.org/officeDocument/2006/relationships/tags" Target="../tags/tag1232.xml" /><Relationship Id="rId3" Type="http://schemas.openxmlformats.org/officeDocument/2006/relationships/tags" Target="../tags/tag1208.xml" /><Relationship Id="rId30" Type="http://schemas.openxmlformats.org/officeDocument/2006/relationships/tags" Target="../tags/tag1233.xml" /><Relationship Id="rId31" Type="http://schemas.openxmlformats.org/officeDocument/2006/relationships/tags" Target="../tags/tag1234.xml" /><Relationship Id="rId32" Type="http://schemas.openxmlformats.org/officeDocument/2006/relationships/tags" Target="../tags/tag1235.xml" /><Relationship Id="rId33" Type="http://schemas.openxmlformats.org/officeDocument/2006/relationships/tags" Target="../tags/tag1236.xml" /><Relationship Id="rId34" Type="http://schemas.openxmlformats.org/officeDocument/2006/relationships/tags" Target="../tags/tag1237.xml" /><Relationship Id="rId35" Type="http://schemas.openxmlformats.org/officeDocument/2006/relationships/tags" Target="../tags/tag1238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209.xml" /><Relationship Id="rId7" Type="http://schemas.openxmlformats.org/officeDocument/2006/relationships/tags" Target="../tags/tag1210.xml" /><Relationship Id="rId8" Type="http://schemas.openxmlformats.org/officeDocument/2006/relationships/tags" Target="../tags/tag1211.xml" /><Relationship Id="rId9" Type="http://schemas.openxmlformats.org/officeDocument/2006/relationships/tags" Target="../tags/tag1212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45.xml" /><Relationship Id="rId11" Type="http://schemas.openxmlformats.org/officeDocument/2006/relationships/tags" Target="../tags/tag1246.xml" /><Relationship Id="rId12" Type="http://schemas.openxmlformats.org/officeDocument/2006/relationships/tags" Target="../tags/tag1247.xml" /><Relationship Id="rId13" Type="http://schemas.openxmlformats.org/officeDocument/2006/relationships/tags" Target="../tags/tag1248.xml" /><Relationship Id="rId14" Type="http://schemas.openxmlformats.org/officeDocument/2006/relationships/tags" Target="../tags/tag1249.xml" /><Relationship Id="rId15" Type="http://schemas.openxmlformats.org/officeDocument/2006/relationships/tags" Target="../tags/tag1250.xml" /><Relationship Id="rId16" Type="http://schemas.openxmlformats.org/officeDocument/2006/relationships/tags" Target="../tags/tag1251.xml" /><Relationship Id="rId17" Type="http://schemas.openxmlformats.org/officeDocument/2006/relationships/tags" Target="../tags/tag1252.xml" /><Relationship Id="rId18" Type="http://schemas.openxmlformats.org/officeDocument/2006/relationships/tags" Target="../tags/tag1253.xml" /><Relationship Id="rId19" Type="http://schemas.openxmlformats.org/officeDocument/2006/relationships/tags" Target="../tags/tag1254.xml" /><Relationship Id="rId2" Type="http://schemas.openxmlformats.org/officeDocument/2006/relationships/tags" Target="../tags/tag1239.xml" /><Relationship Id="rId20" Type="http://schemas.openxmlformats.org/officeDocument/2006/relationships/tags" Target="../tags/tag1255.xml" /><Relationship Id="rId21" Type="http://schemas.openxmlformats.org/officeDocument/2006/relationships/tags" Target="../tags/tag1256.xml" /><Relationship Id="rId22" Type="http://schemas.openxmlformats.org/officeDocument/2006/relationships/tags" Target="../tags/tag1257.xml" /><Relationship Id="rId23" Type="http://schemas.openxmlformats.org/officeDocument/2006/relationships/tags" Target="../tags/tag1258.xml" /><Relationship Id="rId24" Type="http://schemas.openxmlformats.org/officeDocument/2006/relationships/tags" Target="../tags/tag1259.xml" /><Relationship Id="rId25" Type="http://schemas.openxmlformats.org/officeDocument/2006/relationships/tags" Target="../tags/tag1260.xml" /><Relationship Id="rId3" Type="http://schemas.openxmlformats.org/officeDocument/2006/relationships/tags" Target="../tags/tag1240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241.xml" /><Relationship Id="rId7" Type="http://schemas.openxmlformats.org/officeDocument/2006/relationships/tags" Target="../tags/tag1242.xml" /><Relationship Id="rId8" Type="http://schemas.openxmlformats.org/officeDocument/2006/relationships/tags" Target="../tags/tag1243.xml" /><Relationship Id="rId9" Type="http://schemas.openxmlformats.org/officeDocument/2006/relationships/tags" Target="../tags/tag1244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67.xml" /><Relationship Id="rId11" Type="http://schemas.openxmlformats.org/officeDocument/2006/relationships/tags" Target="../tags/tag1268.xml" /><Relationship Id="rId12" Type="http://schemas.openxmlformats.org/officeDocument/2006/relationships/tags" Target="../tags/tag1269.xml" /><Relationship Id="rId13" Type="http://schemas.openxmlformats.org/officeDocument/2006/relationships/tags" Target="../tags/tag1270.xml" /><Relationship Id="rId14" Type="http://schemas.openxmlformats.org/officeDocument/2006/relationships/tags" Target="../tags/tag1271.xml" /><Relationship Id="rId15" Type="http://schemas.openxmlformats.org/officeDocument/2006/relationships/tags" Target="../tags/tag1272.xml" /><Relationship Id="rId16" Type="http://schemas.openxmlformats.org/officeDocument/2006/relationships/tags" Target="../tags/tag1273.xml" /><Relationship Id="rId17" Type="http://schemas.openxmlformats.org/officeDocument/2006/relationships/tags" Target="../tags/tag1274.xml" /><Relationship Id="rId18" Type="http://schemas.openxmlformats.org/officeDocument/2006/relationships/tags" Target="../tags/tag1275.xml" /><Relationship Id="rId19" Type="http://schemas.openxmlformats.org/officeDocument/2006/relationships/tags" Target="../tags/tag1276.xml" /><Relationship Id="rId2" Type="http://schemas.openxmlformats.org/officeDocument/2006/relationships/tags" Target="../tags/tag1261.xml" /><Relationship Id="rId20" Type="http://schemas.openxmlformats.org/officeDocument/2006/relationships/tags" Target="../tags/tag1277.xml" /><Relationship Id="rId21" Type="http://schemas.openxmlformats.org/officeDocument/2006/relationships/tags" Target="../tags/tag1278.xml" /><Relationship Id="rId22" Type="http://schemas.openxmlformats.org/officeDocument/2006/relationships/tags" Target="../tags/tag1279.xml" /><Relationship Id="rId23" Type="http://schemas.openxmlformats.org/officeDocument/2006/relationships/tags" Target="../tags/tag1280.xml" /><Relationship Id="rId24" Type="http://schemas.openxmlformats.org/officeDocument/2006/relationships/tags" Target="../tags/tag1281.xml" /><Relationship Id="rId25" Type="http://schemas.openxmlformats.org/officeDocument/2006/relationships/tags" Target="../tags/tag1282.xml" /><Relationship Id="rId26" Type="http://schemas.openxmlformats.org/officeDocument/2006/relationships/tags" Target="../tags/tag1283.xml" /><Relationship Id="rId3" Type="http://schemas.openxmlformats.org/officeDocument/2006/relationships/tags" Target="../tags/tag1262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263.xml" /><Relationship Id="rId7" Type="http://schemas.openxmlformats.org/officeDocument/2006/relationships/tags" Target="../tags/tag1264.xml" /><Relationship Id="rId8" Type="http://schemas.openxmlformats.org/officeDocument/2006/relationships/tags" Target="../tags/tag1265.xml" /><Relationship Id="rId9" Type="http://schemas.openxmlformats.org/officeDocument/2006/relationships/tags" Target="../tags/tag1266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90.xml" /><Relationship Id="rId11" Type="http://schemas.openxmlformats.org/officeDocument/2006/relationships/tags" Target="../tags/tag1291.xml" /><Relationship Id="rId12" Type="http://schemas.openxmlformats.org/officeDocument/2006/relationships/tags" Target="../tags/tag1292.xml" /><Relationship Id="rId13" Type="http://schemas.openxmlformats.org/officeDocument/2006/relationships/tags" Target="../tags/tag1293.xml" /><Relationship Id="rId14" Type="http://schemas.openxmlformats.org/officeDocument/2006/relationships/tags" Target="../tags/tag1294.xml" /><Relationship Id="rId15" Type="http://schemas.openxmlformats.org/officeDocument/2006/relationships/tags" Target="../tags/tag1295.xml" /><Relationship Id="rId16" Type="http://schemas.openxmlformats.org/officeDocument/2006/relationships/tags" Target="../tags/tag1296.xml" /><Relationship Id="rId17" Type="http://schemas.openxmlformats.org/officeDocument/2006/relationships/tags" Target="../tags/tag1297.xml" /><Relationship Id="rId18" Type="http://schemas.openxmlformats.org/officeDocument/2006/relationships/tags" Target="../tags/tag1298.xml" /><Relationship Id="rId19" Type="http://schemas.openxmlformats.org/officeDocument/2006/relationships/tags" Target="../tags/tag1299.xml" /><Relationship Id="rId2" Type="http://schemas.openxmlformats.org/officeDocument/2006/relationships/tags" Target="../tags/tag1284.xml" /><Relationship Id="rId20" Type="http://schemas.openxmlformats.org/officeDocument/2006/relationships/tags" Target="../tags/tag1300.xml" /><Relationship Id="rId21" Type="http://schemas.openxmlformats.org/officeDocument/2006/relationships/tags" Target="../tags/tag1301.xml" /><Relationship Id="rId22" Type="http://schemas.openxmlformats.org/officeDocument/2006/relationships/tags" Target="../tags/tag1302.xml" /><Relationship Id="rId23" Type="http://schemas.openxmlformats.org/officeDocument/2006/relationships/tags" Target="../tags/tag1303.xml" /><Relationship Id="rId24" Type="http://schemas.openxmlformats.org/officeDocument/2006/relationships/tags" Target="../tags/tag1304.xml" /><Relationship Id="rId25" Type="http://schemas.openxmlformats.org/officeDocument/2006/relationships/tags" Target="../tags/tag1305.xml" /><Relationship Id="rId3" Type="http://schemas.openxmlformats.org/officeDocument/2006/relationships/tags" Target="../tags/tag1285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286.xml" /><Relationship Id="rId7" Type="http://schemas.openxmlformats.org/officeDocument/2006/relationships/tags" Target="../tags/tag1287.xml" /><Relationship Id="rId8" Type="http://schemas.openxmlformats.org/officeDocument/2006/relationships/tags" Target="../tags/tag1288.xml" /><Relationship Id="rId9" Type="http://schemas.openxmlformats.org/officeDocument/2006/relationships/tags" Target="../tags/tag1289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312.xml" /><Relationship Id="rId11" Type="http://schemas.openxmlformats.org/officeDocument/2006/relationships/tags" Target="../tags/tag1313.xml" /><Relationship Id="rId12" Type="http://schemas.openxmlformats.org/officeDocument/2006/relationships/tags" Target="../tags/tag1314.xml" /><Relationship Id="rId13" Type="http://schemas.openxmlformats.org/officeDocument/2006/relationships/tags" Target="../tags/tag1315.xml" /><Relationship Id="rId14" Type="http://schemas.openxmlformats.org/officeDocument/2006/relationships/tags" Target="../tags/tag1316.xml" /><Relationship Id="rId15" Type="http://schemas.openxmlformats.org/officeDocument/2006/relationships/tags" Target="../tags/tag1317.xml" /><Relationship Id="rId16" Type="http://schemas.openxmlformats.org/officeDocument/2006/relationships/tags" Target="../tags/tag1318.xml" /><Relationship Id="rId17" Type="http://schemas.openxmlformats.org/officeDocument/2006/relationships/tags" Target="../tags/tag1319.xml" /><Relationship Id="rId18" Type="http://schemas.openxmlformats.org/officeDocument/2006/relationships/tags" Target="../tags/tag1320.xml" /><Relationship Id="rId19" Type="http://schemas.openxmlformats.org/officeDocument/2006/relationships/tags" Target="../tags/tag1321.xml" /><Relationship Id="rId2" Type="http://schemas.openxmlformats.org/officeDocument/2006/relationships/tags" Target="../tags/tag1306.xml" /><Relationship Id="rId20" Type="http://schemas.openxmlformats.org/officeDocument/2006/relationships/tags" Target="../tags/tag1322.xml" /><Relationship Id="rId21" Type="http://schemas.openxmlformats.org/officeDocument/2006/relationships/tags" Target="../tags/tag1323.xml" /><Relationship Id="rId22" Type="http://schemas.openxmlformats.org/officeDocument/2006/relationships/tags" Target="../tags/tag1324.xml" /><Relationship Id="rId23" Type="http://schemas.openxmlformats.org/officeDocument/2006/relationships/tags" Target="../tags/tag1325.xml" /><Relationship Id="rId24" Type="http://schemas.openxmlformats.org/officeDocument/2006/relationships/tags" Target="../tags/tag1326.xml" /><Relationship Id="rId3" Type="http://schemas.openxmlformats.org/officeDocument/2006/relationships/tags" Target="../tags/tag1307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308.xml" /><Relationship Id="rId7" Type="http://schemas.openxmlformats.org/officeDocument/2006/relationships/tags" Target="../tags/tag1309.xml" /><Relationship Id="rId8" Type="http://schemas.openxmlformats.org/officeDocument/2006/relationships/tags" Target="../tags/tag1310.xml" /><Relationship Id="rId9" Type="http://schemas.openxmlformats.org/officeDocument/2006/relationships/tags" Target="../tags/tag1311.xml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334.xml" /><Relationship Id="rId11" Type="http://schemas.openxmlformats.org/officeDocument/2006/relationships/tags" Target="../tags/tag1335.xml" /><Relationship Id="rId12" Type="http://schemas.openxmlformats.org/officeDocument/2006/relationships/tags" Target="../tags/tag1336.xml" /><Relationship Id="rId13" Type="http://schemas.openxmlformats.org/officeDocument/2006/relationships/tags" Target="../tags/tag1337.xml" /><Relationship Id="rId14" Type="http://schemas.openxmlformats.org/officeDocument/2006/relationships/tags" Target="../tags/tag1338.xml" /><Relationship Id="rId15" Type="http://schemas.openxmlformats.org/officeDocument/2006/relationships/tags" Target="../tags/tag1339.xml" /><Relationship Id="rId16" Type="http://schemas.openxmlformats.org/officeDocument/2006/relationships/tags" Target="../tags/tag1340.xml" /><Relationship Id="rId17" Type="http://schemas.openxmlformats.org/officeDocument/2006/relationships/tags" Target="../tags/tag1341.xml" /><Relationship Id="rId18" Type="http://schemas.openxmlformats.org/officeDocument/2006/relationships/tags" Target="../tags/tag1342.xml" /><Relationship Id="rId19" Type="http://schemas.openxmlformats.org/officeDocument/2006/relationships/tags" Target="../tags/tag1343.xml" /><Relationship Id="rId2" Type="http://schemas.openxmlformats.org/officeDocument/2006/relationships/tags" Target="../tags/tag1327.xml" /><Relationship Id="rId20" Type="http://schemas.openxmlformats.org/officeDocument/2006/relationships/tags" Target="../tags/tag1344.xml" /><Relationship Id="rId21" Type="http://schemas.openxmlformats.org/officeDocument/2006/relationships/tags" Target="../tags/tag1345.xml" /><Relationship Id="rId22" Type="http://schemas.openxmlformats.org/officeDocument/2006/relationships/tags" Target="../tags/tag1346.xml" /><Relationship Id="rId23" Type="http://schemas.openxmlformats.org/officeDocument/2006/relationships/tags" Target="../tags/tag1347.xml" /><Relationship Id="rId24" Type="http://schemas.openxmlformats.org/officeDocument/2006/relationships/tags" Target="../tags/tag1348.xml" /><Relationship Id="rId25" Type="http://schemas.openxmlformats.org/officeDocument/2006/relationships/tags" Target="../tags/tag1349.xml" /><Relationship Id="rId26" Type="http://schemas.openxmlformats.org/officeDocument/2006/relationships/tags" Target="../tags/tag1350.xml" /><Relationship Id="rId27" Type="http://schemas.openxmlformats.org/officeDocument/2006/relationships/tags" Target="../tags/tag1351.xml" /><Relationship Id="rId28" Type="http://schemas.openxmlformats.org/officeDocument/2006/relationships/tags" Target="../tags/tag1352.xml" /><Relationship Id="rId29" Type="http://schemas.openxmlformats.org/officeDocument/2006/relationships/tags" Target="../tags/tag1353.xml" /><Relationship Id="rId3" Type="http://schemas.openxmlformats.org/officeDocument/2006/relationships/tags" Target="../tags/tag1328.xml" /><Relationship Id="rId30" Type="http://schemas.openxmlformats.org/officeDocument/2006/relationships/tags" Target="../tags/tag1354.xml" /><Relationship Id="rId31" Type="http://schemas.openxmlformats.org/officeDocument/2006/relationships/tags" Target="../tags/tag1355.xml" /><Relationship Id="rId32" Type="http://schemas.openxmlformats.org/officeDocument/2006/relationships/tags" Target="../tags/tag1356.xml" /><Relationship Id="rId33" Type="http://schemas.openxmlformats.org/officeDocument/2006/relationships/tags" Target="../tags/tag1357.xml" /><Relationship Id="rId34" Type="http://schemas.openxmlformats.org/officeDocument/2006/relationships/tags" Target="../tags/tag1358.xml" /><Relationship Id="rId35" Type="http://schemas.openxmlformats.org/officeDocument/2006/relationships/tags" Target="../tags/tag1359.xml" /><Relationship Id="rId36" Type="http://schemas.openxmlformats.org/officeDocument/2006/relationships/tags" Target="../tags/tag1360.xml" /><Relationship Id="rId37" Type="http://schemas.openxmlformats.org/officeDocument/2006/relationships/tags" Target="../tags/tag1361.xml" /><Relationship Id="rId38" Type="http://schemas.openxmlformats.org/officeDocument/2006/relationships/tags" Target="../tags/tag1362.xml" /><Relationship Id="rId39" Type="http://schemas.openxmlformats.org/officeDocument/2006/relationships/tags" Target="../tags/tag1363.xml" /><Relationship Id="rId4" Type="http://schemas.openxmlformats.org/officeDocument/2006/relationships/image" Target="../media/image6.jpeg" /><Relationship Id="rId40" Type="http://schemas.openxmlformats.org/officeDocument/2006/relationships/tags" Target="../tags/tag1364.xml" /><Relationship Id="rId41" Type="http://schemas.openxmlformats.org/officeDocument/2006/relationships/tags" Target="../tags/tag1365.xml" /><Relationship Id="rId42" Type="http://schemas.openxmlformats.org/officeDocument/2006/relationships/tags" Target="../tags/tag1366.xml" /><Relationship Id="rId43" Type="http://schemas.openxmlformats.org/officeDocument/2006/relationships/tags" Target="../tags/tag1367.xml" /><Relationship Id="rId5" Type="http://schemas.openxmlformats.org/officeDocument/2006/relationships/tags" Target="../tags/tag1329.xml" /><Relationship Id="rId6" Type="http://schemas.openxmlformats.org/officeDocument/2006/relationships/tags" Target="../tags/tag1330.xml" /><Relationship Id="rId7" Type="http://schemas.openxmlformats.org/officeDocument/2006/relationships/tags" Target="../tags/tag1331.xml" /><Relationship Id="rId8" Type="http://schemas.openxmlformats.org/officeDocument/2006/relationships/tags" Target="../tags/tag1332.xml" /><Relationship Id="rId9" Type="http://schemas.openxmlformats.org/officeDocument/2006/relationships/tags" Target="../tags/tag1333.xml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374.xml" /><Relationship Id="rId11" Type="http://schemas.openxmlformats.org/officeDocument/2006/relationships/tags" Target="../tags/tag1375.xml" /><Relationship Id="rId12" Type="http://schemas.openxmlformats.org/officeDocument/2006/relationships/tags" Target="../tags/tag1376.xml" /><Relationship Id="rId13" Type="http://schemas.openxmlformats.org/officeDocument/2006/relationships/tags" Target="../tags/tag1377.xml" /><Relationship Id="rId14" Type="http://schemas.openxmlformats.org/officeDocument/2006/relationships/tags" Target="../tags/tag1378.xml" /><Relationship Id="rId15" Type="http://schemas.openxmlformats.org/officeDocument/2006/relationships/tags" Target="../tags/tag1379.xml" /><Relationship Id="rId16" Type="http://schemas.openxmlformats.org/officeDocument/2006/relationships/tags" Target="../tags/tag1380.xml" /><Relationship Id="rId17" Type="http://schemas.openxmlformats.org/officeDocument/2006/relationships/tags" Target="../tags/tag1381.xml" /><Relationship Id="rId18" Type="http://schemas.openxmlformats.org/officeDocument/2006/relationships/tags" Target="../tags/tag1382.xml" /><Relationship Id="rId19" Type="http://schemas.openxmlformats.org/officeDocument/2006/relationships/tags" Target="../tags/tag1383.xml" /><Relationship Id="rId2" Type="http://schemas.openxmlformats.org/officeDocument/2006/relationships/tags" Target="../tags/tag1368.xml" /><Relationship Id="rId20" Type="http://schemas.openxmlformats.org/officeDocument/2006/relationships/tags" Target="../tags/tag1384.xml" /><Relationship Id="rId21" Type="http://schemas.openxmlformats.org/officeDocument/2006/relationships/tags" Target="../tags/tag1385.xml" /><Relationship Id="rId22" Type="http://schemas.openxmlformats.org/officeDocument/2006/relationships/tags" Target="../tags/tag1386.xml" /><Relationship Id="rId23" Type="http://schemas.openxmlformats.org/officeDocument/2006/relationships/tags" Target="../tags/tag1387.xml" /><Relationship Id="rId24" Type="http://schemas.openxmlformats.org/officeDocument/2006/relationships/tags" Target="../tags/tag1388.xml" /><Relationship Id="rId25" Type="http://schemas.openxmlformats.org/officeDocument/2006/relationships/tags" Target="../tags/tag1389.xml" /><Relationship Id="rId26" Type="http://schemas.openxmlformats.org/officeDocument/2006/relationships/tags" Target="../tags/tag1390.xml" /><Relationship Id="rId27" Type="http://schemas.openxmlformats.org/officeDocument/2006/relationships/tags" Target="../tags/tag1391.xml" /><Relationship Id="rId28" Type="http://schemas.openxmlformats.org/officeDocument/2006/relationships/oleObject" Target="../embeddings/oleObject40.bin" TargetMode="Internal" /><Relationship Id="rId29" Type="http://schemas.openxmlformats.org/officeDocument/2006/relationships/image" Target="../media/image51.wmf" /><Relationship Id="rId3" Type="http://schemas.openxmlformats.org/officeDocument/2006/relationships/tags" Target="../tags/tag1369.xml" /><Relationship Id="rId30" Type="http://schemas.openxmlformats.org/officeDocument/2006/relationships/tags" Target="../tags/tag1392.xml" /><Relationship Id="rId31" Type="http://schemas.openxmlformats.org/officeDocument/2006/relationships/oleObject" Target="../embeddings/oleObject41.bin" TargetMode="Internal" /><Relationship Id="rId32" Type="http://schemas.openxmlformats.org/officeDocument/2006/relationships/image" Target="../media/image52.wmf" /><Relationship Id="rId33" Type="http://schemas.openxmlformats.org/officeDocument/2006/relationships/tags" Target="../tags/tag1393.xml" /><Relationship Id="rId34" Type="http://schemas.openxmlformats.org/officeDocument/2006/relationships/oleObject" Target="../embeddings/oleObject42.bin" TargetMode="Internal" /><Relationship Id="rId35" Type="http://schemas.openxmlformats.org/officeDocument/2006/relationships/image" Target="../media/image53.wmf" /><Relationship Id="rId36" Type="http://schemas.openxmlformats.org/officeDocument/2006/relationships/tags" Target="../tags/tag1394.xml" /><Relationship Id="rId37" Type="http://schemas.openxmlformats.org/officeDocument/2006/relationships/oleObject" Target="../embeddings/oleObject43.bin" TargetMode="Internal" /><Relationship Id="rId38" Type="http://schemas.openxmlformats.org/officeDocument/2006/relationships/tags" Target="../tags/tag1395.xml" /><Relationship Id="rId39" Type="http://schemas.openxmlformats.org/officeDocument/2006/relationships/oleObject" Target="../embeddings/oleObject44.bin" TargetMode="Internal" /><Relationship Id="rId4" Type="http://schemas.openxmlformats.org/officeDocument/2006/relationships/image" Target="../media/image4.png" /><Relationship Id="rId40" Type="http://schemas.openxmlformats.org/officeDocument/2006/relationships/tags" Target="../tags/tag1396.xml" /><Relationship Id="rId41" Type="http://schemas.openxmlformats.org/officeDocument/2006/relationships/oleObject" Target="../embeddings/oleObject45.bin" TargetMode="Internal" /><Relationship Id="rId42" Type="http://schemas.openxmlformats.org/officeDocument/2006/relationships/tags" Target="../tags/tag1397.xml" /><Relationship Id="rId43" Type="http://schemas.openxmlformats.org/officeDocument/2006/relationships/oleObject" Target="../embeddings/oleObject46.bin" TargetMode="Internal" /><Relationship Id="rId44" Type="http://schemas.openxmlformats.org/officeDocument/2006/relationships/vmlDrawing" Target="../drawings/vmlDrawing15.vml" /><Relationship Id="rId5" Type="http://schemas.microsoft.com/office/2007/relationships/hdphoto" Target="../media/image5.wdp" /><Relationship Id="rId6" Type="http://schemas.openxmlformats.org/officeDocument/2006/relationships/tags" Target="../tags/tag1370.xml" /><Relationship Id="rId7" Type="http://schemas.openxmlformats.org/officeDocument/2006/relationships/tags" Target="../tags/tag1371.xml" /><Relationship Id="rId8" Type="http://schemas.openxmlformats.org/officeDocument/2006/relationships/tags" Target="../tags/tag1372.xml" /><Relationship Id="rId9" Type="http://schemas.openxmlformats.org/officeDocument/2006/relationships/tags" Target="../tags/tag1373.xml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404.xml" /><Relationship Id="rId11" Type="http://schemas.openxmlformats.org/officeDocument/2006/relationships/tags" Target="../tags/tag1405.xml" /><Relationship Id="rId12" Type="http://schemas.openxmlformats.org/officeDocument/2006/relationships/tags" Target="../tags/tag1406.xml" /><Relationship Id="rId13" Type="http://schemas.openxmlformats.org/officeDocument/2006/relationships/tags" Target="../tags/tag1407.xml" /><Relationship Id="rId14" Type="http://schemas.openxmlformats.org/officeDocument/2006/relationships/tags" Target="../tags/tag1408.xml" /><Relationship Id="rId15" Type="http://schemas.openxmlformats.org/officeDocument/2006/relationships/tags" Target="../tags/tag1409.xml" /><Relationship Id="rId16" Type="http://schemas.openxmlformats.org/officeDocument/2006/relationships/tags" Target="../tags/tag1410.xml" /><Relationship Id="rId17" Type="http://schemas.openxmlformats.org/officeDocument/2006/relationships/tags" Target="../tags/tag1411.xml" /><Relationship Id="rId18" Type="http://schemas.openxmlformats.org/officeDocument/2006/relationships/tags" Target="../tags/tag1412.xml" /><Relationship Id="rId19" Type="http://schemas.openxmlformats.org/officeDocument/2006/relationships/tags" Target="../tags/tag1413.xml" /><Relationship Id="rId2" Type="http://schemas.openxmlformats.org/officeDocument/2006/relationships/tags" Target="../tags/tag1398.xml" /><Relationship Id="rId20" Type="http://schemas.openxmlformats.org/officeDocument/2006/relationships/tags" Target="../tags/tag1414.xml" /><Relationship Id="rId21" Type="http://schemas.openxmlformats.org/officeDocument/2006/relationships/tags" Target="../tags/tag1415.xml" /><Relationship Id="rId22" Type="http://schemas.openxmlformats.org/officeDocument/2006/relationships/tags" Target="../tags/tag1416.xml" /><Relationship Id="rId23" Type="http://schemas.openxmlformats.org/officeDocument/2006/relationships/tags" Target="../tags/tag1417.xml" /><Relationship Id="rId24" Type="http://schemas.openxmlformats.org/officeDocument/2006/relationships/tags" Target="../tags/tag1418.xml" /><Relationship Id="rId25" Type="http://schemas.openxmlformats.org/officeDocument/2006/relationships/oleObject" Target="../embeddings/oleObject47.bin" TargetMode="Internal" /><Relationship Id="rId26" Type="http://schemas.openxmlformats.org/officeDocument/2006/relationships/image" Target="../media/image54.wmf" /><Relationship Id="rId27" Type="http://schemas.openxmlformats.org/officeDocument/2006/relationships/tags" Target="../tags/tag1419.xml" /><Relationship Id="rId28" Type="http://schemas.openxmlformats.org/officeDocument/2006/relationships/oleObject" Target="../embeddings/oleObject48.bin" TargetMode="Internal" /><Relationship Id="rId29" Type="http://schemas.openxmlformats.org/officeDocument/2006/relationships/image" Target="../media/image55.wmf" /><Relationship Id="rId3" Type="http://schemas.openxmlformats.org/officeDocument/2006/relationships/tags" Target="../tags/tag1399.xml" /><Relationship Id="rId30" Type="http://schemas.openxmlformats.org/officeDocument/2006/relationships/tags" Target="../tags/tag1420.xml" /><Relationship Id="rId31" Type="http://schemas.openxmlformats.org/officeDocument/2006/relationships/oleObject" Target="../embeddings/oleObject49.bin" TargetMode="Internal" /><Relationship Id="rId32" Type="http://schemas.openxmlformats.org/officeDocument/2006/relationships/image" Target="../media/image56.wmf" /><Relationship Id="rId33" Type="http://schemas.openxmlformats.org/officeDocument/2006/relationships/tags" Target="../tags/tag1421.xml" /><Relationship Id="rId34" Type="http://schemas.openxmlformats.org/officeDocument/2006/relationships/oleObject" Target="../embeddings/oleObject50.bin" TargetMode="Internal" /><Relationship Id="rId35" Type="http://schemas.openxmlformats.org/officeDocument/2006/relationships/image" Target="../media/image57.wmf" /><Relationship Id="rId36" Type="http://schemas.openxmlformats.org/officeDocument/2006/relationships/vmlDrawing" Target="../drawings/vmlDrawing16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400.xml" /><Relationship Id="rId7" Type="http://schemas.openxmlformats.org/officeDocument/2006/relationships/tags" Target="../tags/tag1401.xml" /><Relationship Id="rId8" Type="http://schemas.openxmlformats.org/officeDocument/2006/relationships/tags" Target="../tags/tag1402.xml" /><Relationship Id="rId9" Type="http://schemas.openxmlformats.org/officeDocument/2006/relationships/tags" Target="../tags/tag1403.xml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428.xml" /><Relationship Id="rId11" Type="http://schemas.openxmlformats.org/officeDocument/2006/relationships/tags" Target="../tags/tag1429.xml" /><Relationship Id="rId12" Type="http://schemas.openxmlformats.org/officeDocument/2006/relationships/tags" Target="../tags/tag1430.xml" /><Relationship Id="rId13" Type="http://schemas.openxmlformats.org/officeDocument/2006/relationships/tags" Target="../tags/tag1431.xml" /><Relationship Id="rId14" Type="http://schemas.openxmlformats.org/officeDocument/2006/relationships/tags" Target="../tags/tag1432.xml" /><Relationship Id="rId15" Type="http://schemas.openxmlformats.org/officeDocument/2006/relationships/tags" Target="../tags/tag1433.xml" /><Relationship Id="rId16" Type="http://schemas.openxmlformats.org/officeDocument/2006/relationships/tags" Target="../tags/tag1434.xml" /><Relationship Id="rId17" Type="http://schemas.openxmlformats.org/officeDocument/2006/relationships/tags" Target="../tags/tag1435.xml" /><Relationship Id="rId18" Type="http://schemas.openxmlformats.org/officeDocument/2006/relationships/tags" Target="../tags/tag1436.xml" /><Relationship Id="rId19" Type="http://schemas.openxmlformats.org/officeDocument/2006/relationships/tags" Target="../tags/tag1437.xml" /><Relationship Id="rId2" Type="http://schemas.openxmlformats.org/officeDocument/2006/relationships/tags" Target="../tags/tag1422.xml" /><Relationship Id="rId20" Type="http://schemas.openxmlformats.org/officeDocument/2006/relationships/tags" Target="../tags/tag1438.xml" /><Relationship Id="rId21" Type="http://schemas.openxmlformats.org/officeDocument/2006/relationships/tags" Target="../tags/tag1439.xml" /><Relationship Id="rId22" Type="http://schemas.openxmlformats.org/officeDocument/2006/relationships/tags" Target="../tags/tag1440.xml" /><Relationship Id="rId23" Type="http://schemas.openxmlformats.org/officeDocument/2006/relationships/tags" Target="../tags/tag1441.xml" /><Relationship Id="rId24" Type="http://schemas.openxmlformats.org/officeDocument/2006/relationships/tags" Target="../tags/tag1442.xml" /><Relationship Id="rId25" Type="http://schemas.openxmlformats.org/officeDocument/2006/relationships/oleObject" Target="../embeddings/oleObject51.bin" TargetMode="Internal" /><Relationship Id="rId26" Type="http://schemas.openxmlformats.org/officeDocument/2006/relationships/image" Target="../media/image58.wmf" /><Relationship Id="rId27" Type="http://schemas.openxmlformats.org/officeDocument/2006/relationships/tags" Target="../tags/tag1443.xml" /><Relationship Id="rId28" Type="http://schemas.openxmlformats.org/officeDocument/2006/relationships/oleObject" Target="../embeddings/oleObject52.bin" TargetMode="Internal" /><Relationship Id="rId29" Type="http://schemas.openxmlformats.org/officeDocument/2006/relationships/image" Target="../media/image52.wmf" /><Relationship Id="rId3" Type="http://schemas.openxmlformats.org/officeDocument/2006/relationships/tags" Target="../tags/tag1423.xml" /><Relationship Id="rId30" Type="http://schemas.openxmlformats.org/officeDocument/2006/relationships/tags" Target="../tags/tag1444.xml" /><Relationship Id="rId31" Type="http://schemas.openxmlformats.org/officeDocument/2006/relationships/oleObject" Target="../embeddings/oleObject53.bin" TargetMode="Internal" /><Relationship Id="rId32" Type="http://schemas.openxmlformats.org/officeDocument/2006/relationships/image" Target="../media/image53.wmf" /><Relationship Id="rId33" Type="http://schemas.openxmlformats.org/officeDocument/2006/relationships/tags" Target="../tags/tag1445.xml" /><Relationship Id="rId34" Type="http://schemas.openxmlformats.org/officeDocument/2006/relationships/oleObject" Target="../embeddings/oleObject54.bin" TargetMode="Internal" /><Relationship Id="rId35" Type="http://schemas.openxmlformats.org/officeDocument/2006/relationships/tags" Target="../tags/tag1446.xml" /><Relationship Id="rId36" Type="http://schemas.openxmlformats.org/officeDocument/2006/relationships/oleObject" Target="../embeddings/oleObject55.bin" TargetMode="Internal" /><Relationship Id="rId37" Type="http://schemas.openxmlformats.org/officeDocument/2006/relationships/tags" Target="../tags/tag1447.xml" /><Relationship Id="rId38" Type="http://schemas.openxmlformats.org/officeDocument/2006/relationships/oleObject" Target="../embeddings/oleObject56.bin" TargetMode="Internal" /><Relationship Id="rId39" Type="http://schemas.openxmlformats.org/officeDocument/2006/relationships/tags" Target="../tags/tag1448.xml" /><Relationship Id="rId4" Type="http://schemas.openxmlformats.org/officeDocument/2006/relationships/image" Target="../media/image4.png" /><Relationship Id="rId40" Type="http://schemas.openxmlformats.org/officeDocument/2006/relationships/oleObject" Target="../embeddings/oleObject57.bin" TargetMode="Internal" /><Relationship Id="rId41" Type="http://schemas.openxmlformats.org/officeDocument/2006/relationships/tags" Target="../tags/tag1449.xml" /><Relationship Id="rId42" Type="http://schemas.openxmlformats.org/officeDocument/2006/relationships/oleObject" Target="../embeddings/oleObject58.bin" TargetMode="Internal" /><Relationship Id="rId43" Type="http://schemas.openxmlformats.org/officeDocument/2006/relationships/tags" Target="../tags/tag1450.xml" /><Relationship Id="rId44" Type="http://schemas.openxmlformats.org/officeDocument/2006/relationships/oleObject" Target="../embeddings/oleObject59.bin" TargetMode="Internal" /><Relationship Id="rId45" Type="http://schemas.openxmlformats.org/officeDocument/2006/relationships/vmlDrawing" Target="../drawings/vmlDrawing17.vml" /><Relationship Id="rId5" Type="http://schemas.microsoft.com/office/2007/relationships/hdphoto" Target="../media/image5.wdp" /><Relationship Id="rId6" Type="http://schemas.openxmlformats.org/officeDocument/2006/relationships/tags" Target="../tags/tag1424.xml" /><Relationship Id="rId7" Type="http://schemas.openxmlformats.org/officeDocument/2006/relationships/tags" Target="../tags/tag1425.xml" /><Relationship Id="rId8" Type="http://schemas.openxmlformats.org/officeDocument/2006/relationships/tags" Target="../tags/tag1426.xml" /><Relationship Id="rId9" Type="http://schemas.openxmlformats.org/officeDocument/2006/relationships/tags" Target="../tags/tag1427.xml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457.xml" /><Relationship Id="rId11" Type="http://schemas.openxmlformats.org/officeDocument/2006/relationships/tags" Target="../tags/tag1458.xml" /><Relationship Id="rId12" Type="http://schemas.openxmlformats.org/officeDocument/2006/relationships/tags" Target="../tags/tag1459.xml" /><Relationship Id="rId13" Type="http://schemas.openxmlformats.org/officeDocument/2006/relationships/tags" Target="../tags/tag1460.xml" /><Relationship Id="rId14" Type="http://schemas.openxmlformats.org/officeDocument/2006/relationships/tags" Target="../tags/tag1461.xml" /><Relationship Id="rId15" Type="http://schemas.openxmlformats.org/officeDocument/2006/relationships/tags" Target="../tags/tag1462.xml" /><Relationship Id="rId16" Type="http://schemas.openxmlformats.org/officeDocument/2006/relationships/tags" Target="../tags/tag1463.xml" /><Relationship Id="rId17" Type="http://schemas.openxmlformats.org/officeDocument/2006/relationships/tags" Target="../tags/tag1464.xml" /><Relationship Id="rId18" Type="http://schemas.openxmlformats.org/officeDocument/2006/relationships/tags" Target="../tags/tag1465.xml" /><Relationship Id="rId19" Type="http://schemas.openxmlformats.org/officeDocument/2006/relationships/tags" Target="../tags/tag1466.xml" /><Relationship Id="rId2" Type="http://schemas.openxmlformats.org/officeDocument/2006/relationships/tags" Target="../tags/tag1451.xml" /><Relationship Id="rId20" Type="http://schemas.openxmlformats.org/officeDocument/2006/relationships/tags" Target="../tags/tag1467.xml" /><Relationship Id="rId21" Type="http://schemas.openxmlformats.org/officeDocument/2006/relationships/tags" Target="../tags/tag1468.xml" /><Relationship Id="rId22" Type="http://schemas.openxmlformats.org/officeDocument/2006/relationships/tags" Target="../tags/tag1469.xml" /><Relationship Id="rId23" Type="http://schemas.openxmlformats.org/officeDocument/2006/relationships/tags" Target="../tags/tag1470.xml" /><Relationship Id="rId24" Type="http://schemas.openxmlformats.org/officeDocument/2006/relationships/tags" Target="../tags/tag1471.xml" /><Relationship Id="rId25" Type="http://schemas.openxmlformats.org/officeDocument/2006/relationships/oleObject" Target="../embeddings/oleObject60.bin" TargetMode="Internal" /><Relationship Id="rId26" Type="http://schemas.openxmlformats.org/officeDocument/2006/relationships/image" Target="../media/image59.wmf" /><Relationship Id="rId27" Type="http://schemas.openxmlformats.org/officeDocument/2006/relationships/tags" Target="../tags/tag1472.xml" /><Relationship Id="rId28" Type="http://schemas.openxmlformats.org/officeDocument/2006/relationships/oleObject" Target="../embeddings/oleObject61.bin" TargetMode="Internal" /><Relationship Id="rId29" Type="http://schemas.openxmlformats.org/officeDocument/2006/relationships/image" Target="../media/image60.wmf" /><Relationship Id="rId3" Type="http://schemas.openxmlformats.org/officeDocument/2006/relationships/tags" Target="../tags/tag1452.xml" /><Relationship Id="rId30" Type="http://schemas.openxmlformats.org/officeDocument/2006/relationships/tags" Target="../tags/tag1473.xml" /><Relationship Id="rId31" Type="http://schemas.openxmlformats.org/officeDocument/2006/relationships/oleObject" Target="../embeddings/oleObject62.bin" TargetMode="Internal" /><Relationship Id="rId32" Type="http://schemas.openxmlformats.org/officeDocument/2006/relationships/image" Target="../media/image61.wmf" /><Relationship Id="rId33" Type="http://schemas.openxmlformats.org/officeDocument/2006/relationships/tags" Target="../tags/tag1474.xml" /><Relationship Id="rId34" Type="http://schemas.openxmlformats.org/officeDocument/2006/relationships/oleObject" Target="../embeddings/oleObject63.bin" TargetMode="Internal" /><Relationship Id="rId35" Type="http://schemas.openxmlformats.org/officeDocument/2006/relationships/image" Target="../media/image62.wmf" /><Relationship Id="rId36" Type="http://schemas.openxmlformats.org/officeDocument/2006/relationships/vmlDrawing" Target="../drawings/vmlDrawing18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453.xml" /><Relationship Id="rId7" Type="http://schemas.openxmlformats.org/officeDocument/2006/relationships/tags" Target="../tags/tag1454.xml" /><Relationship Id="rId8" Type="http://schemas.openxmlformats.org/officeDocument/2006/relationships/tags" Target="../tags/tag1455.xml" /><Relationship Id="rId9" Type="http://schemas.openxmlformats.org/officeDocument/2006/relationships/tags" Target="../tags/tag1456.xml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480.xml" /><Relationship Id="rId11" Type="http://schemas.openxmlformats.org/officeDocument/2006/relationships/tags" Target="../tags/tag1481.xml" /><Relationship Id="rId12" Type="http://schemas.openxmlformats.org/officeDocument/2006/relationships/tags" Target="../tags/tag1482.xml" /><Relationship Id="rId13" Type="http://schemas.openxmlformats.org/officeDocument/2006/relationships/tags" Target="../tags/tag1483.xml" /><Relationship Id="rId14" Type="http://schemas.openxmlformats.org/officeDocument/2006/relationships/tags" Target="../tags/tag1484.xml" /><Relationship Id="rId15" Type="http://schemas.openxmlformats.org/officeDocument/2006/relationships/tags" Target="../tags/tag1485.xml" /><Relationship Id="rId16" Type="http://schemas.openxmlformats.org/officeDocument/2006/relationships/tags" Target="../tags/tag1486.xml" /><Relationship Id="rId17" Type="http://schemas.openxmlformats.org/officeDocument/2006/relationships/tags" Target="../tags/tag1487.xml" /><Relationship Id="rId18" Type="http://schemas.openxmlformats.org/officeDocument/2006/relationships/tags" Target="../tags/tag1488.xml" /><Relationship Id="rId19" Type="http://schemas.openxmlformats.org/officeDocument/2006/relationships/tags" Target="../tags/tag1489.xml" /><Relationship Id="rId2" Type="http://schemas.openxmlformats.org/officeDocument/2006/relationships/comments" Target="../comments/comment1.xml" /><Relationship Id="rId20" Type="http://schemas.openxmlformats.org/officeDocument/2006/relationships/tags" Target="../tags/tag1490.xml" /><Relationship Id="rId21" Type="http://schemas.openxmlformats.org/officeDocument/2006/relationships/tags" Target="../tags/tag1491.xml" /><Relationship Id="rId22" Type="http://schemas.openxmlformats.org/officeDocument/2006/relationships/tags" Target="../tags/tag1492.xml" /><Relationship Id="rId23" Type="http://schemas.openxmlformats.org/officeDocument/2006/relationships/tags" Target="../tags/tag1493.xml" /><Relationship Id="rId24" Type="http://schemas.openxmlformats.org/officeDocument/2006/relationships/tags" Target="../tags/tag1494.xml" /><Relationship Id="rId25" Type="http://schemas.openxmlformats.org/officeDocument/2006/relationships/tags" Target="../tags/tag1495.xml" /><Relationship Id="rId26" Type="http://schemas.openxmlformats.org/officeDocument/2006/relationships/oleObject" Target="../embeddings/oleObject64.bin" TargetMode="Internal" /><Relationship Id="rId27" Type="http://schemas.openxmlformats.org/officeDocument/2006/relationships/image" Target="../media/image63.wmf" /><Relationship Id="rId28" Type="http://schemas.openxmlformats.org/officeDocument/2006/relationships/tags" Target="../tags/tag1496.xml" /><Relationship Id="rId29" Type="http://schemas.openxmlformats.org/officeDocument/2006/relationships/oleObject" Target="../embeddings/oleObject65.bin" TargetMode="Internal" /><Relationship Id="rId3" Type="http://schemas.openxmlformats.org/officeDocument/2006/relationships/tags" Target="../tags/tag1475.xml" /><Relationship Id="rId30" Type="http://schemas.openxmlformats.org/officeDocument/2006/relationships/image" Target="../media/image64.wmf" /><Relationship Id="rId31" Type="http://schemas.openxmlformats.org/officeDocument/2006/relationships/tags" Target="../tags/tag1497.xml" /><Relationship Id="rId32" Type="http://schemas.openxmlformats.org/officeDocument/2006/relationships/oleObject" Target="../embeddings/oleObject66.bin" TargetMode="Internal" /><Relationship Id="rId33" Type="http://schemas.openxmlformats.org/officeDocument/2006/relationships/image" Target="../media/image65.wmf" /><Relationship Id="rId34" Type="http://schemas.openxmlformats.org/officeDocument/2006/relationships/tags" Target="../tags/tag1498.xml" /><Relationship Id="rId35" Type="http://schemas.openxmlformats.org/officeDocument/2006/relationships/oleObject" Target="../embeddings/oleObject67.bin" TargetMode="Internal" /><Relationship Id="rId36" Type="http://schemas.openxmlformats.org/officeDocument/2006/relationships/image" Target="../media/image66.wmf" /><Relationship Id="rId37" Type="http://schemas.openxmlformats.org/officeDocument/2006/relationships/tags" Target="../tags/tag1499.xml" /><Relationship Id="rId38" Type="http://schemas.openxmlformats.org/officeDocument/2006/relationships/image" Target="../media/image67.png" /><Relationship Id="rId39" Type="http://schemas.openxmlformats.org/officeDocument/2006/relationships/tags" Target="../tags/tag1500.xml" /><Relationship Id="rId4" Type="http://schemas.openxmlformats.org/officeDocument/2006/relationships/tags" Target="../tags/tag1476.xml" /><Relationship Id="rId40" Type="http://schemas.openxmlformats.org/officeDocument/2006/relationships/vmlDrawing" Target="../drawings/vmlDrawing19.vml" /><Relationship Id="rId5" Type="http://schemas.openxmlformats.org/officeDocument/2006/relationships/image" Target="../media/image4.png" /><Relationship Id="rId6" Type="http://schemas.microsoft.com/office/2007/relationships/hdphoto" Target="../media/image5.wdp" /><Relationship Id="rId7" Type="http://schemas.openxmlformats.org/officeDocument/2006/relationships/tags" Target="../tags/tag1477.xml" /><Relationship Id="rId8" Type="http://schemas.openxmlformats.org/officeDocument/2006/relationships/tags" Target="../tags/tag1478.xml" /><Relationship Id="rId9" Type="http://schemas.openxmlformats.org/officeDocument/2006/relationships/tags" Target="../tags/tag1479.xml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507.xml" /><Relationship Id="rId11" Type="http://schemas.openxmlformats.org/officeDocument/2006/relationships/tags" Target="../tags/tag1508.xml" /><Relationship Id="rId12" Type="http://schemas.openxmlformats.org/officeDocument/2006/relationships/tags" Target="../tags/tag1509.xml" /><Relationship Id="rId13" Type="http://schemas.openxmlformats.org/officeDocument/2006/relationships/tags" Target="../tags/tag1510.xml" /><Relationship Id="rId14" Type="http://schemas.openxmlformats.org/officeDocument/2006/relationships/tags" Target="../tags/tag1511.xml" /><Relationship Id="rId15" Type="http://schemas.openxmlformats.org/officeDocument/2006/relationships/tags" Target="../tags/tag1512.xml" /><Relationship Id="rId16" Type="http://schemas.openxmlformats.org/officeDocument/2006/relationships/tags" Target="../tags/tag1513.xml" /><Relationship Id="rId17" Type="http://schemas.openxmlformats.org/officeDocument/2006/relationships/tags" Target="../tags/tag1514.xml" /><Relationship Id="rId18" Type="http://schemas.openxmlformats.org/officeDocument/2006/relationships/tags" Target="../tags/tag1515.xml" /><Relationship Id="rId19" Type="http://schemas.openxmlformats.org/officeDocument/2006/relationships/tags" Target="../tags/tag1516.xml" /><Relationship Id="rId2" Type="http://schemas.openxmlformats.org/officeDocument/2006/relationships/tags" Target="../tags/tag1501.xml" /><Relationship Id="rId20" Type="http://schemas.openxmlformats.org/officeDocument/2006/relationships/tags" Target="../tags/tag1517.xml" /><Relationship Id="rId21" Type="http://schemas.openxmlformats.org/officeDocument/2006/relationships/tags" Target="../tags/tag1518.xml" /><Relationship Id="rId22" Type="http://schemas.openxmlformats.org/officeDocument/2006/relationships/tags" Target="../tags/tag1519.xml" /><Relationship Id="rId23" Type="http://schemas.openxmlformats.org/officeDocument/2006/relationships/tags" Target="../tags/tag1520.xml" /><Relationship Id="rId24" Type="http://schemas.openxmlformats.org/officeDocument/2006/relationships/tags" Target="../tags/tag1521.xml" /><Relationship Id="rId25" Type="http://schemas.openxmlformats.org/officeDocument/2006/relationships/oleObject" Target="../embeddings/oleObject68.bin" TargetMode="Internal" /><Relationship Id="rId26" Type="http://schemas.openxmlformats.org/officeDocument/2006/relationships/image" Target="../media/image68.wmf" /><Relationship Id="rId27" Type="http://schemas.openxmlformats.org/officeDocument/2006/relationships/tags" Target="../tags/tag1522.xml" /><Relationship Id="rId28" Type="http://schemas.openxmlformats.org/officeDocument/2006/relationships/oleObject" Target="../embeddings/oleObject69.bin" TargetMode="Internal" /><Relationship Id="rId29" Type="http://schemas.openxmlformats.org/officeDocument/2006/relationships/image" Target="../media/image69.wmf" /><Relationship Id="rId3" Type="http://schemas.openxmlformats.org/officeDocument/2006/relationships/tags" Target="../tags/tag1502.xml" /><Relationship Id="rId30" Type="http://schemas.openxmlformats.org/officeDocument/2006/relationships/tags" Target="../tags/tag1523.xml" /><Relationship Id="rId31" Type="http://schemas.openxmlformats.org/officeDocument/2006/relationships/oleObject" Target="../embeddings/oleObject70.bin" TargetMode="Internal" /><Relationship Id="rId32" Type="http://schemas.openxmlformats.org/officeDocument/2006/relationships/image" Target="../media/image70.wmf" /><Relationship Id="rId33" Type="http://schemas.openxmlformats.org/officeDocument/2006/relationships/tags" Target="../tags/tag1524.xml" /><Relationship Id="rId34" Type="http://schemas.openxmlformats.org/officeDocument/2006/relationships/oleObject" Target="../embeddings/oleObject71.bin" TargetMode="Internal" /><Relationship Id="rId35" Type="http://schemas.openxmlformats.org/officeDocument/2006/relationships/image" Target="../media/image71.wmf" /><Relationship Id="rId36" Type="http://schemas.openxmlformats.org/officeDocument/2006/relationships/vmlDrawing" Target="../drawings/vmlDrawing20.v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503.xml" /><Relationship Id="rId7" Type="http://schemas.openxmlformats.org/officeDocument/2006/relationships/tags" Target="../tags/tag1504.xml" /><Relationship Id="rId8" Type="http://schemas.openxmlformats.org/officeDocument/2006/relationships/tags" Target="../tags/tag1505.xml" /><Relationship Id="rId9" Type="http://schemas.openxmlformats.org/officeDocument/2006/relationships/tags" Target="../tags/tag1506.xml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530.xml" /><Relationship Id="rId11" Type="http://schemas.openxmlformats.org/officeDocument/2006/relationships/tags" Target="../tags/tag1531.xml" /><Relationship Id="rId12" Type="http://schemas.openxmlformats.org/officeDocument/2006/relationships/tags" Target="../tags/tag1532.xml" /><Relationship Id="rId13" Type="http://schemas.openxmlformats.org/officeDocument/2006/relationships/tags" Target="../tags/tag1533.xml" /><Relationship Id="rId14" Type="http://schemas.openxmlformats.org/officeDocument/2006/relationships/tags" Target="../tags/tag1534.xml" /><Relationship Id="rId15" Type="http://schemas.openxmlformats.org/officeDocument/2006/relationships/tags" Target="../tags/tag1535.xml" /><Relationship Id="rId16" Type="http://schemas.openxmlformats.org/officeDocument/2006/relationships/tags" Target="../tags/tag1536.xml" /><Relationship Id="rId17" Type="http://schemas.openxmlformats.org/officeDocument/2006/relationships/tags" Target="../tags/tag1537.xml" /><Relationship Id="rId18" Type="http://schemas.openxmlformats.org/officeDocument/2006/relationships/tags" Target="../tags/tag1538.xml" /><Relationship Id="rId19" Type="http://schemas.openxmlformats.org/officeDocument/2006/relationships/tags" Target="../tags/tag1539.xml" /><Relationship Id="rId2" Type="http://schemas.openxmlformats.org/officeDocument/2006/relationships/tags" Target="../tags/tag1525.xml" /><Relationship Id="rId20" Type="http://schemas.openxmlformats.org/officeDocument/2006/relationships/tags" Target="../tags/tag1540.xml" /><Relationship Id="rId21" Type="http://schemas.openxmlformats.org/officeDocument/2006/relationships/tags" Target="../tags/tag1541.xml" /><Relationship Id="rId22" Type="http://schemas.openxmlformats.org/officeDocument/2006/relationships/tags" Target="../tags/tag1542.xml" /><Relationship Id="rId23" Type="http://schemas.openxmlformats.org/officeDocument/2006/relationships/tags" Target="../tags/tag1543.xml" /><Relationship Id="rId24" Type="http://schemas.openxmlformats.org/officeDocument/2006/relationships/tags" Target="../tags/tag1544.xml" /><Relationship Id="rId25" Type="http://schemas.openxmlformats.org/officeDocument/2006/relationships/tags" Target="../tags/tag1545.xml" /><Relationship Id="rId26" Type="http://schemas.openxmlformats.org/officeDocument/2006/relationships/tags" Target="../tags/tag1546.xml" /><Relationship Id="rId3" Type="http://schemas.openxmlformats.org/officeDocument/2006/relationships/tags" Target="../tags/tag1526.xml" /><Relationship Id="rId4" Type="http://schemas.openxmlformats.org/officeDocument/2006/relationships/image" Target="../media/image4.png" /><Relationship Id="rId5" Type="http://schemas.microsoft.com/office/2007/relationships/hdphoto" Target="../media/image5.wdp" /><Relationship Id="rId6" Type="http://schemas.openxmlformats.org/officeDocument/2006/relationships/tags" Target="../tags/tag1527.xml" /><Relationship Id="rId7" Type="http://schemas.openxmlformats.org/officeDocument/2006/relationships/tags" Target="../tags/tag1528.xml" /><Relationship Id="rId8" Type="http://schemas.openxmlformats.org/officeDocument/2006/relationships/image" Target="../media/image7.png" /><Relationship Id="rId9" Type="http://schemas.openxmlformats.org/officeDocument/2006/relationships/tags" Target="../tags/tag1529.xml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554.xml" /><Relationship Id="rId11" Type="http://schemas.openxmlformats.org/officeDocument/2006/relationships/tags" Target="../tags/tag1555.xml" /><Relationship Id="rId12" Type="http://schemas.openxmlformats.org/officeDocument/2006/relationships/tags" Target="../tags/tag1556.xml" /><Relationship Id="rId13" Type="http://schemas.openxmlformats.org/officeDocument/2006/relationships/tags" Target="../tags/tag1557.xml" /><Relationship Id="rId14" Type="http://schemas.openxmlformats.org/officeDocument/2006/relationships/tags" Target="../tags/tag1558.xml" /><Relationship Id="rId15" Type="http://schemas.openxmlformats.org/officeDocument/2006/relationships/tags" Target="../tags/tag1559.xml" /><Relationship Id="rId16" Type="http://schemas.openxmlformats.org/officeDocument/2006/relationships/tags" Target="../tags/tag1560.xml" /><Relationship Id="rId17" Type="http://schemas.openxmlformats.org/officeDocument/2006/relationships/tags" Target="../tags/tag1561.xml" /><Relationship Id="rId18" Type="http://schemas.openxmlformats.org/officeDocument/2006/relationships/tags" Target="../tags/tag1562.xml" /><Relationship Id="rId19" Type="http://schemas.openxmlformats.org/officeDocument/2006/relationships/tags" Target="../tags/tag1563.xml" /><Relationship Id="rId2" Type="http://schemas.openxmlformats.org/officeDocument/2006/relationships/tags" Target="../tags/tag1547.xml" /><Relationship Id="rId20" Type="http://schemas.openxmlformats.org/officeDocument/2006/relationships/tags" Target="../tags/tag1564.xml" /><Relationship Id="rId21" Type="http://schemas.openxmlformats.org/officeDocument/2006/relationships/tags" Target="../tags/tag1565.xml" /><Relationship Id="rId22" Type="http://schemas.openxmlformats.org/officeDocument/2006/relationships/tags" Target="../tags/tag1566.xml" /><Relationship Id="rId23" Type="http://schemas.openxmlformats.org/officeDocument/2006/relationships/image" Target="../media/image3.png" /><Relationship Id="rId24" Type="http://schemas.openxmlformats.org/officeDocument/2006/relationships/tags" Target="../tags/tag1567.xml" /><Relationship Id="rId25" Type="http://schemas.openxmlformats.org/officeDocument/2006/relationships/tags" Target="../tags/tag1568.xml" /><Relationship Id="rId26" Type="http://schemas.openxmlformats.org/officeDocument/2006/relationships/tags" Target="../tags/tag1569.xml" /><Relationship Id="rId27" Type="http://schemas.openxmlformats.org/officeDocument/2006/relationships/tags" Target="../tags/tag1570.xml" /><Relationship Id="rId3" Type="http://schemas.openxmlformats.org/officeDocument/2006/relationships/image" Target="../media/image2.jpeg" /><Relationship Id="rId4" Type="http://schemas.openxmlformats.org/officeDocument/2006/relationships/tags" Target="../tags/tag1548.xml" /><Relationship Id="rId5" Type="http://schemas.openxmlformats.org/officeDocument/2006/relationships/tags" Target="../tags/tag1549.xml" /><Relationship Id="rId6" Type="http://schemas.openxmlformats.org/officeDocument/2006/relationships/tags" Target="../tags/tag1550.xml" /><Relationship Id="rId7" Type="http://schemas.openxmlformats.org/officeDocument/2006/relationships/tags" Target="../tags/tag1551.xml" /><Relationship Id="rId8" Type="http://schemas.openxmlformats.org/officeDocument/2006/relationships/tags" Target="../tags/tag1552.xml" /><Relationship Id="rId9" Type="http://schemas.openxmlformats.org/officeDocument/2006/relationships/tags" Target="../tags/tag155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36" r="36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50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 title=""/>
          <p:cNvSpPr txBox="1"/>
          <p:nvPr>
            <p:custDataLst>
              <p:tags r:id="rId8"/>
            </p:custDataLst>
          </p:nvPr>
        </p:nvSpPr>
        <p:spPr>
          <a:xfrm>
            <a:off x="0" y="2034540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800" b="1">
                <a:solidFill>
                  <a:srgbClr val="4175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集合与常用逻辑用语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 title=""/>
          <p:cNvSpPr/>
          <p:nvPr>
            <p:custDataLst>
              <p:tags r:id="rId9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rgbClr val="4076FD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10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1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7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3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组合 2" title=""/>
          <p:cNvGrpSpPr/>
          <p:nvPr>
            <p:custDataLst>
              <p:tags r:id="rId24"/>
            </p:custDataLst>
          </p:nvPr>
        </p:nvGrpSpPr>
        <p:grpSpPr>
          <a:xfrm>
            <a:off x="4405630" y="3700145"/>
            <a:ext cx="3344545" cy="674370"/>
            <a:chOff x="3349" y="5979"/>
            <a:chExt cx="6420" cy="1062"/>
          </a:xfrm>
        </p:grpSpPr>
        <p:sp>
          <p:nvSpPr>
            <p:cNvPr id="30" name="矩形: 圆角 29"/>
            <p:cNvSpPr/>
            <p:nvPr>
              <p:custDataLst>
                <p:tags r:id="rId25"/>
              </p:custDataLst>
            </p:nvPr>
          </p:nvSpPr>
          <p:spPr>
            <a:xfrm rot="10800000" flipV="1">
              <a:off x="3349" y="5979"/>
              <a:ext cx="6420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4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>
              <p:custDataLst>
                <p:tags r:id="rId26"/>
              </p:custDataLst>
            </p:nvPr>
          </p:nvSpPr>
          <p:spPr>
            <a:xfrm>
              <a:off x="3693" y="6049"/>
              <a:ext cx="607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200" b="1">
                  <a:solidFill>
                    <a:srgbClr val="FCFDFE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1.1</a:t>
              </a:r>
              <a:r>
                <a:rPr lang="zh-CN" altLang="en-US" sz="3200" b="1">
                  <a:solidFill>
                    <a:srgbClr val="FCFDFE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集合的概念</a:t>
              </a:r>
              <a:endParaRPr lang="zh-CN" altLang="en-US" sz="3200" b="1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4" name="图片 3" title="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9"/>
            </p:custDataLst>
          </p:nvPr>
        </p:nvSpPr>
        <p:spPr>
          <a:xfrm>
            <a:off x="2306320" y="669925"/>
            <a:ext cx="3429000" cy="3429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30"/>
            </p:custDataLst>
          </p:nvPr>
        </p:nvSpPr>
        <p:spPr>
          <a:xfrm>
            <a:off x="4820920" y="5845175"/>
            <a:ext cx="4457700" cy="4025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 flipH="1">
              <a:off x="330200" y="342900"/>
              <a:ext cx="11515090" cy="6224270"/>
            </a:xfrm>
            <a:prstGeom prst="round2DiagRect">
              <a:avLst/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 title=""/>
          <p:cNvGrpSpPr/>
          <p:nvPr>
            <p:custDataLst>
              <p:tags r:id="rId8"/>
            </p:custDataLst>
          </p:nvPr>
        </p:nvGrpSpPr>
        <p:grpSpPr>
          <a:xfrm>
            <a:off x="854711" y="628541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学习目标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9204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5" name="文本框 24" title=""/>
          <p:cNvSpPr txBox="1"/>
          <p:nvPr>
            <p:custDataLst>
              <p:tags r:id="rId11"/>
            </p:custDataLst>
          </p:nvPr>
        </p:nvSpPr>
        <p:spPr>
          <a:xfrm>
            <a:off x="1048385" y="1641475"/>
            <a:ext cx="10189845" cy="41827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 algn="just" fontAlgn="auto">
              <a:lnSpc>
                <a:spcPct val="2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通过实例了解集合的含义，体会元素与集合的“属于”关系，能选择集合不同的语言形式描述具体的问题。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algn="just" fontAlgn="auto">
              <a:lnSpc>
                <a:spcPct val="2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了解集合元素的确定性、互异性、无序性，掌握常用数集及其专用符号,并能够用其解决有关问题。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algn="just" fontAlgn="auto">
              <a:lnSpc>
                <a:spcPct val="2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会用集合语言表示有关数学对象：描述法，列举法。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CN Normal" panose="020b0400000000000000" pitchFamily="34" charset="-122"/>
            </a:endParaRPr>
          </a:p>
        </p:txBody>
      </p:sp>
      <p:grpSp>
        <p:nvGrpSpPr>
          <p:cNvPr id="6" name="组合 5" title=""/>
          <p:cNvGrpSpPr/>
          <p:nvPr>
            <p:custDataLst>
              <p:tags r:id="rId12"/>
            </p:custDataLst>
          </p:nvPr>
        </p:nvGrpSpPr>
        <p:grpSpPr>
          <a:xfrm rot="16200000" flipH="1">
            <a:off x="10828399" y="526168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7" name="组合 6"/>
            <p:cNvGrpSpPr/>
            <p:nvPr>
              <p:custDataLst>
                <p:tags r:id="rId13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19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0" name="等腰三角形 9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1" name="矩形: 圆角 13" title=""/>
          <p:cNvSpPr/>
          <p:nvPr>
            <p:custDataLst>
              <p:tags r:id="rId25"/>
            </p:custDataLst>
          </p:nvPr>
        </p:nvSpPr>
        <p:spPr>
          <a:xfrm>
            <a:off x="8764905" y="5964555"/>
            <a:ext cx="2736850" cy="2279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11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56" t="10823" r="37080" b="42549"/>
          <a:stretch>
            <a:fillRect/>
          </a:stretch>
        </p:blipFill>
        <p:spPr>
          <a:xfrm flipH="1">
            <a:off x="0" y="0"/>
            <a:ext cx="12192000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组合 3" title=""/>
          <p:cNvGrpSpPr/>
          <p:nvPr>
            <p:custDataLst>
              <p:tags r:id="rId6"/>
            </p:custDataLst>
          </p:nvPr>
        </p:nvGrpSpPr>
        <p:grpSpPr>
          <a:xfrm>
            <a:off x="703036" y="716625"/>
            <a:ext cx="2047422" cy="3312449"/>
            <a:chOff x="17236" y="716625"/>
            <a:chExt cx="2047422" cy="3312449"/>
          </a:xfrm>
        </p:grpSpPr>
        <p:sp>
          <p:nvSpPr>
            <p:cNvPr id="2" name="文本框 1"/>
            <p:cNvSpPr txBox="1"/>
            <p:nvPr>
              <p:custDataLst>
                <p:tags r:id="rId7"/>
              </p:custDataLst>
            </p:nvPr>
          </p:nvSpPr>
          <p:spPr>
            <a:xfrm>
              <a:off x="17236" y="716625"/>
              <a:ext cx="2008414" cy="255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目录</a:t>
              </a:r>
              <a:endParaRPr lang="zh-CN" altLang="en-US" sz="80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1604918" y="1625599"/>
              <a:ext cx="459740" cy="24034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>
                  <a:latin typeface="Times New Roman" panose="02020603050405020304" pitchFamily="18" charset="0"/>
                  <a:ea typeface="思源黑体 CN Heavy" panose="020b0a00000000000000" pitchFamily="34" charset="-122"/>
                  <a:cs typeface="Times New Roman" panose="02020603050405020304" pitchFamily="18" charset="0"/>
                </a:rPr>
                <a:t>CATALOG</a:t>
              </a:r>
              <a:endParaRPr lang="en-US" altLang="zh-CN"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 title=""/>
          <p:cNvGrpSpPr/>
          <p:nvPr>
            <p:custDataLst>
              <p:tags r:id="rId9"/>
            </p:custDataLst>
          </p:nvPr>
        </p:nvGrpSpPr>
        <p:grpSpPr>
          <a:xfrm>
            <a:off x="4895850" y="787400"/>
            <a:ext cx="5391150" cy="749300"/>
            <a:chOff x="4718050" y="609600"/>
            <a:chExt cx="5391150" cy="749300"/>
          </a:xfrm>
        </p:grpSpPr>
        <p:sp>
          <p:nvSpPr>
            <p:cNvPr id="5" name="矩形: 圆角 4"/>
            <p:cNvSpPr/>
            <p:nvPr>
              <p:custDataLst>
                <p:tags r:id="rId10"/>
              </p:custDataLst>
            </p:nvPr>
          </p:nvSpPr>
          <p:spPr>
            <a:xfrm flipH="1">
              <a:off x="4718050" y="609600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alpha val="34000"/>
                  </a:scheme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5035550" y="694581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元素和集合的概念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组合 23" title=""/>
          <p:cNvGrpSpPr/>
          <p:nvPr>
            <p:custDataLst>
              <p:tags r:id="rId12"/>
            </p:custDataLst>
          </p:nvPr>
        </p:nvGrpSpPr>
        <p:grpSpPr>
          <a:xfrm>
            <a:off x="4895850" y="3615266"/>
            <a:ext cx="5391150" cy="749300"/>
            <a:chOff x="4718050" y="3666066"/>
            <a:chExt cx="5391150" cy="749300"/>
          </a:xfrm>
        </p:grpSpPr>
        <p:sp>
          <p:nvSpPr>
            <p:cNvPr id="7" name="矩形: 圆角 6"/>
            <p:cNvSpPr/>
            <p:nvPr>
              <p:custDataLst>
                <p:tags r:id="rId13"/>
              </p:custDataLst>
            </p:nvPr>
          </p:nvSpPr>
          <p:spPr>
            <a:xfrm flipH="1">
              <a:off x="4718050" y="3666066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2">
                    <a:alpha val="34000"/>
                  </a:scheme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5035550" y="3759091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题型强化训练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组合 22" title=""/>
          <p:cNvGrpSpPr/>
          <p:nvPr>
            <p:custDataLst>
              <p:tags r:id="rId15"/>
            </p:custDataLst>
          </p:nvPr>
        </p:nvGrpSpPr>
        <p:grpSpPr>
          <a:xfrm>
            <a:off x="5899150" y="2201333"/>
            <a:ext cx="5391150" cy="749300"/>
            <a:chOff x="6534150" y="2137833"/>
            <a:chExt cx="5391150" cy="749300"/>
          </a:xfrm>
        </p:grpSpPr>
        <p:sp>
          <p:nvSpPr>
            <p:cNvPr id="6" name="矩形: 圆角 5"/>
            <p:cNvSpPr/>
            <p:nvPr>
              <p:custDataLst>
                <p:tags r:id="rId16"/>
              </p:custDataLst>
            </p:nvPr>
          </p:nvSpPr>
          <p:spPr>
            <a:xfrm flipH="1">
              <a:off x="6534150" y="2137833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175FC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6762750" y="2234456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集合的表现方式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18"/>
            </p:custDataLst>
          </p:nvPr>
        </p:nvGrpSpPr>
        <p:grpSpPr>
          <a:xfrm>
            <a:off x="5899150" y="5029200"/>
            <a:ext cx="5391150" cy="749300"/>
            <a:chOff x="6534150" y="5194300"/>
            <a:chExt cx="5391150" cy="749300"/>
          </a:xfrm>
        </p:grpSpPr>
        <p:sp>
          <p:nvSpPr>
            <p:cNvPr id="8" name="矩形: 圆角 7"/>
            <p:cNvSpPr/>
            <p:nvPr>
              <p:custDataLst>
                <p:tags r:id="rId19"/>
              </p:custDataLst>
            </p:nvPr>
          </p:nvSpPr>
          <p:spPr>
            <a:xfrm flipH="1">
              <a:off x="6534150" y="5194300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175FC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20"/>
              </p:custDataLst>
            </p:nvPr>
          </p:nvSpPr>
          <p:spPr>
            <a:xfrm>
              <a:off x="6762750" y="5307856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小结及随堂练习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7" name="组合 6" title=""/>
          <p:cNvGrpSpPr/>
          <p:nvPr>
            <p:custDataLst>
              <p:tags r:id="rId3"/>
            </p:custDataLst>
          </p:nvPr>
        </p:nvGrpSpPr>
        <p:grpSpPr>
          <a:xfrm>
            <a:off x="-587375" y="0"/>
            <a:ext cx="12779375" cy="6858000"/>
            <a:chOff x="-925" y="0"/>
            <a:chExt cx="20125" cy="1080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3" b="7813"/>
            <a:stretch>
              <a:fillRect/>
            </a:stretch>
          </p:blipFill>
          <p:spPr>
            <a:xfrm>
              <a:off x="0" y="0"/>
              <a:ext cx="19200" cy="108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椭圆 5"/>
            <p:cNvSpPr/>
            <p:nvPr>
              <p:custDataLst>
                <p:tags r:id="rId6"/>
              </p:custDataLst>
            </p:nvPr>
          </p:nvSpPr>
          <p:spPr>
            <a:xfrm>
              <a:off x="-925" y="5963"/>
              <a:ext cx="2875" cy="28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7"/>
              </p:custDataLst>
            </p:nvPr>
          </p:nvSpPr>
          <p:spPr>
            <a:xfrm>
              <a:off x="9373" y="1081"/>
              <a:ext cx="2875" cy="2875"/>
            </a:xfrm>
            <a:prstGeom prst="ellipse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180" y="780"/>
              <a:ext cx="5400" cy="5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14"/>
            <p:cNvSpPr/>
            <p:nvPr>
              <p:custDataLst>
                <p:tags r:id="rId9"/>
              </p:custDataLst>
            </p:nvPr>
          </p:nvSpPr>
          <p:spPr>
            <a:xfrm>
              <a:off x="7592" y="9205"/>
              <a:ext cx="7020" cy="6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13364" y="10320"/>
              <a:ext cx="4800" cy="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 title=""/>
          <p:cNvGrpSpPr/>
          <p:nvPr>
            <p:custDataLst>
              <p:tags r:id="rId11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12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22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14"/>
              </p:custDataLst>
            </p:nvPr>
          </p:nvSpPr>
          <p:spPr>
            <a:xfrm flipH="1" flipV="1">
              <a:off x="838200" y="3918350"/>
              <a:ext cx="1625600" cy="147915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61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15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2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8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6" name="组合 45"/>
            <p:cNvGrpSpPr/>
            <p:nvPr>
              <p:custDataLst>
                <p:tags r:id="rId2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3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41"/>
            </p:custDataLst>
          </p:nvPr>
        </p:nvSpPr>
        <p:spPr>
          <a:xfrm>
            <a:off x="2225040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gradFill>
                  <a:gsLst>
                    <a:gs pos="0">
                      <a:srgbClr val="4479FD"/>
                    </a:gs>
                    <a:gs pos="100000">
                      <a:srgbClr val="4175FC"/>
                    </a:gs>
                  </a:gsLst>
                  <a:lin ang="10800000" scaled="0"/>
                </a:gra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zh-CN" altLang="en-US" sz="18000">
              <a:gradFill>
                <a:gsLst>
                  <a:gs pos="0">
                    <a:srgbClr val="4479FD"/>
                  </a:gs>
                  <a:gs pos="100000">
                    <a:srgbClr val="4175FC"/>
                  </a:gs>
                </a:gsLst>
                <a:lin ang="10800000" scaled="0"/>
              </a:gra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42"/>
            </p:custDataLst>
          </p:nvPr>
        </p:nvSpPr>
        <p:spPr>
          <a:xfrm>
            <a:off x="4859020" y="3123565"/>
            <a:ext cx="5580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元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素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含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义</a:t>
            </a:r>
            <a:endParaRPr lang="zh-CN" altLang="en-US" sz="4800" b="1">
              <a:solidFill>
                <a:srgbClr val="4378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3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 title=""/>
          <p:cNvSpPr txBox="1"/>
          <p:nvPr>
            <p:custDataLst>
              <p:tags r:id="rId8"/>
            </p:custDataLst>
          </p:nvPr>
        </p:nvSpPr>
        <p:spPr>
          <a:xfrm flipH="1">
            <a:off x="869315" y="1311910"/>
            <a:ext cx="7073900" cy="18580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>
                <a:solidFill>
                  <a:srgbClr val="4175FC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思源黑体 CN Normal" panose="020b0400000000000000" pitchFamily="34" charset="-122"/>
              </a:rPr>
              <a:t>思考一：</a:t>
            </a:r>
            <a:endParaRPr lang="zh-CN" altLang="en-US" sz="2400" b="1">
              <a:solidFill>
                <a:srgbClr val="4175FC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  <a:p>
            <a:pPr marR="0" lvl="0" indent="457200" fontAlgn="auto">
              <a:lnSpc>
                <a:spcPct val="15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日常生活中，“集合”的理解就是</a:t>
            </a:r>
            <a:r>
              <a:rPr lang="en-US" altLang="zh-CN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汇聚在一起</a:t>
            </a:r>
            <a:r>
              <a:rPr lang="en-US" altLang="zh-CN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”那么，在数学的世界，我们如何理解“集合”？</a:t>
            </a:r>
            <a:endParaRPr lang="zh-CN" altLang="en-US" sz="2400">
              <a:solidFill>
                <a:schemeClr val="tx1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CN Normal" panose="020b0400000000000000" pitchFamily="34" charset="-122"/>
            </a:endParaRPr>
          </a:p>
        </p:txBody>
      </p:sp>
      <p:pic>
        <p:nvPicPr>
          <p:cNvPr id="35845" name="图片 35844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rcRect l="11845" t="4689" r="9110" b="23392"/>
          <a:stretch>
            <a:fillRect/>
          </a:stretch>
        </p:blipFill>
        <p:spPr>
          <a:xfrm>
            <a:off x="8155305" y="1311910"/>
            <a:ext cx="3390900" cy="4740910"/>
          </a:xfrm>
          <a:prstGeom prst="round1Rect">
            <a:avLst/>
          </a:prstGeom>
          <a:noFill/>
          <a:ln w="9525">
            <a:noFill/>
          </a:ln>
        </p:spPr>
      </p:pic>
      <p:grpSp>
        <p:nvGrpSpPr>
          <p:cNvPr id="23" name="组合 22" title=""/>
          <p:cNvGrpSpPr/>
          <p:nvPr>
            <p:custDataLst>
              <p:tags r:id="rId11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24" name="文本框 23"/>
            <p:cNvSpPr txBox="1"/>
            <p:nvPr>
              <p:custDataLst>
                <p:tags r:id="rId12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导入新知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: 圆角 15"/>
            <p:cNvSpPr/>
            <p:nvPr>
              <p:custDataLst>
                <p:tags r:id="rId13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8" name="组合 27" title=""/>
          <p:cNvGrpSpPr/>
          <p:nvPr>
            <p:custDataLst>
              <p:tags r:id="rId14"/>
            </p:custDataLst>
          </p:nvPr>
        </p:nvGrpSpPr>
        <p:grpSpPr>
          <a:xfrm>
            <a:off x="5775325" y="3169920"/>
            <a:ext cx="2696845" cy="2683510"/>
            <a:chOff x="9340" y="4566"/>
            <a:chExt cx="3592" cy="3574"/>
          </a:xfrm>
        </p:grpSpPr>
        <p:sp>
          <p:nvSpPr>
            <p:cNvPr id="3" name="矩形 2"/>
            <p:cNvSpPr/>
            <p:nvPr>
              <p:custDataLst>
                <p:tags r:id="rId15"/>
              </p:custDataLst>
            </p:nvPr>
          </p:nvSpPr>
          <p:spPr>
            <a:xfrm>
              <a:off x="9340" y="4566"/>
              <a:ext cx="3593" cy="3574"/>
            </a:xfrm>
            <a:prstGeom prst="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8800">
                <a:latin typeface="思源黑体 CN Heavy" panose="020b0a00000000000000" pitchFamily="34" charset="-122"/>
                <a:ea typeface="思源黑体 CN Heavy" panose="020b0a00000000000000" pitchFamily="34" charset="-122"/>
                <a:sym typeface="思源黑体 CN Normal" panose="020b0400000000000000" pitchFamily="34" charset="-122"/>
              </a:endParaRPr>
            </a:p>
          </p:txBody>
        </p:sp>
        <p:pic>
          <p:nvPicPr>
            <p:cNvPr id="26" name="图片 25" descr="无穷大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9859" y="5734"/>
              <a:ext cx="2651" cy="1239"/>
            </a:xfrm>
            <a:prstGeom prst="rect">
              <a:avLst/>
            </a:prstGeom>
          </p:spPr>
        </p:pic>
        <p:pic>
          <p:nvPicPr>
            <p:cNvPr id="27" name="图片 26" descr="无穷大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6">
              <a:alphaModFix amt="48000"/>
            </a:blip>
            <a:stretch>
              <a:fillRect/>
            </a:stretch>
          </p:blipFill>
          <p:spPr>
            <a:xfrm>
              <a:off x="9994" y="5880"/>
              <a:ext cx="2651" cy="1239"/>
            </a:xfrm>
            <a:prstGeom prst="rect">
              <a:avLst/>
            </a:prstGeom>
          </p:spPr>
        </p:pic>
      </p:grpSp>
      <p:grpSp>
        <p:nvGrpSpPr>
          <p:cNvPr id="33" name="组合 32" title=""/>
          <p:cNvGrpSpPr/>
          <p:nvPr>
            <p:custDataLst>
              <p:tags r:id="rId19"/>
            </p:custDataLst>
          </p:nvPr>
        </p:nvGrpSpPr>
        <p:grpSpPr>
          <a:xfrm>
            <a:off x="869315" y="3433445"/>
            <a:ext cx="5505450" cy="2139950"/>
            <a:chOff x="1018" y="5407"/>
            <a:chExt cx="8670" cy="3370"/>
          </a:xfrm>
        </p:grpSpPr>
        <p:sp>
          <p:nvSpPr>
            <p:cNvPr id="7" name="文本框 6"/>
            <p:cNvSpPr txBox="1"/>
            <p:nvPr>
              <p:custDataLst>
                <p:tags r:id="rId20"/>
              </p:custDataLst>
            </p:nvPr>
          </p:nvSpPr>
          <p:spPr>
            <a:xfrm>
              <a:off x="2521" y="5407"/>
              <a:ext cx="7167" cy="337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D12F14"/>
                </a:buClr>
                <a:buSzTx/>
                <a:buFontTx/>
                <a:buNone/>
                <a:defRPr/>
              </a:pPr>
              <a:r>
                <a:rPr lang="zh-CN" altLang="en-US" sz="2400" b="1">
                  <a:solidFill>
                    <a:srgbClr val="497BF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格奥尔格 · 康托尔</a:t>
              </a:r>
              <a:endParaRPr lang="zh-CN" altLang="en-US" sz="2400" b="1">
                <a:solidFill>
                  <a:srgbClr val="497BF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D12F14"/>
                </a:buClr>
                <a:buSzTx/>
                <a:buFontTx/>
                <a:buNone/>
                <a:defRPr/>
              </a:pPr>
              <a:r>
                <a:rPr lang="zh-CN" altLang="en-US" sz="2200">
                  <a:solidFill>
                    <a:prstClr val="black">
                      <a:lumMod val="75000"/>
                      <a:lumOff val="25000"/>
                    </a:prst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（G.Cantor,1845-1918）</a:t>
              </a:r>
              <a:endParaRPr lang="zh-CN" altLang="en-US" sz="220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D12F14"/>
                </a:buClr>
                <a:buSzTx/>
                <a:buFontTx/>
                <a:buNone/>
                <a:defRPr/>
              </a:pPr>
              <a:r>
                <a:rPr lang="zh-CN" altLang="en-US" sz="2200">
                  <a:solidFill>
                    <a:prstClr val="black">
                      <a:lumMod val="75000"/>
                      <a:lumOff val="25000"/>
                    </a:prst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德国数学家，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集合论</a:t>
              </a:r>
              <a:r>
                <a:rPr lang="zh-CN" altLang="en-US" sz="2200">
                  <a:solidFill>
                    <a:prstClr val="black">
                      <a:lumMod val="75000"/>
                      <a:lumOff val="25000"/>
                    </a:prst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创始人，</a:t>
              </a:r>
              <a:endParaRPr lang="zh-CN" altLang="en-US" sz="220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D12F14"/>
                </a:buClr>
                <a:buSzTx/>
                <a:buFontTx/>
                <a:buNone/>
                <a:defRPr/>
              </a:pPr>
              <a:r>
                <a:rPr lang="zh-CN" altLang="en-US" sz="2200">
                  <a:solidFill>
                    <a:prstClr val="black">
                      <a:lumMod val="75000"/>
                      <a:lumOff val="25000"/>
                    </a:prst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也是数学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无穷大理论</a:t>
              </a:r>
              <a:r>
                <a:rPr lang="zh-CN" altLang="en-US" sz="2200">
                  <a:solidFill>
                    <a:prstClr val="black">
                      <a:lumMod val="75000"/>
                      <a:lumOff val="25000"/>
                    </a:prst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rPr>
                <a:t>的奠基人。</a:t>
              </a:r>
              <a:endParaRPr lang="zh-CN" altLang="en-US" sz="2200">
                <a:solidFill>
                  <a:prstClr val="black">
                    <a:lumMod val="75000"/>
                    <a:lumOff val="25000"/>
                  </a:prst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endParaRPr>
            </a:p>
          </p:txBody>
        </p:sp>
        <p:grpSp>
          <p:nvGrpSpPr>
            <p:cNvPr id="32" name="组合 31"/>
            <p:cNvGrpSpPr/>
            <p:nvPr>
              <p:custDataLst>
                <p:tags r:id="rId21"/>
              </p:custDataLst>
            </p:nvPr>
          </p:nvGrpSpPr>
          <p:grpSpPr>
            <a:xfrm>
              <a:off x="1018" y="5488"/>
              <a:ext cx="1276" cy="1276"/>
              <a:chOff x="1018" y="5488"/>
              <a:chExt cx="1276" cy="1276"/>
            </a:xfrm>
          </p:grpSpPr>
          <p:sp>
            <p:nvSpPr>
              <p:cNvPr id="17" name="椭圆 1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018" y="5488"/>
                <a:ext cx="1276" cy="127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pic>
            <p:nvPicPr>
              <p:cNvPr id="30" name="图片 29" descr="用户-fill (1)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23"/>
              <a:stretch>
                <a:fillRect/>
              </a:stretch>
            </p:blipFill>
            <p:spPr>
              <a:xfrm>
                <a:off x="1370" y="5828"/>
                <a:ext cx="593" cy="593"/>
              </a:xfrm>
              <a:prstGeom prst="rect">
                <a:avLst/>
              </a:prstGeom>
            </p:spPr>
          </p:pic>
        </p:grpSp>
      </p:grpSp>
      <p:sp>
        <p:nvSpPr>
          <p:cNvPr id="31" name="矩形 30" title=""/>
          <p:cNvSpPr/>
          <p:nvPr>
            <p:custDataLst>
              <p:tags r:id="rId25"/>
            </p:custDataLst>
          </p:nvPr>
        </p:nvSpPr>
        <p:spPr>
          <a:xfrm>
            <a:off x="635" y="6550660"/>
            <a:ext cx="12192000" cy="306705"/>
          </a:xfrm>
          <a:prstGeom prst="rect">
            <a:avLst/>
          </a:prstGeom>
          <a:solidFill>
            <a:srgbClr val="4074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导入新知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8" name="文本框 17" title=""/>
          <p:cNvSpPr txBox="1"/>
          <p:nvPr>
            <p:custDataLst>
              <p:tags r:id="rId11"/>
            </p:custDataLst>
          </p:nvPr>
        </p:nvSpPr>
        <p:spPr>
          <a:xfrm flipH="1">
            <a:off x="829945" y="1291590"/>
            <a:ext cx="7408545" cy="21361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>
                <a:solidFill>
                  <a:srgbClr val="4175FC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思源黑体 CN Normal" panose="020b0400000000000000" pitchFamily="34" charset="-122"/>
              </a:rPr>
              <a:t>思考二：</a:t>
            </a:r>
            <a:endParaRPr lang="zh-CN" altLang="en-US" sz="2400" b="1">
              <a:solidFill>
                <a:srgbClr val="4175FC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  <a:p>
            <a:pPr marR="0" lvl="0" indent="457200" algn="just" fontAlgn="auto">
              <a:lnSpc>
                <a:spcPct val="15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军训前学校通知：9月1日8:00，高一年级学生到操场集合进行军训</a:t>
            </a:r>
            <a:r>
              <a:rPr lang="zh-CN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。</a:t>
            </a:r>
            <a:r>
              <a:rPr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试问这个通知的对象是全体的高一学生还是个别学生？</a:t>
            </a:r>
            <a:endParaRPr sz="2400">
              <a:solidFill>
                <a:schemeClr val="tx1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CN Normal" panose="020b0400000000000000" pitchFamily="34" charset="-122"/>
            </a:endParaRPr>
          </a:p>
        </p:txBody>
      </p:sp>
      <p:pic>
        <p:nvPicPr>
          <p:cNvPr id="19" name="图片 18" title="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rcRect l="15041" t="8841" r="10694"/>
          <a:stretch>
            <a:fillRect/>
          </a:stretch>
        </p:blipFill>
        <p:spPr>
          <a:xfrm>
            <a:off x="3576955" y="3698875"/>
            <a:ext cx="6515100" cy="2623185"/>
          </a:xfrm>
          <a:prstGeom prst="rect">
            <a:avLst/>
          </a:prstGeom>
        </p:spPr>
      </p:pic>
      <p:sp>
        <p:nvSpPr>
          <p:cNvPr id="2" name="同侧圆角矩形 1" title=""/>
          <p:cNvSpPr/>
          <p:nvPr>
            <p:custDataLst>
              <p:tags r:id="rId14"/>
            </p:custDataLst>
          </p:nvPr>
        </p:nvSpPr>
        <p:spPr>
          <a:xfrm rot="5400000">
            <a:off x="3096895" y="1181100"/>
            <a:ext cx="2622550" cy="7660640"/>
          </a:xfrm>
          <a:prstGeom prst="round2SameRect">
            <a:avLst/>
          </a:prstGeom>
          <a:gradFill>
            <a:gsLst>
              <a:gs pos="0">
                <a:srgbClr val="4175FC">
                  <a:alpha val="100000"/>
                </a:srgbClr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 title=""/>
          <p:cNvSpPr txBox="1"/>
          <p:nvPr>
            <p:custDataLst>
              <p:tags r:id="rId15"/>
            </p:custDataLst>
          </p:nvPr>
        </p:nvSpPr>
        <p:spPr>
          <a:xfrm>
            <a:off x="829945" y="3751580"/>
            <a:ext cx="2623820" cy="24936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12F14"/>
              </a:buClr>
              <a:buSzTx/>
              <a:buFontTx/>
              <a:buNone/>
              <a:defRPr/>
            </a:pPr>
            <a:r>
              <a:rPr lang="zh-CN" altLang="en-US" sz="2400" b="1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校务处</a:t>
            </a:r>
            <a:r>
              <a:rPr lang="zh-CN" altLang="en-US" sz="2400" b="1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通知：</a:t>
            </a:r>
            <a:endParaRPr lang="zh-CN" altLang="en-US" sz="2400" b="1">
              <a:solidFill>
                <a:srgbClr val="FCFDF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CN Normal" panose="020b0400000000000000" pitchFamily="34" charset="-122"/>
            </a:endParaRPr>
          </a:p>
          <a:p>
            <a:pPr indent="457200" algn="just" fontAlgn="auto">
              <a:lnSpc>
                <a:spcPct val="150000"/>
              </a:lnSpc>
            </a:pPr>
            <a:r>
              <a:rPr lang="en-US" altLang="zh-CN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9</a:t>
            </a:r>
            <a:r>
              <a:rPr lang="zh-CN" altLang="en-US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月</a:t>
            </a:r>
            <a:r>
              <a:rPr lang="en-US" altLang="zh-CN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日</a:t>
            </a:r>
            <a:r>
              <a:rPr lang="en-US" altLang="zh-CN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8:00</a:t>
            </a:r>
            <a:r>
              <a:rPr lang="zh-CN" altLang="en-US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</a:t>
            </a:r>
            <a:r>
              <a:rPr lang="zh-CN" altLang="zh-CN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高一年级学生到操场</a:t>
            </a:r>
            <a:r>
              <a:rPr lang="zh-CN" altLang="zh-CN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集合</a:t>
            </a:r>
            <a:r>
              <a:rPr lang="zh-CN" altLang="zh-CN" sz="2400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进行军训。</a:t>
            </a:r>
            <a:endParaRPr lang="zh-CN" altLang="en-US" sz="2400">
              <a:solidFill>
                <a:srgbClr val="FCFDF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7" name="对角圆角矩形 16" title=""/>
          <p:cNvSpPr/>
          <p:nvPr>
            <p:custDataLst>
              <p:tags r:id="rId16"/>
            </p:custDataLst>
          </p:nvPr>
        </p:nvSpPr>
        <p:spPr>
          <a:xfrm>
            <a:off x="8644255" y="1282065"/>
            <a:ext cx="3149600" cy="5165090"/>
          </a:xfrm>
          <a:prstGeom prst="round2DiagRect">
            <a:avLst/>
          </a:prstGeom>
          <a:solidFill>
            <a:srgbClr val="E3EBFF"/>
          </a:solidFill>
          <a:ln w="28575" cmpd="sng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sym typeface="思源黑体 CN Normal" panose="020b0400000000000000" pitchFamily="34" charset="-122"/>
            </a:endParaRPr>
          </a:p>
        </p:txBody>
      </p:sp>
      <p:sp>
        <p:nvSpPr>
          <p:cNvPr id="26" name="文本框 25" title=""/>
          <p:cNvSpPr txBox="1"/>
          <p:nvPr>
            <p:custDataLst>
              <p:tags r:id="rId17"/>
            </p:custDataLst>
          </p:nvPr>
        </p:nvSpPr>
        <p:spPr>
          <a:xfrm>
            <a:off x="8787130" y="1603375"/>
            <a:ext cx="2865755" cy="4521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2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sz="2400">
                <a:solidFill>
                  <a:srgbClr val="2764FD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在这里，集合是我们常用的一个词语，我们感兴趣的是问题中某些特定（是高一而不是高二、高三）对象的总体，而不是个别的对象，为此，我们将学习一个新的概念——</a:t>
            </a:r>
            <a:r>
              <a:rPr sz="2400" b="1">
                <a:solidFill>
                  <a:schemeClr val="accent2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集合</a:t>
            </a:r>
            <a:r>
              <a:rPr lang="zh-CN" sz="2400">
                <a:solidFill>
                  <a:srgbClr val="2764FD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CN Normal" panose="020b0400000000000000" pitchFamily="34" charset="-122"/>
              </a:rPr>
              <a:t>。</a:t>
            </a:r>
            <a:endParaRPr lang="zh-CN" sz="2400">
              <a:solidFill>
                <a:srgbClr val="2764FD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46" name="文本框 45" title=""/>
          <p:cNvSpPr txBox="1"/>
          <p:nvPr>
            <p:custDataLst>
              <p:tags r:id="rId11"/>
            </p:custDataLst>
          </p:nvPr>
        </p:nvSpPr>
        <p:spPr>
          <a:xfrm flipH="1">
            <a:off x="577215" y="1419225"/>
            <a:ext cx="11203940" cy="716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>
                <a:solidFill>
                  <a:schemeClr val="tx1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思源黑体 CN Normal" panose="020b0400000000000000" pitchFamily="34" charset="-122"/>
              </a:rPr>
              <a:t>在初中，我们已经接触过一些集合，你能举出一些集合的例子吗？如：</a:t>
            </a:r>
            <a:endParaRPr lang="zh-CN" altLang="en-US" sz="2400">
              <a:solidFill>
                <a:schemeClr val="tx1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grpSp>
        <p:nvGrpSpPr>
          <p:cNvPr id="53" name="组合 52" title=""/>
          <p:cNvGrpSpPr/>
          <p:nvPr>
            <p:custDataLst>
              <p:tags r:id="rId12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3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9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7" name="组合 76" title=""/>
          <p:cNvGrpSpPr/>
          <p:nvPr>
            <p:custDataLst>
              <p:tags r:id="rId25"/>
            </p:custDataLst>
          </p:nvPr>
        </p:nvGrpSpPr>
        <p:grpSpPr>
          <a:xfrm>
            <a:off x="633730" y="2469515"/>
            <a:ext cx="3441065" cy="1581150"/>
            <a:chOff x="998" y="3997"/>
            <a:chExt cx="5419" cy="2490"/>
          </a:xfrm>
        </p:grpSpPr>
        <p:sp>
          <p:nvSpPr>
            <p:cNvPr id="47" name="圆角矩形 46"/>
            <p:cNvSpPr/>
            <p:nvPr>
              <p:custDataLst>
                <p:tags r:id="rId26"/>
              </p:custDataLst>
            </p:nvPr>
          </p:nvSpPr>
          <p:spPr>
            <a:xfrm>
              <a:off x="998" y="3997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rgbClr val="4879FD">
                    <a:alpha val="32000"/>
                  </a:srgb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27"/>
              </p:custDataLst>
            </p:nvPr>
          </p:nvSpPr>
          <p:spPr>
            <a:xfrm>
              <a:off x="1052" y="4831"/>
              <a:ext cx="5365" cy="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5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自然数的集合</a:t>
              </a:r>
              <a:endParaRPr lang="zh-CN" altLang="en-US" sz="25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81" name="组合 80" title=""/>
          <p:cNvGrpSpPr/>
          <p:nvPr>
            <p:custDataLst>
              <p:tags r:id="rId28"/>
            </p:custDataLst>
          </p:nvPr>
        </p:nvGrpSpPr>
        <p:grpSpPr>
          <a:xfrm>
            <a:off x="4375150" y="2469515"/>
            <a:ext cx="3441065" cy="1581150"/>
            <a:chOff x="6890" y="3889"/>
            <a:chExt cx="5419" cy="2490"/>
          </a:xfrm>
        </p:grpSpPr>
        <p:sp>
          <p:nvSpPr>
            <p:cNvPr id="72" name="圆角矩形 71"/>
            <p:cNvSpPr/>
            <p:nvPr>
              <p:custDataLst>
                <p:tags r:id="rId29"/>
              </p:custDataLst>
            </p:nvPr>
          </p:nvSpPr>
          <p:spPr>
            <a:xfrm>
              <a:off x="6890" y="3889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25000"/>
                  </a:scheme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30"/>
              </p:custDataLst>
            </p:nvPr>
          </p:nvSpPr>
          <p:spPr>
            <a:xfrm>
              <a:off x="6917" y="4720"/>
              <a:ext cx="536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有理数的集合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82" name="组合 81" title=""/>
          <p:cNvGrpSpPr/>
          <p:nvPr>
            <p:custDataLst>
              <p:tags r:id="rId31"/>
            </p:custDataLst>
          </p:nvPr>
        </p:nvGrpSpPr>
        <p:grpSpPr>
          <a:xfrm>
            <a:off x="8116570" y="2469515"/>
            <a:ext cx="3441065" cy="1581150"/>
            <a:chOff x="12782" y="3889"/>
            <a:chExt cx="5419" cy="2490"/>
          </a:xfrm>
        </p:grpSpPr>
        <p:sp>
          <p:nvSpPr>
            <p:cNvPr id="73" name="圆角矩形 72"/>
            <p:cNvSpPr/>
            <p:nvPr>
              <p:custDataLst>
                <p:tags r:id="rId32"/>
              </p:custDataLst>
            </p:nvPr>
          </p:nvSpPr>
          <p:spPr>
            <a:xfrm>
              <a:off x="12782" y="3889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rgbClr val="4879FD">
                    <a:alpha val="32000"/>
                  </a:srgb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33"/>
              </p:custDataLst>
            </p:nvPr>
          </p:nvSpPr>
          <p:spPr>
            <a:xfrm>
              <a:off x="12782" y="4720"/>
              <a:ext cx="536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不等式的解的集合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86" name="组合 85" title=""/>
          <p:cNvGrpSpPr/>
          <p:nvPr>
            <p:custDataLst>
              <p:tags r:id="rId34"/>
            </p:custDataLst>
          </p:nvPr>
        </p:nvGrpSpPr>
        <p:grpSpPr>
          <a:xfrm>
            <a:off x="633730" y="4436110"/>
            <a:ext cx="3441065" cy="1581150"/>
            <a:chOff x="998" y="6986"/>
            <a:chExt cx="5419" cy="2490"/>
          </a:xfrm>
        </p:grpSpPr>
        <p:sp>
          <p:nvSpPr>
            <p:cNvPr id="74" name="圆角矩形 73"/>
            <p:cNvSpPr/>
            <p:nvPr>
              <p:custDataLst>
                <p:tags r:id="rId35"/>
              </p:custDataLst>
            </p:nvPr>
          </p:nvSpPr>
          <p:spPr>
            <a:xfrm>
              <a:off x="998" y="6986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25000"/>
                  </a:scheme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83" name="文本框 82"/>
            <p:cNvSpPr txBox="1"/>
            <p:nvPr>
              <p:custDataLst>
                <p:tags r:id="rId36"/>
              </p:custDataLst>
            </p:nvPr>
          </p:nvSpPr>
          <p:spPr>
            <a:xfrm>
              <a:off x="1052" y="7492"/>
              <a:ext cx="536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到一个定点的距离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等于定长的点的集合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85" name="组合 84" title=""/>
          <p:cNvGrpSpPr/>
          <p:nvPr>
            <p:custDataLst>
              <p:tags r:id="rId37"/>
            </p:custDataLst>
          </p:nvPr>
        </p:nvGrpSpPr>
        <p:grpSpPr>
          <a:xfrm>
            <a:off x="4392295" y="4439920"/>
            <a:ext cx="3441065" cy="1581150"/>
            <a:chOff x="6917" y="6992"/>
            <a:chExt cx="5419" cy="2490"/>
          </a:xfrm>
        </p:grpSpPr>
        <p:sp>
          <p:nvSpPr>
            <p:cNvPr id="75" name="圆角矩形 74"/>
            <p:cNvSpPr/>
            <p:nvPr>
              <p:custDataLst>
                <p:tags r:id="rId38"/>
              </p:custDataLst>
            </p:nvPr>
          </p:nvSpPr>
          <p:spPr>
            <a:xfrm>
              <a:off x="6917" y="6992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rgbClr val="4879FD">
                    <a:alpha val="32000"/>
                  </a:srgb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39"/>
              </p:custDataLst>
            </p:nvPr>
          </p:nvSpPr>
          <p:spPr>
            <a:xfrm>
              <a:off x="6944" y="7492"/>
              <a:ext cx="5365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到一条线段的两个端点距离相等的点的集合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88" name="组合 87" title=""/>
          <p:cNvGrpSpPr/>
          <p:nvPr>
            <p:custDataLst>
              <p:tags r:id="rId40"/>
            </p:custDataLst>
          </p:nvPr>
        </p:nvGrpSpPr>
        <p:grpSpPr>
          <a:xfrm>
            <a:off x="8150860" y="4443095"/>
            <a:ext cx="3441065" cy="1581150"/>
            <a:chOff x="12836" y="6997"/>
            <a:chExt cx="5419" cy="2490"/>
          </a:xfrm>
        </p:grpSpPr>
        <p:sp>
          <p:nvSpPr>
            <p:cNvPr id="80" name="圆角矩形 79"/>
            <p:cNvSpPr/>
            <p:nvPr>
              <p:custDataLst>
                <p:tags r:id="rId41"/>
              </p:custDataLst>
            </p:nvPr>
          </p:nvSpPr>
          <p:spPr>
            <a:xfrm>
              <a:off x="12836" y="6997"/>
              <a:ext cx="5419" cy="2490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25000"/>
                  </a:scheme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42"/>
              </p:custDataLst>
            </p:nvPr>
          </p:nvSpPr>
          <p:spPr>
            <a:xfrm>
              <a:off x="12871" y="7767"/>
              <a:ext cx="536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......</a:t>
              </a:r>
              <a:endParaRPr lang="en-US" altLang="zh-CN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46" name="文本框 45" title=""/>
          <p:cNvSpPr txBox="1"/>
          <p:nvPr>
            <p:custDataLst>
              <p:tags r:id="rId11"/>
            </p:custDataLst>
          </p:nvPr>
        </p:nvSpPr>
        <p:spPr>
          <a:xfrm flipH="1">
            <a:off x="848995" y="1220470"/>
            <a:ext cx="8156575" cy="716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>
                <a:solidFill>
                  <a:srgbClr val="4378FD"/>
                </a:solidFill>
                <a:effectLst>
                  <a:glow rad="177800">
                    <a:schemeClr val="bg1">
                      <a:alpha val="15000"/>
                    </a:schemeClr>
                  </a:glow>
                </a:effectLst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思源黑体 CN Normal" panose="020b0400000000000000" pitchFamily="34" charset="-122"/>
              </a:rPr>
              <a:t>观察下列实例：</a:t>
            </a:r>
            <a:endParaRPr lang="zh-CN" altLang="en-US" sz="2400" b="1">
              <a:solidFill>
                <a:srgbClr val="4378FD"/>
              </a:solidFill>
              <a:effectLst>
                <a:glow rad="177800">
                  <a:schemeClr val="bg1">
                    <a:alpha val="15000"/>
                  </a:schemeClr>
                </a:glow>
              </a:effectLst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grpSp>
        <p:nvGrpSpPr>
          <p:cNvPr id="53" name="组合 52" title=""/>
          <p:cNvGrpSpPr/>
          <p:nvPr>
            <p:custDataLst>
              <p:tags r:id="rId12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3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9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 title=""/>
          <p:cNvGrpSpPr/>
          <p:nvPr>
            <p:custDataLst>
              <p:tags r:id="rId25"/>
            </p:custDataLst>
          </p:nvPr>
        </p:nvGrpSpPr>
        <p:grpSpPr>
          <a:xfrm>
            <a:off x="717550" y="2105025"/>
            <a:ext cx="5311140" cy="3949700"/>
            <a:chOff x="310" y="1859"/>
            <a:chExt cx="8364" cy="6220"/>
          </a:xfrm>
        </p:grpSpPr>
        <p:sp>
          <p:nvSpPr>
            <p:cNvPr id="3" name="椭圆 2"/>
            <p:cNvSpPr/>
            <p:nvPr>
              <p:custDataLst>
                <p:tags r:id="rId26"/>
              </p:custDataLst>
            </p:nvPr>
          </p:nvSpPr>
          <p:spPr>
            <a:xfrm>
              <a:off x="310" y="1859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smtClean="0">
                  <a:latin typeface="黑体" panose="02010609060101010101" charset="-122"/>
                  <a:ea typeface="黑体" panose="02010609060101010101" charset="-122"/>
                </a:rPr>
                <a:t>1</a:t>
              </a:r>
              <a:endParaRPr lang="en-US" altLang="zh-CN" b="1" smtClean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标题 11"/>
            <p:cNvSpPr txBox="1"/>
            <p:nvPr>
              <p:custDataLst>
                <p:tags r:id="rId27"/>
              </p:custDataLst>
            </p:nvPr>
          </p:nvSpPr>
          <p:spPr>
            <a:xfrm>
              <a:off x="1259" y="1962"/>
              <a:ext cx="6088" cy="80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</a:t>
              </a:r>
              <a:r>
                <a:rPr lang="en-US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～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10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以内的所有奇数</a:t>
              </a:r>
              <a:endPara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28"/>
              </p:custDataLst>
            </p:nvPr>
          </p:nvSpPr>
          <p:spPr>
            <a:xfrm>
              <a:off x="310" y="2909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smtClean="0">
                  <a:latin typeface="黑体" panose="02010609060101010101" charset="-122"/>
                  <a:ea typeface="黑体" panose="02010609060101010101" charset="-122"/>
                </a:rPr>
                <a:t>2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" name="标题 11"/>
            <p:cNvSpPr txBox="1"/>
            <p:nvPr>
              <p:custDataLst>
                <p:tags r:id="rId29"/>
              </p:custDataLst>
            </p:nvPr>
          </p:nvSpPr>
          <p:spPr>
            <a:xfrm>
              <a:off x="1259" y="3015"/>
              <a:ext cx="6088" cy="835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方程</a:t>
              </a:r>
              <a:r>
                <a:rPr 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sz="2400" b="1" baseline="300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</a:t>
              </a: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－</a:t>
              </a:r>
              <a:r>
                <a:rPr 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9</a:t>
              </a: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＝</a:t>
              </a:r>
              <a:r>
                <a:rPr 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0</a:t>
              </a: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的实数根</a:t>
              </a:r>
              <a:endPara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30"/>
              </p:custDataLst>
            </p:nvPr>
          </p:nvSpPr>
          <p:spPr>
            <a:xfrm>
              <a:off x="310" y="4013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latin typeface="黑体" panose="02010609060101010101" charset="-122"/>
                  <a:ea typeface="黑体" panose="02010609060101010101" charset="-122"/>
                </a:rPr>
                <a:t>3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" name="标题 11"/>
            <p:cNvSpPr txBox="1"/>
            <p:nvPr>
              <p:custDataLst>
                <p:tags r:id="rId31"/>
              </p:custDataLst>
            </p:nvPr>
          </p:nvSpPr>
          <p:spPr>
            <a:xfrm>
              <a:off x="1259" y="4124"/>
              <a:ext cx="6088" cy="80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小于</a:t>
              </a:r>
              <a:r>
                <a:rPr 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8</a:t>
              </a:r>
              <a:r>
                <a:rPr 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的素数</a:t>
              </a:r>
              <a:endPara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32"/>
              </p:custDataLst>
            </p:nvPr>
          </p:nvSpPr>
          <p:spPr>
            <a:xfrm>
              <a:off x="310" y="5072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latin typeface="黑体" panose="02010609060101010101" charset="-122"/>
                  <a:ea typeface="黑体" panose="02010609060101010101" charset="-122"/>
                </a:rPr>
                <a:t>4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7" name="标题 11"/>
            <p:cNvSpPr txBox="1"/>
            <p:nvPr>
              <p:custDataLst>
                <p:tags r:id="rId33"/>
              </p:custDataLst>
            </p:nvPr>
          </p:nvSpPr>
          <p:spPr>
            <a:xfrm>
              <a:off x="1259" y="5160"/>
              <a:ext cx="6088" cy="87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+mn-cs"/>
                  <a:sym typeface="+mn-ea"/>
                </a:rPr>
                <a:t>中国四大发明</a:t>
              </a:r>
              <a:endPara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  <a:sym typeface="+mn-ea"/>
              </a:endParaRPr>
            </a:p>
          </p:txBody>
        </p:sp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310" y="6100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latin typeface="黑体" panose="02010609060101010101" charset="-122"/>
                  <a:ea typeface="黑体" panose="02010609060101010101" charset="-122"/>
                </a:rPr>
                <a:t>5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0" name="标题 11"/>
            <p:cNvSpPr txBox="1"/>
            <p:nvPr>
              <p:custDataLst>
                <p:tags r:id="rId35"/>
              </p:custDataLst>
            </p:nvPr>
          </p:nvSpPr>
          <p:spPr>
            <a:xfrm>
              <a:off x="1259" y="6186"/>
              <a:ext cx="6088" cy="782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+mn-cs"/>
                  <a:sym typeface="+mn-ea"/>
                </a:rPr>
                <a:t>中国十二生肖</a:t>
              </a:r>
              <a:endPara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  <a:sym typeface="+mn-ea"/>
              </a:endParaRPr>
            </a:p>
          </p:txBody>
        </p:sp>
        <p:sp>
          <p:nvSpPr>
            <p:cNvPr id="41" name="椭圆 40"/>
            <p:cNvSpPr/>
            <p:nvPr>
              <p:custDataLst>
                <p:tags r:id="rId36"/>
              </p:custDataLst>
            </p:nvPr>
          </p:nvSpPr>
          <p:spPr>
            <a:xfrm>
              <a:off x="310" y="7171"/>
              <a:ext cx="908" cy="908"/>
            </a:xfrm>
            <a:prstGeom prst="ellipse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67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latin typeface="黑体" panose="02010609060101010101" charset="-122"/>
                  <a:ea typeface="黑体" panose="02010609060101010101" charset="-122"/>
                </a:rPr>
                <a:t>6</a:t>
              </a:r>
              <a:endParaRPr lang="zh-CN" altLang="en-US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" name="标题 11"/>
            <p:cNvSpPr txBox="1"/>
            <p:nvPr>
              <p:custDataLst>
                <p:tags r:id="rId37"/>
              </p:custDataLst>
            </p:nvPr>
          </p:nvSpPr>
          <p:spPr>
            <a:xfrm>
              <a:off x="1259" y="7288"/>
              <a:ext cx="7415" cy="71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到定点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O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的距离等于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的所有点</a:t>
              </a:r>
              <a:endPara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29" name="组合 28" title=""/>
          <p:cNvGrpSpPr/>
          <p:nvPr>
            <p:custDataLst>
              <p:tags r:id="rId38"/>
            </p:custDataLst>
          </p:nvPr>
        </p:nvGrpSpPr>
        <p:grpSpPr>
          <a:xfrm>
            <a:off x="5635625" y="2136140"/>
            <a:ext cx="3658870" cy="459740"/>
            <a:chOff x="8740" y="3364"/>
            <a:chExt cx="5762" cy="724"/>
          </a:xfrm>
        </p:grpSpPr>
        <p:cxnSp>
          <p:nvCxnSpPr>
            <p:cNvPr id="6" name="直接箭头连接符 5"/>
            <p:cNvCxnSpPr/>
            <p:nvPr>
              <p:custDataLst>
                <p:tags r:id="rId39"/>
              </p:custDataLst>
            </p:nvPr>
          </p:nvCxnSpPr>
          <p:spPr>
            <a:xfrm>
              <a:off x="8740" y="3762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>
              <p:custDataLst>
                <p:tags r:id="rId40"/>
              </p:custDataLst>
            </p:nvPr>
          </p:nvSpPr>
          <p:spPr>
            <a:xfrm>
              <a:off x="10726" y="3364"/>
              <a:ext cx="37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3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5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7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9</a:t>
              </a:r>
              <a:endParaRPr lang="en-US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0" name="组合 29" title=""/>
          <p:cNvGrpSpPr/>
          <p:nvPr>
            <p:custDataLst>
              <p:tags r:id="rId41"/>
            </p:custDataLst>
          </p:nvPr>
        </p:nvGrpSpPr>
        <p:grpSpPr>
          <a:xfrm>
            <a:off x="5635625" y="2807970"/>
            <a:ext cx="3728720" cy="460375"/>
            <a:chOff x="8740" y="4422"/>
            <a:chExt cx="5872" cy="725"/>
          </a:xfrm>
        </p:grpSpPr>
        <p:sp>
          <p:nvSpPr>
            <p:cNvPr id="49" name="文本框 48"/>
            <p:cNvSpPr txBox="1"/>
            <p:nvPr>
              <p:custDataLst>
                <p:tags r:id="rId42"/>
              </p:custDataLst>
            </p:nvPr>
          </p:nvSpPr>
          <p:spPr>
            <a:xfrm>
              <a:off x="10726" y="4422"/>
              <a:ext cx="388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400" b="1" baseline="-25000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=-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3，</a:t>
              </a:r>
              <a:r>
                <a:rPr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400" b="1" baseline="-25000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=</a:t>
              </a: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43"/>
              </p:custDataLst>
            </p:nvPr>
          </p:nvCxnSpPr>
          <p:spPr>
            <a:xfrm>
              <a:off x="8740" y="4802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1" name="组合 30" title=""/>
          <p:cNvGrpSpPr/>
          <p:nvPr>
            <p:custDataLst>
              <p:tags r:id="rId44"/>
            </p:custDataLst>
          </p:nvPr>
        </p:nvGrpSpPr>
        <p:grpSpPr>
          <a:xfrm>
            <a:off x="5635625" y="3475355"/>
            <a:ext cx="3473450" cy="459740"/>
            <a:chOff x="8740" y="5473"/>
            <a:chExt cx="5470" cy="724"/>
          </a:xfrm>
        </p:grpSpPr>
        <p:sp>
          <p:nvSpPr>
            <p:cNvPr id="51" name="文本框 50"/>
            <p:cNvSpPr txBox="1"/>
            <p:nvPr>
              <p:custDataLst>
                <p:tags r:id="rId45"/>
              </p:custDataLst>
            </p:nvPr>
          </p:nvSpPr>
          <p:spPr>
            <a:xfrm>
              <a:off x="10726" y="5473"/>
              <a:ext cx="34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2，3，5，7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cxnSp>
          <p:nvCxnSpPr>
            <p:cNvPr id="24" name="直接箭头连接符 23"/>
            <p:cNvCxnSpPr/>
            <p:nvPr>
              <p:custDataLst>
                <p:tags r:id="rId46"/>
              </p:custDataLst>
            </p:nvPr>
          </p:nvCxnSpPr>
          <p:spPr>
            <a:xfrm>
              <a:off x="8740" y="5827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2" name="组合 31" title=""/>
          <p:cNvGrpSpPr/>
          <p:nvPr>
            <p:custDataLst>
              <p:tags r:id="rId47"/>
            </p:custDataLst>
          </p:nvPr>
        </p:nvGrpSpPr>
        <p:grpSpPr>
          <a:xfrm>
            <a:off x="5635625" y="4113530"/>
            <a:ext cx="6258560" cy="459740"/>
            <a:chOff x="8740" y="6478"/>
            <a:chExt cx="9856" cy="724"/>
          </a:xfrm>
        </p:grpSpPr>
        <p:sp>
          <p:nvSpPr>
            <p:cNvPr id="52" name="文本框 51"/>
            <p:cNvSpPr txBox="1"/>
            <p:nvPr>
              <p:custDataLst>
                <p:tags r:id="rId48"/>
              </p:custDataLst>
            </p:nvPr>
          </p:nvSpPr>
          <p:spPr>
            <a:xfrm>
              <a:off x="10726" y="6478"/>
              <a:ext cx="787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rPr>
                <a:t>造纸术、指南针、火药、印刷术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49"/>
              </p:custDataLst>
            </p:nvPr>
          </p:nvCxnSpPr>
          <p:spPr>
            <a:xfrm>
              <a:off x="8740" y="6852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3" name="组合 32" title=""/>
          <p:cNvGrpSpPr/>
          <p:nvPr>
            <p:custDataLst>
              <p:tags r:id="rId50"/>
            </p:custDataLst>
          </p:nvPr>
        </p:nvGrpSpPr>
        <p:grpSpPr>
          <a:xfrm>
            <a:off x="5635625" y="4694555"/>
            <a:ext cx="6218555" cy="864870"/>
            <a:chOff x="8740" y="7393"/>
            <a:chExt cx="9793" cy="1362"/>
          </a:xfrm>
        </p:grpSpPr>
        <p:sp>
          <p:nvSpPr>
            <p:cNvPr id="21" name="标题 11"/>
            <p:cNvSpPr txBox="1"/>
            <p:nvPr>
              <p:custDataLst>
                <p:tags r:id="rId51"/>
              </p:custDataLst>
            </p:nvPr>
          </p:nvSpPr>
          <p:spPr>
            <a:xfrm>
              <a:off x="10726" y="7393"/>
              <a:ext cx="7807" cy="1362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rPr>
                <a:t>鼠、牛、虎、兔、龙、蛇、马、羊、猴、鸡、狗、猪</a:t>
              </a:r>
              <a:endPara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27" name="直接箭头连接符 26"/>
            <p:cNvCxnSpPr/>
            <p:nvPr>
              <p:custDataLst>
                <p:tags r:id="rId52"/>
              </p:custDataLst>
            </p:nvPr>
          </p:nvCxnSpPr>
          <p:spPr>
            <a:xfrm>
              <a:off x="8740" y="7951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4" name="组合 33" title=""/>
          <p:cNvGrpSpPr/>
          <p:nvPr>
            <p:custDataLst>
              <p:tags r:id="rId53"/>
            </p:custDataLst>
          </p:nvPr>
        </p:nvGrpSpPr>
        <p:grpSpPr>
          <a:xfrm>
            <a:off x="5635625" y="5584825"/>
            <a:ext cx="6218555" cy="555625"/>
            <a:chOff x="8740" y="8795"/>
            <a:chExt cx="9793" cy="875"/>
          </a:xfrm>
        </p:grpSpPr>
        <p:sp>
          <p:nvSpPr>
            <p:cNvPr id="22" name="标题 11"/>
            <p:cNvSpPr txBox="1"/>
            <p:nvPr>
              <p:custDataLst>
                <p:tags r:id="rId54"/>
              </p:custDataLst>
            </p:nvPr>
          </p:nvSpPr>
          <p:spPr>
            <a:xfrm>
              <a:off x="10726" y="8795"/>
              <a:ext cx="7807" cy="87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圆心是O，半径为1的圆上的点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55"/>
              </p:custDataLst>
            </p:nvPr>
          </p:nvCxnSpPr>
          <p:spPr>
            <a:xfrm>
              <a:off x="8740" y="9125"/>
              <a:ext cx="1553" cy="2"/>
            </a:xfrm>
            <a:prstGeom prst="straightConnector1">
              <a:avLst/>
            </a:prstGeom>
            <a:ln w="47625">
              <a:gradFill>
                <a:gsLst>
                  <a:gs pos="0">
                    <a:schemeClr val="accent2"/>
                  </a:gs>
                  <a:gs pos="100000">
                    <a:srgbClr val="4076FD"/>
                  </a:gs>
                </a:gsLst>
                <a:lin ang="11640000" scaled="1"/>
              </a:gradFill>
              <a:headEnd type="oval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5" name="圆角矩形 34" title=""/>
          <p:cNvSpPr/>
          <p:nvPr>
            <p:custDataLst>
              <p:tags r:id="rId56"/>
            </p:custDataLst>
          </p:nvPr>
        </p:nvSpPr>
        <p:spPr>
          <a:xfrm>
            <a:off x="610870" y="1936750"/>
            <a:ext cx="4836795" cy="4358005"/>
          </a:xfrm>
          <a:prstGeom prst="roundRect">
            <a:avLst/>
          </a:prstGeom>
          <a:solidFill>
            <a:srgbClr val="E3EBFF">
              <a:alpha val="80000"/>
            </a:srgbClr>
          </a:solidFill>
          <a:ln>
            <a:solidFill>
              <a:srgbClr val="4076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</a:rPr>
              <a:t>集合</a:t>
            </a:r>
            <a:endParaRPr lang="zh-CN" altLang="en-US" sz="4400" b="1">
              <a:solidFill>
                <a:srgbClr val="2764F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圆角矩形 35" title=""/>
          <p:cNvSpPr/>
          <p:nvPr>
            <p:custDataLst>
              <p:tags r:id="rId57"/>
            </p:custDataLst>
          </p:nvPr>
        </p:nvSpPr>
        <p:spPr>
          <a:xfrm>
            <a:off x="6748780" y="1936750"/>
            <a:ext cx="4923155" cy="4358005"/>
          </a:xfrm>
          <a:prstGeom prst="roundRect">
            <a:avLst/>
          </a:prstGeom>
          <a:solidFill>
            <a:srgbClr val="E3EBFF">
              <a:alpha val="80000"/>
            </a:srgbClr>
          </a:solidFill>
          <a:ln>
            <a:solidFill>
              <a:srgbClr val="4076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元素</a:t>
            </a:r>
            <a:endParaRPr lang="zh-CN" altLang="en-US" sz="4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6386" name="Text Box 4" title=""/>
          <p:cNvSpPr/>
          <p:nvPr>
            <p:custDataLst>
              <p:tags r:id="rId24"/>
            </p:custDataLst>
          </p:nvPr>
        </p:nvSpPr>
        <p:spPr>
          <a:xfrm>
            <a:off x="771525" y="1097280"/>
            <a:ext cx="10518140" cy="54063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32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8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24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一般地，我们把研究对象统称为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元素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element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），把一些元素组成的总体叫做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集合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set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）（简称为集）。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 algn="just"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给定的集合，它的元素必须是确定的。也就是说，给定一个集合，那么一个元素在或不在这个集合中就确定了。例如，“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1-10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之间的所有偶数”构成一个集合，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是这个集合的元素，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…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不是它的元素；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 algn="just"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“较小的数”不能构成集合，因为组成它的元素是不确定的。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 algn="just" eaLnBrk="1" hangingPunct="1">
              <a:lnSpc>
                <a:spcPct val="160000"/>
              </a:lnSpc>
              <a:spcBef>
                <a:spcPct val="0"/>
              </a:spcBef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一个给定集合中的元素是互不相同的。也就是说，集合中的元素是不重复出现的。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219" name="文本框 20482" title=""/>
          <p:cNvSpPr txBox="1"/>
          <p:nvPr>
            <p:custDataLst>
              <p:tags r:id="rId24"/>
            </p:custDataLst>
          </p:nvPr>
        </p:nvSpPr>
        <p:spPr>
          <a:xfrm>
            <a:off x="659765" y="1571625"/>
            <a:ext cx="5343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【情景】军训时教官喊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班集合：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217" name="内容占位符 3" title="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832485" y="2656840"/>
            <a:ext cx="6936740" cy="316166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marL="357505" indent="-357505" algn="just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anose="05020102010507070707" pitchFamily="18" charset="2"/>
              <a:buChar char=""/>
              <a:defRPr lang="zh-CN" altLang="en-US" sz="2400" kern="1200" baseline="0" smtClean="0">
                <a:solidFill>
                  <a:schemeClr val="accent1">
                    <a:lumMod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357505" indent="-357505" algn="just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班学生会不会跑到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班来？</a:t>
            </a:r>
            <a:endParaRPr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endParaRPr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教官调整了站位后班级里的人有没有发生变化？班级会不会发生改变？</a:t>
            </a:r>
            <a:endParaRPr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endParaRPr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lnSpc>
                <a:spcPct val="10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教官要求报数的目的是什么？一个人是否会报两次？</a:t>
            </a:r>
            <a:endParaRPr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" name="文本框 20482" title=""/>
          <p:cNvSpPr txBox="1"/>
          <p:nvPr>
            <p:custDataLst>
              <p:tags r:id="rId26"/>
            </p:custDataLst>
          </p:nvPr>
        </p:nvSpPr>
        <p:spPr>
          <a:xfrm>
            <a:off x="6586220" y="1571625"/>
            <a:ext cx="4692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我们班的同学能不能构成集合？</a:t>
            </a:r>
            <a:endParaRPr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矩形: 圆角 29" title=""/>
          <p:cNvSpPr/>
          <p:nvPr>
            <p:custDataLst>
              <p:tags r:id="rId27"/>
            </p:custDataLst>
          </p:nvPr>
        </p:nvSpPr>
        <p:spPr>
          <a:xfrm rot="10800000" flipV="1">
            <a:off x="9215120" y="2630805"/>
            <a:ext cx="1778635" cy="6743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确定性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: 圆角 29" title=""/>
          <p:cNvSpPr/>
          <p:nvPr>
            <p:custDataLst>
              <p:tags r:id="rId28"/>
            </p:custDataLst>
          </p:nvPr>
        </p:nvSpPr>
        <p:spPr>
          <a:xfrm rot="10800000" flipV="1">
            <a:off x="9215120" y="3775075"/>
            <a:ext cx="1778635" cy="6743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无序性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: 圆角 29" title=""/>
          <p:cNvSpPr/>
          <p:nvPr>
            <p:custDataLst>
              <p:tags r:id="rId29"/>
            </p:custDataLst>
          </p:nvPr>
        </p:nvSpPr>
        <p:spPr>
          <a:xfrm rot="10800000" flipV="1">
            <a:off x="9205595" y="4919345"/>
            <a:ext cx="1778635" cy="6743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互异性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4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20482" title=""/>
          <p:cNvSpPr txBox="1"/>
          <p:nvPr>
            <p:custDataLst>
              <p:tags r:id="rId24"/>
            </p:custDataLst>
          </p:nvPr>
        </p:nvSpPr>
        <p:spPr>
          <a:xfrm>
            <a:off x="771525" y="1310005"/>
            <a:ext cx="4692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集合中元素具的有几个特征</a:t>
            </a:r>
            <a:r>
              <a:rPr 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lang="zh-CN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8" name="组合 7" title=""/>
          <p:cNvGrpSpPr/>
          <p:nvPr>
            <p:custDataLst>
              <p:tags r:id="rId25"/>
            </p:custDataLst>
          </p:nvPr>
        </p:nvGrpSpPr>
        <p:grpSpPr>
          <a:xfrm>
            <a:off x="797560" y="4322445"/>
            <a:ext cx="9925685" cy="702945"/>
            <a:chOff x="895" y="6813"/>
            <a:chExt cx="15631" cy="1107"/>
          </a:xfrm>
        </p:grpSpPr>
        <p:sp>
          <p:nvSpPr>
            <p:cNvPr id="4" name="矩形: 圆角 29"/>
            <p:cNvSpPr/>
            <p:nvPr>
              <p:custDataLst>
                <p:tags r:id="rId26"/>
              </p:custDataLst>
            </p:nvPr>
          </p:nvSpPr>
          <p:spPr>
            <a:xfrm rot="10800000" flipV="1">
              <a:off x="895" y="6813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互异性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435" name="内容占位符 2"/>
            <p:cNvSpPr>
              <a:spLocks noGrp="1"/>
            </p:cNvSpPr>
            <p:nvPr>
              <p:custDataLst>
                <p:tags r:id="rId27"/>
              </p:custDataLst>
            </p:nvPr>
          </p:nvSpPr>
          <p:spPr>
            <a:xfrm>
              <a:off x="4116" y="6956"/>
              <a:ext cx="12411" cy="9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anchor="t" anchorCtr="0"/>
            <a:lstStyle>
              <a:lvl1pPr marL="342900" indent="-3429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1pPr>
              <a:lvl2pPr marL="742950" indent="-28575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2pPr>
              <a:lvl3pPr marL="11430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3pPr>
              <a:lvl4pPr marL="16002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4pPr>
              <a:lvl5pPr marL="20574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SzPct val="45000"/>
                <a:buFont typeface="Wingdings 2" panose="05020102010507070707" pitchFamily="18" charset="2"/>
                <a:buChar char="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zh-CN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集合中的元素无顺序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,</a:t>
              </a:r>
              <a:r>
                <a:rPr lang="zh-CN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可以任意排列调换。</a:t>
              </a:r>
              <a:endPara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28"/>
            </p:custDataLst>
          </p:nvPr>
        </p:nvGrpSpPr>
        <p:grpSpPr>
          <a:xfrm>
            <a:off x="807085" y="1897380"/>
            <a:ext cx="9581515" cy="976630"/>
            <a:chOff x="910" y="2994"/>
            <a:chExt cx="15089" cy="1538"/>
          </a:xfrm>
        </p:grpSpPr>
        <p:sp>
          <p:nvSpPr>
            <p:cNvPr id="30" name="矩形: 圆角 29"/>
            <p:cNvSpPr/>
            <p:nvPr>
              <p:custDataLst>
                <p:tags r:id="rId29"/>
              </p:custDataLst>
            </p:nvPr>
          </p:nvSpPr>
          <p:spPr>
            <a:xfrm rot="10800000" flipV="1">
              <a:off x="910" y="3209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确定性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436" name="TextBox 4"/>
            <p:cNvSpPr/>
            <p:nvPr>
              <p:custDataLst>
                <p:tags r:id="rId30"/>
              </p:custDataLst>
            </p:nvPr>
          </p:nvSpPr>
          <p:spPr>
            <a:xfrm>
              <a:off x="4093" y="2994"/>
              <a:ext cx="11907" cy="15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它的每一个元素必须是确定的。即给定一个集合，那么</a:t>
              </a:r>
              <a:r>
                <a:rPr lang="zh-CN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元素与集合的关系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只</a:t>
              </a:r>
              <a:r>
                <a:rPr lang="zh-CN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有“属于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”</a:t>
              </a:r>
              <a:r>
                <a:rPr lang="zh-CN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及“不属于</a:t>
              </a:r>
              <a:r>
                <a:rPr lang="zh-CN" altLang="en-US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”</a:t>
              </a:r>
              <a:r>
                <a:rPr lang="zh-CN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两种。</a:t>
              </a:r>
              <a:endPara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7" name="组合 6" title=""/>
          <p:cNvGrpSpPr/>
          <p:nvPr>
            <p:custDataLst>
              <p:tags r:id="rId31"/>
            </p:custDataLst>
          </p:nvPr>
        </p:nvGrpSpPr>
        <p:grpSpPr>
          <a:xfrm>
            <a:off x="807085" y="3005455"/>
            <a:ext cx="10471150" cy="1050290"/>
            <a:chOff x="910" y="4739"/>
            <a:chExt cx="16490" cy="1654"/>
          </a:xfrm>
        </p:grpSpPr>
        <p:sp>
          <p:nvSpPr>
            <p:cNvPr id="3" name="矩形: 圆角 29"/>
            <p:cNvSpPr/>
            <p:nvPr>
              <p:custDataLst>
                <p:tags r:id="rId32"/>
              </p:custDataLst>
            </p:nvPr>
          </p:nvSpPr>
          <p:spPr>
            <a:xfrm rot="10800000" flipV="1">
              <a:off x="910" y="5011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无序性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437" name="TextBox 5"/>
            <p:cNvSpPr/>
            <p:nvPr>
              <p:custDataLst>
                <p:tags r:id="rId33"/>
              </p:custDataLst>
            </p:nvPr>
          </p:nvSpPr>
          <p:spPr>
            <a:xfrm>
              <a:off x="4116" y="4739"/>
              <a:ext cx="13284" cy="16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即集合中的元素是互不相同的，如果出现了两个</a:t>
              </a:r>
              <a:r>
                <a:rPr lang="en-US" altLang="zh-CN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(</a:t>
              </a:r>
              <a:r>
                <a:rPr lang="zh-CN" altLang="en-US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或几个</a:t>
              </a:r>
              <a:r>
                <a:rPr lang="en-US" altLang="zh-CN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)</a:t>
              </a:r>
              <a:r>
                <a:rPr lang="zh-CN" altLang="en-US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相同的元素就只能算一个，即集合中的元素是不重复出现的。</a:t>
              </a:r>
              <a:endPara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8438" name="TextBox 6" title=""/>
          <p:cNvSpPr/>
          <p:nvPr>
            <p:custDataLst>
              <p:tags r:id="rId34"/>
            </p:custDataLst>
          </p:nvPr>
        </p:nvSpPr>
        <p:spPr>
          <a:xfrm>
            <a:off x="864235" y="5231130"/>
            <a:ext cx="104140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 b="1" strike="noStrike" noProof="1">
                <a:solidFill>
                  <a:schemeClr val="accent2"/>
                </a:soli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集合的相等：</a:t>
            </a:r>
            <a:endParaRPr lang="zh-CN" altLang="en-US" sz="2400" b="1" strike="noStrike" noProof="1">
              <a:solidFill>
                <a:schemeClr val="accent2"/>
              </a:soli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fontAlgn="base">
              <a:lnSpc>
                <a:spcPct val="150000"/>
              </a:lnSpc>
            </a:pPr>
            <a:r>
              <a:rPr lang="en-US" altLang="zh-CN" sz="2400" strike="noStrike" noProof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lang="zh-CN" altLang="en-US" sz="2400" b="1" strike="noStrike" noProof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只要构成两个集合的元素是一样的，我们就称这两个集合是相等的。</a:t>
            </a:r>
            <a:endParaRPr lang="zh-CN" altLang="en-US" sz="2400" b="1" strike="noStrike" noProof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4345" name="对象 14344" title="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63613" y="2257108"/>
          <a:ext cx="4619625" cy="37122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38" r:id="rId9" imgW="2590800" imgH="2197100" progId="Equation.DSMT4">
                  <p:embed/>
                </p:oleObj>
              </mc:Choice>
              <mc:Fallback>
                <p:oleObj r:id="rId9" imgW="2590800" imgH="21971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3613" y="2257108"/>
                        <a:ext cx="4619625" cy="3712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 title=""/>
          <p:cNvGrpSpPr/>
          <p:nvPr>
            <p:custDataLst>
              <p:tags r:id="rId11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2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3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4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5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21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0482" name="Rectangle 3" title=""/>
          <p:cNvSpPr>
            <a:spLocks noGrp="1" noChangeArrowheads="1"/>
          </p:cNvSpPr>
          <p:nvPr>
            <p:custDataLst>
              <p:tags r:id="rId27"/>
            </p:custDataLst>
          </p:nvPr>
        </p:nvSpPr>
        <p:spPr>
          <a:xfrm>
            <a:off x="771525" y="1274445"/>
            <a:ext cx="8942070" cy="6794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例：具有下列特征的对象能否构成一个集合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8" name="组合 27" title=""/>
          <p:cNvGrpSpPr/>
          <p:nvPr>
            <p:custDataLst>
              <p:tags r:id="rId28"/>
            </p:custDataLst>
          </p:nvPr>
        </p:nvGrpSpPr>
        <p:grpSpPr>
          <a:xfrm>
            <a:off x="5565775" y="2205990"/>
            <a:ext cx="5930265" cy="459740"/>
            <a:chOff x="8765" y="3474"/>
            <a:chExt cx="9339" cy="724"/>
          </a:xfrm>
        </p:grpSpPr>
        <p:sp>
          <p:nvSpPr>
            <p:cNvPr id="14340" name="文本框 14339"/>
            <p:cNvSpPr txBox="1"/>
            <p:nvPr>
              <p:custDataLst>
                <p:tags r:id="rId29"/>
              </p:custDataLst>
            </p:nvPr>
          </p:nvSpPr>
          <p:spPr>
            <a:xfrm>
              <a:off x="9534" y="3474"/>
              <a:ext cx="857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不能，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“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体重很重”的标准不明确。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pSp>
          <p:nvGrpSpPr>
            <p:cNvPr id="15" name="组合 14"/>
            <p:cNvGrpSpPr/>
            <p:nvPr>
              <p:custDataLst>
                <p:tags r:id="rId30"/>
              </p:custDataLst>
            </p:nvPr>
          </p:nvGrpSpPr>
          <p:grpSpPr>
            <a:xfrm>
              <a:off x="8765" y="3474"/>
              <a:ext cx="644" cy="644"/>
              <a:chOff x="8633" y="3555"/>
              <a:chExt cx="644" cy="644"/>
            </a:xfrm>
          </p:grpSpPr>
          <p:sp>
            <p:nvSpPr>
              <p:cNvPr id="10" name="椭圆 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633" y="3555"/>
                <a:ext cx="644" cy="644"/>
              </a:xfrm>
              <a:prstGeom prst="ellipse">
                <a:avLst/>
              </a:prstGeom>
              <a:gradFill>
                <a:gsLst>
                  <a:gs pos="0">
                    <a:srgbClr val="4175FC"/>
                  </a:gs>
                  <a:gs pos="100000">
                    <a:schemeClr val="accent2">
                      <a:alpha val="84000"/>
                    </a:schemeClr>
                  </a:gs>
                </a:gsLst>
                <a:lin ang="132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右箭头 13"/>
              <p:cNvSpPr/>
              <p:nvPr>
                <p:custDataLst>
                  <p:tags r:id="rId32"/>
                </p:custDataLst>
              </p:nvPr>
            </p:nvSpPr>
            <p:spPr>
              <a:xfrm>
                <a:off x="8838" y="3765"/>
                <a:ext cx="233" cy="251"/>
              </a:xfrm>
              <a:prstGeom prst="rightArrow">
                <a:avLst>
                  <a:gd name="adj1" fmla="val 37848"/>
                  <a:gd name="adj2" fmla="val 50000"/>
                </a:avLst>
              </a:prstGeom>
              <a:solidFill>
                <a:srgbClr val="FCFD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 title=""/>
          <p:cNvGrpSpPr/>
          <p:nvPr>
            <p:custDataLst>
              <p:tags r:id="rId33"/>
            </p:custDataLst>
          </p:nvPr>
        </p:nvGrpSpPr>
        <p:grpSpPr>
          <a:xfrm>
            <a:off x="5562600" y="2979420"/>
            <a:ext cx="6322695" cy="829945"/>
            <a:chOff x="8760" y="4692"/>
            <a:chExt cx="9957" cy="1307"/>
          </a:xfrm>
        </p:grpSpPr>
        <p:sp>
          <p:nvSpPr>
            <p:cNvPr id="14341" name="文本框 14340"/>
            <p:cNvSpPr txBox="1"/>
            <p:nvPr>
              <p:custDataLst>
                <p:tags r:id="rId34"/>
              </p:custDataLst>
            </p:nvPr>
          </p:nvSpPr>
          <p:spPr>
            <a:xfrm>
              <a:off x="9534" y="4692"/>
              <a:ext cx="9183" cy="1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能，</a:t>
              </a:r>
              <a:r>
                <a:rPr lang="en-US" altLang="zh-CN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zh-CN" altLang="en-US" sz="2400">
                  <a:latin typeface="Times New Roman" panose="02020603050405020304" pitchFamily="18" charset="0"/>
                </a:rPr>
                <a:t>横坐标小于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</a:rPr>
                <a:t>且纵坐标大于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</a:rPr>
                <a:t>的点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2400">
                  <a:latin typeface="Times New Roman" panose="02020603050405020304" pitchFamily="18" charset="0"/>
                </a:rPr>
                <a:t>都是第二象限的点。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组合 15"/>
            <p:cNvGrpSpPr/>
            <p:nvPr>
              <p:custDataLst>
                <p:tags r:id="rId35"/>
              </p:custDataLst>
            </p:nvPr>
          </p:nvGrpSpPr>
          <p:grpSpPr>
            <a:xfrm>
              <a:off x="8760" y="4800"/>
              <a:ext cx="644" cy="644"/>
              <a:chOff x="8633" y="3555"/>
              <a:chExt cx="644" cy="644"/>
            </a:xfrm>
          </p:grpSpPr>
          <p:sp>
            <p:nvSpPr>
              <p:cNvPr id="17" name="椭圆 16"/>
              <p:cNvSpPr/>
              <p:nvPr>
                <p:custDataLst>
                  <p:tags r:id="rId36"/>
                </p:custDataLst>
              </p:nvPr>
            </p:nvSpPr>
            <p:spPr>
              <a:xfrm>
                <a:off x="8633" y="3555"/>
                <a:ext cx="644" cy="644"/>
              </a:xfrm>
              <a:prstGeom prst="ellipse">
                <a:avLst/>
              </a:prstGeom>
              <a:gradFill>
                <a:gsLst>
                  <a:gs pos="0">
                    <a:srgbClr val="4175FC"/>
                  </a:gs>
                  <a:gs pos="100000">
                    <a:schemeClr val="accent2">
                      <a:alpha val="84000"/>
                    </a:schemeClr>
                  </a:gs>
                </a:gsLst>
                <a:lin ang="132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箭头 17"/>
              <p:cNvSpPr/>
              <p:nvPr>
                <p:custDataLst>
                  <p:tags r:id="rId37"/>
                </p:custDataLst>
              </p:nvPr>
            </p:nvSpPr>
            <p:spPr>
              <a:xfrm>
                <a:off x="8838" y="3765"/>
                <a:ext cx="233" cy="251"/>
              </a:xfrm>
              <a:prstGeom prst="rightArrow">
                <a:avLst>
                  <a:gd name="adj1" fmla="val 37848"/>
                  <a:gd name="adj2" fmla="val 50000"/>
                </a:avLst>
              </a:prstGeom>
              <a:solidFill>
                <a:srgbClr val="FCFD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 title=""/>
          <p:cNvGrpSpPr/>
          <p:nvPr>
            <p:custDataLst>
              <p:tags r:id="rId38"/>
            </p:custDataLst>
          </p:nvPr>
        </p:nvGrpSpPr>
        <p:grpSpPr>
          <a:xfrm>
            <a:off x="5562600" y="3939540"/>
            <a:ext cx="6496050" cy="459740"/>
            <a:chOff x="8760" y="6098"/>
            <a:chExt cx="10230" cy="724"/>
          </a:xfrm>
        </p:grpSpPr>
        <p:sp>
          <p:nvSpPr>
            <p:cNvPr id="14342" name="文本框 14341"/>
            <p:cNvSpPr txBox="1"/>
            <p:nvPr>
              <p:custDataLst>
                <p:tags r:id="rId39"/>
              </p:custDataLst>
            </p:nvPr>
          </p:nvSpPr>
          <p:spPr>
            <a:xfrm>
              <a:off x="9534" y="6098"/>
              <a:ext cx="945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不能，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“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某些”指哪些？标准不明确。</a:t>
              </a:r>
              <a:endPara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pSp>
          <p:nvGrpSpPr>
            <p:cNvPr id="19" name="组合 18"/>
            <p:cNvGrpSpPr/>
            <p:nvPr>
              <p:custDataLst>
                <p:tags r:id="rId40"/>
              </p:custDataLst>
            </p:nvPr>
          </p:nvGrpSpPr>
          <p:grpSpPr>
            <a:xfrm>
              <a:off x="8760" y="6153"/>
              <a:ext cx="644" cy="644"/>
              <a:chOff x="8633" y="3555"/>
              <a:chExt cx="644" cy="644"/>
            </a:xfrm>
          </p:grpSpPr>
          <p:sp>
            <p:nvSpPr>
              <p:cNvPr id="20" name="椭圆 19"/>
              <p:cNvSpPr/>
              <p:nvPr>
                <p:custDataLst>
                  <p:tags r:id="rId41"/>
                </p:custDataLst>
              </p:nvPr>
            </p:nvSpPr>
            <p:spPr>
              <a:xfrm>
                <a:off x="8633" y="3555"/>
                <a:ext cx="644" cy="644"/>
              </a:xfrm>
              <a:prstGeom prst="ellipse">
                <a:avLst/>
              </a:prstGeom>
              <a:gradFill>
                <a:gsLst>
                  <a:gs pos="0">
                    <a:srgbClr val="4175FC"/>
                  </a:gs>
                  <a:gs pos="100000">
                    <a:schemeClr val="accent2">
                      <a:alpha val="84000"/>
                    </a:schemeClr>
                  </a:gs>
                </a:gsLst>
                <a:lin ang="132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右箭头 20"/>
              <p:cNvSpPr/>
              <p:nvPr>
                <p:custDataLst>
                  <p:tags r:id="rId42"/>
                </p:custDataLst>
              </p:nvPr>
            </p:nvSpPr>
            <p:spPr>
              <a:xfrm>
                <a:off x="8838" y="3765"/>
                <a:ext cx="233" cy="251"/>
              </a:xfrm>
              <a:prstGeom prst="rightArrow">
                <a:avLst>
                  <a:gd name="adj1" fmla="val 37848"/>
                  <a:gd name="adj2" fmla="val 50000"/>
                </a:avLst>
              </a:prstGeom>
              <a:solidFill>
                <a:srgbClr val="FCFD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" name="组合 3" title=""/>
          <p:cNvGrpSpPr/>
          <p:nvPr>
            <p:custDataLst>
              <p:tags r:id="rId43"/>
            </p:custDataLst>
          </p:nvPr>
        </p:nvGrpSpPr>
        <p:grpSpPr>
          <a:xfrm>
            <a:off x="5558790" y="4735195"/>
            <a:ext cx="6326505" cy="460375"/>
            <a:chOff x="8754" y="7457"/>
            <a:chExt cx="9963" cy="725"/>
          </a:xfrm>
        </p:grpSpPr>
        <p:sp>
          <p:nvSpPr>
            <p:cNvPr id="14343" name="文本框 14342"/>
            <p:cNvSpPr txBox="1"/>
            <p:nvPr>
              <p:custDataLst>
                <p:tags r:id="rId44"/>
              </p:custDataLst>
            </p:nvPr>
          </p:nvSpPr>
          <p:spPr>
            <a:xfrm>
              <a:off x="9534" y="7457"/>
              <a:ext cx="9183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能，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就是小于或等于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5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的数。</a:t>
              </a:r>
              <a:endPara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pSp>
          <p:nvGrpSpPr>
            <p:cNvPr id="22" name="组合 21"/>
            <p:cNvGrpSpPr/>
            <p:nvPr>
              <p:custDataLst>
                <p:tags r:id="rId45"/>
              </p:custDataLst>
            </p:nvPr>
          </p:nvGrpSpPr>
          <p:grpSpPr>
            <a:xfrm>
              <a:off x="8754" y="7471"/>
              <a:ext cx="644" cy="644"/>
              <a:chOff x="8633" y="3555"/>
              <a:chExt cx="644" cy="644"/>
            </a:xfrm>
          </p:grpSpPr>
          <p:sp>
            <p:nvSpPr>
              <p:cNvPr id="23" name="椭圆 22"/>
              <p:cNvSpPr/>
              <p:nvPr>
                <p:custDataLst>
                  <p:tags r:id="rId46"/>
                </p:custDataLst>
              </p:nvPr>
            </p:nvSpPr>
            <p:spPr>
              <a:xfrm>
                <a:off x="8633" y="3555"/>
                <a:ext cx="644" cy="644"/>
              </a:xfrm>
              <a:prstGeom prst="ellipse">
                <a:avLst/>
              </a:prstGeom>
              <a:gradFill>
                <a:gsLst>
                  <a:gs pos="0">
                    <a:srgbClr val="4175FC"/>
                  </a:gs>
                  <a:gs pos="100000">
                    <a:schemeClr val="accent2">
                      <a:alpha val="84000"/>
                    </a:schemeClr>
                  </a:gs>
                </a:gsLst>
                <a:lin ang="132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右箭头 23"/>
              <p:cNvSpPr/>
              <p:nvPr>
                <p:custDataLst>
                  <p:tags r:id="rId47"/>
                </p:custDataLst>
              </p:nvPr>
            </p:nvSpPr>
            <p:spPr>
              <a:xfrm>
                <a:off x="8838" y="3765"/>
                <a:ext cx="233" cy="251"/>
              </a:xfrm>
              <a:prstGeom prst="rightArrow">
                <a:avLst>
                  <a:gd name="adj1" fmla="val 37848"/>
                  <a:gd name="adj2" fmla="val 50000"/>
                </a:avLst>
              </a:prstGeom>
              <a:solidFill>
                <a:srgbClr val="FCFD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 title=""/>
          <p:cNvGrpSpPr/>
          <p:nvPr>
            <p:custDataLst>
              <p:tags r:id="rId48"/>
            </p:custDataLst>
          </p:nvPr>
        </p:nvGrpSpPr>
        <p:grpSpPr>
          <a:xfrm>
            <a:off x="5554980" y="5534660"/>
            <a:ext cx="6330315" cy="464185"/>
            <a:chOff x="8748" y="8716"/>
            <a:chExt cx="9969" cy="731"/>
          </a:xfrm>
        </p:grpSpPr>
        <p:sp>
          <p:nvSpPr>
            <p:cNvPr id="14344" name="文本框 14343"/>
            <p:cNvSpPr txBox="1"/>
            <p:nvPr>
              <p:custDataLst>
                <p:tags r:id="rId49"/>
              </p:custDataLst>
            </p:nvPr>
          </p:nvSpPr>
          <p:spPr>
            <a:xfrm>
              <a:off x="9534" y="8722"/>
              <a:ext cx="9183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能，</a:t>
              </a:r>
              <a:r>
                <a:rPr lang="en-US" alt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该方程的有理数解为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x=0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pSp>
          <p:nvGrpSpPr>
            <p:cNvPr id="25" name="组合 24"/>
            <p:cNvGrpSpPr/>
            <p:nvPr>
              <p:custDataLst>
                <p:tags r:id="rId50"/>
              </p:custDataLst>
            </p:nvPr>
          </p:nvGrpSpPr>
          <p:grpSpPr>
            <a:xfrm>
              <a:off x="8748" y="8716"/>
              <a:ext cx="644" cy="644"/>
              <a:chOff x="8633" y="3555"/>
              <a:chExt cx="644" cy="644"/>
            </a:xfrm>
          </p:grpSpPr>
          <p:sp>
            <p:nvSpPr>
              <p:cNvPr id="26" name="椭圆 25"/>
              <p:cNvSpPr/>
              <p:nvPr>
                <p:custDataLst>
                  <p:tags r:id="rId51"/>
                </p:custDataLst>
              </p:nvPr>
            </p:nvSpPr>
            <p:spPr>
              <a:xfrm>
                <a:off x="8633" y="3555"/>
                <a:ext cx="644" cy="644"/>
              </a:xfrm>
              <a:prstGeom prst="ellipse">
                <a:avLst/>
              </a:prstGeom>
              <a:gradFill>
                <a:gsLst>
                  <a:gs pos="0">
                    <a:srgbClr val="4175FC"/>
                  </a:gs>
                  <a:gs pos="100000">
                    <a:schemeClr val="accent2">
                      <a:alpha val="84000"/>
                    </a:schemeClr>
                  </a:gs>
                </a:gsLst>
                <a:lin ang="132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右箭头 26"/>
              <p:cNvSpPr/>
              <p:nvPr>
                <p:custDataLst>
                  <p:tags r:id="rId52"/>
                </p:custDataLst>
              </p:nvPr>
            </p:nvSpPr>
            <p:spPr>
              <a:xfrm>
                <a:off x="8838" y="3765"/>
                <a:ext cx="233" cy="251"/>
              </a:xfrm>
              <a:prstGeom prst="rightArrow">
                <a:avLst>
                  <a:gd name="adj1" fmla="val 37848"/>
                  <a:gd name="adj2" fmla="val 50000"/>
                </a:avLst>
              </a:prstGeom>
              <a:solidFill>
                <a:srgbClr val="FCFD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8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9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0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1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2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3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9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8532" name="Rectangle 42" title=""/>
          <p:cNvSpPr>
            <a:spLocks noGrp="1" noChangeArrowheads="1"/>
          </p:cNvSpPr>
          <p:nvPr>
            <p:custDataLst>
              <p:tags r:id="rId25"/>
            </p:custDataLst>
          </p:nvPr>
        </p:nvSpPr>
        <p:spPr>
          <a:xfrm>
            <a:off x="717858" y="1274258"/>
            <a:ext cx="5676900" cy="42354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探究：</a:t>
            </a:r>
            <a:r>
              <a:rPr kumimoji="1"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元素和集合的关系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364" name="文本框 15363" title=""/>
          <p:cNvSpPr txBox="1"/>
          <p:nvPr>
            <p:custDataLst>
              <p:tags r:id="rId26"/>
            </p:custDataLst>
          </p:nvPr>
        </p:nvSpPr>
        <p:spPr>
          <a:xfrm>
            <a:off x="717550" y="1965960"/>
            <a:ext cx="10778490" cy="902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我们通常用大写拉丁字母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 </a:t>
            </a:r>
            <a:r>
              <a:rPr lang="en-US" altLang="zh-CN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表示集合，用小写拉丁字母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 </a:t>
            </a:r>
            <a:r>
              <a:rPr lang="en-US" altLang="zh-CN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2400">
                <a:solidFill>
                  <a:srgbClr val="4376F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表示集合中的元素。</a:t>
            </a:r>
            <a:endParaRPr lang="zh-CN" altLang="en-US" sz="2400">
              <a:solidFill>
                <a:srgbClr val="4376F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0482" name="Rectangle 3" title=""/>
          <p:cNvSpPr>
            <a:spLocks noGrp="1" noChangeArrowheads="1"/>
          </p:cNvSpPr>
          <p:nvPr>
            <p:custDataLst>
              <p:tags r:id="rId27"/>
            </p:custDataLst>
          </p:nvPr>
        </p:nvSpPr>
        <p:spPr>
          <a:xfrm>
            <a:off x="771525" y="3059430"/>
            <a:ext cx="6519545" cy="255714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已知下面的两个实例：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）用</a:t>
            </a:r>
            <a:r>
              <a:rPr lang="en-US" altLang="zh-CN" sz="2400">
                <a:latin typeface="Calibri" panose="020f0502020204030204" charset="0"/>
                <a:ea typeface="黑体" panose="02010609060101010101" charset="-122"/>
                <a:cs typeface="Calibri" panose="020f0502020204030204" charset="0"/>
              </a:rPr>
              <a:t>A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表示高一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(3)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班全体学生组成的集合。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）用</a:t>
            </a:r>
            <a:r>
              <a:rPr lang="en-US" altLang="zh-CN" sz="2400" i="1">
                <a:latin typeface="Calibri" panose="020f0502020204030204" charset="0"/>
                <a:ea typeface="黑体" panose="02010609060101010101" charset="-122"/>
                <a:cs typeface="Calibri" panose="020f0502020204030204" charset="0"/>
              </a:rPr>
              <a:t>a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表示高一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(3)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班的一位同学，</a:t>
            </a:r>
            <a:r>
              <a:rPr lang="en-US" altLang="zh-CN" sz="2400">
                <a:latin typeface="Calibri" panose="020f0502020204030204" charset="0"/>
                <a:ea typeface="黑体" panose="02010609060101010101" charset="-122"/>
                <a:cs typeface="Calibri" panose="020f0502020204030204" charset="0"/>
              </a:rPr>
              <a:t>b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表示高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lnSpc>
                <a:spcPct val="130000"/>
              </a:lnSpc>
              <a:buFontTx/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(4)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班的一位同学。</a:t>
            </a:r>
            <a:endParaRPr lang="en-US" altLang="zh-CN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Rectangle 42" title=""/>
          <p:cNvSpPr>
            <a:spLocks noGrp="1" noChangeArrowheads="1"/>
          </p:cNvSpPr>
          <p:nvPr>
            <p:custDataLst>
              <p:tags r:id="rId28"/>
            </p:custDataLst>
          </p:nvPr>
        </p:nvSpPr>
        <p:spPr>
          <a:xfrm>
            <a:off x="844858" y="5748468"/>
            <a:ext cx="5676900" cy="42354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思考：</a:t>
            </a:r>
            <a:r>
              <a:rPr kumimoji="1"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那么</a:t>
            </a:r>
            <a:r>
              <a:rPr kumimoji="1" lang="zh-CN" altLang="en-US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a，b</a:t>
            </a:r>
            <a:r>
              <a:rPr kumimoji="1"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与集合</a:t>
            </a:r>
            <a:r>
              <a:rPr kumimoji="1" lang="zh-CN" altLang="en-US" sz="2400">
                <a:solidFill>
                  <a:schemeClr val="tx1"/>
                </a:solidFill>
                <a:latin typeface="Calibri" panose="020f0502020204030204" charset="0"/>
                <a:ea typeface="黑体" panose="02010609060101010101" charset="-122"/>
                <a:cs typeface="Calibri" panose="020f0502020204030204" charset="0"/>
              </a:rPr>
              <a:t>A</a:t>
            </a:r>
            <a:r>
              <a:rPr kumimoji="1"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分别有什么关系? </a:t>
            </a:r>
            <a:endParaRPr kumimoji="1"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81" name="组合 80" title=""/>
          <p:cNvGrpSpPr/>
          <p:nvPr>
            <p:custDataLst>
              <p:tags r:id="rId29"/>
            </p:custDataLst>
          </p:nvPr>
        </p:nvGrpSpPr>
        <p:grpSpPr>
          <a:xfrm>
            <a:off x="7291070" y="3240405"/>
            <a:ext cx="3979545" cy="2980690"/>
            <a:chOff x="6260" y="3493"/>
            <a:chExt cx="6267" cy="4694"/>
          </a:xfrm>
        </p:grpSpPr>
        <p:sp>
          <p:nvSpPr>
            <p:cNvPr id="72" name="圆角矩形 71"/>
            <p:cNvSpPr/>
            <p:nvPr>
              <p:custDataLst>
                <p:tags r:id="rId30"/>
              </p:custDataLst>
            </p:nvPr>
          </p:nvSpPr>
          <p:spPr>
            <a:xfrm>
              <a:off x="6260" y="3493"/>
              <a:ext cx="6267" cy="4694"/>
            </a:xfrm>
            <a:prstGeom prst="roundRect">
              <a:avLst/>
            </a:prstGeom>
            <a:solidFill>
              <a:srgbClr val="5178FA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31"/>
              </p:custDataLst>
            </p:nvPr>
          </p:nvSpPr>
          <p:spPr>
            <a:xfrm>
              <a:off x="6798" y="4860"/>
              <a:ext cx="5191" cy="1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500" i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5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是</a:t>
              </a:r>
              <a:r>
                <a:rPr lang="zh-CN" altLang="en-US" sz="2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集合</a:t>
              </a:r>
              <a:r>
                <a:rPr lang="zh-CN" altLang="en-US" sz="2500">
                  <a:solidFill>
                    <a:schemeClr val="bg1"/>
                  </a:solidFill>
                  <a:latin typeface="Calibri" panose="020f0502020204030204" charset="0"/>
                  <a:ea typeface="微软雅黑" panose="020b0503020204020204" charset="-122"/>
                  <a:cs typeface="Calibri" panose="020f0502020204030204" charset="0"/>
                </a:rPr>
                <a:t>A</a:t>
              </a:r>
              <a:r>
                <a:rPr lang="zh-CN" altLang="en-US" sz="2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中的元素</a:t>
              </a:r>
              <a:endParaRPr lang="zh-CN" altLang="en-US" sz="2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2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2500" i="1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5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不是</a:t>
              </a:r>
              <a:r>
                <a:rPr lang="zh-CN" altLang="en-US" sz="2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集合</a:t>
              </a:r>
              <a:r>
                <a:rPr lang="zh-CN" altLang="en-US" sz="2500">
                  <a:solidFill>
                    <a:schemeClr val="bg1"/>
                  </a:solidFill>
                  <a:latin typeface="Calibri" panose="020f0502020204030204" charset="0"/>
                  <a:ea typeface="微软雅黑" panose="020b0503020204020204" charset="-122"/>
                  <a:cs typeface="Calibri" panose="020f0502020204030204" charset="0"/>
                </a:rPr>
                <a:t>A</a:t>
              </a:r>
              <a:r>
                <a:rPr lang="zh-CN" altLang="en-US" sz="2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中的元素</a:t>
              </a:r>
              <a:endParaRPr lang="zh-CN" altLang="en-US" sz="2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20482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 title=""/>
          <p:cNvGrpSpPr/>
          <p:nvPr>
            <p:custDataLst>
              <p:tags r:id="rId8"/>
            </p:custDataLst>
          </p:nvPr>
        </p:nvGrpSpPr>
        <p:grpSpPr>
          <a:xfrm>
            <a:off x="1084580" y="2688590"/>
            <a:ext cx="10602595" cy="2843530"/>
            <a:chOff x="1708" y="4234"/>
            <a:chExt cx="16697" cy="4478"/>
          </a:xfrm>
        </p:grpSpPr>
        <p:graphicFrame>
          <p:nvGraphicFramePr>
            <p:cNvPr id="8" name="Object 9"/>
            <p:cNvGraphicFramePr>
              <a:graphicFrameLocks noChangeAspect="1"/>
            </p:cNvGraphicFramePr>
            <p:nvPr>
              <p:custDataLst>
                <p:tags r:id="rId9"/>
              </p:custDataLst>
            </p:nvPr>
          </p:nvGraphicFramePr>
          <p:xfrm>
            <a:off x="1708" y="5354"/>
            <a:ext cx="16697" cy="335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39" r:id="rId10" imgW="11229975" imgH="2266950" progId="Word.Document.8">
                    <p:embed/>
                  </p:oleObj>
                </mc:Choice>
                <mc:Fallback>
                  <p:oleObj r:id="rId10" imgW="11229975" imgH="2266950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708" y="5354"/>
                          <a:ext cx="16697" cy="3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: 圆角 29"/>
            <p:cNvSpPr/>
            <p:nvPr>
              <p:custDataLst>
                <p:tags r:id="rId12"/>
              </p:custDataLst>
            </p:nvPr>
          </p:nvSpPr>
          <p:spPr>
            <a:xfrm rot="10800000" flipV="1">
              <a:off x="7090" y="4234"/>
              <a:ext cx="5020" cy="83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元素和集合的关系</a:t>
              </a:r>
              <a:endParaRPr kumimoji="1" lang="zh-CN" altLang="en-US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grpSp>
        <p:nvGrpSpPr>
          <p:cNvPr id="43" name="组合 42" title=""/>
          <p:cNvGrpSpPr/>
          <p:nvPr>
            <p:custDataLst>
              <p:tags r:id="rId13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4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5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6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7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23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" name="对象 1" title="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938531" y="1368425"/>
          <a:ext cx="10470515" cy="96774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0" r:id="rId30" imgW="4610100" imgH="444500" progId="Equation.DSMT4">
                  <p:embed/>
                </p:oleObj>
              </mc:Choice>
              <mc:Fallback>
                <p:oleObj r:id="rId30" imgW="4610100" imgH="444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38531" y="1368425"/>
                        <a:ext cx="10470515" cy="9677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 title=""/>
          <p:cNvSpPr txBox="1"/>
          <p:nvPr>
            <p:custDataLst>
              <p:tags r:id="rId32"/>
            </p:custDataLst>
          </p:nvPr>
        </p:nvSpPr>
        <p:spPr>
          <a:xfrm>
            <a:off x="-635" y="5636895"/>
            <a:ext cx="121932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属于符号和不属于符号具有方向性，左边是元素右边是集合。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宋体" panose="02010600030101010101" pitchFamily="2" charset="-122"/>
            </a:endParaRPr>
          </a:p>
        </p:txBody>
      </p:sp>
      <p:sp>
        <p:nvSpPr>
          <p:cNvPr id="7" name="Text Box 10" title=""/>
          <p:cNvSpPr/>
          <p:nvPr>
            <p:custDataLst>
              <p:tags r:id="rId33"/>
            </p:custDataLst>
          </p:nvPr>
        </p:nvSpPr>
        <p:spPr>
          <a:xfrm>
            <a:off x="7507288" y="3953828"/>
            <a:ext cx="979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10" name="Text Box 11" title=""/>
          <p:cNvSpPr/>
          <p:nvPr>
            <p:custDataLst>
              <p:tags r:id="rId34"/>
            </p:custDataLst>
          </p:nvPr>
        </p:nvSpPr>
        <p:spPr>
          <a:xfrm>
            <a:off x="7515543" y="4711065"/>
            <a:ext cx="7508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ea typeface="MS Mincho" panose="02020609040205080304" pitchFamily="49" charset="-128"/>
              </a:rPr>
              <a:t>∉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i="1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ext Box 22" title="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71525" y="1323340"/>
            <a:ext cx="10657840" cy="101473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学习集合与元素的概念后，为了方便书写，数学中规定了一些常用数集及其记法：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4868" name="Group 52" title=""/>
          <p:cNvGraphicFramePr>
            <a:graphicFrameLocks noGrp="1"/>
          </p:cNvGraphicFramePr>
          <p:nvPr>
            <p:custDataLst>
              <p:tags r:id="rId25"/>
            </p:custDataLst>
          </p:nvPr>
        </p:nvGraphicFramePr>
        <p:xfrm>
          <a:off x="1549400" y="2628265"/>
          <a:ext cx="9208135" cy="353568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110615"/>
                <a:gridCol w="1753235"/>
                <a:gridCol w="2305685"/>
                <a:gridCol w="1353185"/>
                <a:gridCol w="1588770"/>
                <a:gridCol w="1096645"/>
              </a:tblGrid>
              <a:tr h="1463040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常用的数集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 cap="sq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自然数集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正整数集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整数集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有理数集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实数集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 cap="sq">
                      <a:solidFill>
                        <a:schemeClr val="accent1"/>
                      </a:solidFill>
                      <a:prstDash val="dot"/>
                    </a:lnR>
                    <a:lnT w="12700" cap="sq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D8DCF7"/>
                    </a:solidFill>
                  </a:tcPr>
                </a:tc>
              </a:tr>
              <a:tr h="731520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记法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ctr" horzOverflow="overflow">
                    <a:lnL w="12700" cap="sq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——</a:t>
                      </a: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————</a:t>
                      </a: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——</a:t>
                      </a: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——</a:t>
                      </a: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——</a:t>
                      </a: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 cap="sq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</a:tr>
              <a:tr h="1341120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举例</a:t>
                      </a: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ctr" horzOverflow="overflow">
                    <a:lnL w="12700" cap="sq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en-US" altLang="zh-CN" sz="2400" u="none" strike="noStrike" cap="none" normalizeH="0" baseline="0">
                        <a:ln>
                          <a:noFill/>
                        </a:ln>
                        <a:effectLst/>
                      </a:endParaRPr>
                    </a:p>
                  </a:txBody>
                  <a:tcPr marL="68580" marR="68580" marT="0" marB="0" anchor="b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 cap="sq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 cap="sq">
                      <a:solidFill>
                        <a:schemeClr val="accent1"/>
                      </a:solidFill>
                      <a:prstDash val="dot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 title=""/>
          <p:cNvSpPr/>
          <p:nvPr>
            <p:custDataLst>
              <p:tags r:id="rId26"/>
            </p:custDataLst>
          </p:nvPr>
        </p:nvSpPr>
        <p:spPr>
          <a:xfrm>
            <a:off x="8644573" y="4169728"/>
            <a:ext cx="74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 title=""/>
          <p:cNvSpPr/>
          <p:nvPr>
            <p:custDataLst>
              <p:tags r:id="rId27"/>
            </p:custDataLst>
          </p:nvPr>
        </p:nvSpPr>
        <p:spPr>
          <a:xfrm>
            <a:off x="10032365" y="4172268"/>
            <a:ext cx="7477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3" title=""/>
          <p:cNvSpPr/>
          <p:nvPr>
            <p:custDataLst>
              <p:tags r:id="rId28"/>
            </p:custDataLst>
          </p:nvPr>
        </p:nvSpPr>
        <p:spPr>
          <a:xfrm>
            <a:off x="3363278" y="4186873"/>
            <a:ext cx="74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4" title=""/>
          <p:cNvSpPr/>
          <p:nvPr>
            <p:custDataLst>
              <p:tags r:id="rId29"/>
            </p:custDataLst>
          </p:nvPr>
        </p:nvSpPr>
        <p:spPr>
          <a:xfrm>
            <a:off x="7238048" y="4186873"/>
            <a:ext cx="74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altLang="zh-CN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4" title=""/>
          <p:cNvSpPr/>
          <p:nvPr>
            <p:custDataLst>
              <p:tags r:id="rId30"/>
            </p:custDataLst>
          </p:nvPr>
        </p:nvSpPr>
        <p:spPr>
          <a:xfrm>
            <a:off x="4847273" y="4186873"/>
            <a:ext cx="15843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N* 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zh-CN" altLang="en-US" sz="2400" b="1" baseline="30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endParaRPr lang="zh-CN" altLang="en-US" sz="2400" b="1" baseline="30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00" name="圆角矩形 7199" title=""/>
          <p:cNvSpPr/>
          <p:nvPr>
            <p:custDataLst>
              <p:tags r:id="rId31"/>
            </p:custDataLst>
          </p:nvPr>
        </p:nvSpPr>
        <p:spPr>
          <a:xfrm>
            <a:off x="2827020" y="5113020"/>
            <a:ext cx="1441450" cy="727075"/>
          </a:xfrm>
          <a:prstGeom prst="round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0,1,2,3，…</a:t>
            </a:r>
            <a:endParaRPr lang="zh-CN" altLang="en-US" sz="1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01" name="圆角矩形 7200" title=""/>
          <p:cNvSpPr/>
          <p:nvPr>
            <p:custDataLst>
              <p:tags r:id="rId32"/>
            </p:custDataLst>
          </p:nvPr>
        </p:nvSpPr>
        <p:spPr>
          <a:xfrm>
            <a:off x="4552950" y="5113020"/>
            <a:ext cx="2032000" cy="721995"/>
          </a:xfrm>
          <a:prstGeom prst="round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1,2,3，…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02" name="圆角矩形 7201" title=""/>
          <p:cNvSpPr/>
          <p:nvPr>
            <p:custDataLst>
              <p:tags r:id="rId33"/>
            </p:custDataLst>
          </p:nvPr>
        </p:nvSpPr>
        <p:spPr>
          <a:xfrm>
            <a:off x="6779895" y="5113020"/>
            <a:ext cx="1242695" cy="716280"/>
          </a:xfrm>
          <a:prstGeom prst="round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0,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±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±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±</a:t>
            </a:r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3，…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03" name="圆角矩形 7202" title=""/>
          <p:cNvSpPr/>
          <p:nvPr>
            <p:custDataLst>
              <p:tags r:id="rId34"/>
            </p:custDataLst>
          </p:nvPr>
        </p:nvSpPr>
        <p:spPr>
          <a:xfrm>
            <a:off x="8250555" y="5113020"/>
            <a:ext cx="1250950" cy="736600"/>
          </a:xfrm>
          <a:prstGeom prst="round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整数+分数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 title=""/>
          <p:cNvSpPr/>
          <p:nvPr>
            <p:custDataLst>
              <p:tags r:id="rId35"/>
            </p:custDataLst>
          </p:nvPr>
        </p:nvSpPr>
        <p:spPr>
          <a:xfrm>
            <a:off x="9697085" y="5113020"/>
            <a:ext cx="1003300" cy="736600"/>
          </a:xfrm>
          <a:prstGeom prst="round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有理数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无理数</a:t>
            </a:r>
            <a:endParaRPr lang="zh-CN" altLang="en-US" sz="18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0" grpId="0" animBg="1"/>
      <p:bldP spid="7201" grpId="0" animBg="1"/>
      <p:bldP spid="7202" grpId="0" animBg="1"/>
      <p:bldP spid="7203" grpId="0" animBg="1"/>
      <p:bldP spid="5" grpId="0" animBg="1"/>
      <p:bldP spid="3" grpId="0"/>
      <p:bldP spid="10" grpId="0"/>
      <p:bldP spid="4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 title=""/>
          <p:cNvGrpSpPr/>
          <p:nvPr>
            <p:custDataLst>
              <p:tags r:id="rId24"/>
            </p:custDataLst>
          </p:nvPr>
        </p:nvGrpSpPr>
        <p:grpSpPr>
          <a:xfrm>
            <a:off x="641350" y="1271905"/>
            <a:ext cx="5578475" cy="2861310"/>
            <a:chOff x="2986" y="2377"/>
            <a:chExt cx="8785" cy="4506"/>
          </a:xfrm>
        </p:grpSpPr>
        <p:sp>
          <p:nvSpPr>
            <p:cNvPr id="281603" name="Text Box 2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986" y="2377"/>
              <a:ext cx="8785" cy="4506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【练习】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用符号“</a:t>
              </a:r>
              <a:r>
                <a:rPr lang="zh-CN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∈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”或“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∉”填空。</a:t>
              </a:r>
              <a:endPara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(1) 2 </a:t>
              </a:r>
              <a:r>
                <a:rPr lang="en-US" altLang="zh-CN" sz="2400" b="1" u="sng">
                  <a:latin typeface="宋体" panose="02010600030101010101" pitchFamily="2" charset="-122"/>
                  <a:ea typeface="宋体" panose="02010600030101010101" pitchFamily="2" charset="-122"/>
                </a:rPr>
                <a:t>       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N.</a:t>
              </a:r>
              <a:endParaRPr lang="en-US" altLang="zh-CN" sz="2400" b="1" u="sng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(2)   _______ Q.</a:t>
              </a:r>
              <a:endParaRPr lang="en-US" altLang="zh-CN" sz="2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(3) 0 </a:t>
              </a:r>
              <a:r>
                <a:rPr lang="en-US" altLang="zh-CN" sz="2400" b="1" u="sng">
                  <a:latin typeface="宋体" panose="02010600030101010101" pitchFamily="2" charset="-122"/>
                  <a:ea typeface="宋体" panose="02010600030101010101" pitchFamily="2" charset="-122"/>
                </a:rPr>
                <a:t>       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{0}.</a:t>
              </a:r>
              <a:endParaRPr lang="en-US" altLang="zh-CN" sz="2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(4) b </a:t>
              </a:r>
              <a:r>
                <a:rPr lang="en-US" altLang="zh-CN" sz="2400" b="1" u="sng">
                  <a:latin typeface="宋体" panose="02010600030101010101" pitchFamily="2" charset="-122"/>
                  <a:ea typeface="宋体" panose="02010600030101010101" pitchFamily="2" charset="-122"/>
                </a:rPr>
                <a:t>       </a:t>
              </a:r>
              <a:r>
                <a:rPr lang="en-US" altLang="zh-CN" sz="2400" b="1">
                  <a:latin typeface="宋体" panose="02010600030101010101" pitchFamily="2" charset="-122"/>
                  <a:ea typeface="宋体" panose="02010600030101010101" pitchFamily="2" charset="-122"/>
                </a:rPr>
                <a:t> {</a:t>
              </a:r>
              <a:r>
                <a:rPr lang="en-US" altLang="zh-CN" sz="2400" b="1" err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a,b,c</a:t>
              </a:r>
              <a:r>
                <a:rPr lang="en-US" altLang="zh-CN" sz="2400" b="1" err="1">
                  <a:latin typeface="宋体" panose="02010600030101010101" pitchFamily="2" charset="-122"/>
                  <a:ea typeface="宋体" panose="02010600030101010101" pitchFamily="2" charset="-122"/>
                </a:rPr>
                <a:t>}.</a:t>
              </a:r>
              <a:endParaRPr lang="en-US" altLang="zh-CN" sz="2400" b="1" err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" name="对象 1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3947" y="4360"/>
            <a:ext cx="701" cy="629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1" r:id="rId27" imgW="241300" imgH="215900" progId="Equation.KSEE3">
                    <p:embed/>
                  </p:oleObj>
                </mc:Choice>
                <mc:Fallback>
                  <p:oleObj r:id="rId27" imgW="241300" imgH="2159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947" y="4360"/>
                          <a:ext cx="701" cy="6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0" name="Rectangle 6" title="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41350" y="4363085"/>
            <a:ext cx="7166610" cy="178943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总结提升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求解此类问题必须要做到以下两点：</a:t>
            </a:r>
            <a:endParaRPr lang="zh-CN" altLang="en-US" sz="24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①熟记常见的数集的符号；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正确理解元素与集合之间的“属于”关系。</a:t>
            </a:r>
            <a:endParaRPr lang="en-US" altLang="zh-CN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3557" name="Object 5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2130425" y="1986280"/>
          <a:ext cx="344170" cy="3441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2" name="Equation" r:id="rId31" imgW="190500" imgH="190500" progId="Equation.DSMT4">
                  <p:embed/>
                </p:oleObj>
              </mc:Choice>
              <mc:Fallback>
                <p:oleObj name="Equation" r:id="rId31" imgW="190500" imgH="190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30425" y="1986280"/>
                        <a:ext cx="344170" cy="344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8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2130425" y="2470785"/>
          <a:ext cx="370840" cy="4502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3" name="Equation" r:id="rId34" imgW="313690" imgH="376555" progId="Equation.DSMT4">
                  <p:embed/>
                </p:oleObj>
              </mc:Choice>
              <mc:Fallback>
                <p:oleObj name="Equation" r:id="rId34" imgW="313690" imgH="376555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130425" y="2470785"/>
                        <a:ext cx="370840" cy="450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 title="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124075" y="3084830"/>
          <a:ext cx="344170" cy="3441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4" name="Equation" r:id="rId37" imgW="190500" imgH="190500" progId="Equation.DSMT4">
                  <p:embed/>
                </p:oleObj>
              </mc:Choice>
              <mc:Fallback>
                <p:oleObj name="Equation" r:id="rId37" imgW="190500" imgH="190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24075" y="3084830"/>
                        <a:ext cx="344170" cy="344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title="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2130425" y="3630930"/>
          <a:ext cx="344170" cy="3441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5" name="Equation" r:id="rId40" imgW="190500" imgH="190500" progId="Equation.DSMT4">
                  <p:embed/>
                </p:oleObj>
              </mc:Choice>
              <mc:Fallback>
                <p:oleObj name="Equation" r:id="rId40" imgW="190500" imgH="190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30425" y="3630930"/>
                        <a:ext cx="344170" cy="344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" name="标题 1" title="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717550" y="1252855"/>
            <a:ext cx="6259830" cy="655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/>
              <a:t> </a:t>
            </a:r>
            <a:r>
              <a:rPr lang="zh-CN" altLang="en-US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判断元素与集合关系的两种方法</a:t>
            </a:r>
            <a:endParaRPr lang="zh-CN" altLang="en-US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" name="组合 1" title=""/>
          <p:cNvGrpSpPr/>
          <p:nvPr>
            <p:custDataLst>
              <p:tags r:id="rId25"/>
            </p:custDataLst>
          </p:nvPr>
        </p:nvGrpSpPr>
        <p:grpSpPr>
          <a:xfrm>
            <a:off x="835025" y="2062480"/>
            <a:ext cx="10603230" cy="2886710"/>
            <a:chOff x="1208" y="3248"/>
            <a:chExt cx="16698" cy="4546"/>
          </a:xfrm>
        </p:grpSpPr>
        <p:sp>
          <p:nvSpPr>
            <p:cNvPr id="10" name="文本框 9"/>
            <p:cNvSpPr txBox="1"/>
            <p:nvPr>
              <p:custDataLst>
                <p:tags r:id="rId26"/>
              </p:custDataLst>
            </p:nvPr>
          </p:nvSpPr>
          <p:spPr>
            <a:xfrm>
              <a:off x="3981" y="3248"/>
              <a:ext cx="13925" cy="4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fontAlgn="auto">
                <a:lnSpc>
                  <a:spcPct val="150000"/>
                </a:lnSpc>
                <a:spcAft>
                  <a:spcPts val="2000"/>
                </a:spcAft>
              </a:pP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如果集合中的元素是直接给出的，只要判断该元素在已知集合中是否出现即可，此时应先明确集合是由哪些元素构成的。</a:t>
              </a:r>
              <a:endPara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fontAlgn="auto">
                <a:lnSpc>
                  <a:spcPct val="150000"/>
                </a:lnSpc>
                <a:spcAft>
                  <a:spcPts val="2000"/>
                </a:spcAft>
              </a:pP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对于某些不便直接表示的集合，只要判断该元素是否满足集合中元素所具有的特征即可，此时应先明确已知集合的元素具有什么特征，即该集合中元素要满足哪些条件。</a:t>
              </a:r>
              <a:endPara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30" name="矩形: 圆角 29"/>
            <p:cNvSpPr/>
            <p:nvPr>
              <p:custDataLst>
                <p:tags r:id="rId27"/>
              </p:custDataLst>
            </p:nvPr>
          </p:nvSpPr>
          <p:spPr>
            <a:xfrm rot="10800000" flipV="1">
              <a:off x="1215" y="3370"/>
              <a:ext cx="2383" cy="83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直接法</a:t>
              </a:r>
              <a:r>
                <a:rPr kumimoji="1"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:</a:t>
              </a:r>
              <a:endParaRPr kumimoji="1" lang="en-US" altLang="zh-CN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  <p:sp>
          <p:nvSpPr>
            <p:cNvPr id="11" name="矩形: 圆角 29"/>
            <p:cNvSpPr/>
            <p:nvPr>
              <p:custDataLst>
                <p:tags r:id="rId28"/>
              </p:custDataLst>
            </p:nvPr>
          </p:nvSpPr>
          <p:spPr>
            <a:xfrm rot="10800000" flipV="1">
              <a:off x="1208" y="5400"/>
              <a:ext cx="2383" cy="83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推理法</a:t>
              </a:r>
              <a:r>
                <a:rPr kumimoji="1"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:</a:t>
              </a:r>
              <a:endParaRPr kumimoji="1" lang="en-US" altLang="zh-CN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29"/>
            </p:custDataLst>
          </p:nvPr>
        </p:nvGrpSpPr>
        <p:grpSpPr>
          <a:xfrm>
            <a:off x="1257300" y="5092700"/>
            <a:ext cx="9676765" cy="1106805"/>
            <a:chOff x="1980" y="8020"/>
            <a:chExt cx="15239" cy="1743"/>
          </a:xfrm>
        </p:grpSpPr>
        <p:sp>
          <p:nvSpPr>
            <p:cNvPr id="14" name="矩形: 圆角 29"/>
            <p:cNvSpPr/>
            <p:nvPr>
              <p:custDataLst>
                <p:tags r:id="rId30"/>
              </p:custDataLst>
            </p:nvPr>
          </p:nvSpPr>
          <p:spPr>
            <a:xfrm rot="10800000" flipV="1">
              <a:off x="1980" y="8163"/>
              <a:ext cx="2383" cy="83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提醒</a:t>
              </a:r>
              <a:r>
                <a:rPr kumimoji="1" lang="en-US" altLang="zh-CN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:</a:t>
              </a:r>
              <a:endParaRPr kumimoji="1" lang="en-US" altLang="zh-CN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31"/>
              </p:custDataLst>
            </p:nvPr>
          </p:nvSpPr>
          <p:spPr>
            <a:xfrm>
              <a:off x="3993" y="8020"/>
              <a:ext cx="13226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spcAft>
                  <a:spcPts val="2000"/>
                </a:spcAft>
              </a:pP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若元素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属于集合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，则元素a就具有集合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的特征；若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不属于集合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，则元素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就不具有集合</a:t>
              </a:r>
              <a:r>
                <a:rPr lang="zh-CN" altLang="en-US" sz="2200" i="1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en-US" sz="22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的特征。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7" name="组合 6" title=""/>
          <p:cNvGrpSpPr/>
          <p:nvPr>
            <p:custDataLst>
              <p:tags r:id="rId3"/>
            </p:custDataLst>
          </p:nvPr>
        </p:nvGrpSpPr>
        <p:grpSpPr>
          <a:xfrm>
            <a:off x="-587375" y="0"/>
            <a:ext cx="12779375" cy="6858000"/>
            <a:chOff x="-925" y="0"/>
            <a:chExt cx="20125" cy="1080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3" b="7813"/>
            <a:stretch>
              <a:fillRect/>
            </a:stretch>
          </p:blipFill>
          <p:spPr>
            <a:xfrm>
              <a:off x="0" y="0"/>
              <a:ext cx="19200" cy="108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椭圆 5"/>
            <p:cNvSpPr/>
            <p:nvPr>
              <p:custDataLst>
                <p:tags r:id="rId6"/>
              </p:custDataLst>
            </p:nvPr>
          </p:nvSpPr>
          <p:spPr>
            <a:xfrm>
              <a:off x="-925" y="5963"/>
              <a:ext cx="2875" cy="28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7"/>
              </p:custDataLst>
            </p:nvPr>
          </p:nvSpPr>
          <p:spPr>
            <a:xfrm>
              <a:off x="9373" y="1081"/>
              <a:ext cx="2875" cy="2875"/>
            </a:xfrm>
            <a:prstGeom prst="ellipse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180" y="780"/>
              <a:ext cx="5400" cy="5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14"/>
            <p:cNvSpPr/>
            <p:nvPr>
              <p:custDataLst>
                <p:tags r:id="rId9"/>
              </p:custDataLst>
            </p:nvPr>
          </p:nvSpPr>
          <p:spPr>
            <a:xfrm>
              <a:off x="7592" y="9205"/>
              <a:ext cx="7020" cy="6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13364" y="10320"/>
              <a:ext cx="4800" cy="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 title=""/>
          <p:cNvGrpSpPr/>
          <p:nvPr>
            <p:custDataLst>
              <p:tags r:id="rId11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12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22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14"/>
              </p:custDataLst>
            </p:nvPr>
          </p:nvSpPr>
          <p:spPr>
            <a:xfrm flipH="1" flipV="1">
              <a:off x="838200" y="3918350"/>
              <a:ext cx="1625600" cy="147915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61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15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2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8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6" name="组合 45"/>
            <p:cNvGrpSpPr/>
            <p:nvPr>
              <p:custDataLst>
                <p:tags r:id="rId2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3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41"/>
            </p:custDataLst>
          </p:nvPr>
        </p:nvSpPr>
        <p:spPr>
          <a:xfrm>
            <a:off x="2225040" y="2222500"/>
            <a:ext cx="47618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gradFill>
                  <a:gsLst>
                    <a:gs pos="0">
                      <a:srgbClr val="4479FD"/>
                    </a:gs>
                    <a:gs pos="100000">
                      <a:srgbClr val="4175FC"/>
                    </a:gs>
                  </a:gsLst>
                  <a:lin ang="10800000" scaled="0"/>
                </a:gra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zh-CN" altLang="en-US" sz="18000">
              <a:gradFill>
                <a:gsLst>
                  <a:gs pos="0">
                    <a:srgbClr val="4479FD"/>
                  </a:gs>
                  <a:gs pos="100000">
                    <a:srgbClr val="4175FC"/>
                  </a:gs>
                </a:gsLst>
                <a:lin ang="10800000" scaled="0"/>
              </a:gra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42"/>
            </p:custDataLst>
          </p:nvPr>
        </p:nvSpPr>
        <p:spPr>
          <a:xfrm>
            <a:off x="5144135" y="3123565"/>
            <a:ext cx="5580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表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方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式</a:t>
            </a:r>
            <a:endParaRPr lang="zh-CN" altLang="en-US" sz="4800" b="1">
              <a:solidFill>
                <a:srgbClr val="4378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3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530" name="Text Box 4" title=""/>
          <p:cNvSpPr/>
          <p:nvPr>
            <p:custDataLst>
              <p:tags r:id="rId24"/>
            </p:custDataLst>
          </p:nvPr>
        </p:nvSpPr>
        <p:spPr>
          <a:xfrm>
            <a:off x="716280" y="1214755"/>
            <a:ext cx="10521950" cy="9772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32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8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24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   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</a:rPr>
              <a:t>从上面的例子看到，我们可以用自然语言描述一个集合。除此之外，还可以用什么方式表示集合呢？</a:t>
            </a:r>
            <a:endParaRPr lang="zh-CN" altLang="en-US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532" name="文本框 33795" title="">
            <a:hlinkClick/>
          </p:cNvPr>
          <p:cNvSpPr/>
          <p:nvPr>
            <p:custDataLst>
              <p:tags r:id="rId25"/>
            </p:custDataLst>
          </p:nvPr>
        </p:nvSpPr>
        <p:spPr>
          <a:xfrm>
            <a:off x="771525" y="2192020"/>
            <a:ext cx="220281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fontAlgn="base"/>
            <a:r>
              <a:rPr lang="en-US" altLang="zh-CN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+mn-cs"/>
              </a:rPr>
              <a:t>1.</a:t>
            </a:r>
            <a:r>
              <a:rPr lang="zh-CN" altLang="en-US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+mn-cs"/>
              </a:rPr>
              <a:t>列举法：</a:t>
            </a:r>
            <a:r>
              <a:rPr lang="zh-CN" altLang="en-US" sz="3600" b="1" strike="noStrike" noProof="1">
                <a:solidFill>
                  <a:srgbClr val="00206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endParaRPr lang="zh-CN" altLang="en-US" sz="3600" b="1" strike="noStrike" noProof="1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2531" name="Text Box 5" title=""/>
          <p:cNvSpPr/>
          <p:nvPr>
            <p:custDataLst>
              <p:tags r:id="rId26"/>
            </p:custDataLst>
          </p:nvPr>
        </p:nvSpPr>
        <p:spPr>
          <a:xfrm>
            <a:off x="717550" y="2862580"/>
            <a:ext cx="88023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32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8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24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地球上的四大洋”组成的集合可以表示为：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黑体" panose="02010609060101010101" charset="-122"/>
              </a:rPr>
              <a:t>｛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太平洋，大西洋，印度洋，北冰洋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黑体" panose="02010609060101010101" charset="-122"/>
              </a:rPr>
              <a:t>｝</a:t>
            </a:r>
            <a:endParaRPr lang="zh-CN" altLang="en-US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533" name="文本框 33796" title=""/>
          <p:cNvSpPr/>
          <p:nvPr>
            <p:custDataLst>
              <p:tags r:id="rId27"/>
            </p:custDataLst>
          </p:nvPr>
        </p:nvSpPr>
        <p:spPr>
          <a:xfrm>
            <a:off x="77470" y="3877310"/>
            <a:ext cx="11594465" cy="650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atinLnBrk="0">
              <a:lnSpc>
                <a:spcPct val="130000"/>
              </a:lnSpc>
              <a:spcBef>
                <a:spcPct val="0"/>
              </a:spcBef>
            </a:pPr>
            <a:r>
              <a:rPr lang="en-US" altLang="zh-CN" sz="2800" b="1">
                <a:solidFill>
                  <a:srgbClr val="2764FD"/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2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将集合中的元素一一列举出来，并用大括号</a:t>
            </a:r>
            <a:r>
              <a:rPr lang="en-US" altLang="zh-CN" sz="2400" b="1">
                <a:solidFill>
                  <a:srgbClr val="2764FD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   }</a:t>
            </a:r>
            <a:r>
              <a:rPr lang="zh-CN" altLang="en-US" sz="2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括起来的方法叫做</a:t>
            </a:r>
            <a:r>
              <a:rPr lang="zh-CN" altLang="en-US" sz="2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</a:rPr>
              <a:t>列举法。</a:t>
            </a:r>
            <a:endParaRPr lang="zh-CN" altLang="en-US" sz="2400" b="1">
              <a:solidFill>
                <a:srgbClr val="2764F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圆角矩形 7" title=""/>
          <p:cNvSpPr/>
          <p:nvPr>
            <p:custDataLst>
              <p:tags r:id="rId28"/>
            </p:custDataLst>
          </p:nvPr>
        </p:nvSpPr>
        <p:spPr>
          <a:xfrm>
            <a:off x="2242185" y="3930650"/>
            <a:ext cx="995045" cy="646430"/>
          </a:xfrm>
          <a:prstGeom prst="roundRect">
            <a:avLst/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元素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4" name="组合 13" title=""/>
          <p:cNvGrpSpPr/>
          <p:nvPr>
            <p:custDataLst>
              <p:tags r:id="rId29"/>
            </p:custDataLst>
          </p:nvPr>
        </p:nvGrpSpPr>
        <p:grpSpPr>
          <a:xfrm>
            <a:off x="1778000" y="4577080"/>
            <a:ext cx="1925320" cy="1368425"/>
            <a:chOff x="2800" y="7208"/>
            <a:chExt cx="3032" cy="2155"/>
          </a:xfrm>
        </p:grpSpPr>
        <p:cxnSp>
          <p:nvCxnSpPr>
            <p:cNvPr id="10" name="直接箭头连接符 9"/>
            <p:cNvCxnSpPr>
              <a:stCxn id="8" idx="2"/>
            </p:cNvCxnSpPr>
            <p:nvPr>
              <p:custDataLst>
                <p:tags r:id="rId30"/>
              </p:custDataLst>
            </p:nvPr>
          </p:nvCxnSpPr>
          <p:spPr>
            <a:xfrm>
              <a:off x="4315" y="7208"/>
              <a:ext cx="2" cy="1137"/>
            </a:xfrm>
            <a:prstGeom prst="straightConnector1">
              <a:avLst/>
            </a:prstGeom>
            <a:ln w="44450" cmpd="sng">
              <a:gradFill>
                <a:gsLst>
                  <a:gs pos="0">
                    <a:srgbClr val="ED9568"/>
                  </a:gs>
                  <a:gs pos="100000">
                    <a:srgbClr val="5879F8"/>
                  </a:gs>
                </a:gsLst>
                <a:lin ang="5400000" scaled="1"/>
              </a:gradFill>
              <a:prstDash val="sys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圆角矩形 10"/>
            <p:cNvSpPr/>
            <p:nvPr>
              <p:custDataLst>
                <p:tags r:id="rId31"/>
              </p:custDataLst>
            </p:nvPr>
          </p:nvSpPr>
          <p:spPr>
            <a:xfrm>
              <a:off x="2800" y="8345"/>
              <a:ext cx="3032" cy="1018"/>
            </a:xfrm>
            <a:prstGeom prst="roundRect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无序、互异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15" name="组合 14" title=""/>
          <p:cNvGrpSpPr/>
          <p:nvPr>
            <p:custDataLst>
              <p:tags r:id="rId32"/>
            </p:custDataLst>
          </p:nvPr>
        </p:nvGrpSpPr>
        <p:grpSpPr>
          <a:xfrm>
            <a:off x="4327525" y="5299075"/>
            <a:ext cx="7264400" cy="620395"/>
            <a:chOff x="2706" y="8584"/>
            <a:chExt cx="11440" cy="977"/>
          </a:xfrm>
        </p:grpSpPr>
        <p:graphicFrame>
          <p:nvGraphicFramePr>
            <p:cNvPr id="16" name="对象 15">
              <a:hlinkClick action="ppaction://ole?verb=0"/>
            </p:cNvPr>
            <p:cNvGraphicFramePr>
              <a:graphicFrameLocks noChangeAspect="1"/>
            </p:cNvGraphicFramePr>
            <p:nvPr>
              <p:custDataLst>
                <p:tags r:id="rId33"/>
              </p:custDataLst>
            </p:nvPr>
          </p:nvGraphicFramePr>
          <p:xfrm>
            <a:off x="2706" y="8584"/>
            <a:ext cx="3314" cy="97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6" r:id="rId34" imgW="609600" imgH="215900" progId="Equation.KSEE3">
                    <p:embed/>
                  </p:oleObj>
                </mc:Choice>
                <mc:Fallback>
                  <p:oleObj r:id="rId34" imgW="609600" imgH="2159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2706" y="8584"/>
                          <a:ext cx="3314" cy="9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/>
            <p:cNvGrpSpPr/>
            <p:nvPr>
              <p:custDataLst>
                <p:tags r:id="rId36"/>
              </p:custDataLst>
            </p:nvPr>
          </p:nvGrpSpPr>
          <p:grpSpPr>
            <a:xfrm>
              <a:off x="6018" y="8638"/>
              <a:ext cx="8128" cy="639"/>
              <a:chOff x="6018" y="7005"/>
              <a:chExt cx="8128" cy="639"/>
            </a:xfrm>
          </p:grpSpPr>
          <p:cxnSp>
            <p:nvCxnSpPr>
              <p:cNvPr id="18" name="直接连接符 33797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6018" y="7344"/>
                <a:ext cx="1068" cy="9"/>
              </a:xfrm>
              <a:prstGeom prst="line">
                <a:avLst/>
              </a:prstGeom>
              <a:ln w="38100" cap="flat" cmpd="sng">
                <a:solidFill>
                  <a:srgbClr val="ED9568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" name="文本框 33799"/>
              <p:cNvSpPr/>
              <p:nvPr>
                <p:custDataLst>
                  <p:tags r:id="rId38"/>
                </p:custDataLst>
              </p:nvPr>
            </p:nvSpPr>
            <p:spPr>
              <a:xfrm>
                <a:off x="7086" y="7005"/>
                <a:ext cx="7060" cy="6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/>
                    </a:solidFill>
                    <a:latin typeface="Comic Sans MS" panose="030f0702030302020204" pitchFamily="66" charset="0"/>
                    <a:ea typeface="黑体" panose="02010609060101010101" charset="-122"/>
                  </a:rPr>
                  <a:t>元素与元素之间用逗号隔开</a:t>
                </a:r>
                <a:endParaRPr lang="zh-CN" altLang="en-US" sz="2400" b="1">
                  <a:solidFill>
                    <a:schemeClr val="accent2"/>
                  </a:solidFill>
                  <a:latin typeface="Comic Sans MS" panose="030f0702030302020204" pitchFamily="66" charset="0"/>
                  <a:ea typeface="黑体" panose="02010609060101010101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1" grpId="0"/>
      <p:bldP spid="22533" grpId="0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0484" name="对象 20483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71525" y="1255395"/>
          <a:ext cx="5686425" cy="136652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7" r:id="rId25" imgW="2743200" imgH="711200" progId="Equation.DSMT4">
                  <p:embed/>
                </p:oleObj>
              </mc:Choice>
              <mc:Fallback>
                <p:oleObj r:id="rId25" imgW="2743200" imgH="711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1525" y="1255395"/>
                        <a:ext cx="5686425" cy="1366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 title=""/>
          <p:cNvGrpSpPr/>
          <p:nvPr>
            <p:custDataLst>
              <p:tags r:id="rId27"/>
            </p:custDataLst>
          </p:nvPr>
        </p:nvGrpSpPr>
        <p:grpSpPr>
          <a:xfrm>
            <a:off x="771525" y="2705100"/>
            <a:ext cx="10647045" cy="984885"/>
            <a:chOff x="1215" y="4260"/>
            <a:chExt cx="16767" cy="1551"/>
          </a:xfrm>
        </p:grpSpPr>
        <p:sp>
          <p:nvSpPr>
            <p:cNvPr id="72" name="圆角矩形 71"/>
            <p:cNvSpPr/>
            <p:nvPr>
              <p:custDataLst>
                <p:tags r:id="rId28"/>
              </p:custDataLst>
            </p:nvPr>
          </p:nvSpPr>
          <p:spPr>
            <a:xfrm>
              <a:off x="1215" y="4260"/>
              <a:ext cx="16767" cy="1551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25000"/>
                  </a:scheme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graphicFrame>
          <p:nvGraphicFramePr>
            <p:cNvPr id="20485" name="对象 20484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4291" y="4456"/>
            <a:ext cx="10620" cy="1279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8" r:id="rId30" imgW="3175000" imgH="368300" progId="Equation.DSMT4">
                    <p:embed/>
                  </p:oleObj>
                </mc:Choice>
                <mc:Fallback>
                  <p:oleObj r:id="rId30" imgW="3175000" imgH="3683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4291" y="4456"/>
                          <a:ext cx="10620" cy="1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 title=""/>
          <p:cNvGrpSpPr/>
          <p:nvPr>
            <p:custDataLst>
              <p:tags r:id="rId32"/>
            </p:custDataLst>
          </p:nvPr>
        </p:nvGrpSpPr>
        <p:grpSpPr>
          <a:xfrm>
            <a:off x="771525" y="3917315"/>
            <a:ext cx="10647045" cy="659765"/>
            <a:chOff x="1215" y="6169"/>
            <a:chExt cx="16767" cy="1039"/>
          </a:xfrm>
        </p:grpSpPr>
        <p:sp>
          <p:nvSpPr>
            <p:cNvPr id="6" name="圆角矩形 5"/>
            <p:cNvSpPr/>
            <p:nvPr>
              <p:custDataLst>
                <p:tags r:id="rId33"/>
              </p:custDataLst>
            </p:nvPr>
          </p:nvSpPr>
          <p:spPr>
            <a:xfrm>
              <a:off x="1215" y="6169"/>
              <a:ext cx="16767" cy="1039"/>
            </a:xfrm>
            <a:prstGeom prst="roundRect">
              <a:avLst/>
            </a:prstGeom>
            <a:gradFill>
              <a:gsLst>
                <a:gs pos="0">
                  <a:srgbClr val="4175FC"/>
                </a:gs>
                <a:gs pos="100000">
                  <a:schemeClr val="accent2">
                    <a:alpha val="25000"/>
                  </a:schemeClr>
                </a:gs>
              </a:gsLst>
              <a:lin ang="2160000" scaled="0"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graphicFrame>
          <p:nvGraphicFramePr>
            <p:cNvPr id="20486" name="对象 20485"/>
            <p:cNvGraphicFramePr>
              <a:graphicFrameLocks noChangeAspect="1"/>
            </p:cNvGraphicFramePr>
            <p:nvPr>
              <p:custDataLst>
                <p:tags r:id="rId34"/>
              </p:custDataLst>
            </p:nvPr>
          </p:nvGraphicFramePr>
          <p:xfrm>
            <a:off x="3073" y="6332"/>
            <a:ext cx="13798" cy="75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9" r:id="rId35" imgW="4063365" imgH="228600" progId="Equation.DSMT4">
                    <p:embed/>
                  </p:oleObj>
                </mc:Choice>
                <mc:Fallback>
                  <p:oleObj r:id="rId35" imgW="4063365" imgH="228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073" y="6332"/>
                          <a:ext cx="13798" cy="7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 title=""/>
          <p:cNvGrpSpPr/>
          <p:nvPr>
            <p:custDataLst>
              <p:tags r:id="rId37"/>
            </p:custDataLst>
          </p:nvPr>
        </p:nvGrpSpPr>
        <p:grpSpPr>
          <a:xfrm>
            <a:off x="771525" y="4864735"/>
            <a:ext cx="10724515" cy="1405255"/>
            <a:chOff x="1215" y="7661"/>
            <a:chExt cx="16889" cy="2213"/>
          </a:xfrm>
        </p:grpSpPr>
        <p:sp>
          <p:nvSpPr>
            <p:cNvPr id="20487" name="文本框 20486"/>
            <p:cNvSpPr txBox="1"/>
            <p:nvPr>
              <p:custDataLst>
                <p:tags r:id="rId38"/>
              </p:custDataLst>
            </p:nvPr>
          </p:nvSpPr>
          <p:spPr>
            <a:xfrm>
              <a:off x="1215" y="7661"/>
              <a:ext cx="16889" cy="1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457200" algn="l" fontAlgn="auto"/>
              <a:r>
                <a:rPr lang="zh-CN" altLang="en-US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由于元素完全相同的两个集合相等，而与列举的顺序无关，因此一个集合可以有不同的列举方法。例</a:t>
              </a:r>
              <a:r>
                <a:rPr lang="en-US" altLang="zh-CN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(1)</a:t>
              </a:r>
              <a:r>
                <a:rPr lang="zh-CN" altLang="en-US" sz="24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的集合还可以写成：</a:t>
              </a:r>
              <a:endPara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aphicFrame>
          <p:nvGraphicFramePr>
            <p:cNvPr id="20488" name="对象 20487"/>
            <p:cNvGraphicFramePr>
              <a:graphicFrameLocks noChangeAspect="1"/>
            </p:cNvGraphicFramePr>
            <p:nvPr>
              <p:custDataLst>
                <p:tags r:id="rId39"/>
              </p:custDataLst>
            </p:nvPr>
          </p:nvGraphicFramePr>
          <p:xfrm>
            <a:off x="6042" y="9218"/>
            <a:ext cx="6929" cy="65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0" r:id="rId40" imgW="1688465" imgH="203200" progId="Equation.DSMT4">
                    <p:embed/>
                  </p:oleObj>
                </mc:Choice>
                <mc:Fallback>
                  <p:oleObj r:id="rId40" imgW="1688465" imgH="203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6042" y="9218"/>
                          <a:ext cx="6929" cy="6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65227" name="TextBox 3" title="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317685" y="1124744"/>
            <a:ext cx="95567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通过思考以上问题大家能总结归纳出列举法的概念吗？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6" name="组合 5" title=""/>
          <p:cNvGrpSpPr/>
          <p:nvPr>
            <p:custDataLst>
              <p:tags r:id="rId25"/>
            </p:custDataLst>
          </p:nvPr>
        </p:nvGrpSpPr>
        <p:grpSpPr>
          <a:xfrm>
            <a:off x="635000" y="1863725"/>
            <a:ext cx="10782935" cy="1494155"/>
            <a:chOff x="1000" y="3354"/>
            <a:chExt cx="16981" cy="2353"/>
          </a:xfrm>
        </p:grpSpPr>
        <p:sp>
          <p:nvSpPr>
            <p:cNvPr id="22534" name="Text Box 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080" y="3354"/>
              <a:ext cx="14901" cy="235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indent="0" fontAlgn="auto">
                <a:lnSpc>
                  <a:spcPct val="190000"/>
                </a:lnSpc>
              </a:pP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把集合的元素一一列举出来，并用大括号“</a:t>
              </a:r>
              <a:r>
                <a:rPr lang="en-US" altLang="zh-CN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{  }” </a:t>
              </a:r>
              <a:r>
                <a:rPr lang="zh-CN" altLang="en-US" sz="24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括起来表示集合的方法叫做列举法。</a:t>
              </a:r>
              <a:endParaRPr lang="en-US" altLang="zh-CN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14" name="矩形: 圆角 29"/>
            <p:cNvSpPr/>
            <p:nvPr>
              <p:custDataLst>
                <p:tags r:id="rId27"/>
              </p:custDataLst>
            </p:nvPr>
          </p:nvSpPr>
          <p:spPr>
            <a:xfrm rot="10800000" flipV="1">
              <a:off x="1000" y="3760"/>
              <a:ext cx="2383" cy="83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列举法</a:t>
              </a:r>
              <a:r>
                <a:rPr kumimoji="1" lang="en-US" altLang="zh-CN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:</a:t>
              </a:r>
              <a:endParaRPr kumimoji="1" lang="en-US" altLang="zh-CN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圆角矩形 6" title=""/>
          <p:cNvSpPr/>
          <p:nvPr>
            <p:custDataLst>
              <p:tags r:id="rId28"/>
            </p:custDataLst>
          </p:nvPr>
        </p:nvSpPr>
        <p:spPr>
          <a:xfrm>
            <a:off x="3749675" y="2170430"/>
            <a:ext cx="1494790" cy="407670"/>
          </a:xfrm>
          <a:prstGeom prst="roundRect">
            <a:avLst/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一一列举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圆角矩形 10" title=""/>
          <p:cNvSpPr/>
          <p:nvPr>
            <p:custDataLst>
              <p:tags r:id="rId29"/>
            </p:custDataLst>
          </p:nvPr>
        </p:nvSpPr>
        <p:spPr>
          <a:xfrm>
            <a:off x="3451225" y="2861945"/>
            <a:ext cx="1155065" cy="407670"/>
          </a:xfrm>
          <a:prstGeom prst="roundRect">
            <a:avLst>
              <a:gd name="adj" fmla="val 22429"/>
            </a:avLst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列举法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0" name="组合 19" title=""/>
          <p:cNvGrpSpPr/>
          <p:nvPr>
            <p:custDataLst>
              <p:tags r:id="rId30"/>
            </p:custDataLst>
          </p:nvPr>
        </p:nvGrpSpPr>
        <p:grpSpPr>
          <a:xfrm>
            <a:off x="6731000" y="2182495"/>
            <a:ext cx="2861310" cy="1304290"/>
            <a:chOff x="10600" y="3181"/>
            <a:chExt cx="4506" cy="2054"/>
          </a:xfrm>
        </p:grpSpPr>
        <p:sp>
          <p:nvSpPr>
            <p:cNvPr id="15" name="圆角矩形 14"/>
            <p:cNvSpPr/>
            <p:nvPr>
              <p:custDataLst>
                <p:tags r:id="rId31"/>
              </p:custDataLst>
            </p:nvPr>
          </p:nvSpPr>
          <p:spPr>
            <a:xfrm>
              <a:off x="12125" y="3181"/>
              <a:ext cx="1456" cy="642"/>
            </a:xfrm>
            <a:prstGeom prst="roundRect">
              <a:avLst/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{  }</a:t>
              </a:r>
              <a:endParaRPr lang="en-US" altLang="zh-CN" sz="2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grpSp>
          <p:nvGrpSpPr>
            <p:cNvPr id="17" name="组合 16"/>
            <p:cNvGrpSpPr/>
            <p:nvPr>
              <p:custDataLst>
                <p:tags r:id="rId32"/>
              </p:custDataLst>
            </p:nvPr>
          </p:nvGrpSpPr>
          <p:grpSpPr>
            <a:xfrm>
              <a:off x="10600" y="3804"/>
              <a:ext cx="4506" cy="1431"/>
              <a:chOff x="2063" y="7208"/>
              <a:chExt cx="4506" cy="1431"/>
            </a:xfrm>
          </p:grpSpPr>
          <p:cxnSp>
            <p:nvCxnSpPr>
              <p:cNvPr id="18" name="直接箭头连接符 17"/>
              <p:cNvCxnSpPr>
                <a:endCxn id="19" idx="0"/>
              </p:cNvCxnSpPr>
              <p:nvPr>
                <p:custDataLst>
                  <p:tags r:id="rId33"/>
                </p:custDataLst>
              </p:nvPr>
            </p:nvCxnSpPr>
            <p:spPr>
              <a:xfrm>
                <a:off x="4315" y="7208"/>
                <a:ext cx="1" cy="413"/>
              </a:xfrm>
              <a:prstGeom prst="straightConnector1">
                <a:avLst/>
              </a:prstGeom>
              <a:ln w="44450" cmpd="sng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5400000" scaled="1"/>
                </a:gradFill>
                <a:prstDash val="sysDash"/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圆角矩形 18"/>
              <p:cNvSpPr/>
              <p:nvPr>
                <p:custDataLst>
                  <p:tags r:id="rId34"/>
                </p:custDataLst>
              </p:nvPr>
            </p:nvSpPr>
            <p:spPr>
              <a:xfrm>
                <a:off x="2063" y="7621"/>
                <a:ext cx="4506" cy="1018"/>
              </a:xfrm>
              <a:prstGeom prst="roundRect">
                <a:avLst/>
              </a:prstGeom>
              <a:noFill/>
              <a:ln w="12700" cmpd="sng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5400000" scaled="1"/>
                </a:gra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gradFill>
                      <a:gsLst>
                        <a:gs pos="0">
                          <a:srgbClr val="ED9568"/>
                        </a:gs>
                        <a:gs pos="100000">
                          <a:srgbClr val="5879F8"/>
                        </a:gs>
                      </a:gsLst>
                      <a:lin ang="2640000" scaled="0"/>
                    </a:gradFill>
                    <a:latin typeface="黑体" panose="02010609060101010101" charset="-122"/>
                    <a:ea typeface="黑体" panose="02010609060101010101" charset="-122"/>
                  </a:rPr>
                  <a:t>大括号不能缺失</a:t>
                </a:r>
                <a:endParaRPr lang="zh-CN" altLang="en-US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</p:grpSp>
      <p:cxnSp>
        <p:nvCxnSpPr>
          <p:cNvPr id="22" name="直接连接符 21" title=""/>
          <p:cNvCxnSpPr/>
          <p:nvPr>
            <p:custDataLst>
              <p:tags r:id="rId35"/>
            </p:custDataLst>
          </p:nvPr>
        </p:nvCxnSpPr>
        <p:spPr>
          <a:xfrm>
            <a:off x="0" y="4030980"/>
            <a:ext cx="12192000" cy="0"/>
          </a:xfrm>
          <a:prstGeom prst="line">
            <a:avLst/>
          </a:prstGeom>
          <a:ln w="12700" cmpd="sng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: 圆角 29" title=""/>
          <p:cNvSpPr/>
          <p:nvPr>
            <p:custDataLst>
              <p:tags r:id="rId36"/>
            </p:custDataLst>
          </p:nvPr>
        </p:nvSpPr>
        <p:spPr>
          <a:xfrm rot="10800000" flipV="1">
            <a:off x="635000" y="4584700"/>
            <a:ext cx="1513205" cy="52895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rPr>
              <a:t>注意</a:t>
            </a:r>
            <a:r>
              <a:rPr kumimoji="1" lang="en-US" altLang="zh-CN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rPr>
              <a:t>:</a:t>
            </a:r>
            <a:endParaRPr kumimoji="1" lang="en-US" altLang="zh-CN" sz="2400" b="1">
              <a:gradFill>
                <a:gsLst>
                  <a:gs pos="0">
                    <a:srgbClr val="ED9568"/>
                  </a:gs>
                  <a:gs pos="100000">
                    <a:srgbClr val="5879F8"/>
                  </a:gs>
                </a:gsLst>
                <a:lin ang="2640000" scaled="0"/>
              </a:gra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圆角矩形 2" title=""/>
          <p:cNvSpPr/>
          <p:nvPr>
            <p:custDataLst>
              <p:tags r:id="rId37"/>
            </p:custDataLst>
          </p:nvPr>
        </p:nvSpPr>
        <p:spPr>
          <a:xfrm>
            <a:off x="2376805" y="4523105"/>
            <a:ext cx="1155065" cy="6743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元素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3" name="组合 22" title=""/>
          <p:cNvGrpSpPr/>
          <p:nvPr>
            <p:custDataLst>
              <p:tags r:id="rId38"/>
            </p:custDataLst>
          </p:nvPr>
        </p:nvGrpSpPr>
        <p:grpSpPr>
          <a:xfrm>
            <a:off x="4892040" y="4517390"/>
            <a:ext cx="5565140" cy="680085"/>
            <a:chOff x="7704" y="6386"/>
            <a:chExt cx="8764" cy="1071"/>
          </a:xfrm>
        </p:grpSpPr>
        <p:sp>
          <p:nvSpPr>
            <p:cNvPr id="4" name="矩形: 圆角 29"/>
            <p:cNvSpPr/>
            <p:nvPr>
              <p:custDataLst>
                <p:tags r:id="rId39"/>
              </p:custDataLst>
            </p:nvPr>
          </p:nvSpPr>
          <p:spPr>
            <a:xfrm rot="10800000" flipV="1">
              <a:off x="13668" y="6395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互异性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0" name="矩形: 圆角 29"/>
            <p:cNvSpPr/>
            <p:nvPr>
              <p:custDataLst>
                <p:tags r:id="rId40"/>
              </p:custDataLst>
            </p:nvPr>
          </p:nvSpPr>
          <p:spPr>
            <a:xfrm rot="10800000" flipV="1">
              <a:off x="7704" y="6395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确定性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6" name="矩形: 圆角 29"/>
            <p:cNvSpPr/>
            <p:nvPr>
              <p:custDataLst>
                <p:tags r:id="rId41"/>
              </p:custDataLst>
            </p:nvPr>
          </p:nvSpPr>
          <p:spPr>
            <a:xfrm rot="10800000" flipV="1">
              <a:off x="10686" y="6386"/>
              <a:ext cx="2801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无序性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cxnSp>
        <p:nvCxnSpPr>
          <p:cNvPr id="21" name="直接箭头连接符 20" title=""/>
          <p:cNvCxnSpPr/>
          <p:nvPr>
            <p:custDataLst>
              <p:tags r:id="rId42"/>
            </p:custDataLst>
          </p:nvPr>
        </p:nvCxnSpPr>
        <p:spPr>
          <a:xfrm>
            <a:off x="3897630" y="4860290"/>
            <a:ext cx="628650" cy="0"/>
          </a:xfrm>
          <a:prstGeom prst="straightConnector1">
            <a:avLst/>
          </a:prstGeom>
          <a:ln w="44450" cmpd="sng">
            <a:gradFill>
              <a:gsLst>
                <a:gs pos="0">
                  <a:srgbClr val="ED9568"/>
                </a:gs>
                <a:gs pos="100000">
                  <a:srgbClr val="5879F8"/>
                </a:gs>
              </a:gsLst>
              <a:lin ang="5400000" scaled="1"/>
            </a:gra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Text Box 6" title="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4526280" y="5365750"/>
            <a:ext cx="3096260" cy="7924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90000"/>
              </a:lnSpc>
            </a:pPr>
            <a:r>
              <a: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元素间要用逗号隔开</a:t>
            </a:r>
            <a:r>
              <a:rPr lang="zh-CN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sz="24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3" grpId="0" animBg="1"/>
      <p:bldP spid="24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7119" name="Text Box 15" title=""/>
          <p:cNvSpPr txBox="1"/>
          <p:nvPr>
            <p:custDataLst>
              <p:tags r:id="rId24"/>
            </p:custDataLst>
          </p:nvPr>
        </p:nvSpPr>
        <p:spPr>
          <a:xfrm>
            <a:off x="4410075" y="2606675"/>
            <a:ext cx="3371850" cy="11188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457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b="1" i="1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b="1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4400" b="1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4400" b="1" i="1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4400" b="1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lvl="0" indent="0" algn="ctr" defTabSz="457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有什么区别？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圆角矩形标注 9" title=""/>
          <p:cNvSpPr/>
          <p:nvPr>
            <p:custDataLst>
              <p:tags r:id="rId25"/>
            </p:custDataLst>
          </p:nvPr>
        </p:nvSpPr>
        <p:spPr>
          <a:xfrm>
            <a:off x="1601470" y="2948940"/>
            <a:ext cx="2680970" cy="959485"/>
          </a:xfrm>
          <a:prstGeom prst="wedgeRoundRectCallout">
            <a:avLst>
              <a:gd name="adj1" fmla="val 76646"/>
              <a:gd name="adj2" fmla="val -43580"/>
              <a:gd name="adj3" fmla="val 16667"/>
            </a:avLst>
          </a:prstGeom>
          <a:gradFill>
            <a:gsLst>
              <a:gs pos="0">
                <a:srgbClr val="4376FC"/>
              </a:gs>
              <a:gs pos="100000">
                <a:schemeClr val="accent2"/>
              </a:gs>
            </a:gsLst>
            <a:lin ang="89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是一个元素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圆角矩形标注 10" title=""/>
          <p:cNvSpPr/>
          <p:nvPr>
            <p:custDataLst>
              <p:tags r:id="rId26"/>
            </p:custDataLst>
          </p:nvPr>
        </p:nvSpPr>
        <p:spPr>
          <a:xfrm>
            <a:off x="7781925" y="2948305"/>
            <a:ext cx="2680335" cy="960120"/>
          </a:xfrm>
          <a:prstGeom prst="wedgeRoundRectCallout">
            <a:avLst>
              <a:gd name="adj1" fmla="val -81627"/>
              <a:gd name="adj2" fmla="val -46759"/>
              <a:gd name="adj3" fmla="val 16667"/>
            </a:avLst>
          </a:prstGeom>
          <a:gradFill>
            <a:gsLst>
              <a:gs pos="0">
                <a:srgbClr val="4376FC"/>
              </a:gs>
              <a:gs pos="100000">
                <a:schemeClr val="accent2"/>
              </a:gs>
            </a:gsLst>
            <a:lin ang="12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是一个集合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532" name="文本框 33795" title="">
            <a:hlinkClick/>
          </p:cNvPr>
          <p:cNvSpPr/>
          <p:nvPr>
            <p:custDataLst>
              <p:tags r:id="rId24"/>
            </p:custDataLst>
          </p:nvPr>
        </p:nvSpPr>
        <p:spPr>
          <a:xfrm>
            <a:off x="771525" y="2077720"/>
            <a:ext cx="220281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 fontAlgn="base"/>
            <a:r>
              <a:rPr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+mn-cs"/>
              </a:rPr>
              <a:t>2.描述法：</a:t>
            </a:r>
            <a:r>
              <a:rPr lang="zh-CN" altLang="en-US" sz="3600" b="1" strike="noStrike" noProof="1">
                <a:solidFill>
                  <a:srgbClr val="00206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endParaRPr lang="zh-CN" altLang="en-US" sz="3600" b="1" strike="noStrike" noProof="1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grpSp>
        <p:nvGrpSpPr>
          <p:cNvPr id="3" name="组合 2" title=""/>
          <p:cNvGrpSpPr/>
          <p:nvPr>
            <p:custDataLst>
              <p:tags r:id="rId25"/>
            </p:custDataLst>
          </p:nvPr>
        </p:nvGrpSpPr>
        <p:grpSpPr>
          <a:xfrm>
            <a:off x="453390" y="1165860"/>
            <a:ext cx="9690735" cy="977265"/>
            <a:chOff x="417" y="1913"/>
            <a:chExt cx="15261" cy="1539"/>
          </a:xfrm>
        </p:grpSpPr>
        <p:sp>
          <p:nvSpPr>
            <p:cNvPr id="22530" name="Text Box 4"/>
            <p:cNvSpPr/>
            <p:nvPr>
              <p:custDataLst>
                <p:tags r:id="rId26"/>
              </p:custDataLst>
            </p:nvPr>
          </p:nvSpPr>
          <p:spPr>
            <a:xfrm>
              <a:off x="1815" y="1913"/>
              <a:ext cx="13863" cy="15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defTabSz="914400" rtl="0" eaLnBrk="0" fontAlgn="base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kumimoji="0" sz="3200" b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0" fontAlgn="base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kumimoji="0" sz="2800" b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0" fontAlgn="base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kumimoji="0" sz="2400" b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0" fontAlgn="base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kumimoji="0" sz="2000" b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0" fontAlgn="base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kumimoji="0" sz="2000" b="0" u="none" kern="1200" baseline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你能用自然语言描述集合{0，3，6，9}吗？ </a:t>
              </a:r>
              <a:endPara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   你能用列举法表示不等式 x-7&lt;3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的解集吗?</a:t>
              </a:r>
              <a:endPara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矩形: 圆角 29"/>
            <p:cNvSpPr/>
            <p:nvPr>
              <p:custDataLst>
                <p:tags r:id="rId27"/>
              </p:custDataLst>
            </p:nvPr>
          </p:nvSpPr>
          <p:spPr>
            <a:xfrm rot="10800000" flipV="1">
              <a:off x="417" y="1961"/>
              <a:ext cx="2383" cy="83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思考</a:t>
              </a:r>
              <a:r>
                <a:rPr kumimoji="1" lang="en-US" altLang="zh-CN" sz="2400" b="1">
                  <a:gradFill>
                    <a:gsLst>
                      <a:gs pos="0">
                        <a:srgbClr val="ED9568"/>
                      </a:gs>
                      <a:gs pos="100000">
                        <a:srgbClr val="5879F8"/>
                      </a:gs>
                    </a:gsLst>
                    <a:lin ang="2640000" scaled="0"/>
                  </a:gradFill>
                  <a:latin typeface="黑体" panose="02010609060101010101" charset="-122"/>
                  <a:ea typeface="黑体" panose="02010609060101010101" charset="-122"/>
                  <a:sym typeface="+mn-ea"/>
                </a:rPr>
                <a:t>:</a:t>
              </a:r>
              <a:endParaRPr kumimoji="1" lang="en-US" altLang="zh-CN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4" name="文本框 3" title=""/>
          <p:cNvSpPr txBox="1"/>
          <p:nvPr>
            <p:custDataLst>
              <p:tags r:id="rId28"/>
            </p:custDataLst>
          </p:nvPr>
        </p:nvSpPr>
        <p:spPr>
          <a:xfrm>
            <a:off x="771525" y="2640965"/>
            <a:ext cx="10621010" cy="1494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 fontAlgn="auto">
              <a:lnSpc>
                <a:spcPct val="120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不等式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sz="2400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7&lt;3的解集是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&lt;10，因为满足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&lt;10的实数有无数个，所以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sz="2400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7&lt;3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的解集无法用列举法表示。但是，我们可以利用解集中元素的共同特征，即∶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是实数，且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&lt;10，把解集表示为{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∈R|</a:t>
            </a:r>
            <a:r>
              <a:rPr lang="zh-CN" altLang="en-US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&lt;10}。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 title=""/>
          <p:cNvGrpSpPr/>
          <p:nvPr>
            <p:custDataLst>
              <p:tags r:id="rId29"/>
            </p:custDataLst>
          </p:nvPr>
        </p:nvGrpSpPr>
        <p:grpSpPr>
          <a:xfrm>
            <a:off x="771525" y="4167505"/>
            <a:ext cx="10895965" cy="1325245"/>
            <a:chOff x="1215" y="6563"/>
            <a:chExt cx="17159" cy="2087"/>
          </a:xfrm>
        </p:grpSpPr>
        <p:sp>
          <p:nvSpPr>
            <p:cNvPr id="22533" name="文本框 33796"/>
            <p:cNvSpPr/>
            <p:nvPr>
              <p:custDataLst>
                <p:tags r:id="rId30"/>
              </p:custDataLst>
            </p:nvPr>
          </p:nvSpPr>
          <p:spPr>
            <a:xfrm>
              <a:off x="1215" y="6563"/>
              <a:ext cx="16725" cy="1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indent="0" algn="just" fontAlgn="auto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sz="2800" b="1">
                  <a:solidFill>
                    <a:srgbClr val="2764FD"/>
                  </a:solidFill>
                  <a:latin typeface="楷体" panose="02010609060101010101" charset="-122"/>
                  <a:ea typeface="楷体" panose="02010609060101010101" charset="-122"/>
                </a:rPr>
                <a:t>   </a:t>
              </a:r>
              <a:r>
                <a:rPr sz="2400" b="1">
                  <a:solidFill>
                    <a:srgbClr val="2764FD"/>
                  </a:solidFill>
                  <a:latin typeface="黑体" panose="02010609060101010101" charset="-122"/>
                  <a:ea typeface="黑体" panose="02010609060101010101" charset="-122"/>
                </a:rPr>
                <a:t>设A是一个集合，我们把集合A中，所有具有共同特征</a:t>
              </a:r>
              <a:r>
                <a:rPr sz="2400" b="1">
                  <a:solidFill>
                    <a:srgbClr val="2764FD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P(x)</a:t>
              </a:r>
              <a:r>
                <a:rPr sz="2400" b="1">
                  <a:solidFill>
                    <a:srgbClr val="2764FD"/>
                  </a:solidFill>
                  <a:latin typeface="黑体" panose="02010609060101010101" charset="-122"/>
                  <a:ea typeface="黑体" panose="02010609060101010101" charset="-122"/>
                </a:rPr>
                <a:t>的元素</a:t>
              </a:r>
              <a:r>
                <a:rPr sz="2400" b="1">
                  <a:solidFill>
                    <a:srgbClr val="2764FD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sz="2400" b="1">
                  <a:solidFill>
                    <a:srgbClr val="2764FD"/>
                  </a:solidFill>
                  <a:latin typeface="黑体" panose="02010609060101010101" charset="-122"/>
                  <a:ea typeface="黑体" panose="02010609060101010101" charset="-122"/>
                </a:rPr>
                <a:t>所组成的集合表示为：</a:t>
              </a:r>
              <a:endParaRPr sz="2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5" name="对象 4">
              <a:hlinkClick action="ppaction://ole?verb=0"/>
            </p:cNvPr>
            <p:cNvGraphicFramePr>
              <a:graphicFrameLocks noChangeAspect="1"/>
            </p:cNvGraphicFramePr>
            <p:nvPr>
              <p:custDataLst>
                <p:tags r:id="rId31"/>
              </p:custDataLst>
            </p:nvPr>
          </p:nvGraphicFramePr>
          <p:xfrm>
            <a:off x="6210" y="7572"/>
            <a:ext cx="3598" cy="107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1" r:id="rId32" imgW="774065" imgH="254000" progId="Equation.KSEE3">
                    <p:embed/>
                  </p:oleObj>
                </mc:Choice>
                <mc:Fallback>
                  <p:oleObj r:id="rId32" imgW="774065" imgH="2540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210" y="7572"/>
                          <a:ext cx="3598" cy="10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4"/>
            <p:cNvSpPr/>
            <p:nvPr>
              <p:custDataLst>
                <p:tags r:id="rId34"/>
              </p:custDataLst>
            </p:nvPr>
          </p:nvSpPr>
          <p:spPr>
            <a:xfrm>
              <a:off x="12314" y="7706"/>
              <a:ext cx="606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>
                  <a:solidFill>
                    <a:srgbClr val="2764FD"/>
                  </a:solidFill>
                  <a:latin typeface="黑体" panose="02010609060101010101" charset="-122"/>
                  <a:ea typeface="黑体" panose="02010609060101010101" charset="-122"/>
                </a:rPr>
                <a:t>我们称这种方法为描述法</a:t>
              </a:r>
              <a:r>
                <a:rPr lang="zh-CN" altLang="en-US" sz="2400" b="1">
                  <a:solidFill>
                    <a:srgbClr val="2764FD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。</a:t>
              </a:r>
              <a:endParaRPr lang="zh-CN" altLang="en-US" sz="2400" b="1">
                <a:solidFill>
                  <a:srgbClr val="2764FD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7" name="圆角矩形标注 6" title=""/>
          <p:cNvSpPr/>
          <p:nvPr>
            <p:custDataLst>
              <p:tags r:id="rId35"/>
            </p:custDataLst>
          </p:nvPr>
        </p:nvSpPr>
        <p:spPr>
          <a:xfrm>
            <a:off x="5144770" y="5898515"/>
            <a:ext cx="6066155" cy="511175"/>
          </a:xfrm>
          <a:prstGeom prst="wedgeRoundRectCallout">
            <a:avLst>
              <a:gd name="adj1" fmla="val -42463"/>
              <a:gd name="adj2" fmla="val -148881"/>
              <a:gd name="adj3" fmla="val 16667"/>
            </a:avLst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latin typeface="黑体" panose="02010609060101010101" charset="-122"/>
                <a:ea typeface="黑体" panose="02010609060101010101" charset="-122"/>
              </a:rPr>
              <a:t>P(x)表示该集合中的元素x所具有的性质</a:t>
            </a:r>
            <a:endParaRPr lang="zh-CN" altLang="en-US" sz="20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圆角矩形标注 10" title=""/>
          <p:cNvSpPr/>
          <p:nvPr>
            <p:custDataLst>
              <p:tags r:id="rId36"/>
            </p:custDataLst>
          </p:nvPr>
        </p:nvSpPr>
        <p:spPr>
          <a:xfrm>
            <a:off x="958215" y="5898515"/>
            <a:ext cx="3338830" cy="502920"/>
          </a:xfrm>
          <a:prstGeom prst="wedgeRoundRectCallout">
            <a:avLst>
              <a:gd name="adj1" fmla="val 51732"/>
              <a:gd name="adj2" fmla="val -145959"/>
              <a:gd name="adj3" fmla="val 16667"/>
            </a:avLst>
          </a:prstGeom>
          <a:gradFill>
            <a:gsLst>
              <a:gs pos="0">
                <a:srgbClr val="4076FD"/>
              </a:gs>
              <a:gs pos="100000">
                <a:schemeClr val="accent2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latin typeface="黑体" panose="02010609060101010101" charset="-122"/>
                <a:ea typeface="黑体" panose="02010609060101010101" charset="-122"/>
              </a:rPr>
              <a:t>x为该集合的代表元素</a:t>
            </a:r>
            <a:endParaRPr lang="zh-CN" altLang="en-US" sz="20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4" grpId="0"/>
      <p:bldP spid="11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5604" name="对象 25603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07720" y="1537970"/>
          <a:ext cx="10561320" cy="31813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2" r:id="rId25" imgW="5257800" imgH="1612900" progId="Equation.DSMT4">
                  <p:embed/>
                </p:oleObj>
              </mc:Choice>
              <mc:Fallback>
                <p:oleObj r:id="rId25" imgW="5257800" imgH="1612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07720" y="1537970"/>
                        <a:ext cx="10561320" cy="318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 title=""/>
          <p:cNvGrpSpPr/>
          <p:nvPr>
            <p:custDataLst>
              <p:tags r:id="rId27"/>
            </p:custDataLst>
          </p:nvPr>
        </p:nvGrpSpPr>
        <p:grpSpPr>
          <a:xfrm>
            <a:off x="1562735" y="5190490"/>
            <a:ext cx="9066530" cy="674370"/>
            <a:chOff x="2461" y="8174"/>
            <a:chExt cx="14278" cy="1062"/>
          </a:xfrm>
        </p:grpSpPr>
        <p:sp>
          <p:nvSpPr>
            <p:cNvPr id="14" name="圆角矩形 13"/>
            <p:cNvSpPr/>
            <p:nvPr>
              <p:custDataLst>
                <p:tags r:id="rId28"/>
              </p:custDataLst>
            </p:nvPr>
          </p:nvSpPr>
          <p:spPr>
            <a:xfrm>
              <a:off x="2461" y="8174"/>
              <a:ext cx="14278" cy="106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2606" y="8328"/>
            <a:ext cx="13800" cy="80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3" r:id="rId30" imgW="3848100" imgH="215900" progId="Equation.DSMT4">
                    <p:embed/>
                  </p:oleObj>
                </mc:Choice>
                <mc:Fallback>
                  <p:oleObj r:id="rId30" imgW="38481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2606" y="8328"/>
                          <a:ext cx="13800" cy="8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" name="组合 5" title=""/>
          <p:cNvGrpSpPr/>
          <p:nvPr>
            <p:custDataLst>
              <p:tags r:id="rId24"/>
            </p:custDataLst>
          </p:nvPr>
        </p:nvGrpSpPr>
        <p:grpSpPr>
          <a:xfrm>
            <a:off x="771525" y="1169035"/>
            <a:ext cx="10951210" cy="3662045"/>
            <a:chOff x="1407" y="1841"/>
            <a:chExt cx="17246" cy="5767"/>
          </a:xfrm>
        </p:grpSpPr>
        <p:sp>
          <p:nvSpPr>
            <p:cNvPr id="76802" name="文本框 3"/>
            <p:cNvSpPr txBox="1"/>
            <p:nvPr>
              <p:custDataLst>
                <p:tags r:id="rId25"/>
              </p:custDataLst>
            </p:nvPr>
          </p:nvSpPr>
          <p:spPr>
            <a:xfrm>
              <a:off x="1407" y="1841"/>
              <a:ext cx="16694" cy="576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 indent="0" algn="just" fontAlgn="auto">
                <a:lnSpc>
                  <a:spcPct val="150000"/>
                </a:lnSpc>
              </a:pP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又如，整数集Z又可以分为奇数集和偶数集，对于每一个        ,如果它能表示为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  的形式，那么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x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除以2的余数为1，它是一个奇数；反之，如果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x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是一个奇数，那么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x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除以2的余数为1，它能表示为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algn="just" fontAlgn="auto">
                <a:lnSpc>
                  <a:spcPct val="150000"/>
                </a:lnSpc>
              </a:pP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的形式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．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所以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         是所有奇数的一个共同特征，于是奇数集可以表示为：</a:t>
              </a: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457200" algn="just" fontAlgn="auto">
                <a:lnSpc>
                  <a:spcPct val="150000"/>
                </a:lnSpc>
              </a:pPr>
              <a:endPara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graphicFrame>
          <p:nvGraphicFramePr>
            <p:cNvPr id="76803" name="对象 4"/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13969" y="2191"/>
            <a:ext cx="1684" cy="48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4" r:id="rId27" imgW="355600" imgH="127000" progId="Equation.3">
                    <p:embed/>
                  </p:oleObj>
                </mc:Choice>
                <mc:Fallback>
                  <p:oleObj r:id="rId27" imgW="355600" imgH="127000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3969" y="2191"/>
                          <a:ext cx="1684" cy="4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04" name="对象 -2147482623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3401" y="2905"/>
            <a:ext cx="4325" cy="81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5" r:id="rId30" imgW="1079500" imgH="203200" progId="Equation.KSEE3">
                    <p:embed/>
                  </p:oleObj>
                </mc:Choice>
                <mc:Fallback>
                  <p:oleObj r:id="rId30" imgW="10795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401" y="2905"/>
                          <a:ext cx="4325" cy="8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05" name="对象 -2147482621"/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4569" y="4618"/>
            <a:ext cx="4374" cy="82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6" r:id="rId33" imgW="1079500" imgH="203200" progId="Equation.KSEE3">
                    <p:embed/>
                  </p:oleObj>
                </mc:Choice>
                <mc:Fallback>
                  <p:oleObj r:id="rId33" imgW="10795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569" y="4618"/>
                          <a:ext cx="4374" cy="8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06" name="对象 -2147482620"/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14514" y="3769"/>
            <a:ext cx="4139" cy="77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7" r:id="rId36" imgW="1079500" imgH="203200" progId="Equation.KSEE3">
                    <p:embed/>
                  </p:oleObj>
                </mc:Choice>
                <mc:Fallback>
                  <p:oleObj r:id="rId36" imgW="10795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4514" y="3769"/>
                          <a:ext cx="4139" cy="7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5" name="Text Box 7" title=""/>
          <p:cNvSpPr/>
          <p:nvPr>
            <p:custDataLst>
              <p:tags r:id="rId38"/>
            </p:custDataLst>
          </p:nvPr>
        </p:nvSpPr>
        <p:spPr>
          <a:xfrm>
            <a:off x="1136650" y="4689158"/>
            <a:ext cx="7019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32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8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sz="24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sz="2000" b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你能用这样的方法表示偶数集吗？ </a:t>
            </a:r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5606" name="Object 8" title="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4205129" y="5381625"/>
          <a:ext cx="3869055" cy="5334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8" r:id="rId40" imgW="1473200" imgH="203200" progId="Equation.DSMT4">
                  <p:embed/>
                </p:oleObj>
              </mc:Choice>
              <mc:Fallback>
                <p:oleObj r:id="rId40" imgW="14732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205129" y="5381625"/>
                        <a:ext cx="386905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 title="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4004787" y="3739198"/>
          <a:ext cx="4269740" cy="7004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9" r:id="rId43" imgW="1625600" imgH="266700" progId="Equation.DSMT4">
                  <p:embed/>
                </p:oleObj>
              </mc:Choice>
              <mc:Fallback>
                <p:oleObj r:id="rId43" imgW="1625600" imgH="2667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004787" y="3739198"/>
                        <a:ext cx="4269740" cy="700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6" name="对象 5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35660" y="1230630"/>
          <a:ext cx="6411595" cy="14116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0" r:id="rId25" imgW="3048000" imgH="711200" progId="Equation.DSMT4">
                  <p:embed/>
                </p:oleObj>
              </mc:Choice>
              <mc:Fallback>
                <p:oleObj r:id="rId25" imgW="3048000" imgH="711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5660" y="1230630"/>
                        <a:ext cx="6411595" cy="1411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 title=""/>
          <p:cNvGrpSpPr/>
          <p:nvPr>
            <p:custDataLst>
              <p:tags r:id="rId27"/>
            </p:custDataLst>
          </p:nvPr>
        </p:nvGrpSpPr>
        <p:grpSpPr>
          <a:xfrm>
            <a:off x="835660" y="2825115"/>
            <a:ext cx="5332095" cy="3684905"/>
            <a:chOff x="910" y="4447"/>
            <a:chExt cx="8397" cy="5803"/>
          </a:xfrm>
        </p:grpSpPr>
        <p:sp>
          <p:nvSpPr>
            <p:cNvPr id="72" name="圆角矩形 71"/>
            <p:cNvSpPr/>
            <p:nvPr>
              <p:custDataLst>
                <p:tags r:id="rId28"/>
              </p:custDataLst>
            </p:nvPr>
          </p:nvSpPr>
          <p:spPr>
            <a:xfrm>
              <a:off x="910" y="4447"/>
              <a:ext cx="8397" cy="5803"/>
            </a:xfrm>
            <a:prstGeom prst="roundRect">
              <a:avLst>
                <a:gd name="adj" fmla="val 13477"/>
              </a:avLst>
            </a:prstGeom>
            <a:solidFill>
              <a:srgbClr val="557AF9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1375" y="4926"/>
            <a:ext cx="6142" cy="288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1" r:id="rId30" imgW="1905000" imgH="939800" progId="Equation.DSMT4">
                    <p:embed/>
                  </p:oleObj>
                </mc:Choice>
                <mc:Fallback>
                  <p:oleObj r:id="rId30" imgW="1905000" imgH="939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375" y="4926"/>
                          <a:ext cx="6142" cy="28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1316" y="8078"/>
            <a:ext cx="7901" cy="156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2" r:id="rId33" imgW="2602865" imgH="508000" progId="Equation.DSMT4">
                    <p:embed/>
                  </p:oleObj>
                </mc:Choice>
                <mc:Fallback>
                  <p:oleObj r:id="rId33" imgW="2602865" imgH="5080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316" y="8078"/>
                          <a:ext cx="7901" cy="15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椭圆 15"/>
            <p:cNvSpPr/>
            <p:nvPr>
              <p:custDataLst>
                <p:tags r:id="rId35"/>
              </p:custDataLst>
            </p:nvPr>
          </p:nvSpPr>
          <p:spPr>
            <a:xfrm>
              <a:off x="7935" y="4845"/>
              <a:ext cx="960" cy="9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gradFill>
                    <a:gsLst>
                      <a:gs pos="0">
                        <a:schemeClr val="accent2"/>
                      </a:gs>
                      <a:gs pos="100000">
                        <a:srgbClr val="2764FD"/>
                      </a:gs>
                    </a:gsLst>
                    <a:lin ang="5400000" scaled="0"/>
                  </a:gradFill>
                  <a:latin typeface="黑体" panose="02010609060101010101" charset="-122"/>
                  <a:ea typeface="黑体" panose="02010609060101010101" charset="-122"/>
                </a:rPr>
                <a:t>解</a:t>
              </a:r>
              <a:endParaRPr lang="zh-CN" altLang="en-US" sz="2400"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0"/>
                </a:gra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9" name="组合 28" title=""/>
          <p:cNvGrpSpPr/>
          <p:nvPr>
            <p:custDataLst>
              <p:tags r:id="rId36"/>
            </p:custDataLst>
          </p:nvPr>
        </p:nvGrpSpPr>
        <p:grpSpPr>
          <a:xfrm>
            <a:off x="6244590" y="2824480"/>
            <a:ext cx="5332095" cy="3684905"/>
            <a:chOff x="9984" y="4447"/>
            <a:chExt cx="8397" cy="5803"/>
          </a:xfrm>
        </p:grpSpPr>
        <p:grpSp>
          <p:nvGrpSpPr>
            <p:cNvPr id="18" name="组合 17"/>
            <p:cNvGrpSpPr/>
            <p:nvPr>
              <p:custDataLst>
                <p:tags r:id="rId37"/>
              </p:custDataLst>
            </p:nvPr>
          </p:nvGrpSpPr>
          <p:grpSpPr>
            <a:xfrm>
              <a:off x="9984" y="4447"/>
              <a:ext cx="8397" cy="5803"/>
              <a:chOff x="910" y="4447"/>
              <a:chExt cx="8397" cy="5803"/>
            </a:xfrm>
          </p:grpSpPr>
          <p:sp>
            <p:nvSpPr>
              <p:cNvPr id="19" name="圆角矩形 18"/>
              <p:cNvSpPr/>
              <p:nvPr>
                <p:custDataLst>
                  <p:tags r:id="rId38"/>
                </p:custDataLst>
              </p:nvPr>
            </p:nvSpPr>
            <p:spPr>
              <a:xfrm>
                <a:off x="910" y="4447"/>
                <a:ext cx="8397" cy="5803"/>
              </a:xfrm>
              <a:prstGeom prst="roundRect">
                <a:avLst>
                  <a:gd name="adj" fmla="val 13477"/>
                </a:avLst>
              </a:prstGeom>
              <a:solidFill>
                <a:srgbClr val="557AF9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101600" dist="152400" dir="2700000" algn="tl" rotWithShape="0">
                  <a:srgbClr val="4175FC">
                    <a:alpha val="38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4" name="椭圆 23"/>
              <p:cNvSpPr/>
              <p:nvPr>
                <p:custDataLst>
                  <p:tags r:id="rId39"/>
                </p:custDataLst>
              </p:nvPr>
            </p:nvSpPr>
            <p:spPr>
              <a:xfrm>
                <a:off x="7935" y="4845"/>
                <a:ext cx="960" cy="9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764FD"/>
                        </a:gs>
                      </a:gsLst>
                      <a:lin ang="5400000" scaled="0"/>
                    </a:gradFill>
                    <a:latin typeface="黑体" panose="02010609060101010101" charset="-122"/>
                    <a:ea typeface="黑体" panose="02010609060101010101" charset="-122"/>
                  </a:rPr>
                  <a:t>解</a:t>
                </a:r>
                <a:endParaRPr lang="zh-CN" altLang="en-US" sz="2400">
                  <a:gradFill>
                    <a:gsLst>
                      <a:gs pos="0">
                        <a:schemeClr val="accent2"/>
                      </a:gs>
                      <a:gs pos="100000">
                        <a:srgbClr val="2764FD"/>
                      </a:gs>
                    </a:gsLst>
                    <a:lin ang="5400000" scaled="0"/>
                  </a:gra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graphicFrame>
          <p:nvGraphicFramePr>
            <p:cNvPr id="25" name="对象 24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10390" y="4956"/>
            <a:ext cx="6829" cy="288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3" r:id="rId41" imgW="2234565" imgH="914400" progId="Equation.DSMT4">
                    <p:embed/>
                  </p:oleObj>
                </mc:Choice>
                <mc:Fallback>
                  <p:oleObj r:id="rId41" imgW="2234565" imgH="9144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0390" y="4956"/>
                          <a:ext cx="6829" cy="28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custDataLst>
                <p:tags r:id="rId43"/>
              </p:custDataLst>
            </p:nvPr>
          </p:nvGraphicFramePr>
          <p:xfrm>
            <a:off x="10311" y="8078"/>
            <a:ext cx="7464" cy="156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4" r:id="rId44" imgW="2374265" imgH="457200" progId="Equation.DSMT4">
                    <p:embed/>
                  </p:oleObj>
                </mc:Choice>
                <mc:Fallback>
                  <p:oleObj r:id="rId44" imgW="2374265" imgH="457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10311" y="8078"/>
                          <a:ext cx="7464" cy="15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7652" name="对象 27651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1572895" y="1456055"/>
          <a:ext cx="9410065" cy="9842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5" r:id="rId25" imgW="4127500" imgH="457200" progId="Equation.DSMT4">
                  <p:embed/>
                </p:oleObj>
              </mc:Choice>
              <mc:Fallback>
                <p:oleObj r:id="rId25" imgW="4127500" imgH="457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72895" y="1456055"/>
                        <a:ext cx="9410065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29" title=""/>
          <p:cNvSpPr/>
          <p:nvPr>
            <p:custDataLst>
              <p:tags r:id="rId27"/>
            </p:custDataLst>
          </p:nvPr>
        </p:nvSpPr>
        <p:spPr>
          <a:xfrm rot="10800000" flipV="1">
            <a:off x="1644650" y="2783840"/>
            <a:ext cx="1513205" cy="52895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rPr>
              <a:t>例如</a:t>
            </a:r>
            <a:r>
              <a:rPr kumimoji="1" lang="en-US" altLang="zh-CN" sz="2400" b="1">
                <a:gradFill>
                  <a:gsLst>
                    <a:gs pos="0">
                      <a:srgbClr val="ED9568"/>
                    </a:gs>
                    <a:gs pos="100000">
                      <a:srgbClr val="5879F8"/>
                    </a:gs>
                  </a:gsLst>
                  <a:lin ang="2640000" scaled="0"/>
                </a:gradFill>
                <a:latin typeface="黑体" panose="02010609060101010101" charset="-122"/>
                <a:ea typeface="黑体" panose="02010609060101010101" charset="-122"/>
                <a:sym typeface="+mn-ea"/>
              </a:rPr>
              <a:t>:</a:t>
            </a:r>
            <a:endParaRPr kumimoji="1" lang="en-US" altLang="zh-CN" sz="2400" b="1">
              <a:gradFill>
                <a:gsLst>
                  <a:gs pos="0">
                    <a:srgbClr val="ED9568"/>
                  </a:gs>
                  <a:gs pos="100000">
                    <a:srgbClr val="5879F8"/>
                  </a:gs>
                </a:gsLst>
                <a:lin ang="2640000" scaled="0"/>
              </a:gra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3" name="组合 2" title=""/>
          <p:cNvGrpSpPr/>
          <p:nvPr>
            <p:custDataLst>
              <p:tags r:id="rId28"/>
            </p:custDataLst>
          </p:nvPr>
        </p:nvGrpSpPr>
        <p:grpSpPr>
          <a:xfrm>
            <a:off x="1572895" y="3493770"/>
            <a:ext cx="9409430" cy="786130"/>
            <a:chOff x="2120" y="5623"/>
            <a:chExt cx="14818" cy="1238"/>
          </a:xfrm>
        </p:grpSpPr>
        <p:sp>
          <p:nvSpPr>
            <p:cNvPr id="14" name="圆角矩形 13"/>
            <p:cNvSpPr/>
            <p:nvPr>
              <p:custDataLst>
                <p:tags r:id="rId29"/>
              </p:custDataLst>
            </p:nvPr>
          </p:nvSpPr>
          <p:spPr>
            <a:xfrm>
              <a:off x="2120" y="5623"/>
              <a:ext cx="14818" cy="1238"/>
            </a:xfrm>
            <a:prstGeom prst="roundRect">
              <a:avLst>
                <a:gd name="adj" fmla="val 37883"/>
              </a:avLst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27653" name="对象 27652"/>
            <p:cNvGraphicFramePr>
              <a:graphicFrameLocks noChangeAspect="1"/>
            </p:cNvGraphicFramePr>
            <p:nvPr>
              <p:custDataLst>
                <p:tags r:id="rId30"/>
              </p:custDataLst>
            </p:nvPr>
          </p:nvGraphicFramePr>
          <p:xfrm>
            <a:off x="3038" y="5880"/>
            <a:ext cx="12859" cy="77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6" r:id="rId31" imgW="3390900" imgH="215900" progId="Equation.DSMT4">
                    <p:embed/>
                  </p:oleObj>
                </mc:Choice>
                <mc:Fallback>
                  <p:oleObj r:id="rId31" imgW="33909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038" y="5880"/>
                          <a:ext cx="12859" cy="7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 title=""/>
          <p:cNvGrpSpPr/>
          <p:nvPr>
            <p:custDataLst>
              <p:tags r:id="rId33"/>
            </p:custDataLst>
          </p:nvPr>
        </p:nvGrpSpPr>
        <p:grpSpPr>
          <a:xfrm>
            <a:off x="1572895" y="4592320"/>
            <a:ext cx="9409430" cy="1304290"/>
            <a:chOff x="2477" y="7232"/>
            <a:chExt cx="14818" cy="2054"/>
          </a:xfrm>
        </p:grpSpPr>
        <p:sp>
          <p:nvSpPr>
            <p:cNvPr id="5" name="圆角矩形 4"/>
            <p:cNvSpPr/>
            <p:nvPr>
              <p:custDataLst>
                <p:tags r:id="rId34"/>
              </p:custDataLst>
            </p:nvPr>
          </p:nvSpPr>
          <p:spPr>
            <a:xfrm>
              <a:off x="2477" y="7232"/>
              <a:ext cx="14818" cy="2054"/>
            </a:xfrm>
            <a:prstGeom prst="roundRect">
              <a:avLst>
                <a:gd name="adj" fmla="val 24446"/>
              </a:avLst>
            </a:prstGeom>
            <a:gradFill>
              <a:gsLst>
                <a:gs pos="0">
                  <a:srgbClr val="4076FD"/>
                </a:gs>
                <a:gs pos="100000">
                  <a:schemeClr val="accent2">
                    <a:alpha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27654" name="对象 27653"/>
            <p:cNvGraphicFramePr>
              <a:graphicFrameLocks noChangeAspect="1"/>
            </p:cNvGraphicFramePr>
            <p:nvPr>
              <p:custDataLst>
                <p:tags r:id="rId35"/>
              </p:custDataLst>
            </p:nvPr>
          </p:nvGraphicFramePr>
          <p:xfrm>
            <a:off x="4255" y="7437"/>
            <a:ext cx="11448" cy="164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7" r:id="rId36" imgW="3009900" imgH="457200" progId="Equation.DSMT4">
                    <p:embed/>
                  </p:oleObj>
                </mc:Choice>
                <mc:Fallback>
                  <p:oleObj r:id="rId36" imgW="3009900" imgH="457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4255" y="7437"/>
                          <a:ext cx="11448" cy="1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" name="对象 1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48995" y="1076960"/>
          <a:ext cx="11797665" cy="14744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8" r:id="rId25" imgW="6496050" imgH="809625" progId="Word.Document.8">
                  <p:embed/>
                </p:oleObj>
              </mc:Choice>
              <mc:Fallback>
                <p:oleObj r:id="rId25" imgW="6496050" imgH="80962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8995" y="1076960"/>
                        <a:ext cx="11797665" cy="1474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717550" y="2421255"/>
          <a:ext cx="12284075" cy="434213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9" r:id="rId28" imgW="6496050" imgH="2295525" progId="Word.Document.8">
                  <p:embed/>
                </p:oleObj>
              </mc:Choice>
              <mc:Fallback>
                <p:oleObj r:id="rId28" imgW="6496050" imgH="229552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7550" y="2421255"/>
                        <a:ext cx="12284075" cy="4342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2" name="对象 1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71525" y="1193165"/>
          <a:ext cx="11797665" cy="7454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0" r:id="rId25" imgW="6496050" imgH="409575" progId="Word.Document.8">
                  <p:embed/>
                </p:oleObj>
              </mc:Choice>
              <mc:Fallback>
                <p:oleObj r:id="rId25" imgW="6496050" imgH="409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71525" y="1193165"/>
                        <a:ext cx="11797665" cy="745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717550" y="1932940"/>
          <a:ext cx="11964035" cy="2948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1" r:id="rId28" imgW="6496050" imgH="1600200" progId="Word.Document.8">
                  <p:embed/>
                </p:oleObj>
              </mc:Choice>
              <mc:Fallback>
                <p:oleObj r:id="rId28" imgW="6496050" imgH="16002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17550" y="1932940"/>
                        <a:ext cx="11964035" cy="2948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771525" y="4728210"/>
          <a:ext cx="12141835" cy="22440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2" r:id="rId31" imgW="6496050" imgH="1200150" progId="Word.Document.8">
                  <p:embed/>
                </p:oleObj>
              </mc:Choice>
              <mc:Fallback>
                <p:oleObj r:id="rId31" imgW="6496050" imgH="12001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1525" y="4728210"/>
                        <a:ext cx="12141835" cy="2244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" name="TextBox 13" title=""/>
          <p:cNvSpPr txBox="1"/>
          <p:nvPr>
            <p:custDataLst>
              <p:tags r:id="rId24"/>
            </p:custDataLst>
          </p:nvPr>
        </p:nvSpPr>
        <p:spPr>
          <a:xfrm>
            <a:off x="2510155" y="452120"/>
            <a:ext cx="9081770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思考：</a:t>
            </a:r>
            <a:r>
              <a:rPr lang="zh-CN" altLang="zh-CN" sz="24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除字母表示法和自然语言之外，还能用什么方法表示集合？</a:t>
            </a:r>
            <a:endParaRPr lang="zh-CN" altLang="zh-CN" sz="2400"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grpSp>
        <p:nvGrpSpPr>
          <p:cNvPr id="34" name="组合 33" title=""/>
          <p:cNvGrpSpPr/>
          <p:nvPr>
            <p:custDataLst>
              <p:tags r:id="rId25"/>
            </p:custDataLst>
          </p:nvPr>
        </p:nvGrpSpPr>
        <p:grpSpPr>
          <a:xfrm>
            <a:off x="5892800" y="3066415"/>
            <a:ext cx="5461635" cy="3383915"/>
            <a:chOff x="9280" y="4831"/>
            <a:chExt cx="8601" cy="5329"/>
          </a:xfrm>
        </p:grpSpPr>
        <p:sp>
          <p:nvSpPr>
            <p:cNvPr id="24" name="圆角矩形 23"/>
            <p:cNvSpPr/>
            <p:nvPr>
              <p:custDataLst>
                <p:tags r:id="rId26"/>
              </p:custDataLst>
            </p:nvPr>
          </p:nvSpPr>
          <p:spPr>
            <a:xfrm>
              <a:off x="9280" y="4831"/>
              <a:ext cx="8601" cy="5329"/>
            </a:xfrm>
            <a:prstGeom prst="roundRect">
              <a:avLst>
                <a:gd name="adj" fmla="val 13477"/>
              </a:avLst>
            </a:prstGeom>
            <a:solidFill>
              <a:srgbClr val="5178FA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889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457200" algn="just" fontAlgn="auto"/>
              <a:endParaRPr lang="zh-CN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indent="457200" algn="just" fontAlgn="auto">
                <a:lnSpc>
                  <a:spcPct val="110000"/>
                </a:lnSpc>
              </a:pPr>
              <a:endParaRPr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25" name="圆角矩形 24"/>
            <p:cNvSpPr/>
            <p:nvPr>
              <p:custDataLst>
                <p:tags r:id="rId27"/>
              </p:custDataLst>
            </p:nvPr>
          </p:nvSpPr>
          <p:spPr>
            <a:xfrm>
              <a:off x="9460" y="4983"/>
              <a:ext cx="8171" cy="94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charset="0"/>
                <a:buChar char="l"/>
              </a:pP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rPr>
                <a:t>方法四：描述法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8"/>
              </p:custDataLst>
            </p:nvPr>
          </p:nvSpPr>
          <p:spPr>
            <a:xfrm>
              <a:off x="9693" y="6024"/>
              <a:ext cx="7920" cy="3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10000"/>
                </a:lnSpc>
              </a:pPr>
              <a:r>
                <a:rPr sz="24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在大括号内先写上表示这个集合元素的一般符号及其取值（或变化）范围，再画一条竖线，在竖线后写出这个集合中元素所具有的共同特征．这种用集合所含元素的共同特征表示集合的方法叫作描述法</a:t>
              </a:r>
              <a:r>
                <a:rPr lang="zh-CN" sz="24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。</a:t>
              </a:r>
              <a:endParaRPr lang="zh-CN" sz="240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32" name="组合 31" title=""/>
          <p:cNvGrpSpPr/>
          <p:nvPr>
            <p:custDataLst>
              <p:tags r:id="rId29"/>
            </p:custDataLst>
          </p:nvPr>
        </p:nvGrpSpPr>
        <p:grpSpPr>
          <a:xfrm>
            <a:off x="4864100" y="1304925"/>
            <a:ext cx="6489700" cy="1569720"/>
            <a:chOff x="7660" y="1847"/>
            <a:chExt cx="10220" cy="2472"/>
          </a:xfrm>
        </p:grpSpPr>
        <p:grpSp>
          <p:nvGrpSpPr>
            <p:cNvPr id="7" name="组合 6"/>
            <p:cNvGrpSpPr/>
            <p:nvPr>
              <p:custDataLst>
                <p:tags r:id="rId30"/>
              </p:custDataLst>
            </p:nvPr>
          </p:nvGrpSpPr>
          <p:grpSpPr>
            <a:xfrm>
              <a:off x="7660" y="1847"/>
              <a:ext cx="10221" cy="2473"/>
              <a:chOff x="910" y="4143"/>
              <a:chExt cx="10221" cy="4107"/>
            </a:xfrm>
          </p:grpSpPr>
          <p:sp>
            <p:nvSpPr>
              <p:cNvPr id="18" name="圆角矩形 17"/>
              <p:cNvSpPr/>
              <p:nvPr>
                <p:custDataLst>
                  <p:tags r:id="rId31"/>
                </p:custDataLst>
              </p:nvPr>
            </p:nvSpPr>
            <p:spPr>
              <a:xfrm>
                <a:off x="910" y="4143"/>
                <a:ext cx="10221" cy="4107"/>
              </a:xfrm>
              <a:prstGeom prst="roundRect">
                <a:avLst>
                  <a:gd name="adj" fmla="val 13477"/>
                </a:avLst>
              </a:prstGeom>
              <a:solidFill>
                <a:srgbClr val="5178FA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101600" dist="88900" dir="2700000" algn="tl" rotWithShape="0">
                  <a:srgbClr val="4175FC">
                    <a:alpha val="38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457200" algn="just" fontAlgn="auto"/>
                <a:endParaRPr lang="zh-CN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  <a:p>
                <a:pPr indent="457200" algn="just" fontAlgn="auto">
                  <a:lnSpc>
                    <a:spcPct val="110000"/>
                  </a:lnSpc>
                </a:pPr>
                <a:endParaRPr 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</p:txBody>
          </p:sp>
          <p:sp>
            <p:nvSpPr>
              <p:cNvPr id="19" name="圆角矩形 18"/>
              <p:cNvSpPr/>
              <p:nvPr>
                <p:custDataLst>
                  <p:tags r:id="rId32"/>
                </p:custDataLst>
              </p:nvPr>
            </p:nvSpPr>
            <p:spPr>
              <a:xfrm>
                <a:off x="1090" y="4395"/>
                <a:ext cx="9803" cy="12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 algn="ctr">
                  <a:buFont typeface="Wingdings" panose="05000000000000000000" charset="0"/>
                  <a:buChar char="l"/>
                </a:pPr>
                <a:r>
                  <a:rPr lang="zh-CN" altLang="en-US" sz="2400" b="1">
                    <a:solidFill>
                      <a:schemeClr val="accent2"/>
                    </a:solidFill>
                    <a:latin typeface="黑体" panose="02010609060101010101" charset="-122"/>
                    <a:ea typeface="黑体" panose="02010609060101010101" charset="-122"/>
                  </a:rPr>
                  <a:t>方法二：自然语言表示法</a:t>
                </a:r>
                <a:endPara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33"/>
              </p:custDataLst>
            </p:nvPr>
          </p:nvSpPr>
          <p:spPr>
            <a:xfrm>
              <a:off x="8047" y="2779"/>
              <a:ext cx="9536" cy="1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10000"/>
                </a:lnSpc>
              </a:pPr>
              <a:r>
                <a:rPr sz="24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用文字语言表示集合，例如“所有的正方形”组成的集合等；</a:t>
              </a:r>
              <a:endParaRPr sz="240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34"/>
            </p:custDataLst>
          </p:nvPr>
        </p:nvGrpSpPr>
        <p:grpSpPr>
          <a:xfrm>
            <a:off x="819785" y="1285850"/>
            <a:ext cx="3865880" cy="2340655"/>
            <a:chOff x="1120" y="1847"/>
            <a:chExt cx="6088" cy="3686"/>
          </a:xfrm>
        </p:grpSpPr>
        <p:grpSp>
          <p:nvGrpSpPr>
            <p:cNvPr id="17" name="组合 16"/>
            <p:cNvGrpSpPr/>
            <p:nvPr>
              <p:custDataLst>
                <p:tags r:id="rId35"/>
              </p:custDataLst>
            </p:nvPr>
          </p:nvGrpSpPr>
          <p:grpSpPr>
            <a:xfrm>
              <a:off x="1120" y="1847"/>
              <a:ext cx="6088" cy="3686"/>
              <a:chOff x="910" y="4143"/>
              <a:chExt cx="6088" cy="6122"/>
            </a:xfrm>
          </p:grpSpPr>
          <p:sp>
            <p:nvSpPr>
              <p:cNvPr id="72" name="圆角矩形 71"/>
              <p:cNvSpPr/>
              <p:nvPr>
                <p:custDataLst>
                  <p:tags r:id="rId36"/>
                </p:custDataLst>
              </p:nvPr>
            </p:nvSpPr>
            <p:spPr>
              <a:xfrm>
                <a:off x="910" y="4143"/>
                <a:ext cx="6088" cy="6122"/>
              </a:xfrm>
              <a:prstGeom prst="roundRect">
                <a:avLst>
                  <a:gd name="adj" fmla="val 13477"/>
                </a:avLst>
              </a:prstGeom>
              <a:solidFill>
                <a:srgbClr val="5178FA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101600" dist="88900" dir="2700000" algn="tl" rotWithShape="0">
                  <a:srgbClr val="4175FC">
                    <a:alpha val="38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indent="457200" algn="just" fontAlgn="auto"/>
                <a:endParaRPr lang="zh-CN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  <a:p>
                <a:pPr indent="457200" algn="just" fontAlgn="auto">
                  <a:lnSpc>
                    <a:spcPct val="110000"/>
                  </a:lnSpc>
                </a:pPr>
                <a:endParaRPr lang="zh-CN" altLang="en-US" sz="2400">
                  <a:solidFill>
                    <a:schemeClr val="tx1">
                      <a:lumMod val="95000"/>
                      <a:lumOff val="5000"/>
                    </a:scheme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16" name="圆角矩形 15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90" y="4396"/>
                <a:ext cx="5662" cy="120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 algn="ctr">
                  <a:buFont typeface="Wingdings" panose="05000000000000000000" charset="0"/>
                  <a:buChar char="l"/>
                </a:pPr>
                <a:r>
                  <a:rPr lang="zh-CN" altLang="en-US" sz="2400" b="1">
                    <a:solidFill>
                      <a:schemeClr val="accent2"/>
                    </a:solidFill>
                    <a:latin typeface="黑体" panose="02010609060101010101" charset="-122"/>
                    <a:ea typeface="黑体" panose="02010609060101010101" charset="-122"/>
                  </a:rPr>
                  <a:t>方法一：字母表示法</a:t>
                </a:r>
                <a:endPara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sp>
          <p:nvSpPr>
            <p:cNvPr id="30" name="文本框 29"/>
            <p:cNvSpPr txBox="1"/>
            <p:nvPr>
              <p:custDataLst>
                <p:tags r:id="rId38"/>
              </p:custDataLst>
            </p:nvPr>
          </p:nvSpPr>
          <p:spPr>
            <a:xfrm>
              <a:off x="1460" y="2714"/>
              <a:ext cx="5502" cy="2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10000"/>
                </a:lnSpc>
              </a:pPr>
              <a:r>
                <a:rPr sz="24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用大写的英文字母表示集合，例如常见的数集N，Q，所有的正方形组成的集合记为A等；</a:t>
              </a:r>
              <a:endParaRPr sz="240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36" name="组合 35" title=""/>
          <p:cNvGrpSpPr/>
          <p:nvPr>
            <p:custDataLst>
              <p:tags r:id="rId39"/>
            </p:custDataLst>
          </p:nvPr>
        </p:nvGrpSpPr>
        <p:grpSpPr>
          <a:xfrm>
            <a:off x="819785" y="3778885"/>
            <a:ext cx="4923790" cy="2679700"/>
            <a:chOff x="1130" y="6179"/>
            <a:chExt cx="7754" cy="4220"/>
          </a:xfrm>
        </p:grpSpPr>
        <p:sp>
          <p:nvSpPr>
            <p:cNvPr id="21" name="圆角矩形 20"/>
            <p:cNvSpPr/>
            <p:nvPr>
              <p:custDataLst>
                <p:tags r:id="rId40"/>
              </p:custDataLst>
            </p:nvPr>
          </p:nvSpPr>
          <p:spPr>
            <a:xfrm>
              <a:off x="1130" y="6179"/>
              <a:ext cx="7754" cy="4188"/>
            </a:xfrm>
            <a:prstGeom prst="roundRect">
              <a:avLst>
                <a:gd name="adj" fmla="val 13477"/>
              </a:avLst>
            </a:prstGeom>
            <a:solidFill>
              <a:srgbClr val="5178FA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889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457200" algn="just" fontAlgn="auto"/>
              <a:endParaRPr lang="zh-CN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indent="457200" algn="just" fontAlgn="auto">
                <a:lnSpc>
                  <a:spcPct val="110000"/>
                </a:lnSpc>
              </a:pPr>
              <a:endParaRPr 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22" name="圆角矩形 21"/>
            <p:cNvSpPr/>
            <p:nvPr>
              <p:custDataLst>
                <p:tags r:id="rId41"/>
              </p:custDataLst>
            </p:nvPr>
          </p:nvSpPr>
          <p:spPr>
            <a:xfrm>
              <a:off x="1310" y="6331"/>
              <a:ext cx="7367" cy="72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>
                <a:buFont typeface="Wingdings" panose="05000000000000000000" charset="0"/>
                <a:buChar char="l"/>
              </a:pPr>
              <a:r>
                <a:rPr lang="zh-CN" altLang="en-US" sz="24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</a:rPr>
                <a:t>方法三：列举法</a:t>
              </a:r>
              <a:endPara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42"/>
              </p:custDataLst>
            </p:nvPr>
          </p:nvSpPr>
          <p:spPr>
            <a:xfrm>
              <a:off x="1430" y="7059"/>
              <a:ext cx="7218" cy="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 algn="just">
                <a:lnSpc>
                  <a:spcPct val="110000"/>
                </a:lnSpc>
              </a:pPr>
              <a:r>
                <a:rPr sz="2400">
                  <a:solidFill>
                    <a:schemeClr val="lt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把集合中的全部元素一一列举出来，并用大括号“｛｝”括起来表示集合，这种表示集合的方法叫作列举法。直观比如：自然数集N={0,1,2,3,4,5,6……}；</a:t>
              </a:r>
              <a:endParaRPr sz="2400">
                <a:solidFill>
                  <a:schemeClr val="lt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53" name="组合 52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54" name="组合 53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5" name="等腰三角形 5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等腰三角形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等腰三角形 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61" name="等腰三角形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等腰三角形 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等腰三角形 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等腰三角形 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等腰三角形 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" name="TextBox 13" title=""/>
          <p:cNvSpPr txBox="1"/>
          <p:nvPr>
            <p:custDataLst>
              <p:tags r:id="rId24"/>
            </p:custDataLst>
          </p:nvPr>
        </p:nvSpPr>
        <p:spPr>
          <a:xfrm>
            <a:off x="2879090" y="1054735"/>
            <a:ext cx="64344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思考：</a:t>
            </a:r>
            <a:r>
              <a:rPr lang="zh-CN" altLang="zh-CN" sz="2400"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你能说出列举法和描述法的优缺点吗？</a:t>
            </a:r>
            <a:endParaRPr lang="zh-CN" altLang="zh-CN" sz="2400">
              <a:latin typeface="黑体" panose="02010609060101010101" charset="-122"/>
              <a:ea typeface="黑体" panose="02010609060101010101" charset="-122"/>
              <a:cs typeface="微软雅黑" panose="020b0503020204020204" charset="-122"/>
            </a:endParaRPr>
          </a:p>
        </p:txBody>
      </p:sp>
      <p:graphicFrame>
        <p:nvGraphicFramePr>
          <p:cNvPr id="34868" name="Group 52" title=""/>
          <p:cNvGraphicFramePr>
            <a:graphicFrameLocks noGrp="1"/>
          </p:cNvGraphicFramePr>
          <p:nvPr>
            <p:custDataLst>
              <p:tags r:id="rId25"/>
            </p:custDataLst>
          </p:nvPr>
        </p:nvGraphicFramePr>
        <p:xfrm>
          <a:off x="1386840" y="1903730"/>
          <a:ext cx="9417685" cy="4449445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917065"/>
                <a:gridCol w="3959225"/>
                <a:gridCol w="3541395"/>
              </a:tblGrid>
              <a:tr h="1005205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endParaRPr kumimoji="0" lang="zh-CN" altLang="en-US" sz="2400" u="none" strike="noStrike" cap="none" normalizeH="0" baseline="0">
                        <a:ln>
                          <a:noFill/>
                        </a:ln>
                        <a:solidFill>
                          <a:srgbClr val="0E1F76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>
                      <a:noFill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优点</a:t>
                      </a:r>
                      <a:endParaRPr kumimoji="0" lang="zh-CN" altLang="en-US" sz="2400" b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>
                      <a:noFill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缺点</a:t>
                      </a:r>
                      <a:endParaRPr kumimoji="0" lang="zh-CN" altLang="en-US" sz="2400" b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</a:tr>
              <a:tr h="1502410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举例法</a:t>
                      </a:r>
                      <a:endParaRPr kumimoji="0" lang="zh-CN" altLang="en-US" sz="2400" b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zh-CN" altLang="en-US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直观、明了</a:t>
                      </a:r>
                      <a:endParaRPr kumimoji="0" lang="zh-CN" altLang="en-US" sz="2400" b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en-US" altLang="zh-CN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    </a:t>
                      </a:r>
                      <a:r>
                        <a:rPr lang="zh-CN" altLang="en-US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不易看出元素所具有的属性，且有些集合不能用列举法表示</a:t>
                      </a:r>
                      <a:endParaRPr kumimoji="0" lang="zh-CN" altLang="en-US" sz="2400" b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>
                      <a:noFill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 w="12700">
                      <a:solidFill>
                        <a:schemeClr val="accent1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</a:tr>
              <a:tr h="1941830"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kumimoji="0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</a:rPr>
                        <a:t>描述法</a:t>
                      </a:r>
                      <a:endParaRPr kumimoji="0" lang="zh-CN" altLang="en-US" sz="2400" b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en-US" altLang="zh-CN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    </a:t>
                      </a:r>
                      <a:r>
                        <a:rPr lang="zh-CN" altLang="en-US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把集合中元素所具有的性质描述出来，具有抽象性、概括性、普遍性的特点</a:t>
                      </a:r>
                      <a:endParaRPr kumimoji="0" lang="zh-CN" altLang="en-US" sz="2400" b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 w="12700">
                      <a:solidFill>
                        <a:schemeClr val="accent1"/>
                      </a:solidFill>
                      <a:prstDash val="dot"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zh-CN" altLang="en-US" sz="2400" b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不易看出集合的具体元素</a:t>
                      </a:r>
                      <a:endParaRPr kumimoji="0" lang="zh-CN" altLang="en-US" sz="2400" b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marL="68580" marR="68580" marT="0" marB="0" anchor="ctr" horzOverflow="overflow">
                    <a:lnL w="12700">
                      <a:solidFill>
                        <a:schemeClr val="accent1"/>
                      </a:solidFill>
                      <a:prstDash val="dot"/>
                    </a:lnL>
                    <a:lnR>
                      <a:noFill/>
                    </a:lnR>
                    <a:lnT w="12700">
                      <a:solidFill>
                        <a:schemeClr val="accent1"/>
                      </a:solidFill>
                      <a:prstDash val="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7" name="组合 6" title=""/>
          <p:cNvGrpSpPr/>
          <p:nvPr>
            <p:custDataLst>
              <p:tags r:id="rId3"/>
            </p:custDataLst>
          </p:nvPr>
        </p:nvGrpSpPr>
        <p:grpSpPr>
          <a:xfrm>
            <a:off x="-587375" y="0"/>
            <a:ext cx="12779375" cy="6858000"/>
            <a:chOff x="-925" y="0"/>
            <a:chExt cx="20125" cy="1080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3" b="7813"/>
            <a:stretch>
              <a:fillRect/>
            </a:stretch>
          </p:blipFill>
          <p:spPr>
            <a:xfrm>
              <a:off x="0" y="0"/>
              <a:ext cx="19200" cy="108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椭圆 5"/>
            <p:cNvSpPr/>
            <p:nvPr>
              <p:custDataLst>
                <p:tags r:id="rId6"/>
              </p:custDataLst>
            </p:nvPr>
          </p:nvSpPr>
          <p:spPr>
            <a:xfrm>
              <a:off x="-925" y="5963"/>
              <a:ext cx="2875" cy="28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7"/>
              </p:custDataLst>
            </p:nvPr>
          </p:nvSpPr>
          <p:spPr>
            <a:xfrm>
              <a:off x="9373" y="1081"/>
              <a:ext cx="2875" cy="2875"/>
            </a:xfrm>
            <a:prstGeom prst="ellipse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180" y="780"/>
              <a:ext cx="5400" cy="5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14"/>
            <p:cNvSpPr/>
            <p:nvPr>
              <p:custDataLst>
                <p:tags r:id="rId9"/>
              </p:custDataLst>
            </p:nvPr>
          </p:nvSpPr>
          <p:spPr>
            <a:xfrm>
              <a:off x="7592" y="9205"/>
              <a:ext cx="7020" cy="6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13364" y="10320"/>
              <a:ext cx="4800" cy="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 title=""/>
          <p:cNvGrpSpPr/>
          <p:nvPr>
            <p:custDataLst>
              <p:tags r:id="rId11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12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22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14"/>
              </p:custDataLst>
            </p:nvPr>
          </p:nvSpPr>
          <p:spPr>
            <a:xfrm flipH="1" flipV="1">
              <a:off x="838200" y="3918350"/>
              <a:ext cx="1625600" cy="147915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61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15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2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8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6" name="组合 45"/>
            <p:cNvGrpSpPr/>
            <p:nvPr>
              <p:custDataLst>
                <p:tags r:id="rId2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3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41"/>
            </p:custDataLst>
          </p:nvPr>
        </p:nvSpPr>
        <p:spPr>
          <a:xfrm>
            <a:off x="2225040" y="2222500"/>
            <a:ext cx="48075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gradFill>
                  <a:gsLst>
                    <a:gs pos="0">
                      <a:srgbClr val="4479FD"/>
                    </a:gs>
                    <a:gs pos="100000">
                      <a:srgbClr val="4175FC"/>
                    </a:gs>
                  </a:gsLst>
                  <a:lin ang="10800000" scaled="0"/>
                </a:gra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zh-CN" altLang="en-US" sz="18000">
              <a:gradFill>
                <a:gsLst>
                  <a:gs pos="0">
                    <a:srgbClr val="4479FD"/>
                  </a:gs>
                  <a:gs pos="100000">
                    <a:srgbClr val="4175FC"/>
                  </a:gs>
                </a:gsLst>
                <a:lin ang="10800000" scaled="0"/>
              </a:gra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42"/>
            </p:custDataLst>
          </p:nvPr>
        </p:nvSpPr>
        <p:spPr>
          <a:xfrm>
            <a:off x="5263515" y="3123565"/>
            <a:ext cx="41376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题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型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强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化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训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练</a:t>
            </a:r>
            <a:endParaRPr lang="zh-CN" altLang="en-US" sz="4800" b="1">
              <a:solidFill>
                <a:srgbClr val="4378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3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7" name="对象 6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666750" y="2945130"/>
          <a:ext cx="12557760" cy="34004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3" r:id="rId12" imgW="6496050" imgH="1800225" progId="Word.Document.8">
                  <p:embed/>
                </p:oleObj>
              </mc:Choice>
              <mc:Fallback>
                <p:oleObj r:id="rId12" imgW="6496050" imgH="180022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66750" y="2945130"/>
                        <a:ext cx="12557760" cy="340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 title=""/>
          <p:cNvGrpSpPr/>
          <p:nvPr>
            <p:custDataLst>
              <p:tags r:id="rId14"/>
            </p:custDataLst>
          </p:nvPr>
        </p:nvGrpSpPr>
        <p:grpSpPr>
          <a:xfrm>
            <a:off x="577850" y="1147445"/>
            <a:ext cx="12646660" cy="1837055"/>
            <a:chOff x="910" y="1807"/>
            <a:chExt cx="20098" cy="2893"/>
          </a:xfrm>
        </p:grpSpPr>
        <p:graphicFrame>
          <p:nvGraphicFramePr>
            <p:cNvPr id="6" name="对象 5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055" y="2509"/>
            <a:ext cx="19953" cy="219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4" r:id="rId16" imgW="6496050" imgH="714375" progId="Word.Document.8">
                    <p:embed/>
                  </p:oleObj>
                </mc:Choice>
                <mc:Fallback>
                  <p:oleObj r:id="rId16" imgW="6496050" imgH="714375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055" y="2509"/>
                          <a:ext cx="19953" cy="21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" name="组合 34"/>
            <p:cNvGrpSpPr/>
            <p:nvPr>
              <p:custDataLst>
                <p:tags r:id="rId18"/>
              </p:custDataLst>
            </p:nvPr>
          </p:nvGrpSpPr>
          <p:grpSpPr>
            <a:xfrm>
              <a:off x="910" y="1807"/>
              <a:ext cx="17479" cy="2831"/>
              <a:chOff x="910" y="1807"/>
              <a:chExt cx="17479" cy="2831"/>
            </a:xfrm>
          </p:grpSpPr>
          <p:sp>
            <p:nvSpPr>
              <p:cNvPr id="2" name="圆角矩形 1"/>
              <p:cNvSpPr/>
              <p:nvPr>
                <p:custDataLst>
                  <p:tags r:id="rId19"/>
                </p:custDataLst>
              </p:nvPr>
            </p:nvSpPr>
            <p:spPr>
              <a:xfrm>
                <a:off x="910" y="2115"/>
                <a:ext cx="17479" cy="2523"/>
              </a:xfrm>
              <a:prstGeom prst="roundRect">
                <a:avLst/>
              </a:prstGeom>
              <a:noFill/>
              <a:ln w="12700" cmpd="sng">
                <a:gradFill>
                  <a:gsLst>
                    <a:gs pos="4000">
                      <a:schemeClr val="accent2"/>
                    </a:gs>
                    <a:gs pos="100000">
                      <a:srgbClr val="5178FA"/>
                    </a:gs>
                  </a:gsLst>
                  <a:lin ang="20940000" scaled="1"/>
                </a:gra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463" y="1807"/>
                <a:ext cx="7067" cy="88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076FD"/>
                  </a:gs>
                  <a:gs pos="100000">
                    <a:srgbClr val="ED9468"/>
                  </a:gs>
                </a:gsLst>
                <a:lin ang="144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题型一：</a:t>
                </a:r>
                <a:r>
                  <a:rPr lang="en-US" alt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 </a:t>
                </a:r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集合含义有关问题</a:t>
                </a:r>
                <a:endPara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</p:grpSp>
      </p:grpSp>
      <p:grpSp>
        <p:nvGrpSpPr>
          <p:cNvPr id="10" name="组合 9" title=""/>
          <p:cNvGrpSpPr/>
          <p:nvPr>
            <p:custDataLst>
              <p:tags r:id="rId21"/>
            </p:custDataLst>
          </p:nvPr>
        </p:nvGrpSpPr>
        <p:grpSpPr>
          <a:xfrm rot="5400000" flipH="1">
            <a:off x="11361799" y="42679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4" name="组合 33" title=""/>
          <p:cNvGrpSpPr/>
          <p:nvPr>
            <p:custDataLst>
              <p:tags r:id="rId34"/>
            </p:custDataLst>
          </p:nvPr>
        </p:nvGrpSpPr>
        <p:grpSpPr>
          <a:xfrm>
            <a:off x="4397375" y="3063875"/>
            <a:ext cx="6993255" cy="3589020"/>
            <a:chOff x="6925" y="4825"/>
            <a:chExt cx="11013" cy="5652"/>
          </a:xfrm>
        </p:grpSpPr>
        <p:grpSp>
          <p:nvGrpSpPr>
            <p:cNvPr id="26" name="组合 25"/>
            <p:cNvGrpSpPr/>
            <p:nvPr>
              <p:custDataLst>
                <p:tags r:id="rId35"/>
              </p:custDataLst>
            </p:nvPr>
          </p:nvGrpSpPr>
          <p:grpSpPr>
            <a:xfrm>
              <a:off x="6925" y="4825"/>
              <a:ext cx="11013" cy="5652"/>
              <a:chOff x="-2149" y="4825"/>
              <a:chExt cx="11013" cy="5652"/>
            </a:xfrm>
          </p:grpSpPr>
          <p:sp>
            <p:nvSpPr>
              <p:cNvPr id="27" name="圆角矩形 26"/>
              <p:cNvSpPr/>
              <p:nvPr>
                <p:custDataLst>
                  <p:tags r:id="rId36"/>
                </p:custDataLst>
              </p:nvPr>
            </p:nvSpPr>
            <p:spPr>
              <a:xfrm>
                <a:off x="-2149" y="5876"/>
                <a:ext cx="11013" cy="4601"/>
              </a:xfrm>
              <a:prstGeom prst="roundRect">
                <a:avLst>
                  <a:gd name="adj" fmla="val 13477"/>
                </a:avLst>
              </a:prstGeom>
              <a:solidFill>
                <a:srgbClr val="5178FA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101600" dist="152400" dir="2700000" algn="tl" rotWithShape="0">
                  <a:srgbClr val="4175FC">
                    <a:alpha val="38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8" name="流程图: 资料带 27"/>
              <p:cNvSpPr/>
              <p:nvPr>
                <p:custDataLst>
                  <p:tags r:id="rId37"/>
                </p:custDataLst>
              </p:nvPr>
            </p:nvSpPr>
            <p:spPr>
              <a:xfrm flipH="1">
                <a:off x="6503" y="4825"/>
                <a:ext cx="2346" cy="1157"/>
              </a:xfrm>
              <a:prstGeom prst="flowChartPunchedTape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764FD"/>
                        </a:gs>
                      </a:gsLst>
                      <a:lin ang="5400000" scaled="0"/>
                    </a:gradFill>
                    <a:latin typeface="黑体" panose="02010609060101010101" charset="-122"/>
                    <a:ea typeface="黑体" panose="02010609060101010101" charset="-122"/>
                  </a:rPr>
                  <a:t>小结</a:t>
                </a:r>
                <a:endParaRPr lang="zh-CN" altLang="en-US" sz="2400">
                  <a:gradFill>
                    <a:gsLst>
                      <a:gs pos="0">
                        <a:schemeClr val="accent2"/>
                      </a:gs>
                      <a:gs pos="100000">
                        <a:srgbClr val="2764FD"/>
                      </a:gs>
                    </a:gsLst>
                    <a:lin ang="5400000" scaled="0"/>
                  </a:gra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sp>
          <p:nvSpPr>
            <p:cNvPr id="5" name="文本框 4"/>
            <p:cNvSpPr txBox="1"/>
            <p:nvPr>
              <p:custDataLst>
                <p:tags r:id="rId38"/>
              </p:custDataLst>
            </p:nvPr>
          </p:nvSpPr>
          <p:spPr>
            <a:xfrm>
              <a:off x="7164" y="5875"/>
              <a:ext cx="10481" cy="45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just" fontAlgn="auto">
                <a:lnSpc>
                  <a:spcPct val="110000"/>
                </a:lnSpc>
              </a:pPr>
              <a:r>
                <a:rPr lang="en-US" altLang="zh-CN" sz="2400" b="1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   </a:t>
              </a:r>
              <a:r>
                <a:rPr lang="en-US" altLang="zh-CN" sz="2400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1.</a:t>
              </a:r>
              <a:r>
                <a:rPr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集合中元素的互异性容易忽略，求解问题时要特别注意</a:t>
              </a:r>
              <a:r>
                <a:rPr lang="zh-CN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。</a:t>
              </a:r>
              <a:endParaRPr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algn="just" fontAlgn="auto">
                <a:lnSpc>
                  <a:spcPct val="110000"/>
                </a:lnSpc>
              </a:pPr>
              <a:r>
                <a:rPr lang="en-US" altLang="zh-CN" sz="2400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   2.</a:t>
              </a:r>
              <a:r>
                <a:rPr lang="zh-CN" altLang="en-US" sz="2400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解决与集合含义有关问题的关键有三点：一是确定集合的类型是点集、数集，还是其它类型的集合；二是确定元素的一般特征；三是根据元素的限制条件（满足的条件）构造关系式解决相应问题。</a:t>
              </a:r>
              <a:endParaRPr lang="zh-CN" altLang="en-US" sz="240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Wingdings" panose="05000000000000000000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4" name="对象 3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772160" y="3113405"/>
          <a:ext cx="12093575" cy="315976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5" r:id="rId12" imgW="6496050" imgH="1695450" progId="Word.Document.8">
                  <p:embed/>
                </p:oleObj>
              </mc:Choice>
              <mc:Fallback>
                <p:oleObj r:id="rId12" imgW="6496050" imgH="16954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2160" y="3113405"/>
                        <a:ext cx="12093575" cy="315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 title=""/>
          <p:cNvGrpSpPr/>
          <p:nvPr>
            <p:custDataLst>
              <p:tags r:id="rId14"/>
            </p:custDataLst>
          </p:nvPr>
        </p:nvGrpSpPr>
        <p:grpSpPr>
          <a:xfrm>
            <a:off x="6534785" y="3330575"/>
            <a:ext cx="4665345" cy="2712720"/>
            <a:chOff x="11034" y="5245"/>
            <a:chExt cx="7347" cy="4272"/>
          </a:xfrm>
        </p:grpSpPr>
        <p:grpSp>
          <p:nvGrpSpPr>
            <p:cNvPr id="26" name="组合 25"/>
            <p:cNvGrpSpPr/>
            <p:nvPr>
              <p:custDataLst>
                <p:tags r:id="rId15"/>
              </p:custDataLst>
            </p:nvPr>
          </p:nvGrpSpPr>
          <p:grpSpPr>
            <a:xfrm>
              <a:off x="11034" y="5245"/>
              <a:ext cx="7347" cy="4272"/>
              <a:chOff x="1960" y="4945"/>
              <a:chExt cx="7347" cy="4272"/>
            </a:xfrm>
          </p:grpSpPr>
          <p:sp>
            <p:nvSpPr>
              <p:cNvPr id="27" name="圆角矩形 26"/>
              <p:cNvSpPr/>
              <p:nvPr>
                <p:custDataLst>
                  <p:tags r:id="rId16"/>
                </p:custDataLst>
              </p:nvPr>
            </p:nvSpPr>
            <p:spPr>
              <a:xfrm>
                <a:off x="1960" y="5876"/>
                <a:ext cx="7347" cy="3341"/>
              </a:xfrm>
              <a:prstGeom prst="roundRect">
                <a:avLst>
                  <a:gd name="adj" fmla="val 13477"/>
                </a:avLst>
              </a:prstGeom>
              <a:solidFill>
                <a:srgbClr val="5178FA"/>
              </a:solidFill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outerShdw blurRad="101600" dist="152400" dir="2700000" algn="tl" rotWithShape="0">
                  <a:srgbClr val="4175FC">
                    <a:alpha val="38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8" name="流程图: 资料带 27"/>
              <p:cNvSpPr/>
              <p:nvPr>
                <p:custDataLst>
                  <p:tags r:id="rId17"/>
                </p:custDataLst>
              </p:nvPr>
            </p:nvSpPr>
            <p:spPr>
              <a:xfrm flipH="1">
                <a:off x="6518" y="4945"/>
                <a:ext cx="2346" cy="1157"/>
              </a:xfrm>
              <a:prstGeom prst="flowChartPunchedTape">
                <a:avLst/>
              </a:prstGeom>
              <a:solidFill>
                <a:schemeClr val="bg1"/>
              </a:solidFill>
              <a:ln>
                <a:gradFill>
                  <a:gsLst>
                    <a:gs pos="0">
                      <a:schemeClr val="accent2"/>
                    </a:gs>
                    <a:gs pos="100000">
                      <a:srgbClr val="2764FD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764FD"/>
                        </a:gs>
                      </a:gsLst>
                      <a:lin ang="5400000" scaled="0"/>
                    </a:gradFill>
                    <a:latin typeface="黑体" panose="02010609060101010101" charset="-122"/>
                    <a:ea typeface="黑体" panose="02010609060101010101" charset="-122"/>
                  </a:rPr>
                  <a:t>小结</a:t>
                </a:r>
                <a:endParaRPr lang="zh-CN" altLang="en-US" sz="2400">
                  <a:gradFill>
                    <a:gsLst>
                      <a:gs pos="0">
                        <a:schemeClr val="accent2"/>
                      </a:gs>
                      <a:gs pos="100000">
                        <a:srgbClr val="2764FD"/>
                      </a:gs>
                    </a:gsLst>
                    <a:lin ang="5400000" scaled="0"/>
                  </a:gra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p:grpSp>
        <p:sp>
          <p:nvSpPr>
            <p:cNvPr id="5" name="文本框 4"/>
            <p:cNvSpPr txBox="1"/>
            <p:nvPr>
              <p:custDataLst>
                <p:tags r:id="rId18"/>
              </p:custDataLst>
            </p:nvPr>
          </p:nvSpPr>
          <p:spPr>
            <a:xfrm>
              <a:off x="11214" y="7083"/>
              <a:ext cx="7017" cy="15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just" fontAlgn="auto">
                <a:lnSpc>
                  <a:spcPct val="110000"/>
                </a:lnSpc>
              </a:pPr>
              <a:r>
                <a:rPr lang="en-US" altLang="zh-CN" sz="2400" b="1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  </a:t>
              </a:r>
              <a:r>
                <a:rPr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考虑集合元素三要素：确定性 无序性 互异性。</a:t>
              </a:r>
              <a:endParaRPr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31" name="组合 30" title=""/>
          <p:cNvGrpSpPr/>
          <p:nvPr>
            <p:custDataLst>
              <p:tags r:id="rId19"/>
            </p:custDataLst>
          </p:nvPr>
        </p:nvGrpSpPr>
        <p:grpSpPr>
          <a:xfrm>
            <a:off x="578541" y="1147445"/>
            <a:ext cx="11704999" cy="2162175"/>
            <a:chOff x="904" y="1807"/>
            <a:chExt cx="18863" cy="3405"/>
          </a:xfrm>
        </p:grpSpPr>
        <p:sp>
          <p:nvSpPr>
            <p:cNvPr id="2" name="圆角矩形 1"/>
            <p:cNvSpPr/>
            <p:nvPr>
              <p:custDataLst>
                <p:tags r:id="rId20"/>
              </p:custDataLst>
            </p:nvPr>
          </p:nvSpPr>
          <p:spPr>
            <a:xfrm>
              <a:off x="904" y="2115"/>
              <a:ext cx="17649" cy="2523"/>
            </a:xfrm>
            <a:prstGeom prst="roundRect">
              <a:avLst/>
            </a:prstGeom>
            <a:noFill/>
            <a:ln w="12700" cmpd="sng">
              <a:gradFill>
                <a:gsLst>
                  <a:gs pos="4000">
                    <a:schemeClr val="accent2"/>
                  </a:gs>
                  <a:gs pos="100000">
                    <a:srgbClr val="5178FA"/>
                  </a:gs>
                </a:gsLst>
                <a:lin ang="20940000" scaled="1"/>
              </a:gra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21"/>
              </p:custDataLst>
            </p:nvPr>
          </p:nvSpPr>
          <p:spPr>
            <a:xfrm>
              <a:off x="1463" y="1807"/>
              <a:ext cx="7067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D9466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题型二：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元素与集合的关系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graphicFrame>
          <p:nvGraphicFramePr>
            <p:cNvPr id="3" name="对象 2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1211" y="2602"/>
            <a:ext cx="18556" cy="261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6" r:id="rId23" imgW="6496050" imgH="904875" progId="Word.Document.8">
                    <p:embed/>
                  </p:oleObj>
                </mc:Choice>
                <mc:Fallback>
                  <p:oleObj r:id="rId23" imgW="6496050" imgH="904875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11" y="2602"/>
                          <a:ext cx="18556" cy="26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 title=""/>
          <p:cNvGrpSpPr/>
          <p:nvPr>
            <p:custDataLst>
              <p:tags r:id="rId25"/>
            </p:custDataLst>
          </p:nvPr>
        </p:nvGrpSpPr>
        <p:grpSpPr>
          <a:xfrm rot="5400000" flipH="1">
            <a:off x="11361799" y="42679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7" name="组合 6"/>
            <p:cNvGrpSpPr/>
            <p:nvPr>
              <p:custDataLst>
                <p:tags r:id="rId2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8" name="等腰三角形 7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等腰三角形 34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3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7" name="等腰三角形 36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3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等腰三角形 39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0" name="组合 29" title=""/>
          <p:cNvGrpSpPr/>
          <p:nvPr>
            <p:custDataLst>
              <p:tags r:id="rId11"/>
            </p:custDataLst>
          </p:nvPr>
        </p:nvGrpSpPr>
        <p:grpSpPr>
          <a:xfrm>
            <a:off x="928370" y="4749800"/>
            <a:ext cx="10353040" cy="1426845"/>
            <a:chOff x="1665" y="7270"/>
            <a:chExt cx="16567" cy="2247"/>
          </a:xfrm>
        </p:grpSpPr>
        <p:sp>
          <p:nvSpPr>
            <p:cNvPr id="27" name="圆角矩形 26"/>
            <p:cNvSpPr/>
            <p:nvPr>
              <p:custDataLst>
                <p:tags r:id="rId12"/>
              </p:custDataLst>
            </p:nvPr>
          </p:nvSpPr>
          <p:spPr>
            <a:xfrm>
              <a:off x="1665" y="7270"/>
              <a:ext cx="16567" cy="2247"/>
            </a:xfrm>
            <a:prstGeom prst="roundRect">
              <a:avLst>
                <a:gd name="adj" fmla="val 13477"/>
              </a:avLst>
            </a:prstGeom>
            <a:solidFill>
              <a:srgbClr val="5178FA"/>
            </a:soli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>
              <a:outerShdw blurRad="101600" dist="152400" dir="2700000" algn="tl" rotWithShape="0">
                <a:srgbClr val="4175FC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1913" y="7532"/>
              <a:ext cx="16318" cy="1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just" fontAlgn="auto">
                <a:lnSpc>
                  <a:spcPct val="130000"/>
                </a:lnSpc>
              </a:pPr>
              <a:r>
                <a:rPr lang="zh-CN" altLang="en-US" sz="2400" b="1"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Wingdings" panose="05000000000000000000" charset="0"/>
                </a:rPr>
                <a:t>解题思路：</a:t>
              </a:r>
              <a:r>
                <a:rPr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集合的相等条件是什么？       </a:t>
              </a:r>
              <a:endParaRPr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indent="0" algn="just" fontAlgn="auto">
                <a:lnSpc>
                  <a:spcPct val="130000"/>
                </a:lnSpc>
              </a:pPr>
              <a:r>
                <a:rPr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只要构成两个集合的元素是一样的，我们就称这两个集合是相等的</a:t>
              </a:r>
              <a:r>
                <a:rPr lang="zh-CN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。</a:t>
              </a:r>
              <a:endParaRPr lang="zh-CN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14"/>
            </p:custDataLst>
          </p:nvPr>
        </p:nvGrpSpPr>
        <p:grpSpPr>
          <a:xfrm>
            <a:off x="577215" y="1147445"/>
            <a:ext cx="11016615" cy="3354705"/>
            <a:chOff x="909" y="1807"/>
            <a:chExt cx="17349" cy="5283"/>
          </a:xfrm>
        </p:grpSpPr>
        <p:grpSp>
          <p:nvGrpSpPr>
            <p:cNvPr id="31" name="组合 30"/>
            <p:cNvGrpSpPr/>
            <p:nvPr>
              <p:custDataLst>
                <p:tags r:id="rId15"/>
              </p:custDataLst>
            </p:nvPr>
          </p:nvGrpSpPr>
          <p:grpSpPr>
            <a:xfrm>
              <a:off x="909" y="1807"/>
              <a:ext cx="17349" cy="5283"/>
              <a:chOff x="909" y="1807"/>
              <a:chExt cx="17349" cy="5283"/>
            </a:xfrm>
          </p:grpSpPr>
          <p:sp>
            <p:nvSpPr>
              <p:cNvPr id="2" name="圆角矩形 1"/>
              <p:cNvSpPr/>
              <p:nvPr>
                <p:custDataLst>
                  <p:tags r:id="rId16"/>
                </p:custDataLst>
              </p:nvPr>
            </p:nvSpPr>
            <p:spPr>
              <a:xfrm>
                <a:off x="909" y="2115"/>
                <a:ext cx="17349" cy="4975"/>
              </a:xfrm>
              <a:prstGeom prst="roundRect">
                <a:avLst>
                  <a:gd name="adj" fmla="val 12139"/>
                </a:avLst>
              </a:prstGeom>
              <a:noFill/>
              <a:ln w="12700" cmpd="sng">
                <a:gradFill>
                  <a:gsLst>
                    <a:gs pos="4000">
                      <a:schemeClr val="accent2"/>
                    </a:gs>
                    <a:gs pos="100000">
                      <a:srgbClr val="5178FA"/>
                    </a:gs>
                  </a:gsLst>
                  <a:lin ang="20940000" scaled="1"/>
                </a:gra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>
                <p:custDataLst>
                  <p:tags r:id="rId17"/>
                </p:custDataLst>
              </p:nvPr>
            </p:nvSpPr>
            <p:spPr>
              <a:xfrm>
                <a:off x="1463" y="1807"/>
                <a:ext cx="7067" cy="88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076FD"/>
                  </a:gs>
                  <a:gs pos="100000">
                    <a:srgbClr val="EC946C"/>
                  </a:gs>
                </a:gsLst>
                <a:lin ang="144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题型三：</a:t>
                </a:r>
                <a:r>
                  <a:rPr lang="en-US" alt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 </a:t>
                </a:r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两个集合相等</a:t>
                </a:r>
                <a:endPara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</p:txBody>
          </p:sp>
        </p:grpSp>
        <p:sp>
          <p:nvSpPr>
            <p:cNvPr id="7" name="文本占位符 6"/>
            <p:cNvSpPr>
              <a:spLocks noGrp="1"/>
            </p:cNvSpPr>
            <p:nvPr>
              <p:custDataLst>
                <p:tags r:id="rId18"/>
              </p:custDataLst>
            </p:nvPr>
          </p:nvSpPr>
          <p:spPr>
            <a:xfrm>
              <a:off x="1130" y="3152"/>
              <a:ext cx="16106" cy="389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zh-CN" sz="2400" kern="1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【练习</a:t>
              </a:r>
              <a:r>
                <a:rPr lang="en-US" altLang="zh-CN" sz="2400" kern="1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3</a:t>
              </a:r>
              <a:r>
                <a:rPr lang="zh-CN" altLang="en-US" sz="2400" kern="1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】</a:t>
              </a:r>
              <a:r>
                <a:rPr lang="zh-CN" altLang="zh-CN" sz="2400" kern="100">
                  <a:solidFill>
                    <a:srgbClr val="0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下列集合中表示同一集合的是</a:t>
              </a:r>
              <a:endParaRPr lang="zh-CN" altLang="zh-CN" sz="2400" kern="100">
                <a:latin typeface="宋体" panose="02010600030101010101" pitchFamily="2" charset="-122"/>
                <a:cs typeface="Courier New" panose="02070309020205020404"/>
              </a:endParaRPr>
            </a:p>
            <a:p>
              <a:pPr marL="0" indent="0"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A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．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M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{(3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2)}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{(2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3)}</a:t>
              </a:r>
              <a:endParaRPr lang="zh-CN" altLang="zh-CN" sz="2400" kern="1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indent="0"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B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．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M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{2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3}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{3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2}</a:t>
              </a:r>
              <a:endParaRPr lang="zh-CN" altLang="zh-CN" sz="2400" kern="1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indent="0"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C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．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M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{(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)|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＋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y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1}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</a:t>
              </a:r>
              <a:r>
                <a:rPr lang="en-US" altLang="zh-CN" sz="2400" i="1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y</a:t>
              </a:r>
              <a:r>
                <a:rPr lang="en-US" altLang="zh-CN" sz="2400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|</a:t>
              </a:r>
              <a:r>
                <a:rPr lang="en-US" altLang="zh-CN" sz="2400" i="1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＋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y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1}</a:t>
              </a:r>
              <a:endParaRPr lang="zh-CN" altLang="zh-CN" sz="2400" kern="1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indent="0"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D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．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M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{2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3}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{(2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3)}</a:t>
              </a:r>
              <a:endParaRPr lang="zh-CN" altLang="zh-CN" sz="2400" kern="100"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 title=""/>
          <p:cNvGrpSpPr/>
          <p:nvPr>
            <p:custDataLst>
              <p:tags r:id="rId19"/>
            </p:custDataLst>
          </p:nvPr>
        </p:nvGrpSpPr>
        <p:grpSpPr>
          <a:xfrm rot="5400000" flipH="1">
            <a:off x="11361799" y="42679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" name="组合 3"/>
            <p:cNvGrpSpPr/>
            <p:nvPr>
              <p:custDataLst>
                <p:tags r:id="rId20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8" name="等腰三角形 7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等腰三角形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26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7" name="等腰三角形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等腰三角形 39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" name="组合 3" title=""/>
          <p:cNvGrpSpPr/>
          <p:nvPr>
            <p:custDataLst>
              <p:tags r:id="rId11"/>
            </p:custDataLst>
          </p:nvPr>
        </p:nvGrpSpPr>
        <p:grpSpPr>
          <a:xfrm>
            <a:off x="577850" y="1147445"/>
            <a:ext cx="11038840" cy="5125720"/>
            <a:chOff x="910" y="1807"/>
            <a:chExt cx="17384" cy="8072"/>
          </a:xfrm>
        </p:grpSpPr>
        <p:grpSp>
          <p:nvGrpSpPr>
            <p:cNvPr id="31" name="组合 30"/>
            <p:cNvGrpSpPr/>
            <p:nvPr>
              <p:custDataLst>
                <p:tags r:id="rId12"/>
              </p:custDataLst>
            </p:nvPr>
          </p:nvGrpSpPr>
          <p:grpSpPr>
            <a:xfrm>
              <a:off x="910" y="1807"/>
              <a:ext cx="17384" cy="8072"/>
              <a:chOff x="910" y="1807"/>
              <a:chExt cx="17384" cy="8072"/>
            </a:xfrm>
          </p:grpSpPr>
          <p:sp>
            <p:nvSpPr>
              <p:cNvPr id="2" name="圆角矩形 1"/>
              <p:cNvSpPr/>
              <p:nvPr>
                <p:custDataLst>
                  <p:tags r:id="rId13"/>
                </p:custDataLst>
              </p:nvPr>
            </p:nvSpPr>
            <p:spPr>
              <a:xfrm>
                <a:off x="910" y="2115"/>
                <a:ext cx="17384" cy="7764"/>
              </a:xfrm>
              <a:prstGeom prst="roundRect">
                <a:avLst>
                  <a:gd name="adj" fmla="val 9041"/>
                </a:avLst>
              </a:prstGeom>
              <a:noFill/>
              <a:ln w="12700" cmpd="sng">
                <a:gradFill>
                  <a:gsLst>
                    <a:gs pos="4000">
                      <a:schemeClr val="accent2"/>
                    </a:gs>
                    <a:gs pos="100000">
                      <a:srgbClr val="5178FA"/>
                    </a:gs>
                  </a:gsLst>
                  <a:lin ang="20940000" scaled="1"/>
                </a:gra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1463" y="1807"/>
                <a:ext cx="7067" cy="88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076FD"/>
                  </a:gs>
                  <a:gs pos="100000">
                    <a:srgbClr val="EC946B"/>
                  </a:gs>
                </a:gsLst>
                <a:lin ang="144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题型三：</a:t>
                </a:r>
                <a:r>
                  <a:rPr lang="en-US" alt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 </a:t>
                </a:r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两个集合相等</a:t>
                </a:r>
                <a:endPara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</p:txBody>
          </p:sp>
        </p:grpSp>
        <p:sp>
          <p:nvSpPr>
            <p:cNvPr id="3" name="文本占位符 6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1215" y="2628"/>
              <a:ext cx="16232" cy="723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D7D31"/>
                </a:buClr>
                <a:buFont typeface="Wingdings" panose="05000000000000000000" charset="0"/>
                <a:buChar char="l"/>
                <a:tabLst>
                  <a:tab pos="5581015"/>
                </a:tabLst>
              </a:pP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选项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中的集合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是由点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(3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2)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组成的点集，集合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是由点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(2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3)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组成的点集，故集合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与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不是同一个集合；</a:t>
              </a:r>
              <a:endParaRPr lang="zh-CN" altLang="zh-CN" sz="2665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D7D31"/>
                </a:buClr>
                <a:buFont typeface="Wingdings" panose="05000000000000000000" charset="0"/>
                <a:buChar char="l"/>
                <a:tabLst>
                  <a:tab pos="5581015"/>
                </a:tabLst>
              </a:pP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选项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C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中的集合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是由一次函数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－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图象上的所有点组成的集合，集合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是由一次函数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－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图象上的所有点的纵坐标组成的集合，即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{</a:t>
              </a:r>
              <a:r>
                <a:rPr lang="en-US" altLang="zh-CN" sz="2665" i="1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en-US" altLang="zh-CN" sz="2665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|</a:t>
              </a:r>
              <a:r>
                <a:rPr lang="en-US" altLang="zh-CN" sz="2665" i="1" kern="100" err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＋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y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1}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R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，故集合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与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不是同一个集合；</a:t>
              </a:r>
              <a:endParaRPr lang="zh-CN" altLang="zh-CN" sz="2665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D7D31"/>
                </a:buClr>
                <a:buFont typeface="Wingdings" panose="05000000000000000000" charset="0"/>
                <a:buChar char="l"/>
                <a:tabLst>
                  <a:tab pos="5581015"/>
                </a:tabLst>
              </a:pP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选项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D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中的集合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是数集，而集合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是点集，故集合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与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不是同一个集合；对于选项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B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，由集合中元素的无序性，可知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M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en-US" altLang="zh-CN" sz="2665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N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表示同一个集合。</a:t>
              </a:r>
              <a:endParaRPr lang="zh-CN" altLang="zh-CN" sz="2665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algn="jus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D7D31"/>
                </a:buClr>
                <a:buFont typeface="Wingdings" panose="05000000000000000000" charset="0"/>
                <a:buChar char="l"/>
                <a:tabLst>
                  <a:tab pos="5581015"/>
                </a:tabLst>
              </a:pP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故选</a:t>
              </a:r>
              <a:r>
                <a:rPr lang="en-US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B</a:t>
              </a:r>
              <a:r>
                <a:rPr lang="zh-CN" altLang="zh-CN" sz="2665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zh-CN" altLang="zh-CN" sz="2665" kern="100"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16"/>
            </p:custDataLst>
          </p:nvPr>
        </p:nvGrpSpPr>
        <p:grpSpPr>
          <a:xfrm rot="5400000" flipH="1">
            <a:off x="11361799" y="42679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7" name="组合 6"/>
            <p:cNvGrpSpPr/>
            <p:nvPr>
              <p:custDataLst>
                <p:tags r:id="rId17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8" name="等腰三角形 7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等腰三角形 34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23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7" name="等腰三角形 36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等腰三角形 39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" name="组合 7" title=""/>
          <p:cNvGrpSpPr/>
          <p:nvPr>
            <p:custDataLst>
              <p:tags r:id="rId11"/>
            </p:custDataLst>
          </p:nvPr>
        </p:nvGrpSpPr>
        <p:grpSpPr>
          <a:xfrm>
            <a:off x="584200" y="1147445"/>
            <a:ext cx="11010265" cy="1725930"/>
            <a:chOff x="920" y="1807"/>
            <a:chExt cx="17339" cy="2718"/>
          </a:xfrm>
        </p:grpSpPr>
        <p:grpSp>
          <p:nvGrpSpPr>
            <p:cNvPr id="31" name="组合 30"/>
            <p:cNvGrpSpPr/>
            <p:nvPr>
              <p:custDataLst>
                <p:tags r:id="rId12"/>
              </p:custDataLst>
            </p:nvPr>
          </p:nvGrpSpPr>
          <p:grpSpPr>
            <a:xfrm>
              <a:off x="920" y="1807"/>
              <a:ext cx="17339" cy="2718"/>
              <a:chOff x="920" y="1807"/>
              <a:chExt cx="17339" cy="2718"/>
            </a:xfrm>
          </p:grpSpPr>
          <p:sp>
            <p:nvSpPr>
              <p:cNvPr id="2" name="圆角矩形 1"/>
              <p:cNvSpPr/>
              <p:nvPr>
                <p:custDataLst>
                  <p:tags r:id="rId13"/>
                </p:custDataLst>
              </p:nvPr>
            </p:nvSpPr>
            <p:spPr>
              <a:xfrm>
                <a:off x="920" y="2115"/>
                <a:ext cx="17339" cy="2410"/>
              </a:xfrm>
              <a:prstGeom prst="roundRect">
                <a:avLst>
                  <a:gd name="adj" fmla="val 12139"/>
                </a:avLst>
              </a:prstGeom>
              <a:noFill/>
              <a:ln w="12700" cmpd="sng">
                <a:gradFill>
                  <a:gsLst>
                    <a:gs pos="4000">
                      <a:schemeClr val="accent2"/>
                    </a:gs>
                    <a:gs pos="100000">
                      <a:srgbClr val="5178FA"/>
                    </a:gs>
                  </a:gsLst>
                  <a:lin ang="20940000" scaled="1"/>
                </a:gra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1463" y="1807"/>
                <a:ext cx="7067" cy="88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4076FD"/>
                  </a:gs>
                  <a:gs pos="100000">
                    <a:srgbClr val="EC946C"/>
                  </a:gs>
                </a:gsLst>
                <a:lin ang="1440000" scaled="0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题型四：</a:t>
                </a:r>
                <a:r>
                  <a:rPr lang="en-US" altLang="zh-CN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 </a:t>
                </a:r>
                <a:r>
                  <a:rPr lang="zh-CN" altLang="en-US" sz="2400" b="1"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  <a:sym typeface="+mn-ea"/>
                  </a:rPr>
                  <a:t>元素与集合的关系</a:t>
                </a:r>
                <a:endPara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endParaRPr>
              </a:p>
            </p:txBody>
          </p:sp>
        </p:grpSp>
        <p:sp>
          <p:nvSpPr>
            <p:cNvPr id="3" name="文本占位符 6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1042" y="2707"/>
              <a:ext cx="16580" cy="175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zh-CN" altLang="zh-CN" sz="2400" kern="1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【练习</a:t>
              </a:r>
              <a:r>
                <a:rPr lang="en-US" altLang="zh-CN" sz="2400" kern="1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4</a:t>
              </a:r>
              <a:r>
                <a:rPr lang="zh-CN" altLang="en-US" sz="2400" kern="1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】</a:t>
              </a:r>
              <a:r>
                <a:rPr lang="zh-CN" altLang="zh-CN" sz="2400" kern="1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若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集合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{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|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kx</a:t>
              </a:r>
              <a:r>
                <a:rPr lang="en-US" altLang="zh-CN" sz="2400" kern="100" baseline="300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－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8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＋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16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＝</a:t>
              </a:r>
              <a:r>
                <a:rPr lang="en-US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0}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只有一个元素，试求实数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k</a:t>
              </a: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的值，并</a:t>
              </a:r>
              <a:endPara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marL="0" indent="0">
                <a:lnSpc>
                  <a:spcPct val="120000"/>
                </a:lnSpc>
                <a:spcAft>
                  <a:spcPct val="0"/>
                </a:spcAft>
                <a:buNone/>
                <a:tabLst>
                  <a:tab pos="5581015"/>
                </a:tabLst>
              </a:pPr>
              <a:r>
                <a:rPr lang="zh-CN" altLang="zh-CN" sz="2400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用列举法表示集合</a:t>
              </a:r>
              <a:r>
                <a:rPr lang="en-US" altLang="zh-CN" sz="2400" i="1" kern="1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zh-CN" altLang="zh-CN" sz="2400" kern="10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．</a:t>
              </a:r>
              <a:endParaRPr lang="zh-CN" altLang="zh-CN" sz="2400" kern="100">
                <a:effectLst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框 3" title=""/>
          <p:cNvSpPr txBox="1"/>
          <p:nvPr>
            <p:custDataLst>
              <p:tags r:id="rId16"/>
            </p:custDataLst>
          </p:nvPr>
        </p:nvSpPr>
        <p:spPr>
          <a:xfrm>
            <a:off x="635635" y="2908300"/>
            <a:ext cx="10624185" cy="36887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【答案】实数</a:t>
            </a:r>
            <a:r>
              <a:rPr lang="en-US" altLang="zh-CN" sz="2400" b="1" i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的值为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当</a:t>
            </a:r>
            <a:r>
              <a:rPr lang="en-US" altLang="zh-CN" sz="2400" b="1" i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</a:t>
            </a:r>
            <a:r>
              <a:rPr lang="en-US" altLang="zh-CN" sz="2400" b="1" i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{2}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；当</a:t>
            </a:r>
            <a:r>
              <a:rPr lang="en-US" altLang="zh-CN" sz="2400" b="1" i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</a:t>
            </a:r>
            <a:r>
              <a:rPr lang="en-US" altLang="zh-CN" sz="2400" b="1" i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{4}</a:t>
            </a:r>
            <a:r>
              <a:rPr lang="zh-CN" altLang="zh-CN" sz="2400" b="1" kern="1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．</a:t>
            </a:r>
            <a:endParaRPr lang="zh-CN" altLang="zh-CN" sz="2400" b="1" kern="10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【解析】若集合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只有一个元素，则方程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kx</a:t>
            </a:r>
            <a:r>
              <a:rPr lang="en-US" altLang="zh-CN" sz="2400" kern="100" baseline="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＋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只有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个实根或有两个</a:t>
            </a:r>
            <a:endParaRPr lang="zh-CN" altLang="zh-CN" sz="2400" kern="1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相等的实根。</a:t>
            </a:r>
            <a:endParaRPr lang="zh-CN" altLang="zh-CN" sz="2400" kern="1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当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时，原方程变为－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＋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此时集合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{2}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．</a:t>
            </a:r>
            <a:endParaRPr lang="zh-CN" altLang="zh-CN" sz="2400" kern="1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当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≠0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时，则关于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的一元二次方程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kx</a:t>
            </a:r>
            <a:r>
              <a:rPr lang="en-US" altLang="zh-CN" sz="2400" kern="100" baseline="30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＋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有两个相等实根，</a:t>
            </a:r>
            <a:endParaRPr lang="zh-CN" altLang="zh-CN" sz="2400" kern="1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只需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Δ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64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，即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1.</a:t>
            </a:r>
            <a:endParaRPr lang="zh-CN" altLang="zh-CN" sz="2400" kern="1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此时方程的解为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400" kern="100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400" kern="100" baseline="-250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，集合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{4}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，满足题意。</a:t>
            </a:r>
            <a:endParaRPr lang="zh-CN" altLang="zh-CN" sz="2400" kern="1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ct val="0"/>
              </a:spcAft>
              <a:tabLst>
                <a:tab pos="5581015"/>
              </a:tabLst>
            </a:pP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综上所述，实数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的值为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当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{2}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；当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时，</a:t>
            </a:r>
            <a:r>
              <a:rPr lang="en-US" altLang="zh-CN" sz="2400" i="1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＝</a:t>
            </a:r>
            <a:r>
              <a:rPr lang="en-US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{4}</a:t>
            </a:r>
            <a:r>
              <a:rPr lang="zh-CN" altLang="zh-CN" sz="2400" kern="1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．</a:t>
            </a:r>
            <a:endParaRPr lang="zh-CN" altLang="zh-CN" sz="2400" kern="1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6" name="组合 5" title=""/>
          <p:cNvGrpSpPr/>
          <p:nvPr>
            <p:custDataLst>
              <p:tags r:id="rId17"/>
            </p:custDataLst>
          </p:nvPr>
        </p:nvGrpSpPr>
        <p:grpSpPr>
          <a:xfrm rot="5400000" flipH="1">
            <a:off x="11361799" y="42679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7" name="组合 6"/>
            <p:cNvGrpSpPr/>
            <p:nvPr>
              <p:custDataLst>
                <p:tags r:id="rId18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" name="等腰三角形 4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24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等腰三角形 39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题后反思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8532" name="Rectangle 42" title=""/>
          <p:cNvSpPr>
            <a:spLocks noGrp="1" noChangeArrowheads="1"/>
          </p:cNvSpPr>
          <p:nvPr>
            <p:custDataLst>
              <p:tags r:id="rId24"/>
            </p:custDataLst>
          </p:nvPr>
        </p:nvSpPr>
        <p:spPr>
          <a:xfrm>
            <a:off x="3257858" y="1274258"/>
            <a:ext cx="5676900" cy="42354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集合与方程的综合问题的解题思路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 title=""/>
          <p:cNvSpPr txBox="1"/>
          <p:nvPr>
            <p:custDataLst>
              <p:tags r:id="rId25"/>
            </p:custDataLst>
          </p:nvPr>
        </p:nvSpPr>
        <p:spPr>
          <a:xfrm>
            <a:off x="1355725" y="2349500"/>
            <a:ext cx="9454515" cy="3164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 defTabSz="914400" fontAlgn="auto">
              <a:lnSpc>
                <a:spcPct val="130000"/>
              </a:lnSpc>
              <a:spcAft>
                <a:spcPts val="1000"/>
              </a:spcAft>
              <a:buClr>
                <a:srgbClr val="FF7A03"/>
              </a:buClr>
              <a:buFont typeface="Wingdings" panose="05000000000000000000" charset="0"/>
              <a:buChar char="l"/>
              <a:tabLst>
                <a:tab pos="5581015"/>
              </a:tabLst>
            </a:pPr>
            <a:r>
              <a:rPr lang="zh-CN" altLang="zh-CN" sz="2400" kern="1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弄清方程与集合的关系，往往是用集合表示方程的解集，集合中的元素就是方程的实数根。</a:t>
            </a:r>
            <a:endParaRPr lang="zh-CN" altLang="zh-CN" sz="2400" kern="1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just" defTabSz="914400" fontAlgn="auto">
              <a:lnSpc>
                <a:spcPct val="130000"/>
              </a:lnSpc>
              <a:spcAft>
                <a:spcPts val="1000"/>
              </a:spcAft>
              <a:buClr>
                <a:srgbClr val="FF7A03"/>
              </a:buClr>
              <a:buFont typeface="Wingdings" panose="05000000000000000000" charset="0"/>
              <a:buChar char="l"/>
              <a:tabLst>
                <a:tab pos="5581015"/>
              </a:tabLst>
            </a:pPr>
            <a:r>
              <a:rPr lang="zh-CN" altLang="zh-CN" sz="2400" kern="1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当方程中含有参数时，一般要根据方程实数根的情况来确定参数的值或取值范围，必要时要分类讨论。</a:t>
            </a:r>
            <a:endParaRPr lang="zh-CN" altLang="zh-CN" sz="2400" kern="1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 algn="just" defTabSz="914400" fontAlgn="auto">
              <a:lnSpc>
                <a:spcPct val="130000"/>
              </a:lnSpc>
              <a:spcAft>
                <a:spcPts val="1000"/>
              </a:spcAft>
              <a:buClr>
                <a:srgbClr val="FF7A03"/>
              </a:buClr>
              <a:buFont typeface="Wingdings" panose="05000000000000000000" charset="0"/>
              <a:buChar char="l"/>
              <a:tabLst>
                <a:tab pos="5581015"/>
              </a:tabLst>
            </a:pPr>
            <a:r>
              <a:rPr lang="zh-CN" altLang="zh-CN" sz="2400" kern="1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求出参数的值或取值范围后还要检验是否满足集合中元素的互异性。</a:t>
            </a:r>
            <a:endParaRPr lang="zh-CN" altLang="zh-CN" sz="2400" kern="1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6" name="圆角矩形 25" title=""/>
          <p:cNvSpPr/>
          <p:nvPr>
            <p:custDataLst>
              <p:tags r:id="rId26"/>
            </p:custDataLst>
          </p:nvPr>
        </p:nvSpPr>
        <p:spPr>
          <a:xfrm>
            <a:off x="771525" y="1874520"/>
            <a:ext cx="10623550" cy="3754120"/>
          </a:xfrm>
          <a:prstGeom prst="roundRect">
            <a:avLst>
              <a:gd name="adj" fmla="val 12139"/>
            </a:avLst>
          </a:prstGeom>
          <a:noFill/>
          <a:ln w="12700" cmpd="sng">
            <a:gradFill>
              <a:gsLst>
                <a:gs pos="4000">
                  <a:schemeClr val="accent2"/>
                </a:gs>
                <a:gs pos="100000">
                  <a:srgbClr val="5178FA"/>
                </a:gs>
              </a:gsLst>
              <a:lin ang="20940000" scaled="1"/>
            </a:gra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7" name="组合 6" title=""/>
          <p:cNvGrpSpPr/>
          <p:nvPr>
            <p:custDataLst>
              <p:tags r:id="rId3"/>
            </p:custDataLst>
          </p:nvPr>
        </p:nvGrpSpPr>
        <p:grpSpPr>
          <a:xfrm>
            <a:off x="-587375" y="0"/>
            <a:ext cx="12779375" cy="6858000"/>
            <a:chOff x="-925" y="0"/>
            <a:chExt cx="20125" cy="1080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3" b="7813"/>
            <a:stretch>
              <a:fillRect/>
            </a:stretch>
          </p:blipFill>
          <p:spPr>
            <a:xfrm>
              <a:off x="0" y="0"/>
              <a:ext cx="19200" cy="108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椭圆 5"/>
            <p:cNvSpPr/>
            <p:nvPr>
              <p:custDataLst>
                <p:tags r:id="rId6"/>
              </p:custDataLst>
            </p:nvPr>
          </p:nvSpPr>
          <p:spPr>
            <a:xfrm>
              <a:off x="-925" y="5963"/>
              <a:ext cx="2875" cy="28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7"/>
              </p:custDataLst>
            </p:nvPr>
          </p:nvSpPr>
          <p:spPr>
            <a:xfrm>
              <a:off x="9373" y="1081"/>
              <a:ext cx="2875" cy="2875"/>
            </a:xfrm>
            <a:prstGeom prst="ellipse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180" y="780"/>
              <a:ext cx="5400" cy="5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14"/>
            <p:cNvSpPr/>
            <p:nvPr>
              <p:custDataLst>
                <p:tags r:id="rId9"/>
              </p:custDataLst>
            </p:nvPr>
          </p:nvSpPr>
          <p:spPr>
            <a:xfrm>
              <a:off x="7592" y="9205"/>
              <a:ext cx="7020" cy="6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13364" y="10320"/>
              <a:ext cx="4800" cy="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 title=""/>
          <p:cNvGrpSpPr/>
          <p:nvPr>
            <p:custDataLst>
              <p:tags r:id="rId11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12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22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14"/>
              </p:custDataLst>
            </p:nvPr>
          </p:nvSpPr>
          <p:spPr>
            <a:xfrm flipH="1" flipV="1">
              <a:off x="838200" y="3918350"/>
              <a:ext cx="1625600" cy="147915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61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15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2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8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6" name="组合 45"/>
            <p:cNvGrpSpPr/>
            <p:nvPr>
              <p:custDataLst>
                <p:tags r:id="rId2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3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41"/>
            </p:custDataLst>
          </p:nvPr>
        </p:nvSpPr>
        <p:spPr>
          <a:xfrm>
            <a:off x="2225040" y="2222500"/>
            <a:ext cx="53930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gradFill>
                  <a:gsLst>
                    <a:gs pos="0">
                      <a:srgbClr val="4479FD"/>
                    </a:gs>
                    <a:gs pos="100000">
                      <a:srgbClr val="4175FC"/>
                    </a:gs>
                  </a:gsLst>
                  <a:lin ang="10800000" scaled="0"/>
                </a:gra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zh-CN" altLang="en-US" sz="18000">
              <a:gradFill>
                <a:gsLst>
                  <a:gs pos="0">
                    <a:srgbClr val="4479FD"/>
                  </a:gs>
                  <a:gs pos="100000">
                    <a:srgbClr val="4175FC"/>
                  </a:gs>
                </a:gsLst>
                <a:lin ang="10800000" scaled="0"/>
              </a:gra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42"/>
            </p:custDataLst>
          </p:nvPr>
        </p:nvSpPr>
        <p:spPr>
          <a:xfrm>
            <a:off x="5263515" y="3123565"/>
            <a:ext cx="4746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小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随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堂</a:t>
            </a:r>
            <a:r>
              <a:rPr lang="zh-CN" altLang="en-US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练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习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3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 title=""/>
          <p:cNvGrpSpPr/>
          <p:nvPr>
            <p:custDataLst>
              <p:tags r:id="rId8"/>
            </p:custDataLst>
          </p:nvPr>
        </p:nvGrpSpPr>
        <p:grpSpPr>
          <a:xfrm>
            <a:off x="561340" y="870585"/>
            <a:ext cx="11188700" cy="5231765"/>
            <a:chOff x="904" y="1990"/>
            <a:chExt cx="17620" cy="8239"/>
          </a:xfrm>
        </p:grpSpPr>
        <p:pic>
          <p:nvPicPr>
            <p:cNvPr id="3" name="图片 2" descr="C:/Users/DELL/Desktop/微信图片_20240710110423.png微信图片_2024071011042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rcRect l="100" t="-6" r="73" b="-43"/>
            <a:stretch>
              <a:fillRect/>
            </a:stretch>
          </p:blipFill>
          <p:spPr>
            <a:xfrm>
              <a:off x="9358" y="2741"/>
              <a:ext cx="9166" cy="6852"/>
            </a:xfrm>
            <a:prstGeom prst="rect">
              <a:avLst/>
            </a:prstGeom>
          </p:spPr>
        </p:pic>
        <p:pic>
          <p:nvPicPr>
            <p:cNvPr id="2" name="图片 1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1"/>
            <a:srcRect r="66617" b="-158"/>
            <a:stretch>
              <a:fillRect/>
            </a:stretch>
          </p:blipFill>
          <p:spPr>
            <a:xfrm>
              <a:off x="904" y="1990"/>
              <a:ext cx="7167" cy="8239"/>
            </a:xfrm>
            <a:prstGeom prst="rect">
              <a:avLst/>
            </a:prstGeom>
          </p:spPr>
        </p:pic>
        <p:sp>
          <p:nvSpPr>
            <p:cNvPr id="14" name="圆角矩形 13"/>
            <p:cNvSpPr/>
            <p:nvPr>
              <p:custDataLst>
                <p:tags r:id="rId13"/>
              </p:custDataLst>
            </p:nvPr>
          </p:nvSpPr>
          <p:spPr>
            <a:xfrm>
              <a:off x="8064" y="4678"/>
              <a:ext cx="1307" cy="344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D9468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的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概念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43" name="组合 42" title=""/>
          <p:cNvGrpSpPr/>
          <p:nvPr>
            <p:custDataLst>
              <p:tags r:id="rId14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5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6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7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8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24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11"/>
            </p:custDataLst>
          </p:nvPr>
        </p:nvGrpSpPr>
        <p:grpSpPr>
          <a:xfrm>
            <a:off x="869315" y="1260475"/>
            <a:ext cx="11403330" cy="564515"/>
            <a:chOff x="1064" y="1971"/>
            <a:chExt cx="17958" cy="889"/>
          </a:xfrm>
        </p:grpSpPr>
        <p:sp>
          <p:nvSpPr>
            <p:cNvPr id="2" name="文本框 1"/>
            <p:cNvSpPr txBox="1"/>
            <p:nvPr>
              <p:custDataLst>
                <p:tags r:id="rId12"/>
              </p:custDataLst>
            </p:nvPr>
          </p:nvSpPr>
          <p:spPr>
            <a:xfrm>
              <a:off x="4333" y="2077"/>
              <a:ext cx="14689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2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一般地，我们把研究对象统称为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元素</a:t>
              </a:r>
              <a:r>
                <a:rPr lang="zh-CN" altLang="en-US" sz="22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，把一些元素组成的总体叫做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</a:t>
              </a:r>
              <a:r>
                <a:rPr lang="zh-CN" altLang="en-US" sz="22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。</a:t>
              </a:r>
              <a:endParaRPr lang="zh-CN" altLang="en-US" sz="2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14" name="圆角矩形 13"/>
            <p:cNvSpPr/>
            <p:nvPr>
              <p:custDataLst>
                <p:tags r:id="rId13"/>
              </p:custDataLst>
            </p:nvPr>
          </p:nvSpPr>
          <p:spPr>
            <a:xfrm>
              <a:off x="1064" y="1971"/>
              <a:ext cx="3379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C946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集合的概念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8" name="组合 7" title=""/>
          <p:cNvGrpSpPr/>
          <p:nvPr>
            <p:custDataLst>
              <p:tags r:id="rId14"/>
            </p:custDataLst>
          </p:nvPr>
        </p:nvGrpSpPr>
        <p:grpSpPr>
          <a:xfrm>
            <a:off x="869315" y="1986915"/>
            <a:ext cx="11061065" cy="1588770"/>
            <a:chOff x="1369" y="3129"/>
            <a:chExt cx="17419" cy="2502"/>
          </a:xfrm>
        </p:grpSpPr>
        <p:sp>
          <p:nvSpPr>
            <p:cNvPr id="18436" name="TextBox 4"/>
            <p:cNvSpPr/>
            <p:nvPr>
              <p:custDataLst>
                <p:tags r:id="rId15"/>
              </p:custDataLst>
            </p:nvPr>
          </p:nvSpPr>
          <p:spPr>
            <a:xfrm>
              <a:off x="1369" y="4102"/>
              <a:ext cx="17419" cy="15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确定性：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它的每一个元素必须是确定的；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互异性：</a:t>
              </a:r>
              <a:r>
                <a:rPr lang="zh-CN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同一集合中不应重复出现同一元素；</a:t>
              </a:r>
              <a:r>
                <a:rPr lang="zh-CN" altLang="en-US" sz="2200" b="1">
                  <a:solidFill>
                    <a:schemeClr val="accent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无序性：</a:t>
              </a:r>
              <a:r>
                <a:rPr lang="zh-CN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集合中的元素无顺序</a:t>
              </a:r>
              <a:r>
                <a:rPr lang="en-US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,</a:t>
              </a:r>
              <a:r>
                <a:rPr lang="zh-CN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可以任意排列调换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。</a:t>
              </a:r>
              <a:endParaRPr lang="en-US" altLang="zh-CN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4" name="圆角矩形 3"/>
            <p:cNvSpPr/>
            <p:nvPr>
              <p:custDataLst>
                <p:tags r:id="rId16"/>
              </p:custDataLst>
            </p:nvPr>
          </p:nvSpPr>
          <p:spPr>
            <a:xfrm>
              <a:off x="1369" y="3129"/>
              <a:ext cx="4938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C946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集合中元素的性质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26" name="组合 25" title=""/>
          <p:cNvGrpSpPr/>
          <p:nvPr>
            <p:custDataLst>
              <p:tags r:id="rId17"/>
            </p:custDataLst>
          </p:nvPr>
        </p:nvGrpSpPr>
        <p:grpSpPr>
          <a:xfrm>
            <a:off x="869315" y="3665855"/>
            <a:ext cx="10669270" cy="1751330"/>
            <a:chOff x="1369" y="5773"/>
            <a:chExt cx="16802" cy="2758"/>
          </a:xfrm>
        </p:grpSpPr>
        <p:sp>
          <p:nvSpPr>
            <p:cNvPr id="20483" name="内容占位符 2"/>
            <p:cNvSpPr>
              <a:spLocks noGrp="1"/>
            </p:cNvSpPr>
            <p:nvPr>
              <p:custDataLst>
                <p:tags r:id="rId18"/>
              </p:custDataLst>
            </p:nvPr>
          </p:nvSpPr>
          <p:spPr>
            <a:xfrm>
              <a:off x="1369" y="6708"/>
              <a:ext cx="16802" cy="18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anchor="t" anchorCtr="0"/>
            <a:lstStyle>
              <a:lvl1pPr marL="342900" indent="-3429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1pPr>
              <a:lvl2pPr marL="742950" indent="-28575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2pPr>
              <a:lvl3pPr marL="11430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3pPr>
              <a:lvl4pPr marL="16002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4pPr>
              <a:lvl5pPr marL="20574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SzPct val="45000"/>
                <a:buFont typeface="Wingdings 2" panose="05020102010507070707" pitchFamily="18" charset="2"/>
                <a:buChar char="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自然数集（非负整数集）；</a:t>
              </a:r>
              <a:r>
                <a:rPr lang="en-US" altLang="zh-CN" sz="220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N</a:t>
              </a:r>
              <a:r>
                <a:rPr lang="zh-CN" altLang="en-US" sz="2200" b="1" baseline="-25000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＋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N﹡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正整数集</a:t>
              </a:r>
              <a:r>
                <a:rPr lang="en-US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(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非零自然数集</a:t>
              </a:r>
              <a:r>
                <a:rPr lang="en-US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)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；</a:t>
              </a:r>
              <a:endParaRPr lang="en-US" altLang="zh-CN" sz="220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  <a:p>
              <a:pPr marL="0" indent="0" latinLnBrk="0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Z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整数集；</a:t>
              </a:r>
              <a:r>
                <a:rPr lang="en-US" altLang="zh-CN" sz="220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Q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有理数集；</a:t>
              </a:r>
              <a:r>
                <a:rPr lang="en-US" altLang="zh-CN" sz="220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R</a:t>
              </a:r>
              <a:r>
                <a:rPr lang="zh-CN" altLang="en-US" sz="2200" b="1">
                  <a:solidFill>
                    <a:schemeClr val="accent2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实数集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。</a:t>
              </a:r>
              <a:endParaRPr lang="zh-CN" altLang="en-US" sz="2200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圆角矩形 4"/>
            <p:cNvSpPr/>
            <p:nvPr>
              <p:custDataLst>
                <p:tags r:id="rId19"/>
              </p:custDataLst>
            </p:nvPr>
          </p:nvSpPr>
          <p:spPr>
            <a:xfrm>
              <a:off x="1369" y="5773"/>
              <a:ext cx="3379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C946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常用数集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20"/>
            </p:custDataLst>
          </p:nvPr>
        </p:nvGrpSpPr>
        <p:grpSpPr>
          <a:xfrm>
            <a:off x="869315" y="5374005"/>
            <a:ext cx="6021705" cy="1360170"/>
            <a:chOff x="1369" y="8463"/>
            <a:chExt cx="9483" cy="2142"/>
          </a:xfrm>
        </p:grpSpPr>
        <p:sp>
          <p:nvSpPr>
            <p:cNvPr id="3" name="内容占位符 2"/>
            <p:cNvSpPr>
              <a:spLocks noGrp="1"/>
            </p:cNvSpPr>
            <p:nvPr>
              <p:custDataLst>
                <p:tags r:id="rId21"/>
              </p:custDataLst>
            </p:nvPr>
          </p:nvSpPr>
          <p:spPr>
            <a:xfrm>
              <a:off x="1369" y="9393"/>
              <a:ext cx="9483" cy="1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anchor="t" anchorCtr="0"/>
            <a:lstStyle>
              <a:lvl1pPr marL="342900" indent="-3429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1pPr>
              <a:lvl2pPr marL="742950" indent="-28575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2pPr>
              <a:lvl3pPr marL="11430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3pPr>
              <a:lvl4pPr marL="16002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4pPr>
              <a:lvl5pPr marL="2057400" indent="-228600" algn="l" defTabSz="914400" rtl="0" eaLnBrk="1" fontAlgn="base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SzPct val="45000"/>
                <a:buFont typeface="Wingdings 2" panose="05020102010507070707" pitchFamily="18" charset="2"/>
                <a:buChar char="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华文楷体" panose="02010600040101010101" charset="-122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自然语言</a:t>
              </a:r>
              <a:r>
                <a:rPr lang="en-US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列举法</a:t>
              </a:r>
              <a:r>
                <a:rPr lang="en-US" altLang="zh-CN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</a:t>
              </a:r>
              <a:r>
                <a:rPr lang="zh-CN" altLang="en-US" sz="22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描述法</a:t>
              </a:r>
              <a:endParaRPr lang="zh-CN" altLang="en-US" sz="2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7" name="圆角矩形 6"/>
            <p:cNvSpPr/>
            <p:nvPr>
              <p:custDataLst>
                <p:tags r:id="rId22"/>
              </p:custDataLst>
            </p:nvPr>
          </p:nvSpPr>
          <p:spPr>
            <a:xfrm>
              <a:off x="1369" y="8463"/>
              <a:ext cx="3860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076FD"/>
                </a:gs>
                <a:gs pos="100000">
                  <a:srgbClr val="EC946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集合的表示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28" name="组合 27" title=""/>
          <p:cNvGrpSpPr/>
          <p:nvPr>
            <p:custDataLst>
              <p:tags r:id="rId23"/>
            </p:custDataLst>
          </p:nvPr>
        </p:nvGrpSpPr>
        <p:grpSpPr>
          <a:xfrm rot="5400000" flipH="1">
            <a:off x="11340209" y="591129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29" name="组合 28"/>
            <p:cNvGrpSpPr/>
            <p:nvPr>
              <p:custDataLst>
                <p:tags r:id="rId24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0" name="等腰三角形 29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等腰三角形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>
                <p:custDataLst>
                  <p:tags r:id="rId28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等腰三角形 34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30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7" name="等腰三角形 36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等腰三角形 39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3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矩形 5" title=""/>
          <p:cNvSpPr/>
          <p:nvPr>
            <p:custDataLst>
              <p:tags r:id="rId24"/>
            </p:custDataLst>
          </p:nvPr>
        </p:nvSpPr>
        <p:spPr>
          <a:xfrm>
            <a:off x="717550" y="1299845"/>
            <a:ext cx="4259580" cy="564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集合中元素的三个特性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:</a:t>
            </a:r>
            <a:endParaRPr lang="en-US" altLang="zh-CN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4817" name="文本占位符 1641474" title=""/>
          <p:cNvSpPr/>
          <p:nvPr>
            <p:custDataLst>
              <p:tags r:id="rId25"/>
            </p:custDataLst>
          </p:nvPr>
        </p:nvSpPr>
        <p:spPr>
          <a:xfrm>
            <a:off x="717550" y="1894840"/>
            <a:ext cx="10692130" cy="42259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898525" fontAlgn="auto">
              <a:lnSpc>
                <a:spcPct val="15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确定性：指的是作为一个集合中的元素，必须是确定的，即一个集合一旦确定，某一个元素属不属于这个集合就确定了．这个特性通常被用来判断涉及的总体是否构成集合。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 defTabSz="898525" fontAlgn="auto">
              <a:lnSpc>
                <a:spcPct val="15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互异性：集合中的元素必须是互异的，就是说，对于一个给定的集合，它的任何两个元素都是不同的。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 defTabSz="898525" fontAlgn="auto">
              <a:lnSpc>
                <a:spcPct val="15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无序性：集合与其中元素的排列顺序无关，如由元素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与由元素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组成的集合是相等的集合．这个性质通常用来判断两个集合的关系。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矩形 5" title=""/>
          <p:cNvSpPr/>
          <p:nvPr>
            <p:custDataLst>
              <p:tags r:id="rId24"/>
            </p:custDataLst>
          </p:nvPr>
        </p:nvSpPr>
        <p:spPr>
          <a:xfrm>
            <a:off x="771525" y="1229360"/>
            <a:ext cx="10316845" cy="564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2．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元素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与集合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之间只有两种关系：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∉</a:t>
            </a:r>
            <a:r>
              <a:rPr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endParaRPr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817" name="文本占位符 1641474" title=""/>
          <p:cNvSpPr/>
          <p:nvPr>
            <p:custDataLst>
              <p:tags r:id="rId25"/>
            </p:custDataLst>
          </p:nvPr>
        </p:nvSpPr>
        <p:spPr>
          <a:xfrm>
            <a:off x="1076960" y="2393950"/>
            <a:ext cx="10284460" cy="409003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元素间用分隔号“，”；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元素不重复；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元素无顺序；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列举法可表示有限集，也可以表示无限集。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若集合中的元素个数比较少，则用列举法比较简单；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898525">
              <a:lnSpc>
                <a:spcPct val="13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若集合中的元素较多或无限，但出现一定的规律性，在不发生误解的情况下，也可以用列举法表示。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矩形 7" title=""/>
          <p:cNvSpPr/>
          <p:nvPr>
            <p:custDataLst>
              <p:tags r:id="rId26"/>
            </p:custDataLst>
          </p:nvPr>
        </p:nvSpPr>
        <p:spPr>
          <a:xfrm>
            <a:off x="771525" y="1811655"/>
            <a:ext cx="10316845" cy="564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3．在用列举法表示集合时应注意</a:t>
            </a:r>
            <a:endParaRPr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flipH="1">
            <a:off x="11495784" y="7182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矩形 5" title=""/>
          <p:cNvSpPr/>
          <p:nvPr>
            <p:custDataLst>
              <p:tags r:id="rId24"/>
            </p:custDataLst>
          </p:nvPr>
        </p:nvSpPr>
        <p:spPr>
          <a:xfrm>
            <a:off x="771525" y="1882775"/>
            <a:ext cx="7383780" cy="564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4．在用描述法表示集合时应注意</a:t>
            </a:r>
            <a:endParaRPr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4817" name="文本占位符 1641474" title=""/>
          <p:cNvSpPr/>
          <p:nvPr>
            <p:custDataLst>
              <p:tags r:id="rId25"/>
            </p:custDataLst>
          </p:nvPr>
        </p:nvSpPr>
        <p:spPr>
          <a:xfrm>
            <a:off x="1022985" y="2590800"/>
            <a:ext cx="10500995" cy="243522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898525" fontAlgn="auto">
              <a:lnSpc>
                <a:spcPct val="15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弄清元素所具有的形式(即代表元素是什么)，是数、还是有序实数对(点)、还是集合或其他形式；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just" defTabSz="898525" fontAlgn="auto">
              <a:lnSpc>
                <a:spcPct val="150000"/>
              </a:lnSpc>
              <a:buClr>
                <a:srgbClr val="ED7D31"/>
              </a:buClr>
              <a:buFont typeface="Wingdings" panose="05000000000000000000" charset="0"/>
              <a:buChar char="l"/>
              <a:tabLst>
                <a:tab pos="5466080"/>
                <a:tab pos="10226675"/>
              </a:tabLst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当题目中用了其他字母来描述元素所具有的属性时，要去伪存真(元素具有怎样的属性)，而不能被表面的字母形式所迷惑。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BBC4F1"/>
        </a:solidFill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课堂总结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45289" y="48966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" name="表格 2" title=""/>
          <p:cNvGraphicFramePr>
            <a:graphicFrameLocks noGrp="1"/>
          </p:cNvGraphicFramePr>
          <p:nvPr>
            <p:custDataLst>
              <p:tags r:id="rId24"/>
            </p:custDataLst>
          </p:nvPr>
        </p:nvGraphicFramePr>
        <p:xfrm>
          <a:off x="873760" y="1350010"/>
          <a:ext cx="10480040" cy="498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55"/>
                <a:gridCol w="4760595"/>
                <a:gridCol w="2840990"/>
              </a:tblGrid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常用数集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>
                      <a:noFill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0B9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意义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>
                      <a:noFill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0B9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记作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0B9EF"/>
                    </a:solidFill>
                  </a:tcPr>
                </a:tc>
              </a:tr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自然数集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</a:rPr>
                        <a:t>全体非负整数组成的集合</a:t>
                      </a: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N</a:t>
                      </a:r>
                      <a:endParaRPr lang="en-US" altLang="zh-CN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</a:tr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正整数集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全体</a:t>
                      </a: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正整数</a:t>
                      </a: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组成的集合</a:t>
                      </a: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+mn-ea"/>
                        </a:rPr>
                        <a:t>N* </a:t>
                      </a: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+mn-ea"/>
                        </a:rPr>
                        <a:t>或  </a:t>
                      </a: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+mn-ea"/>
                        </a:rPr>
                        <a:t>N</a:t>
                      </a:r>
                      <a:r>
                        <a:rPr lang="en-US" altLang="zh-CN" sz="2400" b="0" baseline="-250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  <a:sym typeface="+mn-ea"/>
                        </a:rPr>
                        <a:t>+  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</a:tr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整数集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</a:rPr>
                        <a:t>全体整数组成的集合</a:t>
                      </a: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Z</a:t>
                      </a:r>
                      <a:endParaRPr lang="en-US" altLang="zh-CN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</a:tr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有理数集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全体有理数组成的集合</a:t>
                      </a: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Q </a:t>
                      </a:r>
                      <a:endParaRPr lang="en-US" altLang="zh-CN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rgbClr val="5178FA"/>
                      </a:solidFill>
                      <a:prstDash val="sys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F9FF"/>
                    </a:solidFill>
                  </a:tcPr>
                </a:tc>
              </a:tr>
              <a:tr h="83121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实数集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0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全体实数数组成的集合</a:t>
                      </a: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 w="12700">
                      <a:solidFill>
                        <a:srgbClr val="5178FA"/>
                      </a:solidFill>
                      <a:prstDash val="sysDot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R</a:t>
                      </a:r>
                      <a:endParaRPr lang="en-US" altLang="zh-CN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rgbClr val="5178FA"/>
                      </a:solidFill>
                      <a:prstDash val="sysDot"/>
                    </a:lnL>
                    <a:lnR>
                      <a:noFill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7" name="组合 6" title=""/>
          <p:cNvGrpSpPr/>
          <p:nvPr>
            <p:custDataLst>
              <p:tags r:id="rId3"/>
            </p:custDataLst>
          </p:nvPr>
        </p:nvGrpSpPr>
        <p:grpSpPr>
          <a:xfrm>
            <a:off x="-587375" y="0"/>
            <a:ext cx="12779375" cy="6858000"/>
            <a:chOff x="-925" y="0"/>
            <a:chExt cx="20125" cy="1080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3" b="7813"/>
            <a:stretch>
              <a:fillRect/>
            </a:stretch>
          </p:blipFill>
          <p:spPr>
            <a:xfrm>
              <a:off x="0" y="0"/>
              <a:ext cx="19200" cy="108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椭圆 5"/>
            <p:cNvSpPr/>
            <p:nvPr>
              <p:custDataLst>
                <p:tags r:id="rId6"/>
              </p:custDataLst>
            </p:nvPr>
          </p:nvSpPr>
          <p:spPr>
            <a:xfrm>
              <a:off x="-925" y="5963"/>
              <a:ext cx="2875" cy="28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7"/>
              </p:custDataLst>
            </p:nvPr>
          </p:nvSpPr>
          <p:spPr>
            <a:xfrm>
              <a:off x="9373" y="1081"/>
              <a:ext cx="2875" cy="2875"/>
            </a:xfrm>
            <a:prstGeom prst="ellipse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  <a:effectLst>
              <a:softEdge rad="4699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180" y="780"/>
              <a:ext cx="5400" cy="5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14"/>
            <p:cNvSpPr/>
            <p:nvPr>
              <p:custDataLst>
                <p:tags r:id="rId9"/>
              </p:custDataLst>
            </p:nvPr>
          </p:nvSpPr>
          <p:spPr>
            <a:xfrm>
              <a:off x="7592" y="9205"/>
              <a:ext cx="7020" cy="6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13364" y="10320"/>
              <a:ext cx="4800" cy="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076FD"/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 title=""/>
          <p:cNvGrpSpPr/>
          <p:nvPr>
            <p:custDataLst>
              <p:tags r:id="rId11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12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3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22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/>
            <p:cNvSpPr/>
            <p:nvPr>
              <p:custDataLst>
                <p:tags r:id="rId14"/>
              </p:custDataLst>
            </p:nvPr>
          </p:nvSpPr>
          <p:spPr>
            <a:xfrm flipH="1" flipV="1">
              <a:off x="838200" y="3918350"/>
              <a:ext cx="1625600" cy="147915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61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15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6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22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8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46" name="组合 45"/>
            <p:cNvGrpSpPr/>
            <p:nvPr>
              <p:custDataLst>
                <p:tags r:id="rId2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3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3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4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0" name="文本框 59" title=""/>
          <p:cNvSpPr txBox="1"/>
          <p:nvPr>
            <p:custDataLst>
              <p:tags r:id="rId41"/>
            </p:custDataLst>
          </p:nvPr>
        </p:nvSpPr>
        <p:spPr>
          <a:xfrm>
            <a:off x="4601845" y="2774315"/>
            <a:ext cx="29883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zh-CN" altLang="en-US" sz="60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endParaRPr lang="zh-CN" altLang="en-US" sz="6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42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集合的概念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43"/>
            </p:custDataLst>
          </p:nvPr>
        </p:nvSpPr>
        <p:spPr>
          <a:xfrm>
            <a:off x="914400" y="3927475"/>
            <a:ext cx="103638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教材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页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--- 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习题1.1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--- 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1,2题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9701" name="文本框 29700" title=""/>
          <p:cNvSpPr txBox="1"/>
          <p:nvPr>
            <p:custDataLst>
              <p:tags r:id="rId24"/>
            </p:custDataLst>
          </p:nvPr>
        </p:nvSpPr>
        <p:spPr>
          <a:xfrm>
            <a:off x="771525" y="1239598"/>
            <a:ext cx="9141619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．判断下列元素的全体是否组成集合，并说明理由：</a:t>
            </a:r>
            <a:endParaRPr lang="zh-CN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）与定点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等距离的点；</a:t>
            </a:r>
            <a:endParaRPr lang="zh-CN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）高中学生中的游泳能手。</a:t>
            </a:r>
            <a:endParaRPr lang="zh-CN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702" name="文本框 29701" title=""/>
          <p:cNvSpPr txBox="1"/>
          <p:nvPr>
            <p:custDataLst>
              <p:tags r:id="rId25"/>
            </p:custDataLst>
          </p:nvPr>
        </p:nvSpPr>
        <p:spPr>
          <a:xfrm>
            <a:off x="771525" y="3035937"/>
            <a:ext cx="9141619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）是，即线段</a:t>
            </a:r>
            <a:r>
              <a:rPr lang="en-US" altLang="zh-CN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 b="1">
                <a:solidFill>
                  <a:srgbClr val="FF7A03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AB</a:t>
            </a:r>
            <a:r>
              <a:rPr lang="en-US" altLang="zh-CN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的垂直平分线。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3" name="文本框 29702" title=""/>
          <p:cNvSpPr txBox="1"/>
          <p:nvPr>
            <p:custDataLst>
              <p:tags r:id="rId26"/>
            </p:custDataLst>
          </p:nvPr>
        </p:nvSpPr>
        <p:spPr>
          <a:xfrm>
            <a:off x="769620" y="3717925"/>
            <a:ext cx="8454390" cy="46037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）不是，因为游泳能手与不是能手没有具体的划分标准。</a:t>
            </a:r>
            <a:endParaRPr lang="zh-CN" altLang="en-US" sz="2400" b="1">
              <a:solidFill>
                <a:srgbClr val="FF7A0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9704" name="对象 29703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24548" y="4451350"/>
          <a:ext cx="7790815" cy="126047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7" r:id="rId28" imgW="3962400" imgH="634365" progId="Equation.DSMT4">
                  <p:embed/>
                </p:oleObj>
              </mc:Choice>
              <mc:Fallback>
                <p:oleObj r:id="rId28" imgW="3962400" imgH="634365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24548" y="4451350"/>
                        <a:ext cx="7790815" cy="126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对象 31749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112482" y="5087642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8" r:id="rId31" imgW="127000" imgH="127000" progId="Equation.DSMT4">
                  <p:embed/>
                </p:oleObj>
              </mc:Choice>
              <mc:Fallback>
                <p:oleObj r:id="rId31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112482" y="5087642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对象 31750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2507617" y="5013990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9" r:id="rId34" imgW="127000" imgH="152400" progId="Equation.DSMT4">
                  <p:embed/>
                </p:oleObj>
              </mc:Choice>
              <mc:Fallback>
                <p:oleObj r:id="rId34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507617" y="5013990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 title="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3920492" y="4995575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0" r:id="rId37" imgW="127000" imgH="152400" progId="Equation.DSMT4">
                  <p:embed/>
                </p:oleObj>
              </mc:Choice>
              <mc:Fallback>
                <p:oleObj r:id="rId37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920492" y="4995575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 title=""/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5315587" y="4996210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1" r:id="rId39" imgW="127000" imgH="152400" progId="Equation.DSMT4">
                  <p:embed/>
                </p:oleObj>
              </mc:Choice>
              <mc:Fallback>
                <p:oleObj r:id="rId39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315587" y="4996210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 title=""/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6548082" y="5087007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2" r:id="rId41" imgW="127000" imgH="127000" progId="Equation.DSMT4">
                  <p:embed/>
                </p:oleObj>
              </mc:Choice>
              <mc:Fallback>
                <p:oleObj r:id="rId41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48082" y="5087007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 title="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7780617" y="5087642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3" r:id="rId43" imgW="127000" imgH="127000" progId="Equation.DSMT4">
                  <p:embed/>
                </p:oleObj>
              </mc:Choice>
              <mc:Fallback>
                <p:oleObj r:id="rId43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780617" y="5087642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/>
      <p:bldP spid="2970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0724" name="对象 30723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20420" y="1361440"/>
          <a:ext cx="7981315" cy="384556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4" r:id="rId25" imgW="3949700" imgH="1854200" progId="Equation.DSMT4">
                  <p:embed/>
                </p:oleObj>
              </mc:Choice>
              <mc:Fallback>
                <p:oleObj r:id="rId25" imgW="3949700" imgH="1854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20420" y="1361440"/>
                        <a:ext cx="7981315" cy="38455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对象 30724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24230" y="2548255"/>
          <a:ext cx="1421130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5" r:id="rId28" imgW="673100" imgH="203200" progId="Equation.DSMT4">
                  <p:embed/>
                </p:oleObj>
              </mc:Choice>
              <mc:Fallback>
                <p:oleObj r:id="rId28" imgW="6731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24230" y="2548255"/>
                        <a:ext cx="1421130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对象 30725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834390" y="4006215"/>
          <a:ext cx="1529080" cy="4121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6" r:id="rId31" imgW="749300" imgH="203200" progId="Equation.DSMT4">
                  <p:embed/>
                </p:oleObj>
              </mc:Choice>
              <mc:Fallback>
                <p:oleObj r:id="rId31" imgW="7493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34390" y="4006215"/>
                        <a:ext cx="1529080" cy="4121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对象 30726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802005" y="5416550"/>
          <a:ext cx="1986280" cy="42164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7" r:id="rId34" imgW="939800" imgH="203200" progId="Equation.DSMT4">
                  <p:embed/>
                </p:oleObj>
              </mc:Choice>
              <mc:Fallback>
                <p:oleObj r:id="rId34" imgW="9398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02005" y="5416550"/>
                        <a:ext cx="1986280" cy="421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习题1.1 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1749" name="对象 31748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62965" y="1310005"/>
          <a:ext cx="8409305" cy="33420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8" r:id="rId25" imgW="3834765" imgH="1536700" progId="Equation.DSMT4">
                  <p:embed/>
                </p:oleObj>
              </mc:Choice>
              <mc:Fallback>
                <p:oleObj r:id="rId25" imgW="3834765" imgH="15367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62965" y="1310005"/>
                        <a:ext cx="8409305" cy="33420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对象 31749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1792567" y="2385082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9" r:id="rId28" imgW="127000" imgH="127000" progId="Equation.DSMT4">
                  <p:embed/>
                </p:oleObj>
              </mc:Choice>
              <mc:Fallback>
                <p:oleObj r:id="rId28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792567" y="2385082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对象 31750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3877947" y="2329210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0" r:id="rId31" imgW="127000" imgH="152400" progId="Equation.DSMT4">
                  <p:embed/>
                </p:oleObj>
              </mc:Choice>
              <mc:Fallback>
                <p:oleObj r:id="rId31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877947" y="2329210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6038177" y="2385082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1" r:id="rId34" imgW="127000" imgH="127000" progId="Equation.DSMT4">
                  <p:embed/>
                </p:oleObj>
              </mc:Choice>
              <mc:Fallback>
                <p:oleObj r:id="rId34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038177" y="2385082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 title="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8123557" y="2329210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2" r:id="rId36" imgW="127000" imgH="152400" progId="Equation.DSMT4">
                  <p:embed/>
                </p:oleObj>
              </mc:Choice>
              <mc:Fallback>
                <p:oleObj r:id="rId36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123557" y="2329210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 title=""/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5057777" y="2920395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3" r:id="rId38" imgW="127000" imgH="152400" progId="Equation.DSMT4">
                  <p:embed/>
                </p:oleObj>
              </mc:Choice>
              <mc:Fallback>
                <p:oleObj r:id="rId38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57777" y="2920395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 title="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5725797" y="3509040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4" r:id="rId40" imgW="127000" imgH="152400" progId="Equation.DSMT4">
                  <p:embed/>
                </p:oleObj>
              </mc:Choice>
              <mc:Fallback>
                <p:oleObj r:id="rId40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25797" y="3509040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 title=""/>
          <p:cNvGraphicFramePr>
            <a:graphicFrameLocks noChangeAspect="1"/>
          </p:cNvGraphicFramePr>
          <p:nvPr>
            <p:custDataLst>
              <p:tags r:id="rId41"/>
            </p:custDataLst>
          </p:nvPr>
        </p:nvGraphicFramePr>
        <p:xfrm>
          <a:off x="6020397" y="4151017"/>
          <a:ext cx="443865" cy="4438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5" r:id="rId42" imgW="127000" imgH="127000" progId="Equation.DSMT4">
                  <p:embed/>
                </p:oleObj>
              </mc:Choice>
              <mc:Fallback>
                <p:oleObj r:id="rId42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020397" y="4151017"/>
                        <a:ext cx="443865" cy="443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 title=""/>
          <p:cNvGraphicFramePr>
            <a:graphicFrameLocks noChangeAspect="1"/>
          </p:cNvGraphicFramePr>
          <p:nvPr>
            <p:custDataLst>
              <p:tags r:id="rId43"/>
            </p:custDataLst>
          </p:nvPr>
        </p:nvGraphicFramePr>
        <p:xfrm>
          <a:off x="7884797" y="4081175"/>
          <a:ext cx="443865" cy="5353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6" r:id="rId44" imgW="127000" imgH="152400" progId="Equation.DSMT4">
                  <p:embed/>
                </p:oleObj>
              </mc:Choice>
              <mc:Fallback>
                <p:oleObj r:id="rId44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84797" y="4081175"/>
                        <a:ext cx="443865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习题1.1 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2772" name="对象 32771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83273" y="1313180"/>
          <a:ext cx="4756785" cy="3860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7" r:id="rId25" imgW="2082800" imgH="1828800" progId="Equation.DSMT4">
                  <p:embed/>
                </p:oleObj>
              </mc:Choice>
              <mc:Fallback>
                <p:oleObj r:id="rId25" imgW="2082800" imgH="18288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3273" y="1313180"/>
                        <a:ext cx="4756785" cy="386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48360" y="2545080"/>
          <a:ext cx="2030095" cy="431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8" r:id="rId28" imgW="889000" imgH="203200" progId="Equation.DSMT4">
                  <p:embed/>
                </p:oleObj>
              </mc:Choice>
              <mc:Fallback>
                <p:oleObj r:id="rId28" imgW="8890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48360" y="2545080"/>
                        <a:ext cx="203009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848360" y="4012565"/>
          <a:ext cx="1704975" cy="4286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9" r:id="rId31" imgW="711200" imgH="203200" progId="Equation.DSMT4">
                  <p:embed/>
                </p:oleObj>
              </mc:Choice>
              <mc:Fallback>
                <p:oleObj r:id="rId31" imgW="7112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48360" y="4012565"/>
                        <a:ext cx="170497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830580" y="5405755"/>
          <a:ext cx="1447800" cy="4298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0" r:id="rId34" imgW="571500" imgH="203200" progId="Equation.DSMT4">
                  <p:embed/>
                </p:oleObj>
              </mc:Choice>
              <mc:Fallback>
                <p:oleObj r:id="rId34" imgW="5715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30580" y="5405755"/>
                        <a:ext cx="1447800" cy="4298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8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9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0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习题1.1 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1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2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3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9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3796" name="对象 33795" title=""/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853123" y="1287145"/>
          <a:ext cx="8471535" cy="49155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1" r:id="rId26" imgW="3784600" imgH="2260600" progId="Equation.DSMT4">
                  <p:embed/>
                </p:oleObj>
              </mc:Choice>
              <mc:Fallback>
                <p:oleObj r:id="rId26" imgW="3784600" imgH="2260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53123" y="1287145"/>
                        <a:ext cx="8471535" cy="4915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对象 33796" title="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827405" y="2268220"/>
          <a:ext cx="3832225" cy="48768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2" r:id="rId29" imgW="1879600" imgH="203200" progId="Equation.DSMT4">
                  <p:embed/>
                </p:oleObj>
              </mc:Choice>
              <mc:Fallback>
                <p:oleObj r:id="rId29" imgW="18796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27405" y="2268220"/>
                        <a:ext cx="3832225" cy="487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对象 33797" title="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837565" y="3790950"/>
          <a:ext cx="8238490" cy="4578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3" r:id="rId32" imgW="3619500" imgH="203200" progId="Equation.DSMT4">
                  <p:embed/>
                </p:oleObj>
              </mc:Choice>
              <mc:Fallback>
                <p:oleObj r:id="rId32" imgW="36195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37565" y="3790950"/>
                        <a:ext cx="8238490" cy="457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对象 33798" title=""/>
          <p:cNvGraphicFramePr>
            <a:graphicFrameLocks noChangeAspect="1"/>
          </p:cNvGraphicFramePr>
          <p:nvPr>
            <p:custDataLst>
              <p:tags r:id="rId34"/>
            </p:custDataLst>
          </p:nvPr>
        </p:nvGraphicFramePr>
        <p:xfrm>
          <a:off x="837565" y="4817745"/>
          <a:ext cx="1717040" cy="431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4" r:id="rId35" imgW="749300" imgH="203200" progId="Equation.DSMT4">
                  <p:embed/>
                </p:oleObj>
              </mc:Choice>
              <mc:Fallback>
                <p:oleObj r:id="rId35" imgW="7493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37565" y="4817745"/>
                        <a:ext cx="171704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文本框 33799" title=""/>
          <p:cNvSpPr txBox="1"/>
          <p:nvPr>
            <p:custDataLst>
              <p:tags r:id="rId37"/>
            </p:custDataLst>
          </p:nvPr>
        </p:nvSpPr>
        <p:spPr>
          <a:xfrm>
            <a:off x="606425" y="5782866"/>
            <a:ext cx="9141619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2400" b="1">
                <a:solidFill>
                  <a:srgbClr val="FF7A0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）｛指南针，活字印刷，造纸术，火药｝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altLang="en-US" sz="2400" b="1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Picture 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 flipH="1">
            <a:off x="11709400" y="102870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 title=""/>
          <p:cNvGrpSpPr/>
          <p:nvPr>
            <p:custDataLst>
              <p:tags r:id="rId8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习题1.1 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34820" name="对象 34819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873443" y="1234440"/>
          <a:ext cx="6558915" cy="41255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5" r:id="rId25" imgW="2908300" imgH="1854200" progId="Equation.DSMT4">
                  <p:embed/>
                </p:oleObj>
              </mc:Choice>
              <mc:Fallback>
                <p:oleObj r:id="rId25" imgW="2908300" imgH="1854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3443" y="1234440"/>
                        <a:ext cx="6558915" cy="41255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对象 34820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64235" y="2507615"/>
          <a:ext cx="2392680" cy="4699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6" r:id="rId28" imgW="1002665" imgH="203200" progId="Equation.DSMT4">
                  <p:embed/>
                </p:oleObj>
              </mc:Choice>
              <mc:Fallback>
                <p:oleObj r:id="rId28" imgW="1002665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64235" y="2507615"/>
                        <a:ext cx="239268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对象 34821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848043" y="4076700"/>
          <a:ext cx="2066290" cy="47244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7" r:id="rId31" imgW="901700" imgH="203200" progId="Equation.DSMT4">
                  <p:embed/>
                </p:oleObj>
              </mc:Choice>
              <mc:Fallback>
                <p:oleObj r:id="rId31" imgW="9017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48043" y="4076700"/>
                        <a:ext cx="2066290" cy="4724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对象 34822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863918" y="5433060"/>
          <a:ext cx="2065020" cy="10801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8" r:id="rId34" imgW="965200" imgH="457200" progId="Equation.DSMT4">
                  <p:embed/>
                </p:oleObj>
              </mc:Choice>
              <mc:Fallback>
                <p:oleObj r:id="rId34" imgW="965200" imgH="457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63918" y="5433060"/>
                        <a:ext cx="2065020" cy="10801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2000" cy="6858000"/>
            <a:chExt cx="12192000" cy="6858000"/>
          </a:xfrm>
        </p:grpSpPr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6" t="10823" r="37080" b="42549"/>
            <a:stretch>
              <a:fillRect/>
            </a:stretch>
          </p:blipFill>
          <p:spPr>
            <a:xfrm flipH="1">
              <a:off x="0" y="0"/>
              <a:ext cx="12192000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7"/>
              </p:custDataLst>
            </p:nvPr>
          </p:nvSpPr>
          <p:spPr>
            <a:xfrm>
              <a:off x="0" y="342900"/>
              <a:ext cx="12192000" cy="6515100"/>
            </a:xfrm>
            <a:prstGeom prst="round2SameRect">
              <a:avLst>
                <a:gd name="adj1" fmla="val 7374"/>
                <a:gd name="adj2" fmla="val 0"/>
              </a:avLst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5845" name="图片 35844" title="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416925" y="1212850"/>
            <a:ext cx="3263900" cy="501396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3" name="组合 42" title=""/>
          <p:cNvGrpSpPr/>
          <p:nvPr>
            <p:custDataLst>
              <p:tags r:id="rId10"/>
            </p:custDataLst>
          </p:nvPr>
        </p:nvGrpSpPr>
        <p:grpSpPr>
          <a:xfrm>
            <a:off x="577851" y="576471"/>
            <a:ext cx="5197474" cy="521970"/>
            <a:chOff x="330201" y="576471"/>
            <a:chExt cx="5197474" cy="521970"/>
          </a:xfrm>
        </p:grpSpPr>
        <p:sp>
          <p:nvSpPr>
            <p:cNvPr id="44" name="文本框 43"/>
            <p:cNvSpPr txBox="1"/>
            <p:nvPr>
              <p:custDataLst>
                <p:tags r:id="rId11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习题1.1 （第5页）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5"/>
            <p:cNvSpPr/>
            <p:nvPr>
              <p:custDataLst>
                <p:tags r:id="rId12"/>
              </p:custDataLst>
            </p:nvPr>
          </p:nvSpPr>
          <p:spPr>
            <a:xfrm>
              <a:off x="330201" y="640606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539BFC"/>
                </a:gs>
                <a:gs pos="70000">
                  <a:srgbClr val="4175FC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3"/>
            </p:custDataLst>
          </p:nvPr>
        </p:nvGrpSpPr>
        <p:grpSpPr>
          <a:xfrm rot="16200000" flipH="1">
            <a:off x="11362434" y="39250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11" name="组合 10"/>
            <p:cNvGrpSpPr/>
            <p:nvPr>
              <p:custDataLst>
                <p:tags r:id="rId14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5" name="等腰三角形 14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>
              <p:custDataLst>
                <p:tags r:id="rId20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21" name="等腰三角形 20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等腰三角形 2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5844" name="文本框 35843" title=""/>
          <p:cNvSpPr txBox="1"/>
          <p:nvPr>
            <p:custDataLst>
              <p:tags r:id="rId26"/>
            </p:custDataLst>
          </p:nvPr>
        </p:nvSpPr>
        <p:spPr>
          <a:xfrm>
            <a:off x="771525" y="1212850"/>
            <a:ext cx="7733665" cy="4378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0" algn="just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zh-CN" altLang="en-US" sz="2400" b="1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．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集合论是德国数学家康托尔于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19</a:t>
            </a:r>
            <a:r>
              <a:rPr lang="zh-CN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世纪末创立的。当时，康托尔在解决涉及无限量研究的数学问题时，超过“数集”限制，提出了一般性的“集合”概念。希尔伯特赞誉其为“数学思想的惊人产物，在纯粹理性的范畴中人类活动的最美的表现之一”，罗素描述其为“可能是这个时代所能夸耀的最伟大的工作”。请你查阅相关资料，用简短的报告阐述你对这些评价的认识。</a:t>
            </a:r>
            <a:endParaRPr lang="zh-CN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/>
</p:sld>
</file>

<file path=ppt/slides/slide5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36" r="36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76FD">
                    <a:alpha val="50000"/>
                  </a:srgbClr>
                </a:gs>
                <a:gs pos="100000">
                  <a:srgbClr val="4076FD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 title=""/>
          <p:cNvSpPr/>
          <p:nvPr>
            <p:custDataLst>
              <p:tags r:id="rId8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rgbClr val="4076FD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9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0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6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2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 title="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5"/>
            </p:custDataLst>
          </p:nvPr>
        </p:nvSpPr>
        <p:spPr>
          <a:xfrm>
            <a:off x="2306320" y="669925"/>
            <a:ext cx="3429000" cy="3429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26"/>
            </p:custDataLst>
          </p:nvPr>
        </p:nvSpPr>
        <p:spPr>
          <a:xfrm>
            <a:off x="4820920" y="5845175"/>
            <a:ext cx="4457700" cy="4025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076FD"/>
              </a:gs>
              <a:gs pos="100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 title=""/>
          <p:cNvSpPr txBox="1"/>
          <p:nvPr>
            <p:custDataLst>
              <p:tags r:id="rId27"/>
            </p:custDataLst>
          </p:nvPr>
        </p:nvSpPr>
        <p:spPr>
          <a:xfrm>
            <a:off x="2540" y="2475865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800" b="1">
                <a:solidFill>
                  <a:srgbClr val="4378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感谢您的聆听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UNIQUEID" val="521"/>
</p:tagLst>
</file>

<file path=ppt/tags/tag2.xml><?xml version="1.0" encoding="utf-8"?>
<p:tagLst xmlns:p="http://schemas.openxmlformats.org/presentationml/2006/main">
  <p:tag name="AS_UNIQUEID" val="522"/>
</p:tagLst>
</file>

<file path=ppt/tags/tag3.xml><?xml version="1.0" encoding="utf-8"?>
<p:tagLst xmlns:p="http://schemas.openxmlformats.org/presentationml/2006/main">
  <p:tag name="AS_UNIQUEID" val="523"/>
</p:tagLst>
</file>

<file path=ppt/tags/tag4.xml><?xml version="1.0" encoding="utf-8"?>
<p:tagLst xmlns:p="http://schemas.openxmlformats.org/presentationml/2006/main">
  <p:tag name="AS_UNIQUEID" val="524"/>
</p:tagLst>
</file>

<file path=ppt/tags/tag5.xml><?xml version="1.0" encoding="utf-8"?>
<p:tagLst xmlns:p="http://schemas.openxmlformats.org/presentationml/2006/main">
  <p:tag name="AS_UNIQUEID" val="525"/>
</p:tagLst>
</file>

<file path=ppt/tags/tag6.xml><?xml version="1.0" encoding="utf-8"?>
<p:tagLst xmlns:p="http://schemas.openxmlformats.org/presentationml/2006/main">
  <p:tag name="AS_UNIQUEID" val="526"/>
</p:tagLst>
</file>

<file path=ppt/tags/tag7.xml><?xml version="1.0" encoding="utf-8"?>
<p:tagLst xmlns:p="http://schemas.openxmlformats.org/presentationml/2006/main">
  <p:tag name="AS_UNIQUEID" val="527"/>
</p:tagLst>
</file>

<file path=ppt/tags/tag8.xml><?xml version="1.0" encoding="utf-8"?>
<p:tagLst xmlns:p="http://schemas.openxmlformats.org/presentationml/2006/main">
  <p:tag name="AS_UNIQUEID" val="528"/>
</p:tagLst>
</file>

<file path=ppt/tags/tag9.xml><?xml version="1.0" encoding="utf-8"?>
<p:tagLst xmlns:p="http://schemas.openxmlformats.org/presentationml/2006/main">
  <p:tag name="AS_UNIQUEID" val="529"/>
</p:tagLst>
</file>

<file path=ppt/tags/tag10.xml><?xml version="1.0" encoding="utf-8"?>
<p:tagLst xmlns:p="http://schemas.openxmlformats.org/presentationml/2006/main">
  <p:tag name="AS_UNIQUEID" val="530"/>
</p:tagLst>
</file>

<file path=ppt/tags/tag11.xml><?xml version="1.0" encoding="utf-8"?>
<p:tagLst xmlns:p="http://schemas.openxmlformats.org/presentationml/2006/main">
  <p:tag name="AS_UNIQUEID" val="531"/>
</p:tagLst>
</file>

<file path=ppt/tags/tag12.xml><?xml version="1.0" encoding="utf-8"?>
<p:tagLst xmlns:p="http://schemas.openxmlformats.org/presentationml/2006/main">
  <p:tag name="AS_UNIQUEID" val="532"/>
</p:tagLst>
</file>

<file path=ppt/tags/tag13.xml><?xml version="1.0" encoding="utf-8"?>
<p:tagLst xmlns:p="http://schemas.openxmlformats.org/presentationml/2006/main">
  <p:tag name="AS_UNIQUEID" val="533"/>
</p:tagLst>
</file>

<file path=ppt/tags/tag14.xml><?xml version="1.0" encoding="utf-8"?>
<p:tagLst xmlns:p="http://schemas.openxmlformats.org/presentationml/2006/main">
  <p:tag name="AS_UNIQUEID" val="534"/>
</p:tagLst>
</file>

<file path=ppt/tags/tag15.xml><?xml version="1.0" encoding="utf-8"?>
<p:tagLst xmlns:p="http://schemas.openxmlformats.org/presentationml/2006/main">
  <p:tag name="AS_UNIQUEID" val="535"/>
</p:tagLst>
</file>

<file path=ppt/tags/tag16.xml><?xml version="1.0" encoding="utf-8"?>
<p:tagLst xmlns:p="http://schemas.openxmlformats.org/presentationml/2006/main">
  <p:tag name="AS_UNIQUEID" val="536"/>
</p:tagLst>
</file>

<file path=ppt/tags/tag17.xml><?xml version="1.0" encoding="utf-8"?>
<p:tagLst xmlns:p="http://schemas.openxmlformats.org/presentationml/2006/main">
  <p:tag name="AS_UNIQUEID" val="537"/>
</p:tagLst>
</file>

<file path=ppt/tags/tag18.xml><?xml version="1.0" encoding="utf-8"?>
<p:tagLst xmlns:p="http://schemas.openxmlformats.org/presentationml/2006/main">
  <p:tag name="AS_UNIQUEID" val="538"/>
</p:tagLst>
</file>

<file path=ppt/tags/tag19.xml><?xml version="1.0" encoding="utf-8"?>
<p:tagLst xmlns:p="http://schemas.openxmlformats.org/presentationml/2006/main">
  <p:tag name="AS_UNIQUEID" val="539"/>
</p:tagLst>
</file>

<file path=ppt/tags/tag20.xml><?xml version="1.0" encoding="utf-8"?>
<p:tagLst xmlns:p="http://schemas.openxmlformats.org/presentationml/2006/main">
  <p:tag name="AS_UNIQUEID" val="540"/>
</p:tagLst>
</file>

<file path=ppt/tags/tag21.xml><?xml version="1.0" encoding="utf-8"?>
<p:tagLst xmlns:p="http://schemas.openxmlformats.org/presentationml/2006/main">
  <p:tag name="AS_UNIQUEID" val="541"/>
</p:tagLst>
</file>

<file path=ppt/tags/tag22.xml><?xml version="1.0" encoding="utf-8"?>
<p:tagLst xmlns:p="http://schemas.openxmlformats.org/presentationml/2006/main">
  <p:tag name="AS_UNIQUEID" val="542"/>
</p:tagLst>
</file>

<file path=ppt/tags/tag23.xml><?xml version="1.0" encoding="utf-8"?>
<p:tagLst xmlns:p="http://schemas.openxmlformats.org/presentationml/2006/main">
  <p:tag name="AS_UNIQUEID" val="543"/>
</p:tagLst>
</file>

<file path=ppt/tags/tag24.xml><?xml version="1.0" encoding="utf-8"?>
<p:tagLst xmlns:p="http://schemas.openxmlformats.org/presentationml/2006/main">
  <p:tag name="AS_UNIQUEID" val="544"/>
</p:tagLst>
</file>

<file path=ppt/tags/tag25.xml><?xml version="1.0" encoding="utf-8"?>
<p:tagLst xmlns:p="http://schemas.openxmlformats.org/presentationml/2006/main">
  <p:tag name="AS_UNIQUEID" val="545"/>
</p:tagLst>
</file>

<file path=ppt/tags/tag26.xml><?xml version="1.0" encoding="utf-8"?>
<p:tagLst xmlns:p="http://schemas.openxmlformats.org/presentationml/2006/main">
  <p:tag name="AS_UNIQUEID" val="546"/>
</p:tagLst>
</file>

<file path=ppt/tags/tag27.xml><?xml version="1.0" encoding="utf-8"?>
<p:tagLst xmlns:p="http://schemas.openxmlformats.org/presentationml/2006/main">
  <p:tag name="AS_UNIQUEID" val="547"/>
</p:tagLst>
</file>

<file path=ppt/tags/tag28.xml><?xml version="1.0" encoding="utf-8"?>
<p:tagLst xmlns:p="http://schemas.openxmlformats.org/presentationml/2006/main">
  <p:tag name="AS_UNIQUEID" val="548"/>
</p:tagLst>
</file>

<file path=ppt/tags/tag29.xml><?xml version="1.0" encoding="utf-8"?>
<p:tagLst xmlns:p="http://schemas.openxmlformats.org/presentationml/2006/main">
  <p:tag name="AS_UNIQUEID" val="549"/>
</p:tagLst>
</file>

<file path=ppt/tags/tag30.xml><?xml version="1.0" encoding="utf-8"?>
<p:tagLst xmlns:p="http://schemas.openxmlformats.org/presentationml/2006/main">
  <p:tag name="AS_UNIQUEID" val="550"/>
</p:tagLst>
</file>

<file path=ppt/tags/tag31.xml><?xml version="1.0" encoding="utf-8"?>
<p:tagLst xmlns:p="http://schemas.openxmlformats.org/presentationml/2006/main">
  <p:tag name="AS_UNIQUEID" val="551"/>
</p:tagLst>
</file>

<file path=ppt/tags/tag32.xml><?xml version="1.0" encoding="utf-8"?>
<p:tagLst xmlns:p="http://schemas.openxmlformats.org/presentationml/2006/main">
  <p:tag name="AS_UNIQUEID" val="552"/>
</p:tagLst>
</file>

<file path=ppt/tags/tag33.xml><?xml version="1.0" encoding="utf-8"?>
<p:tagLst xmlns:p="http://schemas.openxmlformats.org/presentationml/2006/main">
  <p:tag name="AS_UNIQUEID" val="553"/>
</p:tagLst>
</file>

<file path=ppt/tags/tag34.xml><?xml version="1.0" encoding="utf-8"?>
<p:tagLst xmlns:p="http://schemas.openxmlformats.org/presentationml/2006/main">
  <p:tag name="AS_UNIQUEID" val="554"/>
</p:tagLst>
</file>

<file path=ppt/tags/tag35.xml><?xml version="1.0" encoding="utf-8"?>
<p:tagLst xmlns:p="http://schemas.openxmlformats.org/presentationml/2006/main">
  <p:tag name="AS_UNIQUEID" val="555"/>
</p:tagLst>
</file>

<file path=ppt/tags/tag36.xml><?xml version="1.0" encoding="utf-8"?>
<p:tagLst xmlns:p="http://schemas.openxmlformats.org/presentationml/2006/main">
  <p:tag name="AS_UNIQUEID" val="556"/>
</p:tagLst>
</file>

<file path=ppt/tags/tag37.xml><?xml version="1.0" encoding="utf-8"?>
<p:tagLst xmlns:p="http://schemas.openxmlformats.org/presentationml/2006/main">
  <p:tag name="AS_UNIQUEID" val="557"/>
</p:tagLst>
</file>

<file path=ppt/tags/tag38.xml><?xml version="1.0" encoding="utf-8"?>
<p:tagLst xmlns:p="http://schemas.openxmlformats.org/presentationml/2006/main">
  <p:tag name="AS_UNIQUEID" val="558"/>
</p:tagLst>
</file>

<file path=ppt/tags/tag39.xml><?xml version="1.0" encoding="utf-8"?>
<p:tagLst xmlns:p="http://schemas.openxmlformats.org/presentationml/2006/main">
  <p:tag name="AS_UNIQUEID" val="559"/>
</p:tagLst>
</file>

<file path=ppt/tags/tag40.xml><?xml version="1.0" encoding="utf-8"?>
<p:tagLst xmlns:p="http://schemas.openxmlformats.org/presentationml/2006/main">
  <p:tag name="AS_UNIQUEID" val="560"/>
</p:tagLst>
</file>

<file path=ppt/tags/tag41.xml><?xml version="1.0" encoding="utf-8"?>
<p:tagLst xmlns:p="http://schemas.openxmlformats.org/presentationml/2006/main">
  <p:tag name="AS_UNIQUEID" val="561"/>
</p:tagLst>
</file>

<file path=ppt/tags/tag42.xml><?xml version="1.0" encoding="utf-8"?>
<p:tagLst xmlns:p="http://schemas.openxmlformats.org/presentationml/2006/main">
  <p:tag name="AS_UNIQUEID" val="562"/>
  <p:tag name="KSO_WM_BEAUTIFY_FLAG" val=""/>
</p:tagLst>
</file>

<file path=ppt/tags/tag43.xml><?xml version="1.0" encoding="utf-8"?>
<p:tagLst xmlns:p="http://schemas.openxmlformats.org/presentationml/2006/main">
  <p:tag name="AS_UNIQUEID" val="563"/>
  <p:tag name="KSO_WM_BEAUTIFY_FLAG" val=""/>
</p:tagLst>
</file>

<file path=ppt/tags/tag44.xml><?xml version="1.0" encoding="utf-8"?>
<p:tagLst xmlns:p="http://schemas.openxmlformats.org/presentationml/2006/main">
  <p:tag name="AS_UNIQUEID" val="564"/>
  <p:tag name="KSO_WM_BEAUTIFY_FLAG" val=""/>
</p:tagLst>
</file>

<file path=ppt/tags/tag45.xml><?xml version="1.0" encoding="utf-8"?>
<p:tagLst xmlns:p="http://schemas.openxmlformats.org/presentationml/2006/main">
  <p:tag name="AS_UNIQUEID" val="565"/>
  <p:tag name="KSO_WM_BEAUTIFY_FLAG" val=""/>
</p:tagLst>
</file>

<file path=ppt/tags/tag46.xml><?xml version="1.0" encoding="utf-8"?>
<p:tagLst xmlns:p="http://schemas.openxmlformats.org/presentationml/2006/main">
  <p:tag name="AS_UNIQUEID" val="566"/>
</p:tagLst>
</file>

<file path=ppt/tags/tag47.xml><?xml version="1.0" encoding="utf-8"?>
<p:tagLst xmlns:p="http://schemas.openxmlformats.org/presentationml/2006/main">
  <p:tag name="AS_UNIQUEID" val="567"/>
</p:tagLst>
</file>

<file path=ppt/tags/tag48.xml><?xml version="1.0" encoding="utf-8"?>
<p:tagLst xmlns:p="http://schemas.openxmlformats.org/presentationml/2006/main">
  <p:tag name="AS_UNIQUEID" val="568"/>
</p:tagLst>
</file>

<file path=ppt/tags/tag49.xml><?xml version="1.0" encoding="utf-8"?>
<p:tagLst xmlns:p="http://schemas.openxmlformats.org/presentationml/2006/main">
  <p:tag name="AS_UNIQUEID" val="569"/>
</p:tagLst>
</file>

<file path=ppt/tags/tag50.xml><?xml version="1.0" encoding="utf-8"?>
<p:tagLst xmlns:p="http://schemas.openxmlformats.org/presentationml/2006/main">
  <p:tag name="AS_UNIQUEID" val="570"/>
</p:tagLst>
</file>

<file path=ppt/tags/tag51.xml><?xml version="1.0" encoding="utf-8"?>
<p:tagLst xmlns:p="http://schemas.openxmlformats.org/presentationml/2006/main">
  <p:tag name="AS_UNIQUEID" val="571"/>
</p:tagLst>
</file>

<file path=ppt/tags/tag52.xml><?xml version="1.0" encoding="utf-8"?>
<p:tagLst xmlns:p="http://schemas.openxmlformats.org/presentationml/2006/main">
  <p:tag name="AS_UNIQUEID" val="572"/>
</p:tagLst>
</file>

<file path=ppt/tags/tag53.xml><?xml version="1.0" encoding="utf-8"?>
<p:tagLst xmlns:p="http://schemas.openxmlformats.org/presentationml/2006/main">
  <p:tag name="AS_UNIQUEID" val="573"/>
</p:tagLst>
</file>

<file path=ppt/tags/tag54.xml><?xml version="1.0" encoding="utf-8"?>
<p:tagLst xmlns:p="http://schemas.openxmlformats.org/presentationml/2006/main">
  <p:tag name="AS_UNIQUEID" val="574"/>
</p:tagLst>
</file>

<file path=ppt/tags/tag55.xml><?xml version="1.0" encoding="utf-8"?>
<p:tagLst xmlns:p="http://schemas.openxmlformats.org/presentationml/2006/main">
  <p:tag name="AS_UNIQUEID" val="575"/>
</p:tagLst>
</file>

<file path=ppt/tags/tag56.xml><?xml version="1.0" encoding="utf-8"?>
<p:tagLst xmlns:p="http://schemas.openxmlformats.org/presentationml/2006/main">
  <p:tag name="AS_UNIQUEID" val="576"/>
  <p:tag name="KSO_WM_BEAUTIFY_FLAG" val=""/>
</p:tagLst>
</file>

<file path=ppt/tags/tag57.xml><?xml version="1.0" encoding="utf-8"?>
<p:tagLst xmlns:p="http://schemas.openxmlformats.org/presentationml/2006/main">
  <p:tag name="AS_UNIQUEID" val="577"/>
  <p:tag name="KSO_WM_BEAUTIFY_FLAG" val=""/>
</p:tagLst>
</file>

<file path=ppt/tags/tag58.xml><?xml version="1.0" encoding="utf-8"?>
<p:tagLst xmlns:p="http://schemas.openxmlformats.org/presentationml/2006/main">
  <p:tag name="AS_UNIQUEID" val="578"/>
  <p:tag name="KSO_WM_BEAUTIFY_FLAG" val=""/>
</p:tagLst>
</file>

<file path=ppt/tags/tag59.xml><?xml version="1.0" encoding="utf-8"?>
<p:tagLst xmlns:p="http://schemas.openxmlformats.org/presentationml/2006/main">
  <p:tag name="AS_UNIQUEID" val="579"/>
  <p:tag name="KSO_WM_BEAUTIFY_FLAG" val=""/>
</p:tagLst>
</file>

<file path=ppt/tags/tag60.xml><?xml version="1.0" encoding="utf-8"?>
<p:tagLst xmlns:p="http://schemas.openxmlformats.org/presentationml/2006/main">
  <p:tag name="AS_UNIQUEID" val="580"/>
  <p:tag name="KSO_WM_BEAUTIFY_FLAG" val=""/>
</p:tagLst>
</file>

<file path=ppt/tags/tag61.xml><?xml version="1.0" encoding="utf-8"?>
<p:tagLst xmlns:p="http://schemas.openxmlformats.org/presentationml/2006/main">
  <p:tag name="AS_UNIQUEID" val="581"/>
</p:tagLst>
</file>

<file path=ppt/tags/tag62.xml><?xml version="1.0" encoding="utf-8"?>
<p:tagLst xmlns:p="http://schemas.openxmlformats.org/presentationml/2006/main">
  <p:tag name="AS_UNIQUEID" val="582"/>
  <p:tag name="KSO_WM_BEAUTIFY_FLAG" val=""/>
</p:tagLst>
</file>

<file path=ppt/tags/tag63.xml><?xml version="1.0" encoding="utf-8"?>
<p:tagLst xmlns:p="http://schemas.openxmlformats.org/presentationml/2006/main">
  <p:tag name="AS_UNIQUEID" val="583"/>
  <p:tag name="KSO_WM_BEAUTIFY_FLAG" val=""/>
</p:tagLst>
</file>

<file path=ppt/tags/tag64.xml><?xml version="1.0" encoding="utf-8"?>
<p:tagLst xmlns:p="http://schemas.openxmlformats.org/presentationml/2006/main">
  <p:tag name="AS_UNIQUEID" val="584"/>
  <p:tag name="KSO_WM_BEAUTIFY_FLAG" val=""/>
</p:tagLst>
</file>

<file path=ppt/tags/tag65.xml><?xml version="1.0" encoding="utf-8"?>
<p:tagLst xmlns:p="http://schemas.openxmlformats.org/presentationml/2006/main">
  <p:tag name="AS_UNIQUEID" val="585"/>
  <p:tag name="KSO_WM_BEAUTIFY_FLAG" val=""/>
</p:tagLst>
</file>

<file path=ppt/tags/tag66.xml><?xml version="1.0" encoding="utf-8"?>
<p:tagLst xmlns:p="http://schemas.openxmlformats.org/presentationml/2006/main">
  <p:tag name="AS_UNIQUEID" val="586"/>
  <p:tag name="KSO_WM_BEAUTIFY_FLAG" val=""/>
</p:tagLst>
</file>

<file path=ppt/tags/tag67.xml><?xml version="1.0" encoding="utf-8"?>
<p:tagLst xmlns:p="http://schemas.openxmlformats.org/presentationml/2006/main">
  <p:tag name="AS_UNIQUEID" val="587"/>
  <p:tag name="KSO_WM_BEAUTIFY_FLAG" val=""/>
</p:tagLst>
</file>

<file path=ppt/tags/tag68.xml><?xml version="1.0" encoding="utf-8"?>
<p:tagLst xmlns:p="http://schemas.openxmlformats.org/presentationml/2006/main">
  <p:tag name="AS_UNIQUEID" val="588"/>
</p:tagLst>
</file>

<file path=ppt/tags/tag69.xml><?xml version="1.0" encoding="utf-8"?>
<p:tagLst xmlns:p="http://schemas.openxmlformats.org/presentationml/2006/main">
  <p:tag name="AS_UNIQUEID" val="589"/>
</p:tagLst>
</file>

<file path=ppt/tags/tag70.xml><?xml version="1.0" encoding="utf-8"?>
<p:tagLst xmlns:p="http://schemas.openxmlformats.org/presentationml/2006/main">
  <p:tag name="AS_UNIQUEID" val="590"/>
</p:tagLst>
</file>

<file path=ppt/tags/tag71.xml><?xml version="1.0" encoding="utf-8"?>
<p:tagLst xmlns:p="http://schemas.openxmlformats.org/presentationml/2006/main">
  <p:tag name="AS_UNIQUEID" val="591"/>
</p:tagLst>
</file>

<file path=ppt/tags/tag72.xml><?xml version="1.0" encoding="utf-8"?>
<p:tagLst xmlns:p="http://schemas.openxmlformats.org/presentationml/2006/main">
  <p:tag name="AS_UNIQUEID" val="592"/>
</p:tagLst>
</file>

<file path=ppt/tags/tag73.xml><?xml version="1.0" encoding="utf-8"?>
<p:tagLst xmlns:p="http://schemas.openxmlformats.org/presentationml/2006/main">
  <p:tag name="AS_UNIQUEID" val="593"/>
  <p:tag name="KSO_WM_DIAGRAM_VIRTUALLY_FRAME" val="{&quot;height&quot;:430.1414173228346,&quot;left&quot;:385.5,&quot;top&quot;:62,&quot;width&quot;:503.5}"/>
</p:tagLst>
</file>

<file path=ppt/tags/tag74.xml><?xml version="1.0" encoding="utf-8"?>
<p:tagLst xmlns:p="http://schemas.openxmlformats.org/presentationml/2006/main">
  <p:tag name="AS_UNIQUEID" val="594"/>
  <p:tag name="KSO_WM_DIAGRAM_VIRTUALLY_FRAME" val="{&quot;height&quot;:430.1414173228346,&quot;left&quot;:385.5,&quot;top&quot;:62,&quot;width&quot;:503.5}"/>
</p:tagLst>
</file>

<file path=ppt/tags/tag75.xml><?xml version="1.0" encoding="utf-8"?>
<p:tagLst xmlns:p="http://schemas.openxmlformats.org/presentationml/2006/main">
  <p:tag name="AS_UNIQUEID" val="595"/>
  <p:tag name="KSO_WM_DIAGRAM_VIRTUALLY_FRAME" val="{&quot;height&quot;:430.1414173228346,&quot;left&quot;:385.5,&quot;top&quot;:62,&quot;width&quot;:503.5}"/>
</p:tagLst>
</file>

<file path=ppt/tags/tag76.xml><?xml version="1.0" encoding="utf-8"?>
<p:tagLst xmlns:p="http://schemas.openxmlformats.org/presentationml/2006/main">
  <p:tag name="AS_UNIQUEID" val="596"/>
  <p:tag name="KSO_WM_DIAGRAM_VIRTUALLY_FRAME" val="{&quot;height&quot;:430.1414173228346,&quot;left&quot;:385.5,&quot;top&quot;:62,&quot;width&quot;:503.5}"/>
</p:tagLst>
</file>

<file path=ppt/tags/tag77.xml><?xml version="1.0" encoding="utf-8"?>
<p:tagLst xmlns:p="http://schemas.openxmlformats.org/presentationml/2006/main">
  <p:tag name="AS_UNIQUEID" val="597"/>
  <p:tag name="KSO_WM_DIAGRAM_VIRTUALLY_FRAME" val="{&quot;height&quot;:430.1414173228346,&quot;left&quot;:385.5,&quot;top&quot;:62,&quot;width&quot;:503.5}"/>
</p:tagLst>
</file>

<file path=ppt/tags/tag78.xml><?xml version="1.0" encoding="utf-8"?>
<p:tagLst xmlns:p="http://schemas.openxmlformats.org/presentationml/2006/main">
  <p:tag name="AS_UNIQUEID" val="598"/>
  <p:tag name="KSO_WM_DIAGRAM_VIRTUALLY_FRAME" val="{&quot;height&quot;:430.1414173228346,&quot;left&quot;:385.5,&quot;top&quot;:62,&quot;width&quot;:503.5}"/>
</p:tagLst>
</file>

<file path=ppt/tags/tag79.xml><?xml version="1.0" encoding="utf-8"?>
<p:tagLst xmlns:p="http://schemas.openxmlformats.org/presentationml/2006/main">
  <p:tag name="AS_UNIQUEID" val="599"/>
  <p:tag name="KSO_WM_DIAGRAM_VIRTUALLY_FRAME" val="{&quot;height&quot;:430.1414173228346,&quot;left&quot;:385.5,&quot;top&quot;:62,&quot;width&quot;:503.5}"/>
</p:tagLst>
</file>

<file path=ppt/tags/tag80.xml><?xml version="1.0" encoding="utf-8"?>
<p:tagLst xmlns:p="http://schemas.openxmlformats.org/presentationml/2006/main">
  <p:tag name="AS_UNIQUEID" val="600"/>
  <p:tag name="KSO_WM_DIAGRAM_VIRTUALLY_FRAME" val="{&quot;height&quot;:430.1414173228346,&quot;left&quot;:385.5,&quot;top&quot;:62,&quot;width&quot;:503.5}"/>
</p:tagLst>
</file>

<file path=ppt/tags/tag81.xml><?xml version="1.0" encoding="utf-8"?>
<p:tagLst xmlns:p="http://schemas.openxmlformats.org/presentationml/2006/main">
  <p:tag name="AS_UNIQUEID" val="601"/>
  <p:tag name="KSO_WM_DIAGRAM_VIRTUALLY_FRAME" val="{&quot;height&quot;:430.1414173228346,&quot;left&quot;:385.5,&quot;top&quot;:62,&quot;width&quot;:503.5}"/>
</p:tagLst>
</file>

<file path=ppt/tags/tag82.xml><?xml version="1.0" encoding="utf-8"?>
<p:tagLst xmlns:p="http://schemas.openxmlformats.org/presentationml/2006/main">
  <p:tag name="AS_UNIQUEID" val="602"/>
  <p:tag name="KSO_WM_DIAGRAM_VIRTUALLY_FRAME" val="{&quot;height&quot;:430.1414173228346,&quot;left&quot;:385.5,&quot;top&quot;:62,&quot;width&quot;:503.5}"/>
</p:tagLst>
</file>

<file path=ppt/tags/tag83.xml><?xml version="1.0" encoding="utf-8"?>
<p:tagLst xmlns:p="http://schemas.openxmlformats.org/presentationml/2006/main">
  <p:tag name="AS_UNIQUEID" val="603"/>
  <p:tag name="KSO_WM_DIAGRAM_VIRTUALLY_FRAME" val="{&quot;height&quot;:430.1414173228346,&quot;left&quot;:385.5,&quot;top&quot;:62,&quot;width&quot;:503.5}"/>
</p:tagLst>
</file>

<file path=ppt/tags/tag84.xml><?xml version="1.0" encoding="utf-8"?>
<p:tagLst xmlns:p="http://schemas.openxmlformats.org/presentationml/2006/main">
  <p:tag name="AS_UNIQUEID" val="604"/>
  <p:tag name="KSO_WM_DIAGRAM_VIRTUALLY_FRAME" val="{&quot;height&quot;:430.1414173228346,&quot;left&quot;:385.5,&quot;top&quot;:62,&quot;width&quot;:503.5}"/>
</p:tagLst>
</file>

<file path=ppt/tags/tag85.xml><?xml version="1.0" encoding="utf-8"?>
<p:tagLst xmlns:p="http://schemas.openxmlformats.org/presentationml/2006/main">
  <p:tag name="AS_UNIQUEID" val="605"/>
</p:tagLst>
</file>

<file path=ppt/tags/tag86.xml><?xml version="1.0" encoding="utf-8"?>
<p:tagLst xmlns:p="http://schemas.openxmlformats.org/presentationml/2006/main">
  <p:tag name="AS_UNIQUEID" val="606"/>
</p:tagLst>
</file>

<file path=ppt/tags/tag87.xml><?xml version="1.0" encoding="utf-8"?>
<p:tagLst xmlns:p="http://schemas.openxmlformats.org/presentationml/2006/main">
  <p:tag name="AS_UNIQUEID" val="607"/>
  <p:tag name="KSO_WM_BEAUTIFY_FLAG" val=""/>
</p:tagLst>
</file>

<file path=ppt/tags/tag88.xml><?xml version="1.0" encoding="utf-8"?>
<p:tagLst xmlns:p="http://schemas.openxmlformats.org/presentationml/2006/main">
  <p:tag name="AS_UNIQUEID" val="608"/>
  <p:tag name="KSO_WM_BEAUTIFY_FLAG" val=""/>
</p:tagLst>
</file>

<file path=ppt/tags/tag89.xml><?xml version="1.0" encoding="utf-8"?>
<p:tagLst xmlns:p="http://schemas.openxmlformats.org/presentationml/2006/main">
  <p:tag name="AS_UNIQUEID" val="609"/>
  <p:tag name="KSO_WM_BEAUTIFY_FLAG" val=""/>
</p:tagLst>
</file>

<file path=ppt/tags/tag90.xml><?xml version="1.0" encoding="utf-8"?>
<p:tagLst xmlns:p="http://schemas.openxmlformats.org/presentationml/2006/main">
  <p:tag name="AS_UNIQUEID" val="610"/>
  <p:tag name="KSO_WM_BEAUTIFY_FLAG" val=""/>
</p:tagLst>
</file>

<file path=ppt/tags/tag91.xml><?xml version="1.0" encoding="utf-8"?>
<p:tagLst xmlns:p="http://schemas.openxmlformats.org/presentationml/2006/main">
  <p:tag name="AS_UNIQUEID" val="611"/>
  <p:tag name="KSO_WM_BEAUTIFY_FLAG" val=""/>
</p:tagLst>
</file>

<file path=ppt/tags/tag92.xml><?xml version="1.0" encoding="utf-8"?>
<p:tagLst xmlns:p="http://schemas.openxmlformats.org/presentationml/2006/main">
  <p:tag name="AS_UNIQUEID" val="612"/>
  <p:tag name="KSO_WM_BEAUTIFY_FLAG" val=""/>
</p:tagLst>
</file>

<file path=ppt/tags/tag93.xml><?xml version="1.0" encoding="utf-8"?>
<p:tagLst xmlns:p="http://schemas.openxmlformats.org/presentationml/2006/main">
  <p:tag name="AS_UNIQUEID" val="613"/>
</p:tagLst>
</file>

<file path=ppt/tags/tag94.xml><?xml version="1.0" encoding="utf-8"?>
<p:tagLst xmlns:p="http://schemas.openxmlformats.org/presentationml/2006/main">
  <p:tag name="AS_UNIQUEID" val="614"/>
</p:tagLst>
</file>

<file path=ppt/tags/tag95.xml><?xml version="1.0" encoding="utf-8"?>
<p:tagLst xmlns:p="http://schemas.openxmlformats.org/presentationml/2006/main">
  <p:tag name="AS_UNIQUEID" val="615"/>
</p:tagLst>
</file>

<file path=ppt/tags/tag96.xml><?xml version="1.0" encoding="utf-8"?>
<p:tagLst xmlns:p="http://schemas.openxmlformats.org/presentationml/2006/main">
  <p:tag name="AS_UNIQUEID" val="616"/>
</p:tagLst>
</file>

<file path=ppt/tags/tag97.xml><?xml version="1.0" encoding="utf-8"?>
<p:tagLst xmlns:p="http://schemas.openxmlformats.org/presentationml/2006/main">
  <p:tag name="AS_UNIQUEID" val="617"/>
</p:tagLst>
</file>

<file path=ppt/tags/tag98.xml><?xml version="1.0" encoding="utf-8"?>
<p:tagLst xmlns:p="http://schemas.openxmlformats.org/presentationml/2006/main">
  <p:tag name="AS_UNIQUEID" val="618"/>
</p:tagLst>
</file>

<file path=ppt/tags/tag99.xml><?xml version="1.0" encoding="utf-8"?>
<p:tagLst xmlns:p="http://schemas.openxmlformats.org/presentationml/2006/main">
  <p:tag name="AS_UNIQUEID" val="619"/>
</p:tagLst>
</file>

<file path=ppt/tags/tag100.xml><?xml version="1.0" encoding="utf-8"?>
<p:tagLst xmlns:p="http://schemas.openxmlformats.org/presentationml/2006/main">
  <p:tag name="AS_UNIQUEID" val="620"/>
</p:tagLst>
</file>

<file path=ppt/tags/tag101.xml><?xml version="1.0" encoding="utf-8"?>
<p:tagLst xmlns:p="http://schemas.openxmlformats.org/presentationml/2006/main">
  <p:tag name="AS_UNIQUEID" val="621"/>
</p:tagLst>
</file>

<file path=ppt/tags/tag102.xml><?xml version="1.0" encoding="utf-8"?>
<p:tagLst xmlns:p="http://schemas.openxmlformats.org/presentationml/2006/main">
  <p:tag name="AS_UNIQUEID" val="622"/>
</p:tagLst>
</file>

<file path=ppt/tags/tag103.xml><?xml version="1.0" encoding="utf-8"?>
<p:tagLst xmlns:p="http://schemas.openxmlformats.org/presentationml/2006/main">
  <p:tag name="AS_UNIQUEID" val="623"/>
</p:tagLst>
</file>

<file path=ppt/tags/tag104.xml><?xml version="1.0" encoding="utf-8"?>
<p:tagLst xmlns:p="http://schemas.openxmlformats.org/presentationml/2006/main">
  <p:tag name="AS_UNIQUEID" val="624"/>
</p:tagLst>
</file>

<file path=ppt/tags/tag105.xml><?xml version="1.0" encoding="utf-8"?>
<p:tagLst xmlns:p="http://schemas.openxmlformats.org/presentationml/2006/main">
  <p:tag name="AS_UNIQUEID" val="625"/>
</p:tagLst>
</file>

<file path=ppt/tags/tag106.xml><?xml version="1.0" encoding="utf-8"?>
<p:tagLst xmlns:p="http://schemas.openxmlformats.org/presentationml/2006/main">
  <p:tag name="AS_UNIQUEID" val="626"/>
</p:tagLst>
</file>

<file path=ppt/tags/tag107.xml><?xml version="1.0" encoding="utf-8"?>
<p:tagLst xmlns:p="http://schemas.openxmlformats.org/presentationml/2006/main">
  <p:tag name="AS_UNIQUEID" val="627"/>
</p:tagLst>
</file>

<file path=ppt/tags/tag108.xml><?xml version="1.0" encoding="utf-8"?>
<p:tagLst xmlns:p="http://schemas.openxmlformats.org/presentationml/2006/main">
  <p:tag name="AS_UNIQUEID" val="628"/>
</p:tagLst>
</file>

<file path=ppt/tags/tag109.xml><?xml version="1.0" encoding="utf-8"?>
<p:tagLst xmlns:p="http://schemas.openxmlformats.org/presentationml/2006/main">
  <p:tag name="AS_UNIQUEID" val="629"/>
</p:tagLst>
</file>

<file path=ppt/tags/tag110.xml><?xml version="1.0" encoding="utf-8"?>
<p:tagLst xmlns:p="http://schemas.openxmlformats.org/presentationml/2006/main">
  <p:tag name="AS_UNIQUEID" val="630"/>
</p:tagLst>
</file>

<file path=ppt/tags/tag111.xml><?xml version="1.0" encoding="utf-8"?>
<p:tagLst xmlns:p="http://schemas.openxmlformats.org/presentationml/2006/main">
  <p:tag name="AS_UNIQUEID" val="631"/>
</p:tagLst>
</file>

<file path=ppt/tags/tag112.xml><?xml version="1.0" encoding="utf-8"?>
<p:tagLst xmlns:p="http://schemas.openxmlformats.org/presentationml/2006/main">
  <p:tag name="AS_UNIQUEID" val="632"/>
</p:tagLst>
</file>

<file path=ppt/tags/tag113.xml><?xml version="1.0" encoding="utf-8"?>
<p:tagLst xmlns:p="http://schemas.openxmlformats.org/presentationml/2006/main">
  <p:tag name="AS_UNIQUEID" val="633"/>
</p:tagLst>
</file>

<file path=ppt/tags/tag114.xml><?xml version="1.0" encoding="utf-8"?>
<p:tagLst xmlns:p="http://schemas.openxmlformats.org/presentationml/2006/main">
  <p:tag name="AS_UNIQUEID" val="634"/>
</p:tagLst>
</file>

<file path=ppt/tags/tag115.xml><?xml version="1.0" encoding="utf-8"?>
<p:tagLst xmlns:p="http://schemas.openxmlformats.org/presentationml/2006/main">
  <p:tag name="AS_UNIQUEID" val="635"/>
</p:tagLst>
</file>

<file path=ppt/tags/tag116.xml><?xml version="1.0" encoding="utf-8"?>
<p:tagLst xmlns:p="http://schemas.openxmlformats.org/presentationml/2006/main">
  <p:tag name="AS_UNIQUEID" val="636"/>
</p:tagLst>
</file>

<file path=ppt/tags/tag117.xml><?xml version="1.0" encoding="utf-8"?>
<p:tagLst xmlns:p="http://schemas.openxmlformats.org/presentationml/2006/main">
  <p:tag name="AS_UNIQUEID" val="637"/>
</p:tagLst>
</file>

<file path=ppt/tags/tag118.xml><?xml version="1.0" encoding="utf-8"?>
<p:tagLst xmlns:p="http://schemas.openxmlformats.org/presentationml/2006/main">
  <p:tag name="AS_UNIQUEID" val="638"/>
</p:tagLst>
</file>

<file path=ppt/tags/tag119.xml><?xml version="1.0" encoding="utf-8"?>
<p:tagLst xmlns:p="http://schemas.openxmlformats.org/presentationml/2006/main">
  <p:tag name="AS_UNIQUEID" val="639"/>
</p:tagLst>
</file>

<file path=ppt/tags/tag120.xml><?xml version="1.0" encoding="utf-8"?>
<p:tagLst xmlns:p="http://schemas.openxmlformats.org/presentationml/2006/main">
  <p:tag name="AS_UNIQUEID" val="640"/>
</p:tagLst>
</file>

<file path=ppt/tags/tag121.xml><?xml version="1.0" encoding="utf-8"?>
<p:tagLst xmlns:p="http://schemas.openxmlformats.org/presentationml/2006/main">
  <p:tag name="AS_UNIQUEID" val="641"/>
</p:tagLst>
</file>

<file path=ppt/tags/tag122.xml><?xml version="1.0" encoding="utf-8"?>
<p:tagLst xmlns:p="http://schemas.openxmlformats.org/presentationml/2006/main">
  <p:tag name="AS_UNIQUEID" val="642"/>
</p:tagLst>
</file>

<file path=ppt/tags/tag123.xml><?xml version="1.0" encoding="utf-8"?>
<p:tagLst xmlns:p="http://schemas.openxmlformats.org/presentationml/2006/main">
  <p:tag name="AS_UNIQUEID" val="643"/>
</p:tagLst>
</file>

<file path=ppt/tags/tag124.xml><?xml version="1.0" encoding="utf-8"?>
<p:tagLst xmlns:p="http://schemas.openxmlformats.org/presentationml/2006/main">
  <p:tag name="AS_UNIQUEID" val="644"/>
</p:tagLst>
</file>

<file path=ppt/tags/tag125.xml><?xml version="1.0" encoding="utf-8"?>
<p:tagLst xmlns:p="http://schemas.openxmlformats.org/presentationml/2006/main">
  <p:tag name="AS_UNIQUEID" val="645"/>
</p:tagLst>
</file>

<file path=ppt/tags/tag126.xml><?xml version="1.0" encoding="utf-8"?>
<p:tagLst xmlns:p="http://schemas.openxmlformats.org/presentationml/2006/main">
  <p:tag name="AS_UNIQUEID" val="646"/>
</p:tagLst>
</file>

<file path=ppt/tags/tag127.xml><?xml version="1.0" encoding="utf-8"?>
<p:tagLst xmlns:p="http://schemas.openxmlformats.org/presentationml/2006/main">
  <p:tag name="AS_UNIQUEID" val="647"/>
</p:tagLst>
</file>

<file path=ppt/tags/tag128.xml><?xml version="1.0" encoding="utf-8"?>
<p:tagLst xmlns:p="http://schemas.openxmlformats.org/presentationml/2006/main">
  <p:tag name="AS_UNIQUEID" val="648"/>
</p:tagLst>
</file>

<file path=ppt/tags/tag129.xml><?xml version="1.0" encoding="utf-8"?>
<p:tagLst xmlns:p="http://schemas.openxmlformats.org/presentationml/2006/main">
  <p:tag name="AS_UNIQUEID" val="649"/>
</p:tagLst>
</file>

<file path=ppt/tags/tag130.xml><?xml version="1.0" encoding="utf-8"?>
<p:tagLst xmlns:p="http://schemas.openxmlformats.org/presentationml/2006/main">
  <p:tag name="AS_UNIQUEID" val="650"/>
</p:tagLst>
</file>

<file path=ppt/tags/tag131.xml><?xml version="1.0" encoding="utf-8"?>
<p:tagLst xmlns:p="http://schemas.openxmlformats.org/presentationml/2006/main">
  <p:tag name="AS_UNIQUEID" val="651"/>
  <p:tag name="KSO_WM_BEAUTIFY_FLAG" val=""/>
</p:tagLst>
</file>

<file path=ppt/tags/tag132.xml><?xml version="1.0" encoding="utf-8"?>
<p:tagLst xmlns:p="http://schemas.openxmlformats.org/presentationml/2006/main">
  <p:tag name="AS_UNIQUEID" val="652"/>
</p:tagLst>
</file>

<file path=ppt/tags/tag133.xml><?xml version="1.0" encoding="utf-8"?>
<p:tagLst xmlns:p="http://schemas.openxmlformats.org/presentationml/2006/main">
  <p:tag name="AS_UNIQUEID" val="653"/>
  <p:tag name="KSO_WM_BEAUTIFY_FLAG" val=""/>
</p:tagLst>
</file>

<file path=ppt/tags/tag134.xml><?xml version="1.0" encoding="utf-8"?>
<p:tagLst xmlns:p="http://schemas.openxmlformats.org/presentationml/2006/main">
  <p:tag name="AS_UNIQUEID" val="654"/>
  <p:tag name="KSO_WM_BEAUTIFY_FLAG" val=""/>
</p:tagLst>
</file>

<file path=ppt/tags/tag135.xml><?xml version="1.0" encoding="utf-8"?>
<p:tagLst xmlns:p="http://schemas.openxmlformats.org/presentationml/2006/main">
  <p:tag name="AS_UNIQUEID" val="655"/>
</p:tagLst>
</file>

<file path=ppt/tags/tag136.xml><?xml version="1.0" encoding="utf-8"?>
<p:tagLst xmlns:p="http://schemas.openxmlformats.org/presentationml/2006/main">
  <p:tag name="AS_UNIQUEID" val="656"/>
</p:tagLst>
</file>

<file path=ppt/tags/tag137.xml><?xml version="1.0" encoding="utf-8"?>
<p:tagLst xmlns:p="http://schemas.openxmlformats.org/presentationml/2006/main">
  <p:tag name="AS_UNIQUEID" val="657"/>
</p:tagLst>
</file>

<file path=ppt/tags/tag138.xml><?xml version="1.0" encoding="utf-8"?>
<p:tagLst xmlns:p="http://schemas.openxmlformats.org/presentationml/2006/main">
  <p:tag name="AS_UNIQUEID" val="658"/>
  <p:tag name="KSO_WM_BEAUTIFY_FLAG" val=""/>
</p:tagLst>
</file>

<file path=ppt/tags/tag139.xml><?xml version="1.0" encoding="utf-8"?>
<p:tagLst xmlns:p="http://schemas.openxmlformats.org/presentationml/2006/main">
  <p:tag name="AS_UNIQUEID" val="659"/>
</p:tagLst>
</file>

<file path=ppt/tags/tag140.xml><?xml version="1.0" encoding="utf-8"?>
<p:tagLst xmlns:p="http://schemas.openxmlformats.org/presentationml/2006/main">
  <p:tag name="AS_UNIQUEID" val="660"/>
  <p:tag name="KSO_WM_DIAGRAM_VIRTUALLY_FRAME" val="{&quot;height&quot;:200.10771653543307,&quot;left&quot;:50.89181102362204,&quot;top&quot;:262.4422834645669,&quot;width&quot;:443.558188976378}"/>
</p:tagLst>
</file>

<file path=ppt/tags/tag141.xml><?xml version="1.0" encoding="utf-8"?>
<p:tagLst xmlns:p="http://schemas.openxmlformats.org/presentationml/2006/main">
  <p:tag name="AS_UNIQUEID" val="661"/>
</p:tagLst>
</file>

<file path=ppt/tags/tag142.xml><?xml version="1.0" encoding="utf-8"?>
<p:tagLst xmlns:p="http://schemas.openxmlformats.org/presentationml/2006/main">
  <p:tag name="AS_UNIQUEID" val="662"/>
  <p:tag name="KSO_WM_DIAGRAM_VIRTUALLY_FRAME" val="{&quot;height&quot;:200.10771653543307,&quot;left&quot;:50.89181102362204,&quot;top&quot;:262.4422834645669,&quot;width&quot;:443.558188976378}"/>
</p:tagLst>
</file>

<file path=ppt/tags/tag143.xml><?xml version="1.0" encoding="utf-8"?>
<p:tagLst xmlns:p="http://schemas.openxmlformats.org/presentationml/2006/main">
  <p:tag name="AS_UNIQUEID" val="663"/>
</p:tagLst>
</file>

<file path=ppt/tags/tag144.xml><?xml version="1.0" encoding="utf-8"?>
<p:tagLst xmlns:p="http://schemas.openxmlformats.org/presentationml/2006/main">
  <p:tag name="AS_UNIQUEID" val="664"/>
</p:tagLst>
</file>

<file path=ppt/tags/tag145.xml><?xml version="1.0" encoding="utf-8"?>
<p:tagLst xmlns:p="http://schemas.openxmlformats.org/presentationml/2006/main">
  <p:tag name="AS_UNIQUEID" val="665"/>
</p:tagLst>
</file>

<file path=ppt/tags/tag146.xml><?xml version="1.0" encoding="utf-8"?>
<p:tagLst xmlns:p="http://schemas.openxmlformats.org/presentationml/2006/main">
  <p:tag name="AS_UNIQUEID" val="666"/>
</p:tagLst>
</file>

<file path=ppt/tags/tag147.xml><?xml version="1.0" encoding="utf-8"?>
<p:tagLst xmlns:p="http://schemas.openxmlformats.org/presentationml/2006/main">
  <p:tag name="AS_UNIQUEID" val="667"/>
</p:tagLst>
</file>

<file path=ppt/tags/tag148.xml><?xml version="1.0" encoding="utf-8"?>
<p:tagLst xmlns:p="http://schemas.openxmlformats.org/presentationml/2006/main">
  <p:tag name="AS_UNIQUEID" val="668"/>
</p:tagLst>
</file>

<file path=ppt/tags/tag149.xml><?xml version="1.0" encoding="utf-8"?>
<p:tagLst xmlns:p="http://schemas.openxmlformats.org/presentationml/2006/main">
  <p:tag name="AS_UNIQUEID" val="669"/>
</p:tagLst>
</file>

<file path=ppt/tags/tag150.xml><?xml version="1.0" encoding="utf-8"?>
<p:tagLst xmlns:p="http://schemas.openxmlformats.org/presentationml/2006/main">
  <p:tag name="AS_UNIQUEID" val="670"/>
  <p:tag name="KSO_WM_BEAUTIFY_FLAG" val=""/>
</p:tagLst>
</file>

<file path=ppt/tags/tag151.xml><?xml version="1.0" encoding="utf-8"?>
<p:tagLst xmlns:p="http://schemas.openxmlformats.org/presentationml/2006/main">
  <p:tag name="AS_UNIQUEID" val="671"/>
  <p:tag name="KSO_WM_BEAUTIFY_FLAG" val=""/>
</p:tagLst>
</file>

<file path=ppt/tags/tag152.xml><?xml version="1.0" encoding="utf-8"?>
<p:tagLst xmlns:p="http://schemas.openxmlformats.org/presentationml/2006/main">
  <p:tag name="AS_UNIQUEID" val="672"/>
  <p:tag name="KSO_WM_BEAUTIFY_FLAG" val=""/>
</p:tagLst>
</file>

<file path=ppt/tags/tag153.xml><?xml version="1.0" encoding="utf-8"?>
<p:tagLst xmlns:p="http://schemas.openxmlformats.org/presentationml/2006/main">
  <p:tag name="AS_UNIQUEID" val="673"/>
  <p:tag name="KSO_WM_BEAUTIFY_FLAG" val=""/>
</p:tagLst>
</file>

<file path=ppt/tags/tag154.xml><?xml version="1.0" encoding="utf-8"?>
<p:tagLst xmlns:p="http://schemas.openxmlformats.org/presentationml/2006/main">
  <p:tag name="AS_UNIQUEID" val="674"/>
</p:tagLst>
</file>

<file path=ppt/tags/tag155.xml><?xml version="1.0" encoding="utf-8"?>
<p:tagLst xmlns:p="http://schemas.openxmlformats.org/presentationml/2006/main">
  <p:tag name="AS_UNIQUEID" val="675"/>
  <p:tag name="KSO_WM_BEAUTIFY_FLAG" val=""/>
  <p:tag name="KSO_WM_DIAGRAM_VIRTUALLY_FRAME" val="{&quot;height&quot;:200.10771653543307,&quot;left&quot;:50.89181102362204,&quot;top&quot;:262.4422834645669,&quot;width&quot;:443.558188976378}"/>
</p:tagLst>
</file>

<file path=ppt/tags/tag156.xml><?xml version="1.0" encoding="utf-8"?>
<p:tagLst xmlns:p="http://schemas.openxmlformats.org/presentationml/2006/main">
  <p:tag name="AS_UNIQUEID" val="676"/>
</p:tagLst>
</file>

<file path=ppt/tags/tag157.xml><?xml version="1.0" encoding="utf-8"?>
<p:tagLst xmlns:p="http://schemas.openxmlformats.org/presentationml/2006/main">
  <p:tag name="AS_UNIQUEID" val="677"/>
</p:tagLst>
</file>

<file path=ppt/tags/tag158.xml><?xml version="1.0" encoding="utf-8"?>
<p:tagLst xmlns:p="http://schemas.openxmlformats.org/presentationml/2006/main">
  <p:tag name="AS_UNIQUEID" val="678"/>
</p:tagLst>
</file>

<file path=ppt/tags/tag159.xml><?xml version="1.0" encoding="utf-8"?>
<p:tagLst xmlns:p="http://schemas.openxmlformats.org/presentationml/2006/main">
  <p:tag name="AS_UNIQUEID" val="679"/>
</p:tagLst>
</file>

<file path=ppt/tags/tag160.xml><?xml version="1.0" encoding="utf-8"?>
<p:tagLst xmlns:p="http://schemas.openxmlformats.org/presentationml/2006/main">
  <p:tag name="AS_UNIQUEID" val="680"/>
</p:tagLst>
</file>

<file path=ppt/tags/tag161.xml><?xml version="1.0" encoding="utf-8"?>
<p:tagLst xmlns:p="http://schemas.openxmlformats.org/presentationml/2006/main">
  <p:tag name="AS_UNIQUEID" val="681"/>
</p:tagLst>
</file>

<file path=ppt/tags/tag162.xml><?xml version="1.0" encoding="utf-8"?>
<p:tagLst xmlns:p="http://schemas.openxmlformats.org/presentationml/2006/main">
  <p:tag name="AS_UNIQUEID" val="682"/>
</p:tagLst>
</file>

<file path=ppt/tags/tag163.xml><?xml version="1.0" encoding="utf-8"?>
<p:tagLst xmlns:p="http://schemas.openxmlformats.org/presentationml/2006/main">
  <p:tag name="AS_UNIQUEID" val="683"/>
  <p:tag name="KSO_WM_BEAUTIFY_FLAG" val=""/>
</p:tagLst>
</file>

<file path=ppt/tags/tag164.xml><?xml version="1.0" encoding="utf-8"?>
<p:tagLst xmlns:p="http://schemas.openxmlformats.org/presentationml/2006/main">
  <p:tag name="AS_UNIQUEID" val="684"/>
  <p:tag name="KSO_WM_BEAUTIFY_FLAG" val=""/>
</p:tagLst>
</file>

<file path=ppt/tags/tag165.xml><?xml version="1.0" encoding="utf-8"?>
<p:tagLst xmlns:p="http://schemas.openxmlformats.org/presentationml/2006/main">
  <p:tag name="AS_UNIQUEID" val="685"/>
  <p:tag name="KSO_WM_BEAUTIFY_FLAG" val=""/>
</p:tagLst>
</file>

<file path=ppt/tags/tag166.xml><?xml version="1.0" encoding="utf-8"?>
<p:tagLst xmlns:p="http://schemas.openxmlformats.org/presentationml/2006/main">
  <p:tag name="AS_UNIQUEID" val="686"/>
</p:tagLst>
</file>

<file path=ppt/tags/tag167.xml><?xml version="1.0" encoding="utf-8"?>
<p:tagLst xmlns:p="http://schemas.openxmlformats.org/presentationml/2006/main">
  <p:tag name="AS_UNIQUEID" val="687"/>
</p:tagLst>
</file>

<file path=ppt/tags/tag168.xml><?xml version="1.0" encoding="utf-8"?>
<p:tagLst xmlns:p="http://schemas.openxmlformats.org/presentationml/2006/main">
  <p:tag name="AS_UNIQUEID" val="688"/>
  <p:tag name="KSO_WM_BEAUTIFY_FLAG" val=""/>
</p:tagLst>
</file>

<file path=ppt/tags/tag169.xml><?xml version="1.0" encoding="utf-8"?>
<p:tagLst xmlns:p="http://schemas.openxmlformats.org/presentationml/2006/main">
  <p:tag name="AS_UNIQUEID" val="689"/>
  <p:tag name="KSO_WM_BEAUTIFY_FLAG" val=""/>
</p:tagLst>
</file>

<file path=ppt/tags/tag170.xml><?xml version="1.0" encoding="utf-8"?>
<p:tagLst xmlns:p="http://schemas.openxmlformats.org/presentationml/2006/main">
  <p:tag name="AS_UNIQUEID" val="690"/>
  <p:tag name="KSO_WM_BEAUTIFY_FLAG" val=""/>
</p:tagLst>
</file>

<file path=ppt/tags/tag171.xml><?xml version="1.0" encoding="utf-8"?>
<p:tagLst xmlns:p="http://schemas.openxmlformats.org/presentationml/2006/main">
  <p:tag name="AS_UNIQUEID" val="691"/>
  <p:tag name="KSO_WM_BEAUTIFY_FLAG" val=""/>
</p:tagLst>
</file>

<file path=ppt/tags/tag172.xml><?xml version="1.0" encoding="utf-8"?>
<p:tagLst xmlns:p="http://schemas.openxmlformats.org/presentationml/2006/main">
  <p:tag name="AS_UNIQUEID" val="692"/>
  <p:tag name="KSO_WM_BEAUTIFY_FLAG" val=""/>
</p:tagLst>
</file>

<file path=ppt/tags/tag173.xml><?xml version="1.0" encoding="utf-8"?>
<p:tagLst xmlns:p="http://schemas.openxmlformats.org/presentationml/2006/main">
  <p:tag name="AS_UNIQUEID" val="693"/>
</p:tagLst>
</file>

<file path=ppt/tags/tag174.xml><?xml version="1.0" encoding="utf-8"?>
<p:tagLst xmlns:p="http://schemas.openxmlformats.org/presentationml/2006/main">
  <p:tag name="AS_UNIQUEID" val="694"/>
  <p:tag name="KSO_WM_BEAUTIFY_FLAG" val=""/>
</p:tagLst>
</file>

<file path=ppt/tags/tag175.xml><?xml version="1.0" encoding="utf-8"?>
<p:tagLst xmlns:p="http://schemas.openxmlformats.org/presentationml/2006/main">
  <p:tag name="AS_UNIQUEID" val="695"/>
  <p:tag name="KSO_WM_BEAUTIFY_FLAG" val=""/>
</p:tagLst>
</file>

<file path=ppt/tags/tag176.xml><?xml version="1.0" encoding="utf-8"?>
<p:tagLst xmlns:p="http://schemas.openxmlformats.org/presentationml/2006/main">
  <p:tag name="AS_UNIQUEID" val="696"/>
  <p:tag name="KSO_WM_BEAUTIFY_FLAG" val=""/>
</p:tagLst>
</file>

<file path=ppt/tags/tag177.xml><?xml version="1.0" encoding="utf-8"?>
<p:tagLst xmlns:p="http://schemas.openxmlformats.org/presentationml/2006/main">
  <p:tag name="AS_UNIQUEID" val="697"/>
  <p:tag name="KSO_WM_BEAUTIFY_FLAG" val=""/>
</p:tagLst>
</file>

<file path=ppt/tags/tag178.xml><?xml version="1.0" encoding="utf-8"?>
<p:tagLst xmlns:p="http://schemas.openxmlformats.org/presentationml/2006/main">
  <p:tag name="AS_UNIQUEID" val="698"/>
  <p:tag name="KSO_WM_BEAUTIFY_FLAG" val=""/>
</p:tagLst>
</file>

<file path=ppt/tags/tag179.xml><?xml version="1.0" encoding="utf-8"?>
<p:tagLst xmlns:p="http://schemas.openxmlformats.org/presentationml/2006/main">
  <p:tag name="AS_UNIQUEID" val="699"/>
  <p:tag name="KSO_WM_DIAGRAM_VIRTUALLY_FRAME" val="{&quot;height&quot;:279.9,&quot;left&quot;:49.9,&quot;top&quot;:194.45,&quot;width&quot;:862.8}"/>
</p:tagLst>
</file>

<file path=ppt/tags/tag180.xml><?xml version="1.0" encoding="utf-8"?>
<p:tagLst xmlns:p="http://schemas.openxmlformats.org/presentationml/2006/main">
  <p:tag name="AS_UNIQUEID" val="700"/>
  <p:tag name="KSO_WM_DIAGRAM_VIRTUALLY_FRAME" val="{&quot;height&quot;:279.9,&quot;left&quot;:49.9,&quot;top&quot;:194.45,&quot;width&quot;:862.8}"/>
</p:tagLst>
</file>

<file path=ppt/tags/tag181.xml><?xml version="1.0" encoding="utf-8"?>
<p:tagLst xmlns:p="http://schemas.openxmlformats.org/presentationml/2006/main">
  <p:tag name="AS_UNIQUEID" val="701"/>
  <p:tag name="KSO_WM_DIAGRAM_VIRTUALLY_FRAME" val="{&quot;height&quot;:279.9,&quot;left&quot;:49.9,&quot;top&quot;:194.45,&quot;width&quot;:862.8}"/>
</p:tagLst>
</file>

<file path=ppt/tags/tag182.xml><?xml version="1.0" encoding="utf-8"?>
<p:tagLst xmlns:p="http://schemas.openxmlformats.org/presentationml/2006/main">
  <p:tag name="AS_UNIQUEID" val="702"/>
  <p:tag name="KSO_WM_DIAGRAM_VIRTUALLY_FRAME" val="{&quot;height&quot;:279.9,&quot;left&quot;:49.9,&quot;top&quot;:194.45,&quot;width&quot;:862.8}"/>
</p:tagLst>
</file>

<file path=ppt/tags/tag183.xml><?xml version="1.0" encoding="utf-8"?>
<p:tagLst xmlns:p="http://schemas.openxmlformats.org/presentationml/2006/main">
  <p:tag name="AS_UNIQUEID" val="703"/>
  <p:tag name="KSO_WM_DIAGRAM_VIRTUALLY_FRAME" val="{&quot;height&quot;:279.9,&quot;left&quot;:49.9,&quot;top&quot;:194.45,&quot;width&quot;:862.8}"/>
</p:tagLst>
</file>

<file path=ppt/tags/tag184.xml><?xml version="1.0" encoding="utf-8"?>
<p:tagLst xmlns:p="http://schemas.openxmlformats.org/presentationml/2006/main">
  <p:tag name="AS_UNIQUEID" val="704"/>
  <p:tag name="KSO_WM_BEAUTIFY_FLAG" val=""/>
  <p:tag name="KSO_WM_DIAGRAM_VIRTUALLY_FRAME" val="{&quot;height&quot;:279.9,&quot;left&quot;:49.9,&quot;top&quot;:194.45,&quot;width&quot;:862.8}"/>
</p:tagLst>
</file>

<file path=ppt/tags/tag185.xml><?xml version="1.0" encoding="utf-8"?>
<p:tagLst xmlns:p="http://schemas.openxmlformats.org/presentationml/2006/main">
  <p:tag name="AS_UNIQUEID" val="705"/>
  <p:tag name="KSO_WM_DIAGRAM_VIRTUALLY_FRAME" val="{&quot;height&quot;:279.9,&quot;left&quot;:49.9,&quot;top&quot;:194.45,&quot;width&quot;:862.8}"/>
</p:tagLst>
</file>

<file path=ppt/tags/tag186.xml><?xml version="1.0" encoding="utf-8"?>
<p:tagLst xmlns:p="http://schemas.openxmlformats.org/presentationml/2006/main">
  <p:tag name="AS_UNIQUEID" val="706"/>
  <p:tag name="KSO_WM_DIAGRAM_VIRTUALLY_FRAME" val="{&quot;height&quot;:279.9,&quot;left&quot;:49.9,&quot;top&quot;:194.45,&quot;width&quot;:862.8}"/>
</p:tagLst>
</file>

<file path=ppt/tags/tag187.xml><?xml version="1.0" encoding="utf-8"?>
<p:tagLst xmlns:p="http://schemas.openxmlformats.org/presentationml/2006/main">
  <p:tag name="AS_UNIQUEID" val="707"/>
  <p:tag name="KSO_WM_BEAUTIFY_FLAG" val=""/>
  <p:tag name="KSO_WM_DIAGRAM_VIRTUALLY_FRAME" val="{&quot;height&quot;:279.9,&quot;left&quot;:49.9,&quot;top&quot;:194.45,&quot;width&quot;:862.8}"/>
</p:tagLst>
</file>

<file path=ppt/tags/tag188.xml><?xml version="1.0" encoding="utf-8"?>
<p:tagLst xmlns:p="http://schemas.openxmlformats.org/presentationml/2006/main">
  <p:tag name="AS_UNIQUEID" val="708"/>
  <p:tag name="KSO_WM_DIAGRAM_VIRTUALLY_FRAME" val="{&quot;height&quot;:279.9,&quot;left&quot;:49.9,&quot;top&quot;:194.45,&quot;width&quot;:862.8}"/>
</p:tagLst>
</file>

<file path=ppt/tags/tag189.xml><?xml version="1.0" encoding="utf-8"?>
<p:tagLst xmlns:p="http://schemas.openxmlformats.org/presentationml/2006/main">
  <p:tag name="AS_UNIQUEID" val="709"/>
  <p:tag name="KSO_WM_DIAGRAM_VIRTUALLY_FRAME" val="{&quot;height&quot;:279.9,&quot;left&quot;:49.9,&quot;top&quot;:194.45,&quot;width&quot;:862.8}"/>
</p:tagLst>
</file>

<file path=ppt/tags/tag190.xml><?xml version="1.0" encoding="utf-8"?>
<p:tagLst xmlns:p="http://schemas.openxmlformats.org/presentationml/2006/main">
  <p:tag name="AS_UNIQUEID" val="710"/>
  <p:tag name="KSO_WM_BEAUTIFY_FLAG" val=""/>
  <p:tag name="KSO_WM_DIAGRAM_VIRTUALLY_FRAME" val="{&quot;height&quot;:279.9,&quot;left&quot;:49.9,&quot;top&quot;:194.45,&quot;width&quot;:862.8}"/>
</p:tagLst>
</file>

<file path=ppt/tags/tag191.xml><?xml version="1.0" encoding="utf-8"?>
<p:tagLst xmlns:p="http://schemas.openxmlformats.org/presentationml/2006/main">
  <p:tag name="AS_UNIQUEID" val="711"/>
  <p:tag name="KSO_WM_DIAGRAM_VIRTUALLY_FRAME" val="{&quot;height&quot;:279.9,&quot;left&quot;:49.9,&quot;top&quot;:194.45,&quot;width&quot;:862.8}"/>
</p:tagLst>
</file>

<file path=ppt/tags/tag192.xml><?xml version="1.0" encoding="utf-8"?>
<p:tagLst xmlns:p="http://schemas.openxmlformats.org/presentationml/2006/main">
  <p:tag name="AS_UNIQUEID" val="712"/>
  <p:tag name="KSO_WM_DIAGRAM_VIRTUALLY_FRAME" val="{&quot;height&quot;:279.9,&quot;left&quot;:49.9,&quot;top&quot;:194.45,&quot;width&quot;:862.8}"/>
</p:tagLst>
</file>

<file path=ppt/tags/tag193.xml><?xml version="1.0" encoding="utf-8"?>
<p:tagLst xmlns:p="http://schemas.openxmlformats.org/presentationml/2006/main">
  <p:tag name="AS_UNIQUEID" val="713"/>
  <p:tag name="KSO_WM_BEAUTIFY_FLAG" val=""/>
  <p:tag name="KSO_WM_DIAGRAM_VIRTUALLY_FRAME" val="{&quot;height&quot;:279.9,&quot;left&quot;:49.9,&quot;top&quot;:194.45,&quot;width&quot;:862.8}"/>
</p:tagLst>
</file>

<file path=ppt/tags/tag194.xml><?xml version="1.0" encoding="utf-8"?>
<p:tagLst xmlns:p="http://schemas.openxmlformats.org/presentationml/2006/main">
  <p:tag name="AS_UNIQUEID" val="714"/>
  <p:tag name="KSO_WM_DIAGRAM_VIRTUALLY_FRAME" val="{&quot;height&quot;:279.9,&quot;left&quot;:49.9,&quot;top&quot;:194.45,&quot;width&quot;:862.8}"/>
</p:tagLst>
</file>

<file path=ppt/tags/tag195.xml><?xml version="1.0" encoding="utf-8"?>
<p:tagLst xmlns:p="http://schemas.openxmlformats.org/presentationml/2006/main">
  <p:tag name="AS_UNIQUEID" val="715"/>
  <p:tag name="KSO_WM_BEAUTIFY_FLAG" val=""/>
  <p:tag name="KSO_WM_DIAGRAM_VIRTUALLY_FRAME" val="{&quot;height&quot;:279.9,&quot;left&quot;:49.9,&quot;top&quot;:194.45,&quot;width&quot;:862.8}"/>
</p:tagLst>
</file>

<file path=ppt/tags/tag196.xml><?xml version="1.0" encoding="utf-8"?>
<p:tagLst xmlns:p="http://schemas.openxmlformats.org/presentationml/2006/main">
  <p:tag name="AS_UNIQUEID" val="716"/>
  <p:tag name="KSO_WM_BEAUTIFY_FLAG" val=""/>
  <p:tag name="KSO_WM_DIAGRAM_VIRTUALLY_FRAME" val="{&quot;height&quot;:279.9,&quot;left&quot;:49.9,&quot;top&quot;:194.45,&quot;width&quot;:862.8}"/>
</p:tagLst>
</file>

<file path=ppt/tags/tag197.xml><?xml version="1.0" encoding="utf-8"?>
<p:tagLst xmlns:p="http://schemas.openxmlformats.org/presentationml/2006/main">
  <p:tag name="AS_UNIQUEID" val="717"/>
</p:tagLst>
</file>

<file path=ppt/tags/tag198.xml><?xml version="1.0" encoding="utf-8"?>
<p:tagLst xmlns:p="http://schemas.openxmlformats.org/presentationml/2006/main">
  <p:tag name="AS_UNIQUEID" val="718"/>
</p:tagLst>
</file>

<file path=ppt/tags/tag199.xml><?xml version="1.0" encoding="utf-8"?>
<p:tagLst xmlns:p="http://schemas.openxmlformats.org/presentationml/2006/main">
  <p:tag name="AS_UNIQUEID" val="719"/>
</p:tagLst>
</file>

<file path=ppt/tags/tag200.xml><?xml version="1.0" encoding="utf-8"?>
<p:tagLst xmlns:p="http://schemas.openxmlformats.org/presentationml/2006/main">
  <p:tag name="AS_UNIQUEID" val="720"/>
</p:tagLst>
</file>

<file path=ppt/tags/tag201.xml><?xml version="1.0" encoding="utf-8"?>
<p:tagLst xmlns:p="http://schemas.openxmlformats.org/presentationml/2006/main">
  <p:tag name="AS_UNIQUEID" val="721"/>
</p:tagLst>
</file>

<file path=ppt/tags/tag202.xml><?xml version="1.0" encoding="utf-8"?>
<p:tagLst xmlns:p="http://schemas.openxmlformats.org/presentationml/2006/main">
  <p:tag name="AS_UNIQUEID" val="722"/>
  <p:tag name="KSO_WM_BEAUTIFY_FLAG" val=""/>
</p:tagLst>
</file>

<file path=ppt/tags/tag203.xml><?xml version="1.0" encoding="utf-8"?>
<p:tagLst xmlns:p="http://schemas.openxmlformats.org/presentationml/2006/main">
  <p:tag name="AS_UNIQUEID" val="723"/>
  <p:tag name="KSO_WM_BEAUTIFY_FLAG" val=""/>
</p:tagLst>
</file>

<file path=ppt/tags/tag204.xml><?xml version="1.0" encoding="utf-8"?>
<p:tagLst xmlns:p="http://schemas.openxmlformats.org/presentationml/2006/main">
  <p:tag name="AS_UNIQUEID" val="724"/>
  <p:tag name="KSO_WM_BEAUTIFY_FLAG" val=""/>
</p:tagLst>
</file>

<file path=ppt/tags/tag205.xml><?xml version="1.0" encoding="utf-8"?>
<p:tagLst xmlns:p="http://schemas.openxmlformats.org/presentationml/2006/main">
  <p:tag name="AS_UNIQUEID" val="725"/>
</p:tagLst>
</file>

<file path=ppt/tags/tag206.xml><?xml version="1.0" encoding="utf-8"?>
<p:tagLst xmlns:p="http://schemas.openxmlformats.org/presentationml/2006/main">
  <p:tag name="AS_UNIQUEID" val="726"/>
</p:tagLst>
</file>

<file path=ppt/tags/tag207.xml><?xml version="1.0" encoding="utf-8"?>
<p:tagLst xmlns:p="http://schemas.openxmlformats.org/presentationml/2006/main">
  <p:tag name="AS_UNIQUEID" val="727"/>
  <p:tag name="KSO_WM_BEAUTIFY_FLAG" val=""/>
</p:tagLst>
</file>

<file path=ppt/tags/tag208.xml><?xml version="1.0" encoding="utf-8"?>
<p:tagLst xmlns:p="http://schemas.openxmlformats.org/presentationml/2006/main">
  <p:tag name="AS_UNIQUEID" val="728"/>
  <p:tag name="KSO_WM_BEAUTIFY_FLAG" val=""/>
</p:tagLst>
</file>

<file path=ppt/tags/tag209.xml><?xml version="1.0" encoding="utf-8"?>
<p:tagLst xmlns:p="http://schemas.openxmlformats.org/presentationml/2006/main">
  <p:tag name="AS_UNIQUEID" val="729"/>
  <p:tag name="KSO_WM_BEAUTIFY_FLAG" val=""/>
</p:tagLst>
</file>

<file path=ppt/tags/tag210.xml><?xml version="1.0" encoding="utf-8"?>
<p:tagLst xmlns:p="http://schemas.openxmlformats.org/presentationml/2006/main">
  <p:tag name="AS_UNIQUEID" val="730"/>
  <p:tag name="KSO_WM_BEAUTIFY_FLAG" val=""/>
</p:tagLst>
</file>

<file path=ppt/tags/tag211.xml><?xml version="1.0" encoding="utf-8"?>
<p:tagLst xmlns:p="http://schemas.openxmlformats.org/presentationml/2006/main">
  <p:tag name="AS_UNIQUEID" val="731"/>
  <p:tag name="KSO_WM_BEAUTIFY_FLAG" val=""/>
</p:tagLst>
</file>

<file path=ppt/tags/tag212.xml><?xml version="1.0" encoding="utf-8"?>
<p:tagLst xmlns:p="http://schemas.openxmlformats.org/presentationml/2006/main">
  <p:tag name="AS_UNIQUEID" val="732"/>
</p:tagLst>
</file>

<file path=ppt/tags/tag213.xml><?xml version="1.0" encoding="utf-8"?>
<p:tagLst xmlns:p="http://schemas.openxmlformats.org/presentationml/2006/main">
  <p:tag name="AS_UNIQUEID" val="733"/>
  <p:tag name="KSO_WM_BEAUTIFY_FLAG" val=""/>
</p:tagLst>
</file>

<file path=ppt/tags/tag214.xml><?xml version="1.0" encoding="utf-8"?>
<p:tagLst xmlns:p="http://schemas.openxmlformats.org/presentationml/2006/main">
  <p:tag name="AS_UNIQUEID" val="734"/>
  <p:tag name="KSO_WM_BEAUTIFY_FLAG" val=""/>
</p:tagLst>
</file>

<file path=ppt/tags/tag215.xml><?xml version="1.0" encoding="utf-8"?>
<p:tagLst xmlns:p="http://schemas.openxmlformats.org/presentationml/2006/main">
  <p:tag name="AS_UNIQUEID" val="735"/>
  <p:tag name="KSO_WM_BEAUTIFY_FLAG" val=""/>
</p:tagLst>
</file>

<file path=ppt/tags/tag216.xml><?xml version="1.0" encoding="utf-8"?>
<p:tagLst xmlns:p="http://schemas.openxmlformats.org/presentationml/2006/main">
  <p:tag name="AS_UNIQUEID" val="736"/>
  <p:tag name="KSO_WM_BEAUTIFY_FLAG" val=""/>
</p:tagLst>
</file>

<file path=ppt/tags/tag217.xml><?xml version="1.0" encoding="utf-8"?>
<p:tagLst xmlns:p="http://schemas.openxmlformats.org/presentationml/2006/main">
  <p:tag name="AS_UNIQUEID" val="737"/>
  <p:tag name="KSO_WM_BEAUTIFY_FLAG" val=""/>
</p:tagLst>
</file>

<file path=ppt/tags/tag218.xml><?xml version="1.0" encoding="utf-8"?>
<p:tagLst xmlns:p="http://schemas.openxmlformats.org/presentationml/2006/main">
  <p:tag name="AS_UNIQUEID" val="738"/>
</p:tagLst>
</file>

<file path=ppt/tags/tag219.xml><?xml version="1.0" encoding="utf-8"?>
<p:tagLst xmlns:p="http://schemas.openxmlformats.org/presentationml/2006/main">
  <p:tag name="AS_UNIQUEID" val="739"/>
  <p:tag name="KSO_WM_BEAUTIFY_FLAG" val=""/>
  <p:tag name="KSO_WM_DIAGRAM_VIRTUALLY_FRAME" val="{&quot;height&quot;:354.2,&quot;left&quot;:15.5,&quot;top&quot;:92.95,&quot;width&quot;:430.95}"/>
</p:tagLst>
</file>

<file path=ppt/tags/tag220.xml><?xml version="1.0" encoding="utf-8"?>
<p:tagLst xmlns:p="http://schemas.openxmlformats.org/presentationml/2006/main">
  <p:tag name="AS_UNIQUEID" val="740"/>
  <p:tag name="KSO_WM_BEAUTIFY_FLAG" val=""/>
  <p:tag name="KSO_WM_DIAGRAM_VIRTUALLY_FRAME" val="{&quot;height&quot;:354.2,&quot;left&quot;:15.5,&quot;top&quot;:92.95,&quot;width&quot;:430.95}"/>
</p:tagLst>
</file>

<file path=ppt/tags/tag221.xml><?xml version="1.0" encoding="utf-8"?>
<p:tagLst xmlns:p="http://schemas.openxmlformats.org/presentationml/2006/main">
  <p:tag name="AS_UNIQUEID" val="741"/>
  <p:tag name="KSO_WM_BEAUTIFY_FLAG" val=""/>
  <p:tag name="KSO_WM_DIAGRAM_VIRTUALLY_FRAME" val="{&quot;height&quot;:354.2,&quot;left&quot;:15.5,&quot;top&quot;:92.95,&quot;width&quot;:430.95}"/>
</p:tagLst>
</file>

<file path=ppt/tags/tag222.xml><?xml version="1.0" encoding="utf-8"?>
<p:tagLst xmlns:p="http://schemas.openxmlformats.org/presentationml/2006/main">
  <p:tag name="AS_UNIQUEID" val="742"/>
  <p:tag name="KSO_WM_BEAUTIFY_FLAG" val=""/>
  <p:tag name="KSO_WM_DIAGRAM_VIRTUALLY_FRAME" val="{&quot;height&quot;:354.2,&quot;left&quot;:15.5,&quot;top&quot;:92.95,&quot;width&quot;:430.95}"/>
</p:tagLst>
</file>

<file path=ppt/tags/tag223.xml><?xml version="1.0" encoding="utf-8"?>
<p:tagLst xmlns:p="http://schemas.openxmlformats.org/presentationml/2006/main">
  <p:tag name="AS_UNIQUEID" val="743"/>
  <p:tag name="KSO_WM_BEAUTIFY_FLAG" val=""/>
  <p:tag name="KSO_WM_DIAGRAM_VIRTUALLY_FRAME" val="{&quot;height&quot;:354.2,&quot;left&quot;:15.5,&quot;top&quot;:92.95,&quot;width&quot;:430.95}"/>
</p:tagLst>
</file>

<file path=ppt/tags/tag224.xml><?xml version="1.0" encoding="utf-8"?>
<p:tagLst xmlns:p="http://schemas.openxmlformats.org/presentationml/2006/main">
  <p:tag name="AS_UNIQUEID" val="744"/>
  <p:tag name="KSO_WM_BEAUTIFY_FLAG" val=""/>
  <p:tag name="KSO_WM_DIAGRAM_VIRTUALLY_FRAME" val="{&quot;height&quot;:354.2,&quot;left&quot;:15.5,&quot;top&quot;:92.95,&quot;width&quot;:430.95}"/>
</p:tagLst>
</file>

<file path=ppt/tags/tag225.xml><?xml version="1.0" encoding="utf-8"?>
<p:tagLst xmlns:p="http://schemas.openxmlformats.org/presentationml/2006/main">
  <p:tag name="AS_UNIQUEID" val="745"/>
  <p:tag name="KSO_WM_BEAUTIFY_FLAG" val=""/>
  <p:tag name="KSO_WM_DIAGRAM_VIRTUALLY_FRAME" val="{&quot;height&quot;:354.2,&quot;left&quot;:15.5,&quot;top&quot;:92.95,&quot;width&quot;:430.95}"/>
</p:tagLst>
</file>

<file path=ppt/tags/tag226.xml><?xml version="1.0" encoding="utf-8"?>
<p:tagLst xmlns:p="http://schemas.openxmlformats.org/presentationml/2006/main">
  <p:tag name="AS_UNIQUEID" val="746"/>
  <p:tag name="KSO_WM_BEAUTIFY_FLAG" val=""/>
  <p:tag name="KSO_WM_DIAGRAM_VIRTUALLY_FRAME" val="{&quot;height&quot;:354.2,&quot;left&quot;:15.5,&quot;top&quot;:92.95,&quot;width&quot;:430.95}"/>
</p:tagLst>
</file>

<file path=ppt/tags/tag227.xml><?xml version="1.0" encoding="utf-8"?>
<p:tagLst xmlns:p="http://schemas.openxmlformats.org/presentationml/2006/main">
  <p:tag name="AS_UNIQUEID" val="747"/>
  <p:tag name="KSO_WM_BEAUTIFY_FLAG" val=""/>
  <p:tag name="KSO_WM_DIAGRAM_VIRTUALLY_FRAME" val="{&quot;height&quot;:354.2,&quot;left&quot;:15.5,&quot;top&quot;:92.95,&quot;width&quot;:430.95}"/>
</p:tagLst>
</file>

<file path=ppt/tags/tag228.xml><?xml version="1.0" encoding="utf-8"?>
<p:tagLst xmlns:p="http://schemas.openxmlformats.org/presentationml/2006/main">
  <p:tag name="AS_UNIQUEID" val="748"/>
  <p:tag name="KSO_WM_BEAUTIFY_FLAG" val=""/>
  <p:tag name="KSO_WM_DIAGRAM_VIRTUALLY_FRAME" val="{&quot;height&quot;:354.2,&quot;left&quot;:15.5,&quot;top&quot;:92.95,&quot;width&quot;:430.95}"/>
</p:tagLst>
</file>

<file path=ppt/tags/tag229.xml><?xml version="1.0" encoding="utf-8"?>
<p:tagLst xmlns:p="http://schemas.openxmlformats.org/presentationml/2006/main">
  <p:tag name="AS_UNIQUEID" val="749"/>
  <p:tag name="KSO_WM_BEAUTIFY_FLAG" val=""/>
  <p:tag name="KSO_WM_DIAGRAM_VIRTUALLY_FRAME" val="{&quot;height&quot;:354.2,&quot;left&quot;:15.5,&quot;top&quot;:92.95,&quot;width&quot;:430.95}"/>
</p:tagLst>
</file>

<file path=ppt/tags/tag230.xml><?xml version="1.0" encoding="utf-8"?>
<p:tagLst xmlns:p="http://schemas.openxmlformats.org/presentationml/2006/main">
  <p:tag name="AS_UNIQUEID" val="750"/>
  <p:tag name="KSO_WM_BEAUTIFY_FLAG" val=""/>
  <p:tag name="KSO_WM_DIAGRAM_VIRTUALLY_FRAME" val="{&quot;height&quot;:354.2,&quot;left&quot;:15.5,&quot;top&quot;:92.95,&quot;width&quot;:430.95}"/>
</p:tagLst>
</file>

<file path=ppt/tags/tag231.xml><?xml version="1.0" encoding="utf-8"?>
<p:tagLst xmlns:p="http://schemas.openxmlformats.org/presentationml/2006/main">
  <p:tag name="AS_UNIQUEID" val="751"/>
</p:tagLst>
</file>

<file path=ppt/tags/tag232.xml><?xml version="1.0" encoding="utf-8"?>
<p:tagLst xmlns:p="http://schemas.openxmlformats.org/presentationml/2006/main">
  <p:tag name="AS_UNIQUEID" val="752"/>
</p:tagLst>
</file>

<file path=ppt/tags/tag233.xml><?xml version="1.0" encoding="utf-8"?>
<p:tagLst xmlns:p="http://schemas.openxmlformats.org/presentationml/2006/main">
  <p:tag name="AS_UNIQUEID" val="753"/>
  <p:tag name="KSO_WM_BEAUTIFY_FLAG" val=""/>
</p:tagLst>
</file>

<file path=ppt/tags/tag234.xml><?xml version="1.0" encoding="utf-8"?>
<p:tagLst xmlns:p="http://schemas.openxmlformats.org/presentationml/2006/main">
  <p:tag name="AS_UNIQUEID" val="754"/>
</p:tagLst>
</file>

<file path=ppt/tags/tag235.xml><?xml version="1.0" encoding="utf-8"?>
<p:tagLst xmlns:p="http://schemas.openxmlformats.org/presentationml/2006/main">
  <p:tag name="AS_UNIQUEID" val="755"/>
  <p:tag name="KSO_WM_BEAUTIFY_FLAG" val=""/>
</p:tagLst>
</file>

<file path=ppt/tags/tag236.xml><?xml version="1.0" encoding="utf-8"?>
<p:tagLst xmlns:p="http://schemas.openxmlformats.org/presentationml/2006/main">
  <p:tag name="AS_UNIQUEID" val="756"/>
  <p:tag name="KSO_WM_BEAUTIFY_FLAG" val=""/>
</p:tagLst>
</file>

<file path=ppt/tags/tag237.xml><?xml version="1.0" encoding="utf-8"?>
<p:tagLst xmlns:p="http://schemas.openxmlformats.org/presentationml/2006/main">
  <p:tag name="AS_UNIQUEID" val="757"/>
</p:tagLst>
</file>

<file path=ppt/tags/tag238.xml><?xml version="1.0" encoding="utf-8"?>
<p:tagLst xmlns:p="http://schemas.openxmlformats.org/presentationml/2006/main">
  <p:tag name="AS_UNIQUEID" val="758"/>
  <p:tag name="KSO_WM_BEAUTIFY_FLAG" val=""/>
</p:tagLst>
</file>

<file path=ppt/tags/tag239.xml><?xml version="1.0" encoding="utf-8"?>
<p:tagLst xmlns:p="http://schemas.openxmlformats.org/presentationml/2006/main">
  <p:tag name="AS_UNIQUEID" val="759"/>
  <p:tag name="KSO_WM_BEAUTIFY_FLAG" val=""/>
</p:tagLst>
</file>

<file path=ppt/tags/tag240.xml><?xml version="1.0" encoding="utf-8"?>
<p:tagLst xmlns:p="http://schemas.openxmlformats.org/presentationml/2006/main">
  <p:tag name="AS_UNIQUEID" val="760"/>
</p:tagLst>
</file>

<file path=ppt/tags/tag241.xml><?xml version="1.0" encoding="utf-8"?>
<p:tagLst xmlns:p="http://schemas.openxmlformats.org/presentationml/2006/main">
  <p:tag name="AS_UNIQUEID" val="761"/>
  <p:tag name="KSO_WM_BEAUTIFY_FLAG" val=""/>
</p:tagLst>
</file>

<file path=ppt/tags/tag242.xml><?xml version="1.0" encoding="utf-8"?>
<p:tagLst xmlns:p="http://schemas.openxmlformats.org/presentationml/2006/main">
  <p:tag name="AS_UNIQUEID" val="762"/>
  <p:tag name="KSO_WM_BEAUTIFY_FLAG" val=""/>
</p:tagLst>
</file>

<file path=ppt/tags/tag243.xml><?xml version="1.0" encoding="utf-8"?>
<p:tagLst xmlns:p="http://schemas.openxmlformats.org/presentationml/2006/main">
  <p:tag name="AS_UNIQUEID" val="763"/>
</p:tagLst>
</file>

<file path=ppt/tags/tag244.xml><?xml version="1.0" encoding="utf-8"?>
<p:tagLst xmlns:p="http://schemas.openxmlformats.org/presentationml/2006/main">
  <p:tag name="AS_UNIQUEID" val="764"/>
  <p:tag name="KSO_WM_BEAUTIFY_FLAG" val=""/>
  <p:tag name="KSO_WM_DIAGRAM_VIRTUALLY_FRAME" val="{&quot;height&quot;:354.15,&quot;left&quot;:406.4,&quot;top&quot;:111.25,&quot;width&quot;:430.95}"/>
</p:tagLst>
</file>

<file path=ppt/tags/tag245.xml><?xml version="1.0" encoding="utf-8"?>
<p:tagLst xmlns:p="http://schemas.openxmlformats.org/presentationml/2006/main">
  <p:tag name="AS_UNIQUEID" val="765"/>
  <p:tag name="KSO_WM_BEAUTIFY_FLAG" val=""/>
</p:tagLst>
</file>

<file path=ppt/tags/tag246.xml><?xml version="1.0" encoding="utf-8"?>
<p:tagLst xmlns:p="http://schemas.openxmlformats.org/presentationml/2006/main">
  <p:tag name="AS_UNIQUEID" val="766"/>
</p:tagLst>
</file>

<file path=ppt/tags/tag247.xml><?xml version="1.0" encoding="utf-8"?>
<p:tagLst xmlns:p="http://schemas.openxmlformats.org/presentationml/2006/main">
  <p:tag name="AS_UNIQUEID" val="767"/>
  <p:tag name="KSO_WM_BEAUTIFY_FLAG" val=""/>
  <p:tag name="KSO_WM_DIAGRAM_VIRTUALLY_FRAME" val="{&quot;height&quot;:354.15,&quot;left&quot;:406.4,&quot;top&quot;:111.25,&quot;width&quot;:430.95}"/>
</p:tagLst>
</file>

<file path=ppt/tags/tag248.xml><?xml version="1.0" encoding="utf-8"?>
<p:tagLst xmlns:p="http://schemas.openxmlformats.org/presentationml/2006/main">
  <p:tag name="AS_UNIQUEID" val="768"/>
  <p:tag name="KSO_WM_BEAUTIFY_FLAG" val=""/>
</p:tagLst>
</file>

<file path=ppt/tags/tag249.xml><?xml version="1.0" encoding="utf-8"?>
<p:tagLst xmlns:p="http://schemas.openxmlformats.org/presentationml/2006/main">
  <p:tag name="AS_UNIQUEID" val="769"/>
</p:tagLst>
</file>

<file path=ppt/tags/tag250.xml><?xml version="1.0" encoding="utf-8"?>
<p:tagLst xmlns:p="http://schemas.openxmlformats.org/presentationml/2006/main">
  <p:tag name="AS_UNIQUEID" val="770"/>
</p:tagLst>
</file>

<file path=ppt/tags/tag251.xml><?xml version="1.0" encoding="utf-8"?>
<p:tagLst xmlns:p="http://schemas.openxmlformats.org/presentationml/2006/main">
  <p:tag name="AS_UNIQUEID" val="771"/>
</p:tagLst>
</file>

<file path=ppt/tags/tag252.xml><?xml version="1.0" encoding="utf-8"?>
<p:tagLst xmlns:p="http://schemas.openxmlformats.org/presentationml/2006/main">
  <p:tag name="AS_UNIQUEID" val="772"/>
</p:tagLst>
</file>

<file path=ppt/tags/tag253.xml><?xml version="1.0" encoding="utf-8"?>
<p:tagLst xmlns:p="http://schemas.openxmlformats.org/presentationml/2006/main">
  <p:tag name="AS_UNIQUEID" val="773"/>
</p:tagLst>
</file>

<file path=ppt/tags/tag254.xml><?xml version="1.0" encoding="utf-8"?>
<p:tagLst xmlns:p="http://schemas.openxmlformats.org/presentationml/2006/main">
  <p:tag name="AS_UNIQUEID" val="774"/>
</p:tagLst>
</file>

<file path=ppt/tags/tag255.xml><?xml version="1.0" encoding="utf-8"?>
<p:tagLst xmlns:p="http://schemas.openxmlformats.org/presentationml/2006/main">
  <p:tag name="AS_UNIQUEID" val="775"/>
</p:tagLst>
</file>

<file path=ppt/tags/tag256.xml><?xml version="1.0" encoding="utf-8"?>
<p:tagLst xmlns:p="http://schemas.openxmlformats.org/presentationml/2006/main">
  <p:tag name="AS_UNIQUEID" val="776"/>
  <p:tag name="KSO_WM_BEAUTIFY_FLAG" val=""/>
</p:tagLst>
</file>

<file path=ppt/tags/tag257.xml><?xml version="1.0" encoding="utf-8"?>
<p:tagLst xmlns:p="http://schemas.openxmlformats.org/presentationml/2006/main">
  <p:tag name="AS_UNIQUEID" val="777"/>
  <p:tag name="KSO_WM_BEAUTIFY_FLAG" val=""/>
</p:tagLst>
</file>

<file path=ppt/tags/tag258.xml><?xml version="1.0" encoding="utf-8"?>
<p:tagLst xmlns:p="http://schemas.openxmlformats.org/presentationml/2006/main">
  <p:tag name="AS_UNIQUEID" val="778"/>
</p:tagLst>
</file>

<file path=ppt/tags/tag259.xml><?xml version="1.0" encoding="utf-8"?>
<p:tagLst xmlns:p="http://schemas.openxmlformats.org/presentationml/2006/main">
  <p:tag name="AS_UNIQUEID" val="779"/>
</p:tagLst>
</file>

<file path=ppt/tags/tag260.xml><?xml version="1.0" encoding="utf-8"?>
<p:tagLst xmlns:p="http://schemas.openxmlformats.org/presentationml/2006/main">
  <p:tag name="AS_UNIQUEID" val="780"/>
  <p:tag name="KSO_WM_BEAUTIFY_FLAG" val=""/>
</p:tagLst>
</file>

<file path=ppt/tags/tag261.xml><?xml version="1.0" encoding="utf-8"?>
<p:tagLst xmlns:p="http://schemas.openxmlformats.org/presentationml/2006/main">
  <p:tag name="AS_UNIQUEID" val="781"/>
  <p:tag name="KSO_WM_BEAUTIFY_FLAG" val=""/>
</p:tagLst>
</file>

<file path=ppt/tags/tag262.xml><?xml version="1.0" encoding="utf-8"?>
<p:tagLst xmlns:p="http://schemas.openxmlformats.org/presentationml/2006/main">
  <p:tag name="AS_UNIQUEID" val="782"/>
  <p:tag name="KSO_WM_BEAUTIFY_FLAG" val=""/>
</p:tagLst>
</file>

<file path=ppt/tags/tag263.xml><?xml version="1.0" encoding="utf-8"?>
<p:tagLst xmlns:p="http://schemas.openxmlformats.org/presentationml/2006/main">
  <p:tag name="AS_UNIQUEID" val="783"/>
  <p:tag name="KSO_WM_BEAUTIFY_FLAG" val=""/>
</p:tagLst>
</file>

<file path=ppt/tags/tag264.xml><?xml version="1.0" encoding="utf-8"?>
<p:tagLst xmlns:p="http://schemas.openxmlformats.org/presentationml/2006/main">
  <p:tag name="AS_UNIQUEID" val="784"/>
  <p:tag name="KSO_WM_BEAUTIFY_FLAG" val=""/>
</p:tagLst>
</file>

<file path=ppt/tags/tag265.xml><?xml version="1.0" encoding="utf-8"?>
<p:tagLst xmlns:p="http://schemas.openxmlformats.org/presentationml/2006/main">
  <p:tag name="AS_UNIQUEID" val="785"/>
</p:tagLst>
</file>

<file path=ppt/tags/tag266.xml><?xml version="1.0" encoding="utf-8"?>
<p:tagLst xmlns:p="http://schemas.openxmlformats.org/presentationml/2006/main">
  <p:tag name="AS_UNIQUEID" val="786"/>
  <p:tag name="KSO_WM_BEAUTIFY_FLAG" val=""/>
</p:tagLst>
</file>

<file path=ppt/tags/tag267.xml><?xml version="1.0" encoding="utf-8"?>
<p:tagLst xmlns:p="http://schemas.openxmlformats.org/presentationml/2006/main">
  <p:tag name="AS_UNIQUEID" val="787"/>
  <p:tag name="KSO_WM_BEAUTIFY_FLAG" val=""/>
</p:tagLst>
</file>

<file path=ppt/tags/tag268.xml><?xml version="1.0" encoding="utf-8"?>
<p:tagLst xmlns:p="http://schemas.openxmlformats.org/presentationml/2006/main">
  <p:tag name="AS_UNIQUEID" val="788"/>
  <p:tag name="KSO_WM_BEAUTIFY_FLAG" val=""/>
</p:tagLst>
</file>

<file path=ppt/tags/tag269.xml><?xml version="1.0" encoding="utf-8"?>
<p:tagLst xmlns:p="http://schemas.openxmlformats.org/presentationml/2006/main">
  <p:tag name="AS_UNIQUEID" val="789"/>
  <p:tag name="KSO_WM_BEAUTIFY_FLAG" val=""/>
</p:tagLst>
</file>

<file path=ppt/tags/tag270.xml><?xml version="1.0" encoding="utf-8"?>
<p:tagLst xmlns:p="http://schemas.openxmlformats.org/presentationml/2006/main">
  <p:tag name="AS_UNIQUEID" val="790"/>
  <p:tag name="KSO_WM_BEAUTIFY_FLAG" val=""/>
</p:tagLst>
</file>

<file path=ppt/tags/tag271.xml><?xml version="1.0" encoding="utf-8"?>
<p:tagLst xmlns:p="http://schemas.openxmlformats.org/presentationml/2006/main">
  <p:tag name="AS_UNIQUEID" val="308"/>
</p:tagLst>
</file>

<file path=ppt/tags/tag272.xml><?xml version="1.0" encoding="utf-8"?>
<p:tagLst xmlns:p="http://schemas.openxmlformats.org/presentationml/2006/main">
  <p:tag name="AS_UNIQUEID" val="791"/>
</p:tagLst>
</file>

<file path=ppt/tags/tag273.xml><?xml version="1.0" encoding="utf-8"?>
<p:tagLst xmlns:p="http://schemas.openxmlformats.org/presentationml/2006/main">
  <p:tag name="AS_UNIQUEID" val="792"/>
</p:tagLst>
</file>

<file path=ppt/tags/tag274.xml><?xml version="1.0" encoding="utf-8"?>
<p:tagLst xmlns:p="http://schemas.openxmlformats.org/presentationml/2006/main">
  <p:tag name="AS_UNIQUEID" val="793"/>
</p:tagLst>
</file>

<file path=ppt/tags/tag275.xml><?xml version="1.0" encoding="utf-8"?>
<p:tagLst xmlns:p="http://schemas.openxmlformats.org/presentationml/2006/main">
  <p:tag name="AS_UNIQUEID" val="794"/>
</p:tagLst>
</file>

<file path=ppt/tags/tag276.xml><?xml version="1.0" encoding="utf-8"?>
<p:tagLst xmlns:p="http://schemas.openxmlformats.org/presentationml/2006/main">
  <p:tag name="AS_UNIQUEID" val="795"/>
</p:tagLst>
</file>

<file path=ppt/tags/tag277.xml><?xml version="1.0" encoding="utf-8"?>
<p:tagLst xmlns:p="http://schemas.openxmlformats.org/presentationml/2006/main">
  <p:tag name="AS_UNIQUEID" val="796"/>
  <p:tag name="KSO_WM_BEAUTIFY_FLAG" val=""/>
</p:tagLst>
</file>

<file path=ppt/tags/tag278.xml><?xml version="1.0" encoding="utf-8"?>
<p:tagLst xmlns:p="http://schemas.openxmlformats.org/presentationml/2006/main">
  <p:tag name="AS_UNIQUEID" val="797"/>
  <p:tag name="KSO_WM_BEAUTIFY_FLAG" val=""/>
</p:tagLst>
</file>

<file path=ppt/tags/tag279.xml><?xml version="1.0" encoding="utf-8"?>
<p:tagLst xmlns:p="http://schemas.openxmlformats.org/presentationml/2006/main">
  <p:tag name="AS_UNIQUEID" val="798"/>
</p:tagLst>
</file>

<file path=ppt/tags/tag280.xml><?xml version="1.0" encoding="utf-8"?>
<p:tagLst xmlns:p="http://schemas.openxmlformats.org/presentationml/2006/main">
  <p:tag name="AS_UNIQUEID" val="799"/>
</p:tagLst>
</file>

<file path=ppt/tags/tag281.xml><?xml version="1.0" encoding="utf-8"?>
<p:tagLst xmlns:p="http://schemas.openxmlformats.org/presentationml/2006/main">
  <p:tag name="AS_UNIQUEID" val="800"/>
  <p:tag name="KSO_WM_BEAUTIFY_FLAG" val=""/>
</p:tagLst>
</file>

<file path=ppt/tags/tag282.xml><?xml version="1.0" encoding="utf-8"?>
<p:tagLst xmlns:p="http://schemas.openxmlformats.org/presentationml/2006/main">
  <p:tag name="AS_UNIQUEID" val="801"/>
  <p:tag name="KSO_WM_BEAUTIFY_FLAG" val=""/>
</p:tagLst>
</file>

<file path=ppt/tags/tag283.xml><?xml version="1.0" encoding="utf-8"?>
<p:tagLst xmlns:p="http://schemas.openxmlformats.org/presentationml/2006/main">
  <p:tag name="AS_UNIQUEID" val="802"/>
  <p:tag name="KSO_WM_BEAUTIFY_FLAG" val=""/>
</p:tagLst>
</file>

<file path=ppt/tags/tag284.xml><?xml version="1.0" encoding="utf-8"?>
<p:tagLst xmlns:p="http://schemas.openxmlformats.org/presentationml/2006/main">
  <p:tag name="AS_UNIQUEID" val="803"/>
  <p:tag name="KSO_WM_BEAUTIFY_FLAG" val=""/>
</p:tagLst>
</file>

<file path=ppt/tags/tag285.xml><?xml version="1.0" encoding="utf-8"?>
<p:tagLst xmlns:p="http://schemas.openxmlformats.org/presentationml/2006/main">
  <p:tag name="AS_UNIQUEID" val="804"/>
  <p:tag name="KSO_WM_BEAUTIFY_FLAG" val=""/>
</p:tagLst>
</file>

<file path=ppt/tags/tag286.xml><?xml version="1.0" encoding="utf-8"?>
<p:tagLst xmlns:p="http://schemas.openxmlformats.org/presentationml/2006/main">
  <p:tag name="AS_UNIQUEID" val="805"/>
</p:tagLst>
</file>

<file path=ppt/tags/tag287.xml><?xml version="1.0" encoding="utf-8"?>
<p:tagLst xmlns:p="http://schemas.openxmlformats.org/presentationml/2006/main">
  <p:tag name="AS_UNIQUEID" val="806"/>
  <p:tag name="KSO_WM_BEAUTIFY_FLAG" val=""/>
</p:tagLst>
</file>

<file path=ppt/tags/tag288.xml><?xml version="1.0" encoding="utf-8"?>
<p:tagLst xmlns:p="http://schemas.openxmlformats.org/presentationml/2006/main">
  <p:tag name="AS_UNIQUEID" val="807"/>
  <p:tag name="KSO_WM_BEAUTIFY_FLAG" val=""/>
</p:tagLst>
</file>

<file path=ppt/tags/tag289.xml><?xml version="1.0" encoding="utf-8"?>
<p:tagLst xmlns:p="http://schemas.openxmlformats.org/presentationml/2006/main">
  <p:tag name="AS_UNIQUEID" val="808"/>
  <p:tag name="KSO_WM_BEAUTIFY_FLAG" val=""/>
</p:tagLst>
</file>

<file path=ppt/tags/tag290.xml><?xml version="1.0" encoding="utf-8"?>
<p:tagLst xmlns:p="http://schemas.openxmlformats.org/presentationml/2006/main">
  <p:tag name="AS_UNIQUEID" val="809"/>
  <p:tag name="KSO_WM_BEAUTIFY_FLAG" val=""/>
</p:tagLst>
</file>

<file path=ppt/tags/tag291.xml><?xml version="1.0" encoding="utf-8"?>
<p:tagLst xmlns:p="http://schemas.openxmlformats.org/presentationml/2006/main">
  <p:tag name="AS_UNIQUEID" val="810"/>
  <p:tag name="KSO_WM_BEAUTIFY_FLAG" val=""/>
</p:tagLst>
</file>

<file path=ppt/tags/tag292.xml><?xml version="1.0" encoding="utf-8"?>
<p:tagLst xmlns:p="http://schemas.openxmlformats.org/presentationml/2006/main">
  <p:tag name="AS_UNIQUEID" val="811"/>
  <p:tag name="KSO_WM_BEAUTIFY_FLAG" val=""/>
</p:tagLst>
</file>

<file path=ppt/tags/tag293.xml><?xml version="1.0" encoding="utf-8"?>
<p:tagLst xmlns:p="http://schemas.openxmlformats.org/presentationml/2006/main">
  <p:tag name="AS_UNIQUEID" val="812"/>
  <p:tag name="KSO_WM_BEAUTIFY_FLAG" val=""/>
  <p:tag name="KSO_WM_TAG_VERSION" val="1.0"/>
  <p:tag name="KSO_WM_TEMPLATE_CATEGORY" val="custom"/>
  <p:tag name="KSO_WM_TEMPLATE_INDEX" val="20185046"/>
  <p:tag name="KSO_WM_UNIT_CLEAR" val="0"/>
  <p:tag name="KSO_WM_UNIT_COMPATIBLE" val="0"/>
  <p:tag name="KSO_WM_UNIT_HIGHLIGHT" val="0"/>
  <p:tag name="KSO_WM_UNIT_ID" val="custom20185046_2*f*1"/>
  <p:tag name="KSO_WM_UNIT_INDEX" val="1"/>
  <p:tag name="KSO_WM_UNIT_LAYERLEVEL" val="1"/>
  <p:tag name="KSO_WM_UNIT_PRESET_TEXT_INDEX" val="5"/>
  <p:tag name="KSO_WM_UNIT_PRESET_TEXT_LEN" val="465"/>
  <p:tag name="KSO_WM_UNIT_TEXT_FILL_FORE_SCHEMECOLOR_INDEX" val="5"/>
  <p:tag name="KSO_WM_UNIT_TEXT_FILL_FORE_SCHEMECOLOR_INDEX_BRIGHTNESS" val="-0.25"/>
  <p:tag name="KSO_WM_UNIT_TEXT_FILL_TYPE" val="1"/>
  <p:tag name="KSO_WM_UNIT_TYPE" val="f"/>
  <p:tag name="KSO_WM_UNIT_VALUE" val="585"/>
</p:tagLst>
</file>

<file path=ppt/tags/tag294.xml><?xml version="1.0" encoding="utf-8"?>
<p:tagLst xmlns:p="http://schemas.openxmlformats.org/presentationml/2006/main">
  <p:tag name="AS_UNIQUEID" val="813"/>
</p:tagLst>
</file>

<file path=ppt/tags/tag295.xml><?xml version="1.0" encoding="utf-8"?>
<p:tagLst xmlns:p="http://schemas.openxmlformats.org/presentationml/2006/main">
  <p:tag name="AS_UNIQUEID" val="814"/>
</p:tagLst>
</file>

<file path=ppt/tags/tag296.xml><?xml version="1.0" encoding="utf-8"?>
<p:tagLst xmlns:p="http://schemas.openxmlformats.org/presentationml/2006/main">
  <p:tag name="AS_UNIQUEID" val="815"/>
</p:tagLst>
</file>

<file path=ppt/tags/tag297.xml><?xml version="1.0" encoding="utf-8"?>
<p:tagLst xmlns:p="http://schemas.openxmlformats.org/presentationml/2006/main">
  <p:tag name="AS_UNIQUEID" val="816"/>
</p:tagLst>
</file>

<file path=ppt/tags/tag298.xml><?xml version="1.0" encoding="utf-8"?>
<p:tagLst xmlns:p="http://schemas.openxmlformats.org/presentationml/2006/main">
  <p:tag name="AS_UNIQUEID" val="817"/>
</p:tagLst>
</file>

<file path=ppt/tags/tag299.xml><?xml version="1.0" encoding="utf-8"?>
<p:tagLst xmlns:p="http://schemas.openxmlformats.org/presentationml/2006/main">
  <p:tag name="AS_UNIQUEID" val="818"/>
</p:tagLst>
</file>

<file path=ppt/tags/tag300.xml><?xml version="1.0" encoding="utf-8"?>
<p:tagLst xmlns:p="http://schemas.openxmlformats.org/presentationml/2006/main">
  <p:tag name="AS_UNIQUEID" val="819"/>
</p:tagLst>
</file>

<file path=ppt/tags/tag301.xml><?xml version="1.0" encoding="utf-8"?>
<p:tagLst xmlns:p="http://schemas.openxmlformats.org/presentationml/2006/main">
  <p:tag name="AS_UNIQUEID" val="820"/>
</p:tagLst>
</file>

<file path=ppt/tags/tag302.xml><?xml version="1.0" encoding="utf-8"?>
<p:tagLst xmlns:p="http://schemas.openxmlformats.org/presentationml/2006/main">
  <p:tag name="AS_UNIQUEID" val="821"/>
</p:tagLst>
</file>

<file path=ppt/tags/tag303.xml><?xml version="1.0" encoding="utf-8"?>
<p:tagLst xmlns:p="http://schemas.openxmlformats.org/presentationml/2006/main">
  <p:tag name="AS_UNIQUEID" val="822"/>
  <p:tag name="KSO_WM_BEAUTIFY_FLAG" val=""/>
</p:tagLst>
</file>

<file path=ppt/tags/tag304.xml><?xml version="1.0" encoding="utf-8"?>
<p:tagLst xmlns:p="http://schemas.openxmlformats.org/presentationml/2006/main">
  <p:tag name="AS_UNIQUEID" val="823"/>
  <p:tag name="KSO_WM_BEAUTIFY_FLAG" val=""/>
</p:tagLst>
</file>

<file path=ppt/tags/tag305.xml><?xml version="1.0" encoding="utf-8"?>
<p:tagLst xmlns:p="http://schemas.openxmlformats.org/presentationml/2006/main">
  <p:tag name="AS_UNIQUEID" val="824"/>
</p:tagLst>
</file>

<file path=ppt/tags/tag306.xml><?xml version="1.0" encoding="utf-8"?>
<p:tagLst xmlns:p="http://schemas.openxmlformats.org/presentationml/2006/main">
  <p:tag name="AS_UNIQUEID" val="825"/>
</p:tagLst>
</file>

<file path=ppt/tags/tag307.xml><?xml version="1.0" encoding="utf-8"?>
<p:tagLst xmlns:p="http://schemas.openxmlformats.org/presentationml/2006/main">
  <p:tag name="AS_UNIQUEID" val="826"/>
  <p:tag name="KSO_WM_BEAUTIFY_FLAG" val=""/>
</p:tagLst>
</file>

<file path=ppt/tags/tag308.xml><?xml version="1.0" encoding="utf-8"?>
<p:tagLst xmlns:p="http://schemas.openxmlformats.org/presentationml/2006/main">
  <p:tag name="AS_UNIQUEID" val="827"/>
  <p:tag name="KSO_WM_BEAUTIFY_FLAG" val=""/>
</p:tagLst>
</file>

<file path=ppt/tags/tag309.xml><?xml version="1.0" encoding="utf-8"?>
<p:tagLst xmlns:p="http://schemas.openxmlformats.org/presentationml/2006/main">
  <p:tag name="AS_UNIQUEID" val="828"/>
  <p:tag name="KSO_WM_BEAUTIFY_FLAG" val=""/>
</p:tagLst>
</file>

<file path=ppt/tags/tag310.xml><?xml version="1.0" encoding="utf-8"?>
<p:tagLst xmlns:p="http://schemas.openxmlformats.org/presentationml/2006/main">
  <p:tag name="AS_UNIQUEID" val="829"/>
  <p:tag name="KSO_WM_BEAUTIFY_FLAG" val=""/>
</p:tagLst>
</file>

<file path=ppt/tags/tag311.xml><?xml version="1.0" encoding="utf-8"?>
<p:tagLst xmlns:p="http://schemas.openxmlformats.org/presentationml/2006/main">
  <p:tag name="AS_UNIQUEID" val="830"/>
  <p:tag name="KSO_WM_BEAUTIFY_FLAG" val=""/>
</p:tagLst>
</file>

<file path=ppt/tags/tag312.xml><?xml version="1.0" encoding="utf-8"?>
<p:tagLst xmlns:p="http://schemas.openxmlformats.org/presentationml/2006/main">
  <p:tag name="AS_UNIQUEID" val="831"/>
</p:tagLst>
</file>

<file path=ppt/tags/tag313.xml><?xml version="1.0" encoding="utf-8"?>
<p:tagLst xmlns:p="http://schemas.openxmlformats.org/presentationml/2006/main">
  <p:tag name="AS_UNIQUEID" val="832"/>
  <p:tag name="KSO_WM_BEAUTIFY_FLAG" val=""/>
</p:tagLst>
</file>

<file path=ppt/tags/tag314.xml><?xml version="1.0" encoding="utf-8"?>
<p:tagLst xmlns:p="http://schemas.openxmlformats.org/presentationml/2006/main">
  <p:tag name="AS_UNIQUEID" val="833"/>
  <p:tag name="KSO_WM_BEAUTIFY_FLAG" val=""/>
</p:tagLst>
</file>

<file path=ppt/tags/tag315.xml><?xml version="1.0" encoding="utf-8"?>
<p:tagLst xmlns:p="http://schemas.openxmlformats.org/presentationml/2006/main">
  <p:tag name="AS_UNIQUEID" val="834"/>
  <p:tag name="KSO_WM_BEAUTIFY_FLAG" val=""/>
</p:tagLst>
</file>

<file path=ppt/tags/tag316.xml><?xml version="1.0" encoding="utf-8"?>
<p:tagLst xmlns:p="http://schemas.openxmlformats.org/presentationml/2006/main">
  <p:tag name="AS_UNIQUEID" val="835"/>
  <p:tag name="KSO_WM_BEAUTIFY_FLAG" val=""/>
</p:tagLst>
</file>

<file path=ppt/tags/tag317.xml><?xml version="1.0" encoding="utf-8"?>
<p:tagLst xmlns:p="http://schemas.openxmlformats.org/presentationml/2006/main">
  <p:tag name="AS_UNIQUEID" val="836"/>
  <p:tag name="KSO_WM_BEAUTIFY_FLAG" val=""/>
</p:tagLst>
</file>

<file path=ppt/tags/tag318.xml><?xml version="1.0" encoding="utf-8"?>
<p:tagLst xmlns:p="http://schemas.openxmlformats.org/presentationml/2006/main">
  <p:tag name="AS_UNIQUEID" val="837"/>
</p:tagLst>
</file>

<file path=ppt/tags/tag319.xml><?xml version="1.0" encoding="utf-8"?>
<p:tagLst xmlns:p="http://schemas.openxmlformats.org/presentationml/2006/main">
  <p:tag name="AS_UNIQUEID" val="838"/>
</p:tagLst>
</file>

<file path=ppt/tags/tag320.xml><?xml version="1.0" encoding="utf-8"?>
<p:tagLst xmlns:p="http://schemas.openxmlformats.org/presentationml/2006/main">
  <p:tag name="AS_UNIQUEID" val="839"/>
  <p:tag name="KSO_WM_BEAUTIFY_FLAG" val=""/>
</p:tagLst>
</file>

<file path=ppt/tags/tag321.xml><?xml version="1.0" encoding="utf-8"?>
<p:tagLst xmlns:p="http://schemas.openxmlformats.org/presentationml/2006/main">
  <p:tag name="AS_UNIQUEID" val="95"/>
  <p:tag name="KSO_WM_BEAUTIFY_FLAG" val=""/>
</p:tagLst>
</file>

<file path=ppt/tags/tag322.xml><?xml version="1.0" encoding="utf-8"?>
<p:tagLst xmlns:p="http://schemas.openxmlformats.org/presentationml/2006/main">
  <p:tag name="AS_UNIQUEID" val="840"/>
</p:tagLst>
</file>

<file path=ppt/tags/tag323.xml><?xml version="1.0" encoding="utf-8"?>
<p:tagLst xmlns:p="http://schemas.openxmlformats.org/presentationml/2006/main">
  <p:tag name="AS_UNIQUEID" val="841"/>
  <p:tag name="KSO_WM_BEAUTIFY_FLAG" val=""/>
</p:tagLst>
</file>

<file path=ppt/tags/tag324.xml><?xml version="1.0" encoding="utf-8"?>
<p:tagLst xmlns:p="http://schemas.openxmlformats.org/presentationml/2006/main">
  <p:tag name="AS_UNIQUEID" val="96"/>
  <p:tag name="KSO_WM_BEAUTIFY_FLAG" val=""/>
</p:tagLst>
</file>

<file path=ppt/tags/tag325.xml><?xml version="1.0" encoding="utf-8"?>
<p:tagLst xmlns:p="http://schemas.openxmlformats.org/presentationml/2006/main">
  <p:tag name="AS_UNIQUEID" val="842"/>
</p:tagLst>
</file>

<file path=ppt/tags/tag326.xml><?xml version="1.0" encoding="utf-8"?>
<p:tagLst xmlns:p="http://schemas.openxmlformats.org/presentationml/2006/main">
  <p:tag name="AS_UNIQUEID" val="843"/>
  <p:tag name="KSO_WM_BEAUTIFY_FLAG" val=""/>
</p:tagLst>
</file>

<file path=ppt/tags/tag327.xml><?xml version="1.0" encoding="utf-8"?>
<p:tagLst xmlns:p="http://schemas.openxmlformats.org/presentationml/2006/main">
  <p:tag name="AS_UNIQUEID" val="97"/>
  <p:tag name="KSO_WM_BEAUTIFY_FLAG" val=""/>
</p:tagLst>
</file>

<file path=ppt/tags/tag328.xml><?xml version="1.0" encoding="utf-8"?>
<p:tagLst xmlns:p="http://schemas.openxmlformats.org/presentationml/2006/main">
  <p:tag name="AS_UNIQUEID" val="98"/>
</p:tagLst>
</file>

<file path=ppt/tags/tag329.xml><?xml version="1.0" encoding="utf-8"?>
<p:tagLst xmlns:p="http://schemas.openxmlformats.org/presentationml/2006/main">
  <p:tag name="AS_UNIQUEID" val="844"/>
</p:tagLst>
</file>

<file path=ppt/tags/tag330.xml><?xml version="1.0" encoding="utf-8"?>
<p:tagLst xmlns:p="http://schemas.openxmlformats.org/presentationml/2006/main">
  <p:tag name="AS_UNIQUEID" val="845"/>
</p:tagLst>
</file>

<file path=ppt/tags/tag331.xml><?xml version="1.0" encoding="utf-8"?>
<p:tagLst xmlns:p="http://schemas.openxmlformats.org/presentationml/2006/main">
  <p:tag name="AS_UNIQUEID" val="846"/>
</p:tagLst>
</file>

<file path=ppt/tags/tag332.xml><?xml version="1.0" encoding="utf-8"?>
<p:tagLst xmlns:p="http://schemas.openxmlformats.org/presentationml/2006/main">
  <p:tag name="AS_UNIQUEID" val="847"/>
</p:tagLst>
</file>

<file path=ppt/tags/tag333.xml><?xml version="1.0" encoding="utf-8"?>
<p:tagLst xmlns:p="http://schemas.openxmlformats.org/presentationml/2006/main">
  <p:tag name="AS_UNIQUEID" val="848"/>
  <p:tag name="KSO_WM_BEAUTIFY_FLAG" val=""/>
</p:tagLst>
</file>

<file path=ppt/tags/tag334.xml><?xml version="1.0" encoding="utf-8"?>
<p:tagLst xmlns:p="http://schemas.openxmlformats.org/presentationml/2006/main">
  <p:tag name="AS_UNIQUEID" val="849"/>
</p:tagLst>
</file>

<file path=ppt/tags/tag335.xml><?xml version="1.0" encoding="utf-8"?>
<p:tagLst xmlns:p="http://schemas.openxmlformats.org/presentationml/2006/main">
  <p:tag name="AS_UNIQUEID" val="850"/>
  <p:tag name="KSO_WM_BEAUTIFY_FLAG" val=""/>
</p:tagLst>
</file>

<file path=ppt/tags/tag336.xml><?xml version="1.0" encoding="utf-8"?>
<p:tagLst xmlns:p="http://schemas.openxmlformats.org/presentationml/2006/main">
  <p:tag name="AS_UNIQUEID" val="851"/>
  <p:tag name="KSO_WM_BEAUTIFY_FLAG" val=""/>
</p:tagLst>
</file>

<file path=ppt/tags/tag337.xml><?xml version="1.0" encoding="utf-8"?>
<p:tagLst xmlns:p="http://schemas.openxmlformats.org/presentationml/2006/main">
  <p:tag name="AS_UNIQUEID" val="852"/>
</p:tagLst>
</file>

<file path=ppt/tags/tag338.xml><?xml version="1.0" encoding="utf-8"?>
<p:tagLst xmlns:p="http://schemas.openxmlformats.org/presentationml/2006/main">
  <p:tag name="AS_UNIQUEID" val="853"/>
</p:tagLst>
</file>

<file path=ppt/tags/tag339.xml><?xml version="1.0" encoding="utf-8"?>
<p:tagLst xmlns:p="http://schemas.openxmlformats.org/presentationml/2006/main">
  <p:tag name="AS_UNIQUEID" val="854"/>
  <p:tag name="KSO_WM_BEAUTIFY_FLAG" val=""/>
</p:tagLst>
</file>

<file path=ppt/tags/tag340.xml><?xml version="1.0" encoding="utf-8"?>
<p:tagLst xmlns:p="http://schemas.openxmlformats.org/presentationml/2006/main">
  <p:tag name="AS_UNIQUEID" val="855"/>
  <p:tag name="KSO_WM_BEAUTIFY_FLAG" val=""/>
</p:tagLst>
</file>

<file path=ppt/tags/tag341.xml><?xml version="1.0" encoding="utf-8"?>
<p:tagLst xmlns:p="http://schemas.openxmlformats.org/presentationml/2006/main">
  <p:tag name="AS_UNIQUEID" val="856"/>
  <p:tag name="KSO_WM_BEAUTIFY_FLAG" val=""/>
</p:tagLst>
</file>

<file path=ppt/tags/tag342.xml><?xml version="1.0" encoding="utf-8"?>
<p:tagLst xmlns:p="http://schemas.openxmlformats.org/presentationml/2006/main">
  <p:tag name="AS_UNIQUEID" val="857"/>
  <p:tag name="KSO_WM_BEAUTIFY_FLAG" val=""/>
</p:tagLst>
</file>

<file path=ppt/tags/tag343.xml><?xml version="1.0" encoding="utf-8"?>
<p:tagLst xmlns:p="http://schemas.openxmlformats.org/presentationml/2006/main">
  <p:tag name="AS_UNIQUEID" val="858"/>
  <p:tag name="KSO_WM_BEAUTIFY_FLAG" val=""/>
</p:tagLst>
</file>

<file path=ppt/tags/tag344.xml><?xml version="1.0" encoding="utf-8"?>
<p:tagLst xmlns:p="http://schemas.openxmlformats.org/presentationml/2006/main">
  <p:tag name="AS_UNIQUEID" val="859"/>
</p:tagLst>
</file>

<file path=ppt/tags/tag345.xml><?xml version="1.0" encoding="utf-8"?>
<p:tagLst xmlns:p="http://schemas.openxmlformats.org/presentationml/2006/main">
  <p:tag name="AS_UNIQUEID" val="860"/>
  <p:tag name="KSO_WM_BEAUTIFY_FLAG" val=""/>
</p:tagLst>
</file>

<file path=ppt/tags/tag346.xml><?xml version="1.0" encoding="utf-8"?>
<p:tagLst xmlns:p="http://schemas.openxmlformats.org/presentationml/2006/main">
  <p:tag name="AS_UNIQUEID" val="861"/>
  <p:tag name="KSO_WM_BEAUTIFY_FLAG" val=""/>
</p:tagLst>
</file>

<file path=ppt/tags/tag347.xml><?xml version="1.0" encoding="utf-8"?>
<p:tagLst xmlns:p="http://schemas.openxmlformats.org/presentationml/2006/main">
  <p:tag name="AS_UNIQUEID" val="862"/>
  <p:tag name="KSO_WM_BEAUTIFY_FLAG" val=""/>
</p:tagLst>
</file>

<file path=ppt/tags/tag348.xml><?xml version="1.0" encoding="utf-8"?>
<p:tagLst xmlns:p="http://schemas.openxmlformats.org/presentationml/2006/main">
  <p:tag name="AS_UNIQUEID" val="863"/>
  <p:tag name="KSO_WM_BEAUTIFY_FLAG" val=""/>
</p:tagLst>
</file>

<file path=ppt/tags/tag349.xml><?xml version="1.0" encoding="utf-8"?>
<p:tagLst xmlns:p="http://schemas.openxmlformats.org/presentationml/2006/main">
  <p:tag name="AS_UNIQUEID" val="864"/>
  <p:tag name="KSO_WM_BEAUTIFY_FLAG" val=""/>
</p:tagLst>
</file>

<file path=ppt/tags/tag350.xml><?xml version="1.0" encoding="utf-8"?>
<p:tagLst xmlns:p="http://schemas.openxmlformats.org/presentationml/2006/main">
  <p:tag name="AS_UNIQUEID" val="865"/>
</p:tagLst>
</file>

<file path=ppt/tags/tag351.xml><?xml version="1.0" encoding="utf-8"?>
<p:tagLst xmlns:p="http://schemas.openxmlformats.org/presentationml/2006/main">
  <p:tag name="AS_UNIQUEID" val="866"/>
</p:tagLst>
</file>

<file path=ppt/tags/tag352.xml><?xml version="1.0" encoding="utf-8"?>
<p:tagLst xmlns:p="http://schemas.openxmlformats.org/presentationml/2006/main">
  <p:tag name="AS_UNIQUEID" val="867"/>
  <p:tag name="KSO_WM_BEAUTIFY_FLAG" val=""/>
</p:tagLst>
</file>

<file path=ppt/tags/tag353.xml><?xml version="1.0" encoding="utf-8"?>
<p:tagLst xmlns:p="http://schemas.openxmlformats.org/presentationml/2006/main">
  <p:tag name="AS_UNIQUEID" val="868"/>
</p:tagLst>
</file>

<file path=ppt/tags/tag354.xml><?xml version="1.0" encoding="utf-8"?>
<p:tagLst xmlns:p="http://schemas.openxmlformats.org/presentationml/2006/main">
  <p:tag name="AS_UNIQUEID" val="869"/>
</p:tagLst>
</file>

<file path=ppt/tags/tag355.xml><?xml version="1.0" encoding="utf-8"?>
<p:tagLst xmlns:p="http://schemas.openxmlformats.org/presentationml/2006/main">
  <p:tag name="AS_UNIQUEID" val="870"/>
</p:tagLst>
</file>

<file path=ppt/tags/tag356.xml><?xml version="1.0" encoding="utf-8"?>
<p:tagLst xmlns:p="http://schemas.openxmlformats.org/presentationml/2006/main">
  <p:tag name="AS_UNIQUEID" val="871"/>
</p:tagLst>
</file>

<file path=ppt/tags/tag357.xml><?xml version="1.0" encoding="utf-8"?>
<p:tagLst xmlns:p="http://schemas.openxmlformats.org/presentationml/2006/main">
  <p:tag name="AS_UNIQUEID" val="872"/>
  <p:tag name="KSO_WM_BEAUTIFY_FLAG" val=""/>
</p:tagLst>
</file>

<file path=ppt/tags/tag358.xml><?xml version="1.0" encoding="utf-8"?>
<p:tagLst xmlns:p="http://schemas.openxmlformats.org/presentationml/2006/main">
  <p:tag name="AS_UNIQUEID" val="873"/>
</p:tagLst>
</file>

<file path=ppt/tags/tag359.xml><?xml version="1.0" encoding="utf-8"?>
<p:tagLst xmlns:p="http://schemas.openxmlformats.org/presentationml/2006/main">
  <p:tag name="AS_UNIQUEID" val="874"/>
  <p:tag name="KSO_WM_BEAUTIFY_FLAG" val=""/>
</p:tagLst>
</file>

<file path=ppt/tags/tag360.xml><?xml version="1.0" encoding="utf-8"?>
<p:tagLst xmlns:p="http://schemas.openxmlformats.org/presentationml/2006/main">
  <p:tag name="AS_UNIQUEID" val="875"/>
  <p:tag name="KSO_WM_BEAUTIFY_FLAG" val=""/>
</p:tagLst>
</file>

<file path=ppt/tags/tag361.xml><?xml version="1.0" encoding="utf-8"?>
<p:tagLst xmlns:p="http://schemas.openxmlformats.org/presentationml/2006/main">
  <p:tag name="AS_UNIQUEID" val="876"/>
</p:tagLst>
</file>

<file path=ppt/tags/tag362.xml><?xml version="1.0" encoding="utf-8"?>
<p:tagLst xmlns:p="http://schemas.openxmlformats.org/presentationml/2006/main">
  <p:tag name="AS_UNIQUEID" val="877"/>
  <p:tag name="KSO_WM_BEAUTIFY_FLAG" val=""/>
</p:tagLst>
</file>

<file path=ppt/tags/tag363.xml><?xml version="1.0" encoding="utf-8"?>
<p:tagLst xmlns:p="http://schemas.openxmlformats.org/presentationml/2006/main">
  <p:tag name="AS_UNIQUEID" val="878"/>
</p:tagLst>
</file>

<file path=ppt/tags/tag364.xml><?xml version="1.0" encoding="utf-8"?>
<p:tagLst xmlns:p="http://schemas.openxmlformats.org/presentationml/2006/main">
  <p:tag name="AS_UNIQUEID" val="879"/>
  <p:tag name="KSO_WM_BEAUTIFY_FLAG" val=""/>
</p:tagLst>
</file>

<file path=ppt/tags/tag365.xml><?xml version="1.0" encoding="utf-8"?>
<p:tagLst xmlns:p="http://schemas.openxmlformats.org/presentationml/2006/main">
  <p:tag name="AS_UNIQUEID" val="880"/>
  <p:tag name="KSO_WM_BEAUTIFY_FLAG" val=""/>
</p:tagLst>
</file>

<file path=ppt/tags/tag366.xml><?xml version="1.0" encoding="utf-8"?>
<p:tagLst xmlns:p="http://schemas.openxmlformats.org/presentationml/2006/main">
  <p:tag name="AS_UNIQUEID" val="881"/>
</p:tagLst>
</file>

<file path=ppt/tags/tag367.xml><?xml version="1.0" encoding="utf-8"?>
<p:tagLst xmlns:p="http://schemas.openxmlformats.org/presentationml/2006/main">
  <p:tag name="AS_UNIQUEID" val="882"/>
  <p:tag name="KSO_WM_BEAUTIFY_FLAG" val=""/>
</p:tagLst>
</file>

<file path=ppt/tags/tag368.xml><?xml version="1.0" encoding="utf-8"?>
<p:tagLst xmlns:p="http://schemas.openxmlformats.org/presentationml/2006/main">
  <p:tag name="AS_UNIQUEID" val="883"/>
</p:tagLst>
</file>

<file path=ppt/tags/tag369.xml><?xml version="1.0" encoding="utf-8"?>
<p:tagLst xmlns:p="http://schemas.openxmlformats.org/presentationml/2006/main">
  <p:tag name="AS_UNIQUEID" val="884"/>
  <p:tag name="KSO_WM_BEAUTIFY_FLAG" val=""/>
</p:tagLst>
</file>

<file path=ppt/tags/tag370.xml><?xml version="1.0" encoding="utf-8"?>
<p:tagLst xmlns:p="http://schemas.openxmlformats.org/presentationml/2006/main">
  <p:tag name="AS_UNIQUEID" val="885"/>
  <p:tag name="KSO_WM_BEAUTIFY_FLAG" val=""/>
</p:tagLst>
</file>

<file path=ppt/tags/tag371.xml><?xml version="1.0" encoding="utf-8"?>
<p:tagLst xmlns:p="http://schemas.openxmlformats.org/presentationml/2006/main">
  <p:tag name="AS_UNIQUEID" val="886"/>
</p:tagLst>
</file>

<file path=ppt/tags/tag372.xml><?xml version="1.0" encoding="utf-8"?>
<p:tagLst xmlns:p="http://schemas.openxmlformats.org/presentationml/2006/main">
  <p:tag name="AS_UNIQUEID" val="887"/>
  <p:tag name="KSO_WM_BEAUTIFY_FLAG" val=""/>
</p:tagLst>
</file>

<file path=ppt/tags/tag373.xml><?xml version="1.0" encoding="utf-8"?>
<p:tagLst xmlns:p="http://schemas.openxmlformats.org/presentationml/2006/main">
  <p:tag name="AS_UNIQUEID" val="888"/>
</p:tagLst>
</file>

<file path=ppt/tags/tag374.xml><?xml version="1.0" encoding="utf-8"?>
<p:tagLst xmlns:p="http://schemas.openxmlformats.org/presentationml/2006/main">
  <p:tag name="AS_UNIQUEID" val="889"/>
  <p:tag name="KSO_WM_BEAUTIFY_FLAG" val=""/>
</p:tagLst>
</file>

<file path=ppt/tags/tag375.xml><?xml version="1.0" encoding="utf-8"?>
<p:tagLst xmlns:p="http://schemas.openxmlformats.org/presentationml/2006/main">
  <p:tag name="AS_UNIQUEID" val="890"/>
  <p:tag name="KSO_WM_BEAUTIFY_FLAG" val=""/>
</p:tagLst>
</file>

<file path=ppt/tags/tag376.xml><?xml version="1.0" encoding="utf-8"?>
<p:tagLst xmlns:p="http://schemas.openxmlformats.org/presentationml/2006/main">
  <p:tag name="AS_UNIQUEID" val="891"/>
</p:tagLst>
</file>

<file path=ppt/tags/tag377.xml><?xml version="1.0" encoding="utf-8"?>
<p:tagLst xmlns:p="http://schemas.openxmlformats.org/presentationml/2006/main">
  <p:tag name="AS_UNIQUEID" val="892"/>
</p:tagLst>
</file>

<file path=ppt/tags/tag378.xml><?xml version="1.0" encoding="utf-8"?>
<p:tagLst xmlns:p="http://schemas.openxmlformats.org/presentationml/2006/main">
  <p:tag name="AS_UNIQUEID" val="893"/>
</p:tagLst>
</file>

<file path=ppt/tags/tag379.xml><?xml version="1.0" encoding="utf-8"?>
<p:tagLst xmlns:p="http://schemas.openxmlformats.org/presentationml/2006/main">
  <p:tag name="AS_UNIQUEID" val="894"/>
</p:tagLst>
</file>

<file path=ppt/tags/tag380.xml><?xml version="1.0" encoding="utf-8"?>
<p:tagLst xmlns:p="http://schemas.openxmlformats.org/presentationml/2006/main">
  <p:tag name="AS_UNIQUEID" val="895"/>
</p:tagLst>
</file>

<file path=ppt/tags/tag381.xml><?xml version="1.0" encoding="utf-8"?>
<p:tagLst xmlns:p="http://schemas.openxmlformats.org/presentationml/2006/main">
  <p:tag name="AS_UNIQUEID" val="896"/>
</p:tagLst>
</file>

<file path=ppt/tags/tag382.xml><?xml version="1.0" encoding="utf-8"?>
<p:tagLst xmlns:p="http://schemas.openxmlformats.org/presentationml/2006/main">
  <p:tag name="AS_UNIQUEID" val="897"/>
</p:tagLst>
</file>

<file path=ppt/tags/tag383.xml><?xml version="1.0" encoding="utf-8"?>
<p:tagLst xmlns:p="http://schemas.openxmlformats.org/presentationml/2006/main">
  <p:tag name="AS_UNIQUEID" val="898"/>
</p:tagLst>
</file>

<file path=ppt/tags/tag384.xml><?xml version="1.0" encoding="utf-8"?>
<p:tagLst xmlns:p="http://schemas.openxmlformats.org/presentationml/2006/main">
  <p:tag name="AS_UNIQUEID" val="899"/>
  <p:tag name="KSO_WM_BEAUTIFY_FLAG" val=""/>
</p:tagLst>
</file>

<file path=ppt/tags/tag385.xml><?xml version="1.0" encoding="utf-8"?>
<p:tagLst xmlns:p="http://schemas.openxmlformats.org/presentationml/2006/main">
  <p:tag name="AS_UNIQUEID" val="900"/>
  <p:tag name="KSO_WM_BEAUTIFY_FLAG" val=""/>
</p:tagLst>
</file>

<file path=ppt/tags/tag386.xml><?xml version="1.0" encoding="utf-8"?>
<p:tagLst xmlns:p="http://schemas.openxmlformats.org/presentationml/2006/main">
  <p:tag name="AS_UNIQUEID" val="901"/>
</p:tagLst>
</file>

<file path=ppt/tags/tag387.xml><?xml version="1.0" encoding="utf-8"?>
<p:tagLst xmlns:p="http://schemas.openxmlformats.org/presentationml/2006/main">
  <p:tag name="AS_UNIQUEID" val="902"/>
</p:tagLst>
</file>

<file path=ppt/tags/tag388.xml><?xml version="1.0" encoding="utf-8"?>
<p:tagLst xmlns:p="http://schemas.openxmlformats.org/presentationml/2006/main">
  <p:tag name="AS_UNIQUEID" val="903"/>
  <p:tag name="KSO_WM_BEAUTIFY_FLAG" val=""/>
</p:tagLst>
</file>

<file path=ppt/tags/tag389.xml><?xml version="1.0" encoding="utf-8"?>
<p:tagLst xmlns:p="http://schemas.openxmlformats.org/presentationml/2006/main">
  <p:tag name="AS_UNIQUEID" val="904"/>
  <p:tag name="KSO_WM_BEAUTIFY_FLAG" val=""/>
</p:tagLst>
</file>

<file path=ppt/tags/tag390.xml><?xml version="1.0" encoding="utf-8"?>
<p:tagLst xmlns:p="http://schemas.openxmlformats.org/presentationml/2006/main">
  <p:tag name="AS_UNIQUEID" val="905"/>
  <p:tag name="KSO_WM_BEAUTIFY_FLAG" val=""/>
</p:tagLst>
</file>

<file path=ppt/tags/tag391.xml><?xml version="1.0" encoding="utf-8"?>
<p:tagLst xmlns:p="http://schemas.openxmlformats.org/presentationml/2006/main">
  <p:tag name="AS_UNIQUEID" val="906"/>
  <p:tag name="KSO_WM_BEAUTIFY_FLAG" val=""/>
</p:tagLst>
</file>

<file path=ppt/tags/tag392.xml><?xml version="1.0" encoding="utf-8"?>
<p:tagLst xmlns:p="http://schemas.openxmlformats.org/presentationml/2006/main">
  <p:tag name="AS_UNIQUEID" val="907"/>
  <p:tag name="KSO_WM_BEAUTIFY_FLAG" val=""/>
</p:tagLst>
</file>

<file path=ppt/tags/tag393.xml><?xml version="1.0" encoding="utf-8"?>
<p:tagLst xmlns:p="http://schemas.openxmlformats.org/presentationml/2006/main">
  <p:tag name="AS_UNIQUEID" val="908"/>
</p:tagLst>
</file>

<file path=ppt/tags/tag394.xml><?xml version="1.0" encoding="utf-8"?>
<p:tagLst xmlns:p="http://schemas.openxmlformats.org/presentationml/2006/main">
  <p:tag name="AS_UNIQUEID" val="909"/>
  <p:tag name="KSO_WM_BEAUTIFY_FLAG" val=""/>
</p:tagLst>
</file>

<file path=ppt/tags/tag395.xml><?xml version="1.0" encoding="utf-8"?>
<p:tagLst xmlns:p="http://schemas.openxmlformats.org/presentationml/2006/main">
  <p:tag name="AS_UNIQUEID" val="910"/>
  <p:tag name="KSO_WM_BEAUTIFY_FLAG" val=""/>
</p:tagLst>
</file>

<file path=ppt/tags/tag396.xml><?xml version="1.0" encoding="utf-8"?>
<p:tagLst xmlns:p="http://schemas.openxmlformats.org/presentationml/2006/main">
  <p:tag name="AS_UNIQUEID" val="911"/>
  <p:tag name="KSO_WM_BEAUTIFY_FLAG" val=""/>
</p:tagLst>
</file>

<file path=ppt/tags/tag397.xml><?xml version="1.0" encoding="utf-8"?>
<p:tagLst xmlns:p="http://schemas.openxmlformats.org/presentationml/2006/main">
  <p:tag name="AS_UNIQUEID" val="912"/>
  <p:tag name="KSO_WM_BEAUTIFY_FLAG" val=""/>
</p:tagLst>
</file>

<file path=ppt/tags/tag398.xml><?xml version="1.0" encoding="utf-8"?>
<p:tagLst xmlns:p="http://schemas.openxmlformats.org/presentationml/2006/main">
  <p:tag name="AS_UNIQUEID" val="913"/>
  <p:tag name="KSO_WM_BEAUTIFY_FLAG" val=""/>
</p:tagLst>
</file>

<file path=ppt/tags/tag399.xml><?xml version="1.0" encoding="utf-8"?>
<p:tagLst xmlns:p="http://schemas.openxmlformats.org/presentationml/2006/main">
  <p:tag name="AS_UNIQUEID" val="914"/>
</p:tagLst>
</file>

<file path=ppt/tags/tag400.xml><?xml version="1.0" encoding="utf-8"?>
<p:tagLst xmlns:p="http://schemas.openxmlformats.org/presentationml/2006/main">
  <p:tag name="AS_UNIQUEID" val="915"/>
  <p:tag name="KSO_WM_BEAUTIFY_FLAG" val=""/>
</p:tagLst>
</file>

<file path=ppt/tags/tag401.xml><?xml version="1.0" encoding="utf-8"?>
<p:tagLst xmlns:p="http://schemas.openxmlformats.org/presentationml/2006/main">
  <p:tag name="AS_UNIQUEID" val="916"/>
</p:tagLst>
</file>

<file path=ppt/tags/tag402.xml><?xml version="1.0" encoding="utf-8"?>
<p:tagLst xmlns:p="http://schemas.openxmlformats.org/presentationml/2006/main">
  <p:tag name="AS_UNIQUEID" val="917"/>
</p:tagLst>
</file>

<file path=ppt/tags/tag403.xml><?xml version="1.0" encoding="utf-8"?>
<p:tagLst xmlns:p="http://schemas.openxmlformats.org/presentationml/2006/main">
  <p:tag name="AS_UNIQUEID" val="918"/>
  <p:tag name="KSO_WM_DIAGRAM_VIRTUALLY_FRAME" val="{&quot;height&quot;:279.9,&quot;left&quot;:49.9,&quot;top&quot;:194.45,&quot;width&quot;:862.8}"/>
</p:tagLst>
</file>

<file path=ppt/tags/tag404.xml><?xml version="1.0" encoding="utf-8"?>
<p:tagLst xmlns:p="http://schemas.openxmlformats.org/presentationml/2006/main">
  <p:tag name="AS_UNIQUEID" val="919"/>
  <p:tag name="KSO_WM_BEAUTIFY_FLAG" val=""/>
  <p:tag name="KSO_WM_DIAGRAM_VIRTUALLY_FRAME" val="{&quot;height&quot;:279.9,&quot;left&quot;:49.9,&quot;top&quot;:194.45,&quot;width&quot;:862.8}"/>
</p:tagLst>
</file>

<file path=ppt/tags/tag405.xml><?xml version="1.0" encoding="utf-8"?>
<p:tagLst xmlns:p="http://schemas.openxmlformats.org/presentationml/2006/main">
  <p:tag name="AS_UNIQUEID" val="920"/>
  <p:tag name="KSO_WM_BEAUTIFY_FLAG" val=""/>
  <p:tag name="KSO_WM_DIAGRAM_VIRTUALLY_FRAME" val="{&quot;height&quot;:279.9,&quot;left&quot;:49.9,&quot;top&quot;:194.45,&quot;width&quot;:862.8}"/>
</p:tagLst>
</file>

<file path=ppt/tags/tag406.xml><?xml version="1.0" encoding="utf-8"?>
<p:tagLst xmlns:p="http://schemas.openxmlformats.org/presentationml/2006/main">
  <p:tag name="AS_UNIQUEID" val="921"/>
</p:tagLst>
</file>

<file path=ppt/tags/tag407.xml><?xml version="1.0" encoding="utf-8"?>
<p:tagLst xmlns:p="http://schemas.openxmlformats.org/presentationml/2006/main">
  <p:tag name="AS_UNIQUEID" val="922"/>
</p:tagLst>
</file>

<file path=ppt/tags/tag408.xml><?xml version="1.0" encoding="utf-8"?>
<p:tagLst xmlns:p="http://schemas.openxmlformats.org/presentationml/2006/main">
  <p:tag name="AS_UNIQUEID" val="923"/>
</p:tagLst>
</file>

<file path=ppt/tags/tag409.xml><?xml version="1.0" encoding="utf-8"?>
<p:tagLst xmlns:p="http://schemas.openxmlformats.org/presentationml/2006/main">
  <p:tag name="AS_UNIQUEID" val="924"/>
</p:tagLst>
</file>

<file path=ppt/tags/tag410.xml><?xml version="1.0" encoding="utf-8"?>
<p:tagLst xmlns:p="http://schemas.openxmlformats.org/presentationml/2006/main">
  <p:tag name="AS_UNIQUEID" val="925"/>
</p:tagLst>
</file>

<file path=ppt/tags/tag411.xml><?xml version="1.0" encoding="utf-8"?>
<p:tagLst xmlns:p="http://schemas.openxmlformats.org/presentationml/2006/main">
  <p:tag name="AS_UNIQUEID" val="926"/>
  <p:tag name="KSO_WM_BEAUTIFY_FLAG" val=""/>
</p:tagLst>
</file>

<file path=ppt/tags/tag412.xml><?xml version="1.0" encoding="utf-8"?>
<p:tagLst xmlns:p="http://schemas.openxmlformats.org/presentationml/2006/main">
  <p:tag name="AS_UNIQUEID" val="927"/>
  <p:tag name="KSO_WM_BEAUTIFY_FLAG" val=""/>
</p:tagLst>
</file>

<file path=ppt/tags/tag413.xml><?xml version="1.0" encoding="utf-8"?>
<p:tagLst xmlns:p="http://schemas.openxmlformats.org/presentationml/2006/main">
  <p:tag name="AS_UNIQUEID" val="928"/>
</p:tagLst>
</file>

<file path=ppt/tags/tag414.xml><?xml version="1.0" encoding="utf-8"?>
<p:tagLst xmlns:p="http://schemas.openxmlformats.org/presentationml/2006/main">
  <p:tag name="AS_UNIQUEID" val="929"/>
  <p:tag name="KSO_WM_BEAUTIFY_FLAG" val=""/>
</p:tagLst>
</file>

<file path=ppt/tags/tag415.xml><?xml version="1.0" encoding="utf-8"?>
<p:tagLst xmlns:p="http://schemas.openxmlformats.org/presentationml/2006/main">
  <p:tag name="AS_UNIQUEID" val="930"/>
  <p:tag name="KSO_WM_BEAUTIFY_FLAG" val=""/>
</p:tagLst>
</file>

<file path=ppt/tags/tag416.xml><?xml version="1.0" encoding="utf-8"?>
<p:tagLst xmlns:p="http://schemas.openxmlformats.org/presentationml/2006/main">
  <p:tag name="AS_UNIQUEID" val="931"/>
</p:tagLst>
</file>

<file path=ppt/tags/tag417.xml><?xml version="1.0" encoding="utf-8"?>
<p:tagLst xmlns:p="http://schemas.openxmlformats.org/presentationml/2006/main">
  <p:tag name="AS_UNIQUEID" val="932"/>
</p:tagLst>
</file>

<file path=ppt/tags/tag418.xml><?xml version="1.0" encoding="utf-8"?>
<p:tagLst xmlns:p="http://schemas.openxmlformats.org/presentationml/2006/main">
  <p:tag name="AS_UNIQUEID" val="933"/>
  <p:tag name="KSO_WM_BEAUTIFY_FLAG" val=""/>
</p:tagLst>
</file>

<file path=ppt/tags/tag419.xml><?xml version="1.0" encoding="utf-8"?>
<p:tagLst xmlns:p="http://schemas.openxmlformats.org/presentationml/2006/main">
  <p:tag name="AS_UNIQUEID" val="934"/>
  <p:tag name="KSO_WM_BEAUTIFY_FLAG" val=""/>
</p:tagLst>
</file>

<file path=ppt/tags/tag420.xml><?xml version="1.0" encoding="utf-8"?>
<p:tagLst xmlns:p="http://schemas.openxmlformats.org/presentationml/2006/main">
  <p:tag name="AS_UNIQUEID" val="935"/>
  <p:tag name="KSO_WM_BEAUTIFY_FLAG" val=""/>
</p:tagLst>
</file>

<file path=ppt/tags/tag421.xml><?xml version="1.0" encoding="utf-8"?>
<p:tagLst xmlns:p="http://schemas.openxmlformats.org/presentationml/2006/main">
  <p:tag name="AS_UNIQUEID" val="936"/>
  <p:tag name="KSO_WM_BEAUTIFY_FLAG" val=""/>
</p:tagLst>
</file>

<file path=ppt/tags/tag422.xml><?xml version="1.0" encoding="utf-8"?>
<p:tagLst xmlns:p="http://schemas.openxmlformats.org/presentationml/2006/main">
  <p:tag name="AS_UNIQUEID" val="937"/>
  <p:tag name="KSO_WM_BEAUTIFY_FLAG" val=""/>
</p:tagLst>
</file>

<file path=ppt/tags/tag423.xml><?xml version="1.0" encoding="utf-8"?>
<p:tagLst xmlns:p="http://schemas.openxmlformats.org/presentationml/2006/main">
  <p:tag name="AS_UNIQUEID" val="938"/>
</p:tagLst>
</file>

<file path=ppt/tags/tag424.xml><?xml version="1.0" encoding="utf-8"?>
<p:tagLst xmlns:p="http://schemas.openxmlformats.org/presentationml/2006/main">
  <p:tag name="AS_UNIQUEID" val="939"/>
  <p:tag name="KSO_WM_BEAUTIFY_FLAG" val=""/>
</p:tagLst>
</file>

<file path=ppt/tags/tag425.xml><?xml version="1.0" encoding="utf-8"?>
<p:tagLst xmlns:p="http://schemas.openxmlformats.org/presentationml/2006/main">
  <p:tag name="AS_UNIQUEID" val="940"/>
  <p:tag name="KSO_WM_BEAUTIFY_FLAG" val=""/>
</p:tagLst>
</file>

<file path=ppt/tags/tag426.xml><?xml version="1.0" encoding="utf-8"?>
<p:tagLst xmlns:p="http://schemas.openxmlformats.org/presentationml/2006/main">
  <p:tag name="AS_UNIQUEID" val="941"/>
  <p:tag name="KSO_WM_BEAUTIFY_FLAG" val=""/>
</p:tagLst>
</file>

<file path=ppt/tags/tag427.xml><?xml version="1.0" encoding="utf-8"?>
<p:tagLst xmlns:p="http://schemas.openxmlformats.org/presentationml/2006/main">
  <p:tag name="AS_UNIQUEID" val="942"/>
  <p:tag name="KSO_WM_BEAUTIFY_FLAG" val=""/>
</p:tagLst>
</file>

<file path=ppt/tags/tag428.xml><?xml version="1.0" encoding="utf-8"?>
<p:tagLst xmlns:p="http://schemas.openxmlformats.org/presentationml/2006/main">
  <p:tag name="AS_UNIQUEID" val="943"/>
  <p:tag name="KSO_WM_BEAUTIFY_FLAG" val=""/>
</p:tagLst>
</file>

<file path=ppt/tags/tag429.xml><?xml version="1.0" encoding="utf-8"?>
<p:tagLst xmlns:p="http://schemas.openxmlformats.org/presentationml/2006/main">
  <p:tag name="AS_UNIQUEID" val="944"/>
</p:tagLst>
</file>

<file path=ppt/tags/tag430.xml><?xml version="1.0" encoding="utf-8"?>
<p:tagLst xmlns:p="http://schemas.openxmlformats.org/presentationml/2006/main">
  <p:tag name="AS_UNIQUEID" val="945"/>
</p:tagLst>
</file>

<file path=ppt/tags/tag431.xml><?xml version="1.0" encoding="utf-8"?>
<p:tagLst xmlns:p="http://schemas.openxmlformats.org/presentationml/2006/main">
  <p:tag name="AS_UNIQUEID" val="946"/>
  <p:tag name="KSO_WM_BEAUTIFY_FLAG" val=""/>
</p:tagLst>
</file>

<file path=ppt/tags/tag432.xml><?xml version="1.0" encoding="utf-8"?>
<p:tagLst xmlns:p="http://schemas.openxmlformats.org/presentationml/2006/main">
  <p:tag name="AS_UNIQUEID" val="947"/>
  <p:tag name="KSO_WM_BEAUTIFY_FLAG" val=""/>
</p:tagLst>
</file>

<file path=ppt/tags/tag433.xml><?xml version="1.0" encoding="utf-8"?>
<p:tagLst xmlns:p="http://schemas.openxmlformats.org/presentationml/2006/main">
  <p:tag name="AS_UNIQUEID" val="948"/>
</p:tagLst>
</file>

<file path=ppt/tags/tag434.xml><?xml version="1.0" encoding="utf-8"?>
<p:tagLst xmlns:p="http://schemas.openxmlformats.org/presentationml/2006/main">
  <p:tag name="AS_UNIQUEID" val="949"/>
</p:tagLst>
</file>

<file path=ppt/tags/tag435.xml><?xml version="1.0" encoding="utf-8"?>
<p:tagLst xmlns:p="http://schemas.openxmlformats.org/presentationml/2006/main">
  <p:tag name="AS_UNIQUEID" val="950"/>
</p:tagLst>
</file>

<file path=ppt/tags/tag436.xml><?xml version="1.0" encoding="utf-8"?>
<p:tagLst xmlns:p="http://schemas.openxmlformats.org/presentationml/2006/main">
  <p:tag name="AS_UNIQUEID" val="951"/>
</p:tagLst>
</file>

<file path=ppt/tags/tag437.xml><?xml version="1.0" encoding="utf-8"?>
<p:tagLst xmlns:p="http://schemas.openxmlformats.org/presentationml/2006/main">
  <p:tag name="AS_UNIQUEID" val="952"/>
</p:tagLst>
</file>

<file path=ppt/tags/tag438.xml><?xml version="1.0" encoding="utf-8"?>
<p:tagLst xmlns:p="http://schemas.openxmlformats.org/presentationml/2006/main">
  <p:tag name="AS_UNIQUEID" val="953"/>
  <p:tag name="KSO_WM_BEAUTIFY_FLAG" val=""/>
</p:tagLst>
</file>

<file path=ppt/tags/tag439.xml><?xml version="1.0" encoding="utf-8"?>
<p:tagLst xmlns:p="http://schemas.openxmlformats.org/presentationml/2006/main">
  <p:tag name="AS_UNIQUEID" val="954"/>
  <p:tag name="KSO_WM_BEAUTIFY_FLAG" val=""/>
</p:tagLst>
</file>

<file path=ppt/tags/tag440.xml><?xml version="1.0" encoding="utf-8"?>
<p:tagLst xmlns:p="http://schemas.openxmlformats.org/presentationml/2006/main">
  <p:tag name="AS_UNIQUEID" val="955"/>
</p:tagLst>
</file>

<file path=ppt/tags/tag441.xml><?xml version="1.0" encoding="utf-8"?>
<p:tagLst xmlns:p="http://schemas.openxmlformats.org/presentationml/2006/main">
  <p:tag name="AS_UNIQUEID" val="956"/>
</p:tagLst>
</file>

<file path=ppt/tags/tag442.xml><?xml version="1.0" encoding="utf-8"?>
<p:tagLst xmlns:p="http://schemas.openxmlformats.org/presentationml/2006/main">
  <p:tag name="AS_UNIQUEID" val="957"/>
  <p:tag name="KSO_WM_BEAUTIFY_FLAG" val=""/>
</p:tagLst>
</file>

<file path=ppt/tags/tag443.xml><?xml version="1.0" encoding="utf-8"?>
<p:tagLst xmlns:p="http://schemas.openxmlformats.org/presentationml/2006/main">
  <p:tag name="AS_UNIQUEID" val="958"/>
  <p:tag name="KSO_WM_BEAUTIFY_FLAG" val=""/>
</p:tagLst>
</file>

<file path=ppt/tags/tag444.xml><?xml version="1.0" encoding="utf-8"?>
<p:tagLst xmlns:p="http://schemas.openxmlformats.org/presentationml/2006/main">
  <p:tag name="AS_UNIQUEID" val="959"/>
  <p:tag name="KSO_WM_BEAUTIFY_FLAG" val=""/>
</p:tagLst>
</file>

<file path=ppt/tags/tag445.xml><?xml version="1.0" encoding="utf-8"?>
<p:tagLst xmlns:p="http://schemas.openxmlformats.org/presentationml/2006/main">
  <p:tag name="AS_UNIQUEID" val="960"/>
  <p:tag name="KSO_WM_BEAUTIFY_FLAG" val=""/>
</p:tagLst>
</file>

<file path=ppt/tags/tag446.xml><?xml version="1.0" encoding="utf-8"?>
<p:tagLst xmlns:p="http://schemas.openxmlformats.org/presentationml/2006/main">
  <p:tag name="AS_UNIQUEID" val="961"/>
  <p:tag name="KSO_WM_BEAUTIFY_FLAG" val=""/>
</p:tagLst>
</file>

<file path=ppt/tags/tag447.xml><?xml version="1.0" encoding="utf-8"?>
<p:tagLst xmlns:p="http://schemas.openxmlformats.org/presentationml/2006/main">
  <p:tag name="AS_UNIQUEID" val="962"/>
</p:tagLst>
</file>

<file path=ppt/tags/tag448.xml><?xml version="1.0" encoding="utf-8"?>
<p:tagLst xmlns:p="http://schemas.openxmlformats.org/presentationml/2006/main">
  <p:tag name="AS_UNIQUEID" val="963"/>
  <p:tag name="KSO_WM_BEAUTIFY_FLAG" val=""/>
</p:tagLst>
</file>

<file path=ppt/tags/tag449.xml><?xml version="1.0" encoding="utf-8"?>
<p:tagLst xmlns:p="http://schemas.openxmlformats.org/presentationml/2006/main">
  <p:tag name="AS_UNIQUEID" val="964"/>
  <p:tag name="KSO_WM_BEAUTIFY_FLAG" val=""/>
</p:tagLst>
</file>

<file path=ppt/tags/tag450.xml><?xml version="1.0" encoding="utf-8"?>
<p:tagLst xmlns:p="http://schemas.openxmlformats.org/presentationml/2006/main">
  <p:tag name="AS_UNIQUEID" val="965"/>
  <p:tag name="KSO_WM_BEAUTIFY_FLAG" val=""/>
</p:tagLst>
</file>

<file path=ppt/tags/tag451.xml><?xml version="1.0" encoding="utf-8"?>
<p:tagLst xmlns:p="http://schemas.openxmlformats.org/presentationml/2006/main">
  <p:tag name="AS_UNIQUEID" val="966"/>
  <p:tag name="KSO_WM_BEAUTIFY_FLAG" val=""/>
</p:tagLst>
</file>

<file path=ppt/tags/tag452.xml><?xml version="1.0" encoding="utf-8"?>
<p:tagLst xmlns:p="http://schemas.openxmlformats.org/presentationml/2006/main">
  <p:tag name="AS_UNIQUEID" val="967"/>
  <p:tag name="KSO_WM_BEAUTIFY_FLAG" val=""/>
</p:tagLst>
</file>

<file path=ppt/tags/tag453.xml><?xml version="1.0" encoding="utf-8"?>
<p:tagLst xmlns:p="http://schemas.openxmlformats.org/presentationml/2006/main">
  <p:tag name="AS_UNIQUEID" val="968"/>
</p:tagLst>
</file>

<file path=ppt/tags/tag454.xml><?xml version="1.0" encoding="utf-8"?>
<p:tagLst xmlns:p="http://schemas.openxmlformats.org/presentationml/2006/main">
  <p:tag name="AS_UNIQUEID" val="969"/>
  <p:tag name="KSO_WM_BEAUTIFY_FLAG" val=""/>
  <p:tag name="TABLE_ENDDRAG_ORIGIN_RECT" val="725*170"/>
  <p:tag name="TABLE_ENDDRAG_RECT" val="122*205*725*170"/>
</p:tagLst>
</file>

<file path=ppt/tags/tag455.xml><?xml version="1.0" encoding="utf-8"?>
<p:tagLst xmlns:p="http://schemas.openxmlformats.org/presentationml/2006/main">
  <p:tag name="AS_UNIQUEID" val="970"/>
</p:tagLst>
</file>

<file path=ppt/tags/tag456.xml><?xml version="1.0" encoding="utf-8"?>
<p:tagLst xmlns:p="http://schemas.openxmlformats.org/presentationml/2006/main">
  <p:tag name="AS_UNIQUEID" val="971"/>
</p:tagLst>
</file>

<file path=ppt/tags/tag457.xml><?xml version="1.0" encoding="utf-8"?>
<p:tagLst xmlns:p="http://schemas.openxmlformats.org/presentationml/2006/main">
  <p:tag name="AS_UNIQUEID" val="972"/>
</p:tagLst>
</file>

<file path=ppt/tags/tag458.xml><?xml version="1.0" encoding="utf-8"?>
<p:tagLst xmlns:p="http://schemas.openxmlformats.org/presentationml/2006/main">
  <p:tag name="AS_UNIQUEID" val="973"/>
</p:tagLst>
</file>

<file path=ppt/tags/tag459.xml><?xml version="1.0" encoding="utf-8"?>
<p:tagLst xmlns:p="http://schemas.openxmlformats.org/presentationml/2006/main">
  <p:tag name="AS_UNIQUEID" val="974"/>
</p:tagLst>
</file>

<file path=ppt/tags/tag460.xml><?xml version="1.0" encoding="utf-8"?>
<p:tagLst xmlns:p="http://schemas.openxmlformats.org/presentationml/2006/main">
  <p:tag name="AS_UNIQUEID" val="975"/>
  <p:tag name="KSO_WM_UNIT_LINE_FILL_TYPE" val="2"/>
  <p:tag name="KSO_WM_UNIT_LINE_FORE_SCHEMECOLOR_INDEX" val="13"/>
  <p:tag name="KSO_WM_UNIT_LINE_FORE_SCHEMECOLOR_INDEX_BRIGHTNESS" val="0"/>
</p:tagLst>
</file>

<file path=ppt/tags/tag461.xml><?xml version="1.0" encoding="utf-8"?>
<p:tagLst xmlns:p="http://schemas.openxmlformats.org/presentationml/2006/main">
  <p:tag name="AS_UNIQUEID" val="976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2.xml><?xml version="1.0" encoding="utf-8"?>
<p:tagLst xmlns:p="http://schemas.openxmlformats.org/presentationml/2006/main">
  <p:tag name="AS_UNIQUEID" val="977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3.xml><?xml version="1.0" encoding="utf-8"?>
<p:tagLst xmlns:p="http://schemas.openxmlformats.org/presentationml/2006/main">
  <p:tag name="AS_UNIQUEID" val="978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4.xml><?xml version="1.0" encoding="utf-8"?>
<p:tagLst xmlns:p="http://schemas.openxmlformats.org/presentationml/2006/main">
  <p:tag name="AS_UNIQUEID" val="979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465.xml><?xml version="1.0" encoding="utf-8"?>
<p:tagLst xmlns:p="http://schemas.openxmlformats.org/presentationml/2006/main">
  <p:tag name="AS_UNIQUEID" val="980"/>
</p:tagLst>
</file>

<file path=ppt/tags/tag466.xml><?xml version="1.0" encoding="utf-8"?>
<p:tagLst xmlns:p="http://schemas.openxmlformats.org/presentationml/2006/main">
  <p:tag name="AS_UNIQUEID" val="981"/>
</p:tagLst>
</file>

<file path=ppt/tags/tag467.xml><?xml version="1.0" encoding="utf-8"?>
<p:tagLst xmlns:p="http://schemas.openxmlformats.org/presentationml/2006/main">
  <p:tag name="AS_UNIQUEID" val="982"/>
</p:tagLst>
</file>

<file path=ppt/tags/tag468.xml><?xml version="1.0" encoding="utf-8"?>
<p:tagLst xmlns:p="http://schemas.openxmlformats.org/presentationml/2006/main">
  <p:tag name="AS_UNIQUEID" val="983"/>
</p:tagLst>
</file>

<file path=ppt/tags/tag469.xml><?xml version="1.0" encoding="utf-8"?>
<p:tagLst xmlns:p="http://schemas.openxmlformats.org/presentationml/2006/main">
  <p:tag name="AS_UNIQUEID" val="984"/>
</p:tagLst>
</file>

<file path=ppt/tags/tag470.xml><?xml version="1.0" encoding="utf-8"?>
<p:tagLst xmlns:p="http://schemas.openxmlformats.org/presentationml/2006/main">
  <p:tag name="AS_UNIQUEID" val="985"/>
  <p:tag name="KSO_WM_BEAUTIFY_FLAG" val=""/>
</p:tagLst>
</file>

<file path=ppt/tags/tag471.xml><?xml version="1.0" encoding="utf-8"?>
<p:tagLst xmlns:p="http://schemas.openxmlformats.org/presentationml/2006/main">
  <p:tag name="AS_UNIQUEID" val="986"/>
  <p:tag name="KSO_WM_BEAUTIFY_FLAG" val=""/>
</p:tagLst>
</file>

<file path=ppt/tags/tag472.xml><?xml version="1.0" encoding="utf-8"?>
<p:tagLst xmlns:p="http://schemas.openxmlformats.org/presentationml/2006/main">
  <p:tag name="AS_UNIQUEID" val="987"/>
</p:tagLst>
</file>

<file path=ppt/tags/tag473.xml><?xml version="1.0" encoding="utf-8"?>
<p:tagLst xmlns:p="http://schemas.openxmlformats.org/presentationml/2006/main">
  <p:tag name="AS_UNIQUEID" val="988"/>
</p:tagLst>
</file>

<file path=ppt/tags/tag474.xml><?xml version="1.0" encoding="utf-8"?>
<p:tagLst xmlns:p="http://schemas.openxmlformats.org/presentationml/2006/main">
  <p:tag name="AS_UNIQUEID" val="989"/>
  <p:tag name="KSO_WM_BEAUTIFY_FLAG" val=""/>
</p:tagLst>
</file>

<file path=ppt/tags/tag475.xml><?xml version="1.0" encoding="utf-8"?>
<p:tagLst xmlns:p="http://schemas.openxmlformats.org/presentationml/2006/main">
  <p:tag name="AS_UNIQUEID" val="990"/>
  <p:tag name="KSO_WM_BEAUTIFY_FLAG" val=""/>
</p:tagLst>
</file>

<file path=ppt/tags/tag476.xml><?xml version="1.0" encoding="utf-8"?>
<p:tagLst xmlns:p="http://schemas.openxmlformats.org/presentationml/2006/main">
  <p:tag name="AS_UNIQUEID" val="991"/>
  <p:tag name="KSO_WM_BEAUTIFY_FLAG" val=""/>
</p:tagLst>
</file>

<file path=ppt/tags/tag477.xml><?xml version="1.0" encoding="utf-8"?>
<p:tagLst xmlns:p="http://schemas.openxmlformats.org/presentationml/2006/main">
  <p:tag name="AS_UNIQUEID" val="992"/>
  <p:tag name="KSO_WM_BEAUTIFY_FLAG" val=""/>
</p:tagLst>
</file>

<file path=ppt/tags/tag478.xml><?xml version="1.0" encoding="utf-8"?>
<p:tagLst xmlns:p="http://schemas.openxmlformats.org/presentationml/2006/main">
  <p:tag name="AS_UNIQUEID" val="993"/>
  <p:tag name="KSO_WM_BEAUTIFY_FLAG" val=""/>
</p:tagLst>
</file>

<file path=ppt/tags/tag479.xml><?xml version="1.0" encoding="utf-8"?>
<p:tagLst xmlns:p="http://schemas.openxmlformats.org/presentationml/2006/main">
  <p:tag name="AS_UNIQUEID" val="994"/>
</p:tagLst>
</file>

<file path=ppt/tags/tag480.xml><?xml version="1.0" encoding="utf-8"?>
<p:tagLst xmlns:p="http://schemas.openxmlformats.org/presentationml/2006/main">
  <p:tag name="AS_UNIQUEID" val="995"/>
  <p:tag name="KSO_WM_BEAUTIFY_FLAG" val=""/>
</p:tagLst>
</file>

<file path=ppt/tags/tag481.xml><?xml version="1.0" encoding="utf-8"?>
<p:tagLst xmlns:p="http://schemas.openxmlformats.org/presentationml/2006/main">
  <p:tag name="AS_UNIQUEID" val="996"/>
  <p:tag name="KSO_WM_BEAUTIFY_FLAG" val=""/>
</p:tagLst>
</file>

<file path=ppt/tags/tag482.xml><?xml version="1.0" encoding="utf-8"?>
<p:tagLst xmlns:p="http://schemas.openxmlformats.org/presentationml/2006/main">
  <p:tag name="AS_UNIQUEID" val="997"/>
  <p:tag name="KSO_WM_BEAUTIFY_FLAG" val=""/>
</p:tagLst>
</file>

<file path=ppt/tags/tag483.xml><?xml version="1.0" encoding="utf-8"?>
<p:tagLst xmlns:p="http://schemas.openxmlformats.org/presentationml/2006/main">
  <p:tag name="AS_UNIQUEID" val="998"/>
  <p:tag name="KSO_WM_BEAUTIFY_FLAG" val=""/>
</p:tagLst>
</file>

<file path=ppt/tags/tag484.xml><?xml version="1.0" encoding="utf-8"?>
<p:tagLst xmlns:p="http://schemas.openxmlformats.org/presentationml/2006/main">
  <p:tag name="AS_UNIQUEID" val="999"/>
  <p:tag name="KSO_WM_BEAUTIFY_FLAG" val=""/>
</p:tagLst>
</file>

<file path=ppt/tags/tag485.xml><?xml version="1.0" encoding="utf-8"?>
<p:tagLst xmlns:p="http://schemas.openxmlformats.org/presentationml/2006/main">
  <p:tag name="AS_UNIQUEID" val="1000"/>
</p:tagLst>
</file>

<file path=ppt/tags/tag486.xml><?xml version="1.0" encoding="utf-8"?>
<p:tagLst xmlns:p="http://schemas.openxmlformats.org/presentationml/2006/main">
  <p:tag name="AS_UNIQUEID" val="1001"/>
  <p:tag name="KSO_WM_BEAUTIFY_FLAG" val=""/>
</p:tagLst>
</file>

<file path=ppt/tags/tag487.xml><?xml version="1.0" encoding="utf-8"?>
<p:tagLst xmlns:p="http://schemas.openxmlformats.org/presentationml/2006/main">
  <p:tag name="AS_UNIQUEID" val="1002"/>
</p:tagLst>
</file>

<file path=ppt/tags/tag488.xml><?xml version="1.0" encoding="utf-8"?>
<p:tagLst xmlns:p="http://schemas.openxmlformats.org/presentationml/2006/main">
  <p:tag name="AS_UNIQUEID" val="1003"/>
  <p:tag name="KSO_WM_BEAUTIFY_FLAG" val=""/>
</p:tagLst>
</file>

<file path=ppt/tags/tag489.xml><?xml version="1.0" encoding="utf-8"?>
<p:tagLst xmlns:p="http://schemas.openxmlformats.org/presentationml/2006/main">
  <p:tag name="AS_UNIQUEID" val="1004"/>
  <p:tag name="KSO_WM_BEAUTIFY_FLAG" val=""/>
</p:tagLst>
</file>

<file path=ppt/tags/tag490.xml><?xml version="1.0" encoding="utf-8"?>
<p:tagLst xmlns:p="http://schemas.openxmlformats.org/presentationml/2006/main">
  <p:tag name="AS_UNIQUEID" val="1005"/>
  <p:tag name="KSO_WM_BEAUTIFY_FLAG" val=""/>
</p:tagLst>
</file>

<file path=ppt/tags/tag491.xml><?xml version="1.0" encoding="utf-8"?>
<p:tagLst xmlns:p="http://schemas.openxmlformats.org/presentationml/2006/main">
  <p:tag name="AS_UNIQUEID" val="1006"/>
  <p:tag name="KSO_WM_BEAUTIFY_FLAG" val=""/>
</p:tagLst>
</file>

<file path=ppt/tags/tag492.xml><?xml version="1.0" encoding="utf-8"?>
<p:tagLst xmlns:p="http://schemas.openxmlformats.org/presentationml/2006/main">
  <p:tag name="AS_UNIQUEID" val="1007"/>
  <p:tag name="KSO_WM_BEAUTIFY_FLAG" val=""/>
</p:tagLst>
</file>

<file path=ppt/tags/tag493.xml><?xml version="1.0" encoding="utf-8"?>
<p:tagLst xmlns:p="http://schemas.openxmlformats.org/presentationml/2006/main">
  <p:tag name="AS_UNIQUEID" val="1008"/>
</p:tagLst>
</file>

<file path=ppt/tags/tag494.xml><?xml version="1.0" encoding="utf-8"?>
<p:tagLst xmlns:p="http://schemas.openxmlformats.org/presentationml/2006/main">
  <p:tag name="AS_UNIQUEID" val="1009"/>
</p:tagLst>
</file>

<file path=ppt/tags/tag495.xml><?xml version="1.0" encoding="utf-8"?>
<p:tagLst xmlns:p="http://schemas.openxmlformats.org/presentationml/2006/main">
  <p:tag name="AS_UNIQUEID" val="1010"/>
</p:tagLst>
</file>

<file path=ppt/tags/tag496.xml><?xml version="1.0" encoding="utf-8"?>
<p:tagLst xmlns:p="http://schemas.openxmlformats.org/presentationml/2006/main">
  <p:tag name="AS_UNIQUEID" val="1011"/>
</p:tagLst>
</file>

<file path=ppt/tags/tag497.xml><?xml version="1.0" encoding="utf-8"?>
<p:tagLst xmlns:p="http://schemas.openxmlformats.org/presentationml/2006/main">
  <p:tag name="AS_UNIQUEID" val="1012"/>
</p:tagLst>
</file>

<file path=ppt/tags/tag498.xml><?xml version="1.0" encoding="utf-8"?>
<p:tagLst xmlns:p="http://schemas.openxmlformats.org/presentationml/2006/main">
  <p:tag name="AS_UNIQUEID" val="1013"/>
  <p:tag name="KSO_WM_BEAUTIFY_FLAG" val=""/>
</p:tagLst>
</file>

<file path=ppt/tags/tag499.xml><?xml version="1.0" encoding="utf-8"?>
<p:tagLst xmlns:p="http://schemas.openxmlformats.org/presentationml/2006/main">
  <p:tag name="AS_UNIQUEID" val="1014"/>
  <p:tag name="KSO_WM_BEAUTIFY_FLAG" val=""/>
</p:tagLst>
</file>

<file path=ppt/tags/tag500.xml><?xml version="1.0" encoding="utf-8"?>
<p:tagLst xmlns:p="http://schemas.openxmlformats.org/presentationml/2006/main">
  <p:tag name="AS_UNIQUEID" val="1015"/>
</p:tagLst>
</file>

<file path=ppt/tags/tag501.xml><?xml version="1.0" encoding="utf-8"?>
<p:tagLst xmlns:p="http://schemas.openxmlformats.org/presentationml/2006/main">
  <p:tag name="AS_UNIQUEID" val="1016"/>
</p:tagLst>
</file>

<file path=ppt/tags/tag502.xml><?xml version="1.0" encoding="utf-8"?>
<p:tagLst xmlns:p="http://schemas.openxmlformats.org/presentationml/2006/main">
  <p:tag name="AS_UNIQUEID" val="1017"/>
  <p:tag name="KSO_WM_BEAUTIFY_FLAG" val=""/>
</p:tagLst>
</file>

<file path=ppt/tags/tag503.xml><?xml version="1.0" encoding="utf-8"?>
<p:tagLst xmlns:p="http://schemas.openxmlformats.org/presentationml/2006/main">
  <p:tag name="AS_UNIQUEID" val="1018"/>
  <p:tag name="KSO_WM_BEAUTIFY_FLAG" val=""/>
</p:tagLst>
</file>

<file path=ppt/tags/tag504.xml><?xml version="1.0" encoding="utf-8"?>
<p:tagLst xmlns:p="http://schemas.openxmlformats.org/presentationml/2006/main">
  <p:tag name="AS_UNIQUEID" val="1019"/>
  <p:tag name="KSO_WM_BEAUTIFY_FLAG" val=""/>
</p:tagLst>
</file>

<file path=ppt/tags/tag505.xml><?xml version="1.0" encoding="utf-8"?>
<p:tagLst xmlns:p="http://schemas.openxmlformats.org/presentationml/2006/main">
  <p:tag name="AS_UNIQUEID" val="1020"/>
  <p:tag name="KSO_WM_BEAUTIFY_FLAG" val=""/>
</p:tagLst>
</file>

<file path=ppt/tags/tag506.xml><?xml version="1.0" encoding="utf-8"?>
<p:tagLst xmlns:p="http://schemas.openxmlformats.org/presentationml/2006/main">
  <p:tag name="AS_UNIQUEID" val="1021"/>
  <p:tag name="KSO_WM_BEAUTIFY_FLAG" val=""/>
</p:tagLst>
</file>

<file path=ppt/tags/tag507.xml><?xml version="1.0" encoding="utf-8"?>
<p:tagLst xmlns:p="http://schemas.openxmlformats.org/presentationml/2006/main">
  <p:tag name="AS_UNIQUEID" val="1022"/>
</p:tagLst>
</file>

<file path=ppt/tags/tag508.xml><?xml version="1.0" encoding="utf-8"?>
<p:tagLst xmlns:p="http://schemas.openxmlformats.org/presentationml/2006/main">
  <p:tag name="AS_UNIQUEID" val="1023"/>
  <p:tag name="KSO_WM_BEAUTIFY_FLAG" val=""/>
</p:tagLst>
</file>

<file path=ppt/tags/tag509.xml><?xml version="1.0" encoding="utf-8"?>
<p:tagLst xmlns:p="http://schemas.openxmlformats.org/presentationml/2006/main">
  <p:tag name="AS_UNIQUEID" val="1024"/>
  <p:tag name="KSO_WM_BEAUTIFY_FLAG" val=""/>
</p:tagLst>
</file>

<file path=ppt/tags/tag510.xml><?xml version="1.0" encoding="utf-8"?>
<p:tagLst xmlns:p="http://schemas.openxmlformats.org/presentationml/2006/main">
  <p:tag name="AS_UNIQUEID" val="1025"/>
  <p:tag name="KSO_WM_BEAUTIFY_FLAG" val=""/>
</p:tagLst>
</file>

<file path=ppt/tags/tag511.xml><?xml version="1.0" encoding="utf-8"?>
<p:tagLst xmlns:p="http://schemas.openxmlformats.org/presentationml/2006/main">
  <p:tag name="AS_UNIQUEID" val="1026"/>
  <p:tag name="KSO_WM_BEAUTIFY_FLAG" val=""/>
</p:tagLst>
</file>

<file path=ppt/tags/tag512.xml><?xml version="1.0" encoding="utf-8"?>
<p:tagLst xmlns:p="http://schemas.openxmlformats.org/presentationml/2006/main">
  <p:tag name="AS_UNIQUEID" val="1027"/>
  <p:tag name="KSO_WM_BEAUTIFY_FLAG" val=""/>
</p:tagLst>
</file>

<file path=ppt/tags/tag513.xml><?xml version="1.0" encoding="utf-8"?>
<p:tagLst xmlns:p="http://schemas.openxmlformats.org/presentationml/2006/main">
  <p:tag name="AS_UNIQUEID" val="1028"/>
</p:tagLst>
</file>

<file path=ppt/tags/tag514.xml><?xml version="1.0" encoding="utf-8"?>
<p:tagLst xmlns:p="http://schemas.openxmlformats.org/presentationml/2006/main">
  <p:tag name="AS_UNIQUEID" val="1029"/>
</p:tagLst>
</file>

<file path=ppt/tags/tag515.xml><?xml version="1.0" encoding="utf-8"?>
<p:tagLst xmlns:p="http://schemas.openxmlformats.org/presentationml/2006/main">
  <p:tag name="AS_UNIQUEID" val="1030"/>
</p:tagLst>
</file>

<file path=ppt/tags/tag516.xml><?xml version="1.0" encoding="utf-8"?>
<p:tagLst xmlns:p="http://schemas.openxmlformats.org/presentationml/2006/main">
  <p:tag name="AS_UNIQUEID" val="1031"/>
  <p:tag name="KSO_WM_BEAUTIFY_FLAG" val=""/>
</p:tagLst>
</file>

<file path=ppt/tags/tag517.xml><?xml version="1.0" encoding="utf-8"?>
<p:tagLst xmlns:p="http://schemas.openxmlformats.org/presentationml/2006/main">
  <p:tag name="AS_UNIQUEID" val="1032"/>
  <p:tag name="KSO_WM_BEAUTIFY_FLAG" val=""/>
</p:tagLst>
</file>

<file path=ppt/tags/tag518.xml><?xml version="1.0" encoding="utf-8"?>
<p:tagLst xmlns:p="http://schemas.openxmlformats.org/presentationml/2006/main">
  <p:tag name="AS_UNIQUEID" val="1033"/>
</p:tagLst>
</file>

<file path=ppt/tags/tag519.xml><?xml version="1.0" encoding="utf-8"?>
<p:tagLst xmlns:p="http://schemas.openxmlformats.org/presentationml/2006/main">
  <p:tag name="AS_UNIQUEID" val="1034"/>
  <p:tag name="KSO_WM_BEAUTIFY_FLAG" val=""/>
</p:tagLst>
</file>

<file path=ppt/tags/tag520.xml><?xml version="1.0" encoding="utf-8"?>
<p:tagLst xmlns:p="http://schemas.openxmlformats.org/presentationml/2006/main">
  <p:tag name="AS_UNIQUEID" val="1035"/>
</p:tagLst>
</file>

<file path=ppt/tags/tag521.xml><?xml version="1.0" encoding="utf-8"?>
<p:tagLst xmlns:p="http://schemas.openxmlformats.org/presentationml/2006/main">
  <p:tag name="AS_UNIQUEID" val="1036"/>
</p:tagLst>
</file>

<file path=ppt/tags/tag522.xml><?xml version="1.0" encoding="utf-8"?>
<p:tagLst xmlns:p="http://schemas.openxmlformats.org/presentationml/2006/main">
  <p:tag name="AS_UNIQUEID" val="1037"/>
</p:tagLst>
</file>

<file path=ppt/tags/tag523.xml><?xml version="1.0" encoding="utf-8"?>
<p:tagLst xmlns:p="http://schemas.openxmlformats.org/presentationml/2006/main">
  <p:tag name="AS_UNIQUEID" val="1038"/>
  <p:tag name="KSO_WM_BEAUTIFY_FLAG" val=""/>
</p:tagLst>
</file>

<file path=ppt/tags/tag524.xml><?xml version="1.0" encoding="utf-8"?>
<p:tagLst xmlns:p="http://schemas.openxmlformats.org/presentationml/2006/main">
  <p:tag name="AS_UNIQUEID" val="1039"/>
  <p:tag name="KSO_WM_BEAUTIFY_FLAG" val=""/>
</p:tagLst>
</file>

<file path=ppt/tags/tag525.xml><?xml version="1.0" encoding="utf-8"?>
<p:tagLst xmlns:p="http://schemas.openxmlformats.org/presentationml/2006/main">
  <p:tag name="AS_UNIQUEID" val="1040"/>
  <p:tag name="KSO_WM_BEAUTIFY_FLAG" val=""/>
</p:tagLst>
</file>

<file path=ppt/tags/tag526.xml><?xml version="1.0" encoding="utf-8"?>
<p:tagLst xmlns:p="http://schemas.openxmlformats.org/presentationml/2006/main">
  <p:tag name="AS_UNIQUEID" val="1041"/>
  <p:tag name="KSO_WM_BEAUTIFY_FLAG" val=""/>
</p:tagLst>
</file>

<file path=ppt/tags/tag527.xml><?xml version="1.0" encoding="utf-8"?>
<p:tagLst xmlns:p="http://schemas.openxmlformats.org/presentationml/2006/main">
  <p:tag name="AS_UNIQUEID" val="1042"/>
  <p:tag name="KSO_WM_BEAUTIFY_FLAG" val=""/>
</p:tagLst>
</file>

<file path=ppt/tags/tag528.xml><?xml version="1.0" encoding="utf-8"?>
<p:tagLst xmlns:p="http://schemas.openxmlformats.org/presentationml/2006/main">
  <p:tag name="AS_UNIQUEID" val="1043"/>
  <p:tag name="KSO_WM_BEAUTIFY_FLAG" val=""/>
</p:tagLst>
</file>

<file path=ppt/tags/tag529.xml><?xml version="1.0" encoding="utf-8"?>
<p:tagLst xmlns:p="http://schemas.openxmlformats.org/presentationml/2006/main">
  <p:tag name="AS_UNIQUEID" val="1044"/>
</p:tagLst>
</file>

<file path=ppt/tags/tag530.xml><?xml version="1.0" encoding="utf-8"?>
<p:tagLst xmlns:p="http://schemas.openxmlformats.org/presentationml/2006/main">
  <p:tag name="AS_UNIQUEID" val="1045"/>
</p:tagLst>
</file>

<file path=ppt/tags/tag531.xml><?xml version="1.0" encoding="utf-8"?>
<p:tagLst xmlns:p="http://schemas.openxmlformats.org/presentationml/2006/main">
  <p:tag name="AS_UNIQUEID" val="1046"/>
</p:tagLst>
</file>

<file path=ppt/tags/tag532.xml><?xml version="1.0" encoding="utf-8"?>
<p:tagLst xmlns:p="http://schemas.openxmlformats.org/presentationml/2006/main">
  <p:tag name="AS_UNIQUEID" val="1047"/>
</p:tagLst>
</file>

<file path=ppt/tags/tag533.xml><?xml version="1.0" encoding="utf-8"?>
<p:tagLst xmlns:p="http://schemas.openxmlformats.org/presentationml/2006/main">
  <p:tag name="AS_UNIQUEID" val="1048"/>
</p:tagLst>
</file>

<file path=ppt/tags/tag534.xml><?xml version="1.0" encoding="utf-8"?>
<p:tagLst xmlns:p="http://schemas.openxmlformats.org/presentationml/2006/main">
  <p:tag name="AS_UNIQUEID" val="1049"/>
</p:tagLst>
</file>

<file path=ppt/tags/tag535.xml><?xml version="1.0" encoding="utf-8"?>
<p:tagLst xmlns:p="http://schemas.openxmlformats.org/presentationml/2006/main">
  <p:tag name="AS_UNIQUEID" val="1050"/>
</p:tagLst>
</file>

<file path=ppt/tags/tag536.xml><?xml version="1.0" encoding="utf-8"?>
<p:tagLst xmlns:p="http://schemas.openxmlformats.org/presentationml/2006/main">
  <p:tag name="AS_UNIQUEID" val="1051"/>
</p:tagLst>
</file>

<file path=ppt/tags/tag537.xml><?xml version="1.0" encoding="utf-8"?>
<p:tagLst xmlns:p="http://schemas.openxmlformats.org/presentationml/2006/main">
  <p:tag name="AS_UNIQUEID" val="1052"/>
</p:tagLst>
</file>

<file path=ppt/tags/tag538.xml><?xml version="1.0" encoding="utf-8"?>
<p:tagLst xmlns:p="http://schemas.openxmlformats.org/presentationml/2006/main">
  <p:tag name="AS_UNIQUEID" val="1053"/>
</p:tagLst>
</file>

<file path=ppt/tags/tag539.xml><?xml version="1.0" encoding="utf-8"?>
<p:tagLst xmlns:p="http://schemas.openxmlformats.org/presentationml/2006/main">
  <p:tag name="AS_UNIQUEID" val="1054"/>
</p:tagLst>
</file>

<file path=ppt/tags/tag540.xml><?xml version="1.0" encoding="utf-8"?>
<p:tagLst xmlns:p="http://schemas.openxmlformats.org/presentationml/2006/main">
  <p:tag name="AS_UNIQUEID" val="1055"/>
</p:tagLst>
</file>

<file path=ppt/tags/tag541.xml><?xml version="1.0" encoding="utf-8"?>
<p:tagLst xmlns:p="http://schemas.openxmlformats.org/presentationml/2006/main">
  <p:tag name="AS_UNIQUEID" val="1056"/>
</p:tagLst>
</file>

<file path=ppt/tags/tag542.xml><?xml version="1.0" encoding="utf-8"?>
<p:tagLst xmlns:p="http://schemas.openxmlformats.org/presentationml/2006/main">
  <p:tag name="AS_UNIQUEID" val="1057"/>
</p:tagLst>
</file>

<file path=ppt/tags/tag543.xml><?xml version="1.0" encoding="utf-8"?>
<p:tagLst xmlns:p="http://schemas.openxmlformats.org/presentationml/2006/main">
  <p:tag name="AS_UNIQUEID" val="1058"/>
</p:tagLst>
</file>

<file path=ppt/tags/tag544.xml><?xml version="1.0" encoding="utf-8"?>
<p:tagLst xmlns:p="http://schemas.openxmlformats.org/presentationml/2006/main">
  <p:tag name="AS_UNIQUEID" val="1059"/>
</p:tagLst>
</file>

<file path=ppt/tags/tag545.xml><?xml version="1.0" encoding="utf-8"?>
<p:tagLst xmlns:p="http://schemas.openxmlformats.org/presentationml/2006/main">
  <p:tag name="AS_UNIQUEID" val="1060"/>
</p:tagLst>
</file>

<file path=ppt/tags/tag546.xml><?xml version="1.0" encoding="utf-8"?>
<p:tagLst xmlns:p="http://schemas.openxmlformats.org/presentationml/2006/main">
  <p:tag name="AS_UNIQUEID" val="1061"/>
</p:tagLst>
</file>

<file path=ppt/tags/tag547.xml><?xml version="1.0" encoding="utf-8"?>
<p:tagLst xmlns:p="http://schemas.openxmlformats.org/presentationml/2006/main">
  <p:tag name="AS_UNIQUEID" val="1062"/>
</p:tagLst>
</file>

<file path=ppt/tags/tag548.xml><?xml version="1.0" encoding="utf-8"?>
<p:tagLst xmlns:p="http://schemas.openxmlformats.org/presentationml/2006/main">
  <p:tag name="AS_UNIQUEID" val="1063"/>
</p:tagLst>
</file>

<file path=ppt/tags/tag549.xml><?xml version="1.0" encoding="utf-8"?>
<p:tagLst xmlns:p="http://schemas.openxmlformats.org/presentationml/2006/main">
  <p:tag name="AS_UNIQUEID" val="1064"/>
</p:tagLst>
</file>

<file path=ppt/tags/tag550.xml><?xml version="1.0" encoding="utf-8"?>
<p:tagLst xmlns:p="http://schemas.openxmlformats.org/presentationml/2006/main">
  <p:tag name="AS_UNIQUEID" val="1065"/>
</p:tagLst>
</file>

<file path=ppt/tags/tag551.xml><?xml version="1.0" encoding="utf-8"?>
<p:tagLst xmlns:p="http://schemas.openxmlformats.org/presentationml/2006/main">
  <p:tag name="AS_UNIQUEID" val="1066"/>
</p:tagLst>
</file>

<file path=ppt/tags/tag552.xml><?xml version="1.0" encoding="utf-8"?>
<p:tagLst xmlns:p="http://schemas.openxmlformats.org/presentationml/2006/main">
  <p:tag name="AS_UNIQUEID" val="1067"/>
</p:tagLst>
</file>

<file path=ppt/tags/tag553.xml><?xml version="1.0" encoding="utf-8"?>
<p:tagLst xmlns:p="http://schemas.openxmlformats.org/presentationml/2006/main">
  <p:tag name="AS_UNIQUEID" val="1068"/>
</p:tagLst>
</file>

<file path=ppt/tags/tag554.xml><?xml version="1.0" encoding="utf-8"?>
<p:tagLst xmlns:p="http://schemas.openxmlformats.org/presentationml/2006/main">
  <p:tag name="AS_UNIQUEID" val="1069"/>
</p:tagLst>
</file>

<file path=ppt/tags/tag555.xml><?xml version="1.0" encoding="utf-8"?>
<p:tagLst xmlns:p="http://schemas.openxmlformats.org/presentationml/2006/main">
  <p:tag name="AS_UNIQUEID" val="1070"/>
</p:tagLst>
</file>

<file path=ppt/tags/tag556.xml><?xml version="1.0" encoding="utf-8"?>
<p:tagLst xmlns:p="http://schemas.openxmlformats.org/presentationml/2006/main">
  <p:tag name="AS_UNIQUEID" val="1071"/>
</p:tagLst>
</file>

<file path=ppt/tags/tag557.xml><?xml version="1.0" encoding="utf-8"?>
<p:tagLst xmlns:p="http://schemas.openxmlformats.org/presentationml/2006/main">
  <p:tag name="AS_UNIQUEID" val="1072"/>
</p:tagLst>
</file>

<file path=ppt/tags/tag558.xml><?xml version="1.0" encoding="utf-8"?>
<p:tagLst xmlns:p="http://schemas.openxmlformats.org/presentationml/2006/main">
  <p:tag name="AS_UNIQUEID" val="1073"/>
</p:tagLst>
</file>

<file path=ppt/tags/tag559.xml><?xml version="1.0" encoding="utf-8"?>
<p:tagLst xmlns:p="http://schemas.openxmlformats.org/presentationml/2006/main">
  <p:tag name="AS_UNIQUEID" val="1074"/>
</p:tagLst>
</file>

<file path=ppt/tags/tag560.xml><?xml version="1.0" encoding="utf-8"?>
<p:tagLst xmlns:p="http://schemas.openxmlformats.org/presentationml/2006/main">
  <p:tag name="AS_UNIQUEID" val="1075"/>
</p:tagLst>
</file>

<file path=ppt/tags/tag561.xml><?xml version="1.0" encoding="utf-8"?>
<p:tagLst xmlns:p="http://schemas.openxmlformats.org/presentationml/2006/main">
  <p:tag name="AS_UNIQUEID" val="1076"/>
</p:tagLst>
</file>

<file path=ppt/tags/tag562.xml><?xml version="1.0" encoding="utf-8"?>
<p:tagLst xmlns:p="http://schemas.openxmlformats.org/presentationml/2006/main">
  <p:tag name="AS_UNIQUEID" val="1077"/>
</p:tagLst>
</file>

<file path=ppt/tags/tag563.xml><?xml version="1.0" encoding="utf-8"?>
<p:tagLst xmlns:p="http://schemas.openxmlformats.org/presentationml/2006/main">
  <p:tag name="AS_UNIQUEID" val="1078"/>
</p:tagLst>
</file>

<file path=ppt/tags/tag564.xml><?xml version="1.0" encoding="utf-8"?>
<p:tagLst xmlns:p="http://schemas.openxmlformats.org/presentationml/2006/main">
  <p:tag name="AS_UNIQUEID" val="1079"/>
</p:tagLst>
</file>

<file path=ppt/tags/tag565.xml><?xml version="1.0" encoding="utf-8"?>
<p:tagLst xmlns:p="http://schemas.openxmlformats.org/presentationml/2006/main">
  <p:tag name="AS_UNIQUEID" val="1080"/>
</p:tagLst>
</file>

<file path=ppt/tags/tag566.xml><?xml version="1.0" encoding="utf-8"?>
<p:tagLst xmlns:p="http://schemas.openxmlformats.org/presentationml/2006/main">
  <p:tag name="AS_UNIQUEID" val="1081"/>
</p:tagLst>
</file>

<file path=ppt/tags/tag567.xml><?xml version="1.0" encoding="utf-8"?>
<p:tagLst xmlns:p="http://schemas.openxmlformats.org/presentationml/2006/main">
  <p:tag name="AS_UNIQUEID" val="1082"/>
  <p:tag name="KSO_WM_BEAUTIFY_FLAG" val=""/>
</p:tagLst>
</file>

<file path=ppt/tags/tag568.xml><?xml version="1.0" encoding="utf-8"?>
<p:tagLst xmlns:p="http://schemas.openxmlformats.org/presentationml/2006/main">
  <p:tag name="AS_UNIQUEID" val="1083"/>
  <p:tag name="KSO_WM_BEAUTIFY_FLAG" val=""/>
</p:tagLst>
</file>

<file path=ppt/tags/tag569.xml><?xml version="1.0" encoding="utf-8"?>
<p:tagLst xmlns:p="http://schemas.openxmlformats.org/presentationml/2006/main">
  <p:tag name="AS_UNIQUEID" val="1084"/>
</p:tagLst>
</file>

<file path=ppt/tags/tag570.xml><?xml version="1.0" encoding="utf-8"?>
<p:tagLst xmlns:p="http://schemas.openxmlformats.org/presentationml/2006/main">
  <p:tag name="AS_UNIQUEID" val="1085"/>
</p:tagLst>
</file>

<file path=ppt/tags/tag571.xml><?xml version="1.0" encoding="utf-8"?>
<p:tagLst xmlns:p="http://schemas.openxmlformats.org/presentationml/2006/main">
  <p:tag name="AS_UNIQUEID" val="1086"/>
  <p:tag name="KSO_WM_BEAUTIFY_FLAG" val=""/>
</p:tagLst>
</file>

<file path=ppt/tags/tag572.xml><?xml version="1.0" encoding="utf-8"?>
<p:tagLst xmlns:p="http://schemas.openxmlformats.org/presentationml/2006/main">
  <p:tag name="AS_UNIQUEID" val="1087"/>
  <p:tag name="KSO_WM_BEAUTIFY_FLAG" val=""/>
</p:tagLst>
</file>

<file path=ppt/tags/tag573.xml><?xml version="1.0" encoding="utf-8"?>
<p:tagLst xmlns:p="http://schemas.openxmlformats.org/presentationml/2006/main">
  <p:tag name="AS_UNIQUEID" val="1088"/>
  <p:tag name="KSO_WM_BEAUTIFY_FLAG" val=""/>
</p:tagLst>
</file>

<file path=ppt/tags/tag574.xml><?xml version="1.0" encoding="utf-8"?>
<p:tagLst xmlns:p="http://schemas.openxmlformats.org/presentationml/2006/main">
  <p:tag name="AS_UNIQUEID" val="1089"/>
  <p:tag name="KSO_WM_BEAUTIFY_FLAG" val=""/>
</p:tagLst>
</file>

<file path=ppt/tags/tag575.xml><?xml version="1.0" encoding="utf-8"?>
<p:tagLst xmlns:p="http://schemas.openxmlformats.org/presentationml/2006/main">
  <p:tag name="AS_UNIQUEID" val="1090"/>
  <p:tag name="KSO_WM_BEAUTIFY_FLAG" val=""/>
</p:tagLst>
</file>

<file path=ppt/tags/tag576.xml><?xml version="1.0" encoding="utf-8"?>
<p:tagLst xmlns:p="http://schemas.openxmlformats.org/presentationml/2006/main">
  <p:tag name="AS_UNIQUEID" val="1091"/>
</p:tagLst>
</file>

<file path=ppt/tags/tag577.xml><?xml version="1.0" encoding="utf-8"?>
<p:tagLst xmlns:p="http://schemas.openxmlformats.org/presentationml/2006/main">
  <p:tag name="AS_UNIQUEID" val="1092"/>
  <p:tag name="KSO_WM_BEAUTIFY_FLAG" val=""/>
</p:tagLst>
</file>

<file path=ppt/tags/tag578.xml><?xml version="1.0" encoding="utf-8"?>
<p:tagLst xmlns:p="http://schemas.openxmlformats.org/presentationml/2006/main">
  <p:tag name="AS_UNIQUEID" val="1093"/>
  <p:tag name="KSO_WM_BEAUTIFY_FLAG" val=""/>
</p:tagLst>
</file>

<file path=ppt/tags/tag579.xml><?xml version="1.0" encoding="utf-8"?>
<p:tagLst xmlns:p="http://schemas.openxmlformats.org/presentationml/2006/main">
  <p:tag name="AS_UNIQUEID" val="1094"/>
  <p:tag name="KSO_WM_BEAUTIFY_FLAG" val=""/>
</p:tagLst>
</file>

<file path=ppt/tags/tag580.xml><?xml version="1.0" encoding="utf-8"?>
<p:tagLst xmlns:p="http://schemas.openxmlformats.org/presentationml/2006/main">
  <p:tag name="AS_UNIQUEID" val="1095"/>
  <p:tag name="KSO_WM_BEAUTIFY_FLAG" val=""/>
</p:tagLst>
</file>

<file path=ppt/tags/tag581.xml><?xml version="1.0" encoding="utf-8"?>
<p:tagLst xmlns:p="http://schemas.openxmlformats.org/presentationml/2006/main">
  <p:tag name="AS_UNIQUEID" val="1096"/>
  <p:tag name="KSO_WM_BEAUTIFY_FLAG" val=""/>
</p:tagLst>
</file>

<file path=ppt/tags/tag582.xml><?xml version="1.0" encoding="utf-8"?>
<p:tagLst xmlns:p="http://schemas.openxmlformats.org/presentationml/2006/main">
  <p:tag name="AS_UNIQUEID" val="409"/>
  <p:tag name="KSO_WM_BEAUTIFY_FLAG" val=""/>
</p:tagLst>
</file>

<file path=ppt/tags/tag583.xml><?xml version="1.0" encoding="utf-8"?>
<p:tagLst xmlns:p="http://schemas.openxmlformats.org/presentationml/2006/main">
  <p:tag name="AS_UNIQUEID" val="121"/>
  <p:tag name="KSO_WM_BEAUTIFY_FLAG" val=""/>
</p:tagLst>
</file>

<file path=ppt/tags/tag584.xml><?xml version="1.0" encoding="utf-8"?>
<p:tagLst xmlns:p="http://schemas.openxmlformats.org/presentationml/2006/main">
  <p:tag name="AS_UNIQUEID" val="413"/>
  <p:tag name="KSO_WM_BEAUTIFY_FLAG" val=""/>
</p:tagLst>
</file>

<file path=ppt/tags/tag585.xml><?xml version="1.0" encoding="utf-8"?>
<p:tagLst xmlns:p="http://schemas.openxmlformats.org/presentationml/2006/main">
  <p:tag name="AS_UNIQUEID" val="122"/>
  <p:tag name="KSO_WM_BEAUTIFY_FLAG" val=""/>
</p:tagLst>
</file>

<file path=ppt/tags/tag586.xml><?xml version="1.0" encoding="utf-8"?>
<p:tagLst xmlns:p="http://schemas.openxmlformats.org/presentationml/2006/main">
  <p:tag name="AS_UNIQUEID" val="1097"/>
</p:tagLst>
</file>

<file path=ppt/tags/tag587.xml><?xml version="1.0" encoding="utf-8"?>
<p:tagLst xmlns:p="http://schemas.openxmlformats.org/presentationml/2006/main">
  <p:tag name="AS_UNIQUEID" val="1098"/>
</p:tagLst>
</file>

<file path=ppt/tags/tag588.xml><?xml version="1.0" encoding="utf-8"?>
<p:tagLst xmlns:p="http://schemas.openxmlformats.org/presentationml/2006/main">
  <p:tag name="AS_UNIQUEID" val="1099"/>
</p:tagLst>
</file>

<file path=ppt/tags/tag589.xml><?xml version="1.0" encoding="utf-8"?>
<p:tagLst xmlns:p="http://schemas.openxmlformats.org/presentationml/2006/main">
  <p:tag name="AS_UNIQUEID" val="1100"/>
  <p:tag name="KSO_WM_BEAUTIFY_FLAG" val=""/>
</p:tagLst>
</file>

<file path=ppt/tags/tag590.xml><?xml version="1.0" encoding="utf-8"?>
<p:tagLst xmlns:p="http://schemas.openxmlformats.org/presentationml/2006/main">
  <p:tag name="AS_UNIQUEID" val="410"/>
</p:tagLst>
</file>

<file path=ppt/tags/tag591.xml><?xml version="1.0" encoding="utf-8"?>
<p:tagLst xmlns:p="http://schemas.openxmlformats.org/presentationml/2006/main">
  <p:tag name="AS_UNIQUEID" val="411"/>
  <p:tag name="KSO_WM_BEAUTIFY_FLAG" val=""/>
</p:tagLst>
</file>

<file path=ppt/tags/tag592.xml><?xml version="1.0" encoding="utf-8"?>
<p:tagLst xmlns:p="http://schemas.openxmlformats.org/presentationml/2006/main">
  <p:tag name="AS_UNIQUEID" val="412"/>
</p:tagLst>
</file>

<file path=ppt/tags/tag593.xml><?xml version="1.0" encoding="utf-8"?>
<p:tagLst xmlns:p="http://schemas.openxmlformats.org/presentationml/2006/main">
  <p:tag name="AS_UNIQUEID" val="123"/>
  <p:tag name="KSO_WM_BEAUTIFY_FLAG" val=""/>
</p:tagLst>
</file>

<file path=ppt/tags/tag594.xml><?xml version="1.0" encoding="utf-8"?>
<p:tagLst xmlns:p="http://schemas.openxmlformats.org/presentationml/2006/main">
  <p:tag name="AS_UNIQUEID" val="125"/>
  <p:tag name="KSO_WM_BEAUTIFY_FLAG" val=""/>
</p:tagLst>
</file>

<file path=ppt/tags/tag595.xml><?xml version="1.0" encoding="utf-8"?>
<p:tagLst xmlns:p="http://schemas.openxmlformats.org/presentationml/2006/main">
  <p:tag name="AS_UNIQUEID" val="1101"/>
</p:tagLst>
</file>

<file path=ppt/tags/tag596.xml><?xml version="1.0" encoding="utf-8"?>
<p:tagLst xmlns:p="http://schemas.openxmlformats.org/presentationml/2006/main">
  <p:tag name="AS_UNIQUEID" val="1102"/>
</p:tagLst>
</file>

<file path=ppt/tags/tag597.xml><?xml version="1.0" encoding="utf-8"?>
<p:tagLst xmlns:p="http://schemas.openxmlformats.org/presentationml/2006/main">
  <p:tag name="AS_UNIQUEID" val="1103"/>
</p:tagLst>
</file>

<file path=ppt/tags/tag598.xml><?xml version="1.0" encoding="utf-8"?>
<p:tagLst xmlns:p="http://schemas.openxmlformats.org/presentationml/2006/main">
  <p:tag name="AS_UNIQUEID" val="1104"/>
</p:tagLst>
</file>

<file path=ppt/tags/tag599.xml><?xml version="1.0" encoding="utf-8"?>
<p:tagLst xmlns:p="http://schemas.openxmlformats.org/presentationml/2006/main">
  <p:tag name="AS_UNIQUEID" val="1105"/>
</p:tagLst>
</file>

<file path=ppt/tags/tag600.xml><?xml version="1.0" encoding="utf-8"?>
<p:tagLst xmlns:p="http://schemas.openxmlformats.org/presentationml/2006/main">
  <p:tag name="AS_UNIQUEID" val="1106"/>
  <p:tag name="KSO_WM_BEAUTIFY_FLAG" val=""/>
</p:tagLst>
</file>

<file path=ppt/tags/tag601.xml><?xml version="1.0" encoding="utf-8"?>
<p:tagLst xmlns:p="http://schemas.openxmlformats.org/presentationml/2006/main">
  <p:tag name="AS_UNIQUEID" val="1107"/>
  <p:tag name="KSO_WM_BEAUTIFY_FLAG" val=""/>
</p:tagLst>
</file>

<file path=ppt/tags/tag602.xml><?xml version="1.0" encoding="utf-8"?>
<p:tagLst xmlns:p="http://schemas.openxmlformats.org/presentationml/2006/main">
  <p:tag name="AS_UNIQUEID" val="1108"/>
</p:tagLst>
</file>

<file path=ppt/tags/tag603.xml><?xml version="1.0" encoding="utf-8"?>
<p:tagLst xmlns:p="http://schemas.openxmlformats.org/presentationml/2006/main">
  <p:tag name="AS_UNIQUEID" val="1109"/>
</p:tagLst>
</file>

<file path=ppt/tags/tag604.xml><?xml version="1.0" encoding="utf-8"?>
<p:tagLst xmlns:p="http://schemas.openxmlformats.org/presentationml/2006/main">
  <p:tag name="AS_UNIQUEID" val="1110"/>
  <p:tag name="KSO_WM_BEAUTIFY_FLAG" val=""/>
</p:tagLst>
</file>

<file path=ppt/tags/tag605.xml><?xml version="1.0" encoding="utf-8"?>
<p:tagLst xmlns:p="http://schemas.openxmlformats.org/presentationml/2006/main">
  <p:tag name="AS_UNIQUEID" val="1111"/>
  <p:tag name="KSO_WM_BEAUTIFY_FLAG" val=""/>
</p:tagLst>
</file>

<file path=ppt/tags/tag606.xml><?xml version="1.0" encoding="utf-8"?>
<p:tagLst xmlns:p="http://schemas.openxmlformats.org/presentationml/2006/main">
  <p:tag name="AS_UNIQUEID" val="1112"/>
  <p:tag name="KSO_WM_BEAUTIFY_FLAG" val=""/>
</p:tagLst>
</file>

<file path=ppt/tags/tag607.xml><?xml version="1.0" encoding="utf-8"?>
<p:tagLst xmlns:p="http://schemas.openxmlformats.org/presentationml/2006/main">
  <p:tag name="AS_UNIQUEID" val="1113"/>
  <p:tag name="KSO_WM_BEAUTIFY_FLAG" val=""/>
</p:tagLst>
</file>

<file path=ppt/tags/tag608.xml><?xml version="1.0" encoding="utf-8"?>
<p:tagLst xmlns:p="http://schemas.openxmlformats.org/presentationml/2006/main">
  <p:tag name="AS_UNIQUEID" val="1114"/>
  <p:tag name="KSO_WM_BEAUTIFY_FLAG" val=""/>
</p:tagLst>
</file>

<file path=ppt/tags/tag609.xml><?xml version="1.0" encoding="utf-8"?>
<p:tagLst xmlns:p="http://schemas.openxmlformats.org/presentationml/2006/main">
  <p:tag name="AS_UNIQUEID" val="1115"/>
</p:tagLst>
</file>

<file path=ppt/tags/tag610.xml><?xml version="1.0" encoding="utf-8"?>
<p:tagLst xmlns:p="http://schemas.openxmlformats.org/presentationml/2006/main">
  <p:tag name="AS_UNIQUEID" val="1116"/>
  <p:tag name="KSO_WM_BEAUTIFY_FLAG" val=""/>
</p:tagLst>
</file>

<file path=ppt/tags/tag611.xml><?xml version="1.0" encoding="utf-8"?>
<p:tagLst xmlns:p="http://schemas.openxmlformats.org/presentationml/2006/main">
  <p:tag name="AS_UNIQUEID" val="1117"/>
  <p:tag name="KSO_WM_BEAUTIFY_FLAG" val=""/>
</p:tagLst>
</file>

<file path=ppt/tags/tag612.xml><?xml version="1.0" encoding="utf-8"?>
<p:tagLst xmlns:p="http://schemas.openxmlformats.org/presentationml/2006/main">
  <p:tag name="AS_UNIQUEID" val="1118"/>
  <p:tag name="KSO_WM_BEAUTIFY_FLAG" val=""/>
</p:tagLst>
</file>

<file path=ppt/tags/tag613.xml><?xml version="1.0" encoding="utf-8"?>
<p:tagLst xmlns:p="http://schemas.openxmlformats.org/presentationml/2006/main">
  <p:tag name="AS_UNIQUEID" val="1119"/>
  <p:tag name="KSO_WM_BEAUTIFY_FLAG" val=""/>
</p:tagLst>
</file>

<file path=ppt/tags/tag614.xml><?xml version="1.0" encoding="utf-8"?>
<p:tagLst xmlns:p="http://schemas.openxmlformats.org/presentationml/2006/main">
  <p:tag name="AS_UNIQUEID" val="1120"/>
  <p:tag name="KSO_WM_BEAUTIFY_FLAG" val=""/>
</p:tagLst>
</file>

<file path=ppt/tags/tag615.xml><?xml version="1.0" encoding="utf-8"?>
<p:tagLst xmlns:p="http://schemas.openxmlformats.org/presentationml/2006/main">
  <p:tag name="AS_UNIQUEID" val="1121"/>
  <p:tag name="KSO_WM_BEAUTIFY_FLAG" val=""/>
</p:tagLst>
</file>

<file path=ppt/tags/tag616.xml><?xml version="1.0" encoding="utf-8"?>
<p:tagLst xmlns:p="http://schemas.openxmlformats.org/presentationml/2006/main">
  <p:tag name="AS_UNIQUEID" val="1122"/>
</p:tagLst>
</file>

<file path=ppt/tags/tag617.xml><?xml version="1.0" encoding="utf-8"?>
<p:tagLst xmlns:p="http://schemas.openxmlformats.org/presentationml/2006/main">
  <p:tag name="AS_UNIQUEID" val="1123"/>
  <p:tag name="KSO_WM_BEAUTIFY_FLAG" val=""/>
  <p:tag name="KSO_WM_DIAGRAM_VIRTUALLY_FRAME" val="{&quot;height&quot;:279.9,&quot;left&quot;:49.9,&quot;top&quot;:194.45,&quot;width&quot;:862.8}"/>
</p:tagLst>
</file>

<file path=ppt/tags/tag618.xml><?xml version="1.0" encoding="utf-8"?>
<p:tagLst xmlns:p="http://schemas.openxmlformats.org/presentationml/2006/main">
  <p:tag name="AS_UNIQUEID" val="1124"/>
  <p:tag name="KSO_WM_BEAUTIFY_FLAG" val=""/>
</p:tagLst>
</file>

<file path=ppt/tags/tag619.xml><?xml version="1.0" encoding="utf-8"?>
<p:tagLst xmlns:p="http://schemas.openxmlformats.org/presentationml/2006/main">
  <p:tag name="AS_UNIQUEID" val="1125"/>
</p:tagLst>
</file>

<file path=ppt/tags/tag620.xml><?xml version="1.0" encoding="utf-8"?>
<p:tagLst xmlns:p="http://schemas.openxmlformats.org/presentationml/2006/main">
  <p:tag name="AS_UNIQUEID" val="1126"/>
  <p:tag name="KSO_WM_BEAUTIFY_FLAG" val=""/>
  <p:tag name="KSO_WM_DIAGRAM_VIRTUALLY_FRAME" val="{&quot;height&quot;:279.9,&quot;left&quot;:49.9,&quot;top&quot;:194.45,&quot;width&quot;:862.8}"/>
</p:tagLst>
</file>

<file path=ppt/tags/tag621.xml><?xml version="1.0" encoding="utf-8"?>
<p:tagLst xmlns:p="http://schemas.openxmlformats.org/presentationml/2006/main">
  <p:tag name="AS_UNIQUEID" val="1127"/>
  <p:tag name="KSO_WM_BEAUTIFY_FLAG" val=""/>
</p:tagLst>
</file>

<file path=ppt/tags/tag622.xml><?xml version="1.0" encoding="utf-8"?>
<p:tagLst xmlns:p="http://schemas.openxmlformats.org/presentationml/2006/main">
  <p:tag name="AS_UNIQUEID" val="1128"/>
</p:tagLst>
</file>

<file path=ppt/tags/tag623.xml><?xml version="1.0" encoding="utf-8"?>
<p:tagLst xmlns:p="http://schemas.openxmlformats.org/presentationml/2006/main">
  <p:tag name="AS_UNIQUEID" val="1129"/>
  <p:tag name="KSO_WM_BEAUTIFY_FLAG" val=""/>
</p:tagLst>
</file>

<file path=ppt/tags/tag624.xml><?xml version="1.0" encoding="utf-8"?>
<p:tagLst xmlns:p="http://schemas.openxmlformats.org/presentationml/2006/main">
  <p:tag name="AS_UNIQUEID" val="1130"/>
  <p:tag name="KSO_WM_BEAUTIFY_FLAG" val=""/>
</p:tagLst>
</file>

<file path=ppt/tags/tag625.xml><?xml version="1.0" encoding="utf-8"?>
<p:tagLst xmlns:p="http://schemas.openxmlformats.org/presentationml/2006/main">
  <p:tag name="AS_UNIQUEID" val="1131"/>
</p:tagLst>
</file>

<file path=ppt/tags/tag626.xml><?xml version="1.0" encoding="utf-8"?>
<p:tagLst xmlns:p="http://schemas.openxmlformats.org/presentationml/2006/main">
  <p:tag name="AS_UNIQUEID" val="1132"/>
</p:tagLst>
</file>

<file path=ppt/tags/tag627.xml><?xml version="1.0" encoding="utf-8"?>
<p:tagLst xmlns:p="http://schemas.openxmlformats.org/presentationml/2006/main">
  <p:tag name="AS_UNIQUEID" val="1133"/>
</p:tagLst>
</file>

<file path=ppt/tags/tag628.xml><?xml version="1.0" encoding="utf-8"?>
<p:tagLst xmlns:p="http://schemas.openxmlformats.org/presentationml/2006/main">
  <p:tag name="AS_UNIQUEID" val="1134"/>
</p:tagLst>
</file>

<file path=ppt/tags/tag629.xml><?xml version="1.0" encoding="utf-8"?>
<p:tagLst xmlns:p="http://schemas.openxmlformats.org/presentationml/2006/main">
  <p:tag name="AS_UNIQUEID" val="1135"/>
</p:tagLst>
</file>

<file path=ppt/tags/tag630.xml><?xml version="1.0" encoding="utf-8"?>
<p:tagLst xmlns:p="http://schemas.openxmlformats.org/presentationml/2006/main">
  <p:tag name="AS_UNIQUEID" val="1136"/>
  <p:tag name="KSO_WM_BEAUTIFY_FLAG" val=""/>
</p:tagLst>
</file>

<file path=ppt/tags/tag631.xml><?xml version="1.0" encoding="utf-8"?>
<p:tagLst xmlns:p="http://schemas.openxmlformats.org/presentationml/2006/main">
  <p:tag name="AS_UNIQUEID" val="1137"/>
  <p:tag name="KSO_WM_BEAUTIFY_FLAG" val=""/>
</p:tagLst>
</file>

<file path=ppt/tags/tag632.xml><?xml version="1.0" encoding="utf-8"?>
<p:tagLst xmlns:p="http://schemas.openxmlformats.org/presentationml/2006/main">
  <p:tag name="AS_UNIQUEID" val="1138"/>
</p:tagLst>
</file>

<file path=ppt/tags/tag633.xml><?xml version="1.0" encoding="utf-8"?>
<p:tagLst xmlns:p="http://schemas.openxmlformats.org/presentationml/2006/main">
  <p:tag name="AS_UNIQUEID" val="1139"/>
</p:tagLst>
</file>

<file path=ppt/tags/tag634.xml><?xml version="1.0" encoding="utf-8"?>
<p:tagLst xmlns:p="http://schemas.openxmlformats.org/presentationml/2006/main">
  <p:tag name="AS_UNIQUEID" val="1140"/>
  <p:tag name="KSO_WM_BEAUTIFY_FLAG" val=""/>
</p:tagLst>
</file>

<file path=ppt/tags/tag635.xml><?xml version="1.0" encoding="utf-8"?>
<p:tagLst xmlns:p="http://schemas.openxmlformats.org/presentationml/2006/main">
  <p:tag name="AS_UNIQUEID" val="1141"/>
  <p:tag name="KSO_WM_BEAUTIFY_FLAG" val=""/>
</p:tagLst>
</file>

<file path=ppt/tags/tag636.xml><?xml version="1.0" encoding="utf-8"?>
<p:tagLst xmlns:p="http://schemas.openxmlformats.org/presentationml/2006/main">
  <p:tag name="AS_UNIQUEID" val="1142"/>
  <p:tag name="KSO_WM_BEAUTIFY_FLAG" val=""/>
</p:tagLst>
</file>

<file path=ppt/tags/tag637.xml><?xml version="1.0" encoding="utf-8"?>
<p:tagLst xmlns:p="http://schemas.openxmlformats.org/presentationml/2006/main">
  <p:tag name="AS_UNIQUEID" val="1143"/>
  <p:tag name="KSO_WM_BEAUTIFY_FLAG" val=""/>
</p:tagLst>
</file>

<file path=ppt/tags/tag638.xml><?xml version="1.0" encoding="utf-8"?>
<p:tagLst xmlns:p="http://schemas.openxmlformats.org/presentationml/2006/main">
  <p:tag name="AS_UNIQUEID" val="1144"/>
  <p:tag name="KSO_WM_BEAUTIFY_FLAG" val=""/>
</p:tagLst>
</file>

<file path=ppt/tags/tag639.xml><?xml version="1.0" encoding="utf-8"?>
<p:tagLst xmlns:p="http://schemas.openxmlformats.org/presentationml/2006/main">
  <p:tag name="AS_UNIQUEID" val="1145"/>
</p:tagLst>
</file>

<file path=ppt/tags/tag640.xml><?xml version="1.0" encoding="utf-8"?>
<p:tagLst xmlns:p="http://schemas.openxmlformats.org/presentationml/2006/main">
  <p:tag name="AS_UNIQUEID" val="1146"/>
  <p:tag name="KSO_WM_BEAUTIFY_FLAG" val=""/>
</p:tagLst>
</file>

<file path=ppt/tags/tag641.xml><?xml version="1.0" encoding="utf-8"?>
<p:tagLst xmlns:p="http://schemas.openxmlformats.org/presentationml/2006/main">
  <p:tag name="AS_UNIQUEID" val="1147"/>
  <p:tag name="KSO_WM_BEAUTIFY_FLAG" val=""/>
</p:tagLst>
</file>

<file path=ppt/tags/tag642.xml><?xml version="1.0" encoding="utf-8"?>
<p:tagLst xmlns:p="http://schemas.openxmlformats.org/presentationml/2006/main">
  <p:tag name="AS_UNIQUEID" val="1148"/>
  <p:tag name="KSO_WM_BEAUTIFY_FLAG" val=""/>
</p:tagLst>
</file>

<file path=ppt/tags/tag643.xml><?xml version="1.0" encoding="utf-8"?>
<p:tagLst xmlns:p="http://schemas.openxmlformats.org/presentationml/2006/main">
  <p:tag name="AS_UNIQUEID" val="1149"/>
  <p:tag name="KSO_WM_BEAUTIFY_FLAG" val=""/>
</p:tagLst>
</file>

<file path=ppt/tags/tag644.xml><?xml version="1.0" encoding="utf-8"?>
<p:tagLst xmlns:p="http://schemas.openxmlformats.org/presentationml/2006/main">
  <p:tag name="AS_UNIQUEID" val="1150"/>
  <p:tag name="KSO_WM_BEAUTIFY_FLAG" val=""/>
</p:tagLst>
</file>

<file path=ppt/tags/tag645.xml><?xml version="1.0" encoding="utf-8"?>
<p:tagLst xmlns:p="http://schemas.openxmlformats.org/presentationml/2006/main">
  <p:tag name="AS_UNIQUEID" val="1151"/>
</p:tagLst>
</file>

<file path=ppt/tags/tag646.xml><?xml version="1.0" encoding="utf-8"?>
<p:tagLst xmlns:p="http://schemas.openxmlformats.org/presentationml/2006/main">
  <p:tag name="AS_UNIQUEID" val="1152"/>
</p:tagLst>
</file>

<file path=ppt/tags/tag647.xml><?xml version="1.0" encoding="utf-8"?>
<p:tagLst xmlns:p="http://schemas.openxmlformats.org/presentationml/2006/main">
  <p:tag name="AS_UNIQUEID" val="1153"/>
  <p:tag name="KSO_WM_BEAUTIFY_FLAG" val=""/>
</p:tagLst>
</file>

<file path=ppt/tags/tag648.xml><?xml version="1.0" encoding="utf-8"?>
<p:tagLst xmlns:p="http://schemas.openxmlformats.org/presentationml/2006/main">
  <p:tag name="AS_UNIQUEID" val="1154"/>
  <p:tag name="KSO_WM_BEAUTIFY_FLAG" val=""/>
</p:tagLst>
</file>

<file path=ppt/tags/tag649.xml><?xml version="1.0" encoding="utf-8"?>
<p:tagLst xmlns:p="http://schemas.openxmlformats.org/presentationml/2006/main">
  <p:tag name="AS_UNIQUEID" val="1155"/>
  <p:tag name="KSO_WM_BEAUTIFY_FLAG" val=""/>
</p:tagLst>
</file>

<file path=ppt/tags/tag650.xml><?xml version="1.0" encoding="utf-8"?>
<p:tagLst xmlns:p="http://schemas.openxmlformats.org/presentationml/2006/main">
  <p:tag name="AS_UNIQUEID" val="1156"/>
  <p:tag name="KSO_WM_BEAUTIFY_FLAG" val=""/>
</p:tagLst>
</file>

<file path=ppt/tags/tag651.xml><?xml version="1.0" encoding="utf-8"?>
<p:tagLst xmlns:p="http://schemas.openxmlformats.org/presentationml/2006/main">
  <p:tag name="AS_UNIQUEID" val="1157"/>
</p:tagLst>
</file>

<file path=ppt/tags/tag652.xml><?xml version="1.0" encoding="utf-8"?>
<p:tagLst xmlns:p="http://schemas.openxmlformats.org/presentationml/2006/main">
  <p:tag name="AS_UNIQUEID" val="1158"/>
  <p:tag name="KSO_WM_BEAUTIFY_FLAG" val=""/>
</p:tagLst>
</file>

<file path=ppt/tags/tag653.xml><?xml version="1.0" encoding="utf-8"?>
<p:tagLst xmlns:p="http://schemas.openxmlformats.org/presentationml/2006/main">
  <p:tag name="AS_UNIQUEID" val="1159"/>
</p:tagLst>
</file>

<file path=ppt/tags/tag654.xml><?xml version="1.0" encoding="utf-8"?>
<p:tagLst xmlns:p="http://schemas.openxmlformats.org/presentationml/2006/main">
  <p:tag name="AS_UNIQUEID" val="1160"/>
  <p:tag name="KSO_WM_BEAUTIFY_FLAG" val=""/>
</p:tagLst>
</file>

<file path=ppt/tags/tag655.xml><?xml version="1.0" encoding="utf-8"?>
<p:tagLst xmlns:p="http://schemas.openxmlformats.org/presentationml/2006/main">
  <p:tag name="AS_UNIQUEID" val="1161"/>
  <p:tag name="KSO_WM_BEAUTIFY_FLAG" val=""/>
</p:tagLst>
</file>

<file path=ppt/tags/tag656.xml><?xml version="1.0" encoding="utf-8"?>
<p:tagLst xmlns:p="http://schemas.openxmlformats.org/presentationml/2006/main">
  <p:tag name="AS_UNIQUEID" val="1162"/>
</p:tagLst>
</file>

<file path=ppt/tags/tag657.xml><?xml version="1.0" encoding="utf-8"?>
<p:tagLst xmlns:p="http://schemas.openxmlformats.org/presentationml/2006/main">
  <p:tag name="AS_UNIQUEID" val="1163"/>
</p:tagLst>
</file>

<file path=ppt/tags/tag658.xml><?xml version="1.0" encoding="utf-8"?>
<p:tagLst xmlns:p="http://schemas.openxmlformats.org/presentationml/2006/main">
  <p:tag name="AS_UNIQUEID" val="1164"/>
</p:tagLst>
</file>

<file path=ppt/tags/tag659.xml><?xml version="1.0" encoding="utf-8"?>
<p:tagLst xmlns:p="http://schemas.openxmlformats.org/presentationml/2006/main">
  <p:tag name="AS_UNIQUEID" val="1165"/>
</p:tagLst>
</file>

<file path=ppt/tags/tag660.xml><?xml version="1.0" encoding="utf-8"?>
<p:tagLst xmlns:p="http://schemas.openxmlformats.org/presentationml/2006/main">
  <p:tag name="AS_UNIQUEID" val="1166"/>
  <p:tag name="KSO_WM_BEAUTIFY_FLAG" val=""/>
</p:tagLst>
</file>

<file path=ppt/tags/tag661.xml><?xml version="1.0" encoding="utf-8"?>
<p:tagLst xmlns:p="http://schemas.openxmlformats.org/presentationml/2006/main">
  <p:tag name="AS_UNIQUEID" val="1167"/>
  <p:tag name="KSO_WM_BEAUTIFY_FLAG" val=""/>
</p:tagLst>
</file>

<file path=ppt/tags/tag662.xml><?xml version="1.0" encoding="utf-8"?>
<p:tagLst xmlns:p="http://schemas.openxmlformats.org/presentationml/2006/main">
  <p:tag name="AS_UNIQUEID" val="1168"/>
  <p:tag name="KSO_WM_BEAUTIFY_FLAG" val=""/>
</p:tagLst>
</file>

<file path=ppt/tags/tag663.xml><?xml version="1.0" encoding="utf-8"?>
<p:tagLst xmlns:p="http://schemas.openxmlformats.org/presentationml/2006/main">
  <p:tag name="AS_UNIQUEID" val="1169"/>
</p:tagLst>
</file>

<file path=ppt/tags/tag664.xml><?xml version="1.0" encoding="utf-8"?>
<p:tagLst xmlns:p="http://schemas.openxmlformats.org/presentationml/2006/main">
  <p:tag name="AS_UNIQUEID" val="1170"/>
</p:tagLst>
</file>

<file path=ppt/tags/tag665.xml><?xml version="1.0" encoding="utf-8"?>
<p:tagLst xmlns:p="http://schemas.openxmlformats.org/presentationml/2006/main">
  <p:tag name="AS_UNIQUEID" val="1171"/>
</p:tagLst>
</file>

<file path=ppt/tags/tag666.xml><?xml version="1.0" encoding="utf-8"?>
<p:tagLst xmlns:p="http://schemas.openxmlformats.org/presentationml/2006/main">
  <p:tag name="AS_UNIQUEID" val="1172"/>
</p:tagLst>
</file>

<file path=ppt/tags/tag667.xml><?xml version="1.0" encoding="utf-8"?>
<p:tagLst xmlns:p="http://schemas.openxmlformats.org/presentationml/2006/main">
  <p:tag name="AS_UNIQUEID" val="1173"/>
</p:tagLst>
</file>

<file path=ppt/tags/tag668.xml><?xml version="1.0" encoding="utf-8"?>
<p:tagLst xmlns:p="http://schemas.openxmlformats.org/presentationml/2006/main">
  <p:tag name="AS_UNIQUEID" val="1174"/>
</p:tagLst>
</file>

<file path=ppt/tags/tag669.xml><?xml version="1.0" encoding="utf-8"?>
<p:tagLst xmlns:p="http://schemas.openxmlformats.org/presentationml/2006/main">
  <p:tag name="AS_UNIQUEID" val="1175"/>
</p:tagLst>
</file>

<file path=ppt/tags/tag670.xml><?xml version="1.0" encoding="utf-8"?>
<p:tagLst xmlns:p="http://schemas.openxmlformats.org/presentationml/2006/main">
  <p:tag name="AS_UNIQUEID" val="1176"/>
  <p:tag name="KSO_WM_BEAUTIFY_FLAG" val=""/>
</p:tagLst>
</file>

<file path=ppt/tags/tag671.xml><?xml version="1.0" encoding="utf-8"?>
<p:tagLst xmlns:p="http://schemas.openxmlformats.org/presentationml/2006/main">
  <p:tag name="AS_UNIQUEID" val="1177"/>
  <p:tag name="KSO_WM_BEAUTIFY_FLAG" val=""/>
</p:tagLst>
</file>

<file path=ppt/tags/tag672.xml><?xml version="1.0" encoding="utf-8"?>
<p:tagLst xmlns:p="http://schemas.openxmlformats.org/presentationml/2006/main">
  <p:tag name="AS_UNIQUEID" val="1178"/>
</p:tagLst>
</file>

<file path=ppt/tags/tag673.xml><?xml version="1.0" encoding="utf-8"?>
<p:tagLst xmlns:p="http://schemas.openxmlformats.org/presentationml/2006/main">
  <p:tag name="AS_UNIQUEID" val="1179"/>
</p:tagLst>
</file>

<file path=ppt/tags/tag674.xml><?xml version="1.0" encoding="utf-8"?>
<p:tagLst xmlns:p="http://schemas.openxmlformats.org/presentationml/2006/main">
  <p:tag name="AS_UNIQUEID" val="1180"/>
  <p:tag name="KSO_WM_BEAUTIFY_FLAG" val=""/>
</p:tagLst>
</file>

<file path=ppt/tags/tag675.xml><?xml version="1.0" encoding="utf-8"?>
<p:tagLst xmlns:p="http://schemas.openxmlformats.org/presentationml/2006/main">
  <p:tag name="AS_UNIQUEID" val="1181"/>
  <p:tag name="KSO_WM_BEAUTIFY_FLAG" val=""/>
</p:tagLst>
</file>

<file path=ppt/tags/tag676.xml><?xml version="1.0" encoding="utf-8"?>
<p:tagLst xmlns:p="http://schemas.openxmlformats.org/presentationml/2006/main">
  <p:tag name="AS_UNIQUEID" val="1182"/>
  <p:tag name="KSO_WM_BEAUTIFY_FLAG" val=""/>
</p:tagLst>
</file>

<file path=ppt/tags/tag677.xml><?xml version="1.0" encoding="utf-8"?>
<p:tagLst xmlns:p="http://schemas.openxmlformats.org/presentationml/2006/main">
  <p:tag name="AS_UNIQUEID" val="1183"/>
  <p:tag name="KSO_WM_BEAUTIFY_FLAG" val=""/>
</p:tagLst>
</file>

<file path=ppt/tags/tag678.xml><?xml version="1.0" encoding="utf-8"?>
<p:tagLst xmlns:p="http://schemas.openxmlformats.org/presentationml/2006/main">
  <p:tag name="AS_UNIQUEID" val="1184"/>
  <p:tag name="KSO_WM_BEAUTIFY_FLAG" val=""/>
</p:tagLst>
</file>

<file path=ppt/tags/tag679.xml><?xml version="1.0" encoding="utf-8"?>
<p:tagLst xmlns:p="http://schemas.openxmlformats.org/presentationml/2006/main">
  <p:tag name="AS_UNIQUEID" val="1185"/>
</p:tagLst>
</file>

<file path=ppt/tags/tag680.xml><?xml version="1.0" encoding="utf-8"?>
<p:tagLst xmlns:p="http://schemas.openxmlformats.org/presentationml/2006/main">
  <p:tag name="AS_UNIQUEID" val="1186"/>
  <p:tag name="KSO_WM_BEAUTIFY_FLAG" val=""/>
</p:tagLst>
</file>

<file path=ppt/tags/tag681.xml><?xml version="1.0" encoding="utf-8"?>
<p:tagLst xmlns:p="http://schemas.openxmlformats.org/presentationml/2006/main">
  <p:tag name="AS_UNIQUEID" val="1187"/>
  <p:tag name="KSO_WM_BEAUTIFY_FLAG" val=""/>
</p:tagLst>
</file>

<file path=ppt/tags/tag682.xml><?xml version="1.0" encoding="utf-8"?>
<p:tagLst xmlns:p="http://schemas.openxmlformats.org/presentationml/2006/main">
  <p:tag name="AS_UNIQUEID" val="1188"/>
  <p:tag name="KSO_WM_BEAUTIFY_FLAG" val=""/>
</p:tagLst>
</file>

<file path=ppt/tags/tag683.xml><?xml version="1.0" encoding="utf-8"?>
<p:tagLst xmlns:p="http://schemas.openxmlformats.org/presentationml/2006/main">
  <p:tag name="AS_UNIQUEID" val="1189"/>
  <p:tag name="KSO_WM_BEAUTIFY_FLAG" val=""/>
</p:tagLst>
</file>

<file path=ppt/tags/tag684.xml><?xml version="1.0" encoding="utf-8"?>
<p:tagLst xmlns:p="http://schemas.openxmlformats.org/presentationml/2006/main">
  <p:tag name="AS_UNIQUEID" val="1190"/>
  <p:tag name="KSO_WM_BEAUTIFY_FLAG" val=""/>
</p:tagLst>
</file>

<file path=ppt/tags/tag685.xml><?xml version="1.0" encoding="utf-8"?>
<p:tagLst xmlns:p="http://schemas.openxmlformats.org/presentationml/2006/main">
  <p:tag name="AS_UNIQUEID" val="1191"/>
</p:tagLst>
</file>

<file path=ppt/tags/tag686.xml><?xml version="1.0" encoding="utf-8"?>
<p:tagLst xmlns:p="http://schemas.openxmlformats.org/presentationml/2006/main">
  <p:tag name="AS_UNIQUEID" val="1192"/>
</p:tagLst>
</file>

<file path=ppt/tags/tag687.xml><?xml version="1.0" encoding="utf-8"?>
<p:tagLst xmlns:p="http://schemas.openxmlformats.org/presentationml/2006/main">
  <p:tag name="AS_UNIQUEID" val="1193"/>
</p:tagLst>
</file>

<file path=ppt/tags/tag688.xml><?xml version="1.0" encoding="utf-8"?>
<p:tagLst xmlns:p="http://schemas.openxmlformats.org/presentationml/2006/main">
  <p:tag name="AS_UNIQUEID" val="1194"/>
</p:tagLst>
</file>

<file path=ppt/tags/tag689.xml><?xml version="1.0" encoding="utf-8"?>
<p:tagLst xmlns:p="http://schemas.openxmlformats.org/presentationml/2006/main">
  <p:tag name="AS_UNIQUEID" val="1195"/>
</p:tagLst>
</file>

<file path=ppt/tags/tag690.xml><?xml version="1.0" encoding="utf-8"?>
<p:tagLst xmlns:p="http://schemas.openxmlformats.org/presentationml/2006/main">
  <p:tag name="AS_UNIQUEID" val="1196"/>
</p:tagLst>
</file>

<file path=ppt/tags/tag691.xml><?xml version="1.0" encoding="utf-8"?>
<p:tagLst xmlns:p="http://schemas.openxmlformats.org/presentationml/2006/main">
  <p:tag name="AS_UNIQUEID" val="1197"/>
</p:tagLst>
</file>

<file path=ppt/tags/tag692.xml><?xml version="1.0" encoding="utf-8"?>
<p:tagLst xmlns:p="http://schemas.openxmlformats.org/presentationml/2006/main">
  <p:tag name="AS_UNIQUEID" val="1198"/>
</p:tagLst>
</file>

<file path=ppt/tags/tag693.xml><?xml version="1.0" encoding="utf-8"?>
<p:tagLst xmlns:p="http://schemas.openxmlformats.org/presentationml/2006/main">
  <p:tag name="AS_UNIQUEID" val="1199"/>
  <p:tag name="KSO_WM_BEAUTIFY_FLAG" val=""/>
</p:tagLst>
</file>

<file path=ppt/tags/tag694.xml><?xml version="1.0" encoding="utf-8"?>
<p:tagLst xmlns:p="http://schemas.openxmlformats.org/presentationml/2006/main">
  <p:tag name="AS_UNIQUEID" val="1200"/>
  <p:tag name="KSO_WM_BEAUTIFY_FLAG" val=""/>
</p:tagLst>
</file>

<file path=ppt/tags/tag695.xml><?xml version="1.0" encoding="utf-8"?>
<p:tagLst xmlns:p="http://schemas.openxmlformats.org/presentationml/2006/main">
  <p:tag name="AS_UNIQUEID" val="1201"/>
</p:tagLst>
</file>

<file path=ppt/tags/tag696.xml><?xml version="1.0" encoding="utf-8"?>
<p:tagLst xmlns:p="http://schemas.openxmlformats.org/presentationml/2006/main">
  <p:tag name="AS_UNIQUEID" val="1202"/>
</p:tagLst>
</file>

<file path=ppt/tags/tag697.xml><?xml version="1.0" encoding="utf-8"?>
<p:tagLst xmlns:p="http://schemas.openxmlformats.org/presentationml/2006/main">
  <p:tag name="AS_UNIQUEID" val="1203"/>
  <p:tag name="KSO_WM_BEAUTIFY_FLAG" val=""/>
</p:tagLst>
</file>

<file path=ppt/tags/tag698.xml><?xml version="1.0" encoding="utf-8"?>
<p:tagLst xmlns:p="http://schemas.openxmlformats.org/presentationml/2006/main">
  <p:tag name="AS_UNIQUEID" val="1204"/>
  <p:tag name="KSO_WM_BEAUTIFY_FLAG" val=""/>
</p:tagLst>
</file>

<file path=ppt/tags/tag699.xml><?xml version="1.0" encoding="utf-8"?>
<p:tagLst xmlns:p="http://schemas.openxmlformats.org/presentationml/2006/main">
  <p:tag name="AS_UNIQUEID" val="1205"/>
  <p:tag name="KSO_WM_BEAUTIFY_FLAG" val=""/>
</p:tagLst>
</file>

<file path=ppt/tags/tag700.xml><?xml version="1.0" encoding="utf-8"?>
<p:tagLst xmlns:p="http://schemas.openxmlformats.org/presentationml/2006/main">
  <p:tag name="AS_UNIQUEID" val="1206"/>
  <p:tag name="KSO_WM_BEAUTIFY_FLAG" val=""/>
</p:tagLst>
</file>

<file path=ppt/tags/tag701.xml><?xml version="1.0" encoding="utf-8"?>
<p:tagLst xmlns:p="http://schemas.openxmlformats.org/presentationml/2006/main">
  <p:tag name="AS_UNIQUEID" val="1207"/>
  <p:tag name="KSO_WM_BEAUTIFY_FLAG" val=""/>
</p:tagLst>
</file>

<file path=ppt/tags/tag702.xml><?xml version="1.0" encoding="utf-8"?>
<p:tagLst xmlns:p="http://schemas.openxmlformats.org/presentationml/2006/main">
  <p:tag name="AS_UNIQUEID" val="1208"/>
</p:tagLst>
</file>

<file path=ppt/tags/tag703.xml><?xml version="1.0" encoding="utf-8"?>
<p:tagLst xmlns:p="http://schemas.openxmlformats.org/presentationml/2006/main">
  <p:tag name="AS_UNIQUEID" val="1209"/>
  <p:tag name="KSO_WM_BEAUTIFY_FLAG" val=""/>
</p:tagLst>
</file>

<file path=ppt/tags/tag704.xml><?xml version="1.0" encoding="utf-8"?>
<p:tagLst xmlns:p="http://schemas.openxmlformats.org/presentationml/2006/main">
  <p:tag name="AS_UNIQUEID" val="1210"/>
  <p:tag name="KSO_WM_BEAUTIFY_FLAG" val=""/>
</p:tagLst>
</file>

<file path=ppt/tags/tag705.xml><?xml version="1.0" encoding="utf-8"?>
<p:tagLst xmlns:p="http://schemas.openxmlformats.org/presentationml/2006/main">
  <p:tag name="AS_UNIQUEID" val="1211"/>
  <p:tag name="KSO_WM_BEAUTIFY_FLAG" val=""/>
</p:tagLst>
</file>

<file path=ppt/tags/tag706.xml><?xml version="1.0" encoding="utf-8"?>
<p:tagLst xmlns:p="http://schemas.openxmlformats.org/presentationml/2006/main">
  <p:tag name="AS_UNIQUEID" val="1212"/>
  <p:tag name="KSO_WM_BEAUTIFY_FLAG" val=""/>
</p:tagLst>
</file>

<file path=ppt/tags/tag707.xml><?xml version="1.0" encoding="utf-8"?>
<p:tagLst xmlns:p="http://schemas.openxmlformats.org/presentationml/2006/main">
  <p:tag name="AS_UNIQUEID" val="1213"/>
  <p:tag name="KSO_WM_BEAUTIFY_FLAG" val=""/>
</p:tagLst>
</file>

<file path=ppt/tags/tag708.xml><?xml version="1.0" encoding="utf-8"?>
<p:tagLst xmlns:p="http://schemas.openxmlformats.org/presentationml/2006/main">
  <p:tag name="AS_UNIQUEID" val="121"/>
</p:tagLst>
</file>

<file path=ppt/tags/tag709.xml><?xml version="1.0" encoding="utf-8"?>
<p:tagLst xmlns:p="http://schemas.openxmlformats.org/presentationml/2006/main">
  <p:tag name="AS_UNIQUEID" val="1214"/>
</p:tagLst>
</file>

<file path=ppt/tags/tag710.xml><?xml version="1.0" encoding="utf-8"?>
<p:tagLst xmlns:p="http://schemas.openxmlformats.org/presentationml/2006/main">
  <p:tag name="AS_UNIQUEID" val="409"/>
  <p:tag name="KSO_WM_BEAUTIFY_FLAG" val=""/>
</p:tagLst>
</file>

<file path=ppt/tags/tag711.xml><?xml version="1.0" encoding="utf-8"?>
<p:tagLst xmlns:p="http://schemas.openxmlformats.org/presentationml/2006/main">
  <p:tag name="AS_UNIQUEID" val="1215"/>
  <p:tag name="KSO_WM_BEAUTIFY_FLAG" val=""/>
</p:tagLst>
</file>

<file path=ppt/tags/tag712.xml><?xml version="1.0" encoding="utf-8"?>
<p:tagLst xmlns:p="http://schemas.openxmlformats.org/presentationml/2006/main">
  <p:tag name="AS_UNIQUEID" val="446"/>
</p:tagLst>
</file>

<file path=ppt/tags/tag713.xml><?xml version="1.0" encoding="utf-8"?>
<p:tagLst xmlns:p="http://schemas.openxmlformats.org/presentationml/2006/main">
  <p:tag name="AS_UNIQUEID" val="1216"/>
</p:tagLst>
</file>

<file path=ppt/tags/tag714.xml><?xml version="1.0" encoding="utf-8"?>
<p:tagLst xmlns:p="http://schemas.openxmlformats.org/presentationml/2006/main">
  <p:tag name="AS_UNIQUEID" val="122"/>
  <p:tag name="KSO_WM_BEAUTIFY_FLAG" val=""/>
</p:tagLst>
</file>

<file path=ppt/tags/tag715.xml><?xml version="1.0" encoding="utf-8"?>
<p:tagLst xmlns:p="http://schemas.openxmlformats.org/presentationml/2006/main">
  <p:tag name="AS_UNIQUEID" val="445"/>
  <p:tag name="KSO_WM_BEAUTIFY_FLAG" val=""/>
</p:tagLst>
</file>

<file path=ppt/tags/tag716.xml><?xml version="1.0" encoding="utf-8"?>
<p:tagLst xmlns:p="http://schemas.openxmlformats.org/presentationml/2006/main">
  <p:tag name="AS_UNIQUEID" val="130"/>
  <p:tag name="KSO_WM_BEAUTIFY_FLAG" val=""/>
</p:tagLst>
</file>

<file path=ppt/tags/tag717.xml><?xml version="1.0" encoding="utf-8"?>
<p:tagLst xmlns:p="http://schemas.openxmlformats.org/presentationml/2006/main">
  <p:tag name="AS_UNIQUEID" val="1217"/>
</p:tagLst>
</file>

<file path=ppt/tags/tag718.xml><?xml version="1.0" encoding="utf-8"?>
<p:tagLst xmlns:p="http://schemas.openxmlformats.org/presentationml/2006/main">
  <p:tag name="AS_UNIQUEID" val="1218"/>
</p:tagLst>
</file>

<file path=ppt/tags/tag719.xml><?xml version="1.0" encoding="utf-8"?>
<p:tagLst xmlns:p="http://schemas.openxmlformats.org/presentationml/2006/main">
  <p:tag name="AS_UNIQUEID" val="1219"/>
</p:tagLst>
</file>

<file path=ppt/tags/tag720.xml><?xml version="1.0" encoding="utf-8"?>
<p:tagLst xmlns:p="http://schemas.openxmlformats.org/presentationml/2006/main">
  <p:tag name="AS_UNIQUEID" val="1220"/>
</p:tagLst>
</file>

<file path=ppt/tags/tag721.xml><?xml version="1.0" encoding="utf-8"?>
<p:tagLst xmlns:p="http://schemas.openxmlformats.org/presentationml/2006/main">
  <p:tag name="AS_UNIQUEID" val="1221"/>
</p:tagLst>
</file>

<file path=ppt/tags/tag722.xml><?xml version="1.0" encoding="utf-8"?>
<p:tagLst xmlns:p="http://schemas.openxmlformats.org/presentationml/2006/main">
  <p:tag name="AS_UNIQUEID" val="1222"/>
</p:tagLst>
</file>

<file path=ppt/tags/tag723.xml><?xml version="1.0" encoding="utf-8"?>
<p:tagLst xmlns:p="http://schemas.openxmlformats.org/presentationml/2006/main">
  <p:tag name="AS_UNIQUEID" val="1223"/>
</p:tagLst>
</file>

<file path=ppt/tags/tag724.xml><?xml version="1.0" encoding="utf-8"?>
<p:tagLst xmlns:p="http://schemas.openxmlformats.org/presentationml/2006/main">
  <p:tag name="AS_UNIQUEID" val="1224"/>
  <p:tag name="KSO_WM_BEAUTIFY_FLAG" val=""/>
</p:tagLst>
</file>

<file path=ppt/tags/tag725.xml><?xml version="1.0" encoding="utf-8"?>
<p:tagLst xmlns:p="http://schemas.openxmlformats.org/presentationml/2006/main">
  <p:tag name="AS_UNIQUEID" val="1225"/>
  <p:tag name="KSO_WM_BEAUTIFY_FLAG" val=""/>
</p:tagLst>
</file>

<file path=ppt/tags/tag726.xml><?xml version="1.0" encoding="utf-8"?>
<p:tagLst xmlns:p="http://schemas.openxmlformats.org/presentationml/2006/main">
  <p:tag name="AS_UNIQUEID" val="1226"/>
</p:tagLst>
</file>

<file path=ppt/tags/tag727.xml><?xml version="1.0" encoding="utf-8"?>
<p:tagLst xmlns:p="http://schemas.openxmlformats.org/presentationml/2006/main">
  <p:tag name="AS_UNIQUEID" val="1227"/>
</p:tagLst>
</file>

<file path=ppt/tags/tag728.xml><?xml version="1.0" encoding="utf-8"?>
<p:tagLst xmlns:p="http://schemas.openxmlformats.org/presentationml/2006/main">
  <p:tag name="AS_UNIQUEID" val="1228"/>
  <p:tag name="KSO_WM_BEAUTIFY_FLAG" val=""/>
</p:tagLst>
</file>

<file path=ppt/tags/tag729.xml><?xml version="1.0" encoding="utf-8"?>
<p:tagLst xmlns:p="http://schemas.openxmlformats.org/presentationml/2006/main">
  <p:tag name="AS_UNIQUEID" val="1229"/>
  <p:tag name="KSO_WM_BEAUTIFY_FLAG" val=""/>
</p:tagLst>
</file>

<file path=ppt/tags/tag730.xml><?xml version="1.0" encoding="utf-8"?>
<p:tagLst xmlns:p="http://schemas.openxmlformats.org/presentationml/2006/main">
  <p:tag name="AS_UNIQUEID" val="1230"/>
  <p:tag name="KSO_WM_BEAUTIFY_FLAG" val=""/>
</p:tagLst>
</file>

<file path=ppt/tags/tag731.xml><?xml version="1.0" encoding="utf-8"?>
<p:tagLst xmlns:p="http://schemas.openxmlformats.org/presentationml/2006/main">
  <p:tag name="AS_UNIQUEID" val="1231"/>
  <p:tag name="KSO_WM_BEAUTIFY_FLAG" val=""/>
</p:tagLst>
</file>

<file path=ppt/tags/tag732.xml><?xml version="1.0" encoding="utf-8"?>
<p:tagLst xmlns:p="http://schemas.openxmlformats.org/presentationml/2006/main">
  <p:tag name="AS_UNIQUEID" val="1232"/>
  <p:tag name="KSO_WM_BEAUTIFY_FLAG" val=""/>
</p:tagLst>
</file>

<file path=ppt/tags/tag733.xml><?xml version="1.0" encoding="utf-8"?>
<p:tagLst xmlns:p="http://schemas.openxmlformats.org/presentationml/2006/main">
  <p:tag name="AS_UNIQUEID" val="1233"/>
</p:tagLst>
</file>

<file path=ppt/tags/tag734.xml><?xml version="1.0" encoding="utf-8"?>
<p:tagLst xmlns:p="http://schemas.openxmlformats.org/presentationml/2006/main">
  <p:tag name="AS_UNIQUEID" val="1234"/>
  <p:tag name="KSO_WM_BEAUTIFY_FLAG" val=""/>
</p:tagLst>
</file>

<file path=ppt/tags/tag735.xml><?xml version="1.0" encoding="utf-8"?>
<p:tagLst xmlns:p="http://schemas.openxmlformats.org/presentationml/2006/main">
  <p:tag name="AS_UNIQUEID" val="1235"/>
  <p:tag name="KSO_WM_BEAUTIFY_FLAG" val=""/>
</p:tagLst>
</file>

<file path=ppt/tags/tag736.xml><?xml version="1.0" encoding="utf-8"?>
<p:tagLst xmlns:p="http://schemas.openxmlformats.org/presentationml/2006/main">
  <p:tag name="AS_UNIQUEID" val="1236"/>
  <p:tag name="KSO_WM_BEAUTIFY_FLAG" val=""/>
</p:tagLst>
</file>

<file path=ppt/tags/tag737.xml><?xml version="1.0" encoding="utf-8"?>
<p:tagLst xmlns:p="http://schemas.openxmlformats.org/presentationml/2006/main">
  <p:tag name="AS_UNIQUEID" val="1237"/>
  <p:tag name="KSO_WM_BEAUTIFY_FLAG" val=""/>
</p:tagLst>
</file>

<file path=ppt/tags/tag738.xml><?xml version="1.0" encoding="utf-8"?>
<p:tagLst xmlns:p="http://schemas.openxmlformats.org/presentationml/2006/main">
  <p:tag name="AS_UNIQUEID" val="1238"/>
  <p:tag name="KSO_WM_BEAUTIFY_FLAG" val=""/>
</p:tagLst>
</file>

<file path=ppt/tags/tag739.xml><?xml version="1.0" encoding="utf-8"?>
<p:tagLst xmlns:p="http://schemas.openxmlformats.org/presentationml/2006/main">
  <p:tag name="AS_UNIQUEID" val="1239"/>
  <p:tag name="KSO_WM_BEAUTIFY_FLAG" val=""/>
</p:tagLst>
</file>

<file path=ppt/tags/tag740.xml><?xml version="1.0" encoding="utf-8"?>
<p:tagLst xmlns:p="http://schemas.openxmlformats.org/presentationml/2006/main">
  <p:tag name="AS_UNIQUEID" val="1240"/>
</p:tagLst>
</file>

<file path=ppt/tags/tag741.xml><?xml version="1.0" encoding="utf-8"?>
<p:tagLst xmlns:p="http://schemas.openxmlformats.org/presentationml/2006/main">
  <p:tag name="AS_UNIQUEID" val="1241"/>
  <p:tag name="KSO_WM_BEAUTIFY_FLAG" val=""/>
</p:tagLst>
</file>

<file path=ppt/tags/tag742.xml><?xml version="1.0" encoding="utf-8"?>
<p:tagLst xmlns:p="http://schemas.openxmlformats.org/presentationml/2006/main">
  <p:tag name="AS_UNIQUEID" val="1242"/>
  <p:tag name="KSO_WM_BEAUTIFY_FLAG" val=""/>
</p:tagLst>
</file>

<file path=ppt/tags/tag743.xml><?xml version="1.0" encoding="utf-8"?>
<p:tagLst xmlns:p="http://schemas.openxmlformats.org/presentationml/2006/main">
  <p:tag name="AS_UNIQUEID" val="1243"/>
</p:tagLst>
</file>

<file path=ppt/tags/tag744.xml><?xml version="1.0" encoding="utf-8"?>
<p:tagLst xmlns:p="http://schemas.openxmlformats.org/presentationml/2006/main">
  <p:tag name="AS_UNIQUEID" val="1244"/>
</p:tagLst>
</file>

<file path=ppt/tags/tag745.xml><?xml version="1.0" encoding="utf-8"?>
<p:tagLst xmlns:p="http://schemas.openxmlformats.org/presentationml/2006/main">
  <p:tag name="AS_UNIQUEID" val="1245"/>
</p:tagLst>
</file>

<file path=ppt/tags/tag746.xml><?xml version="1.0" encoding="utf-8"?>
<p:tagLst xmlns:p="http://schemas.openxmlformats.org/presentationml/2006/main">
  <p:tag name="AS_UNIQUEID" val="1246"/>
</p:tagLst>
</file>

<file path=ppt/tags/tag747.xml><?xml version="1.0" encoding="utf-8"?>
<p:tagLst xmlns:p="http://schemas.openxmlformats.org/presentationml/2006/main">
  <p:tag name="AS_UNIQUEID" val="1247"/>
</p:tagLst>
</file>

<file path=ppt/tags/tag748.xml><?xml version="1.0" encoding="utf-8"?>
<p:tagLst xmlns:p="http://schemas.openxmlformats.org/presentationml/2006/main">
  <p:tag name="AS_UNIQUEID" val="1248"/>
  <p:tag name="KSO_WM_BEAUTIFY_FLAG" val=""/>
</p:tagLst>
</file>

<file path=ppt/tags/tag749.xml><?xml version="1.0" encoding="utf-8"?>
<p:tagLst xmlns:p="http://schemas.openxmlformats.org/presentationml/2006/main">
  <p:tag name="AS_UNIQUEID" val="1249"/>
  <p:tag name="KSO_WM_BEAUTIFY_FLAG" val=""/>
</p:tagLst>
</file>

<file path=ppt/tags/tag750.xml><?xml version="1.0" encoding="utf-8"?>
<p:tagLst xmlns:p="http://schemas.openxmlformats.org/presentationml/2006/main">
  <p:tag name="AS_UNIQUEID" val="1250"/>
</p:tagLst>
</file>

<file path=ppt/tags/tag751.xml><?xml version="1.0" encoding="utf-8"?>
<p:tagLst xmlns:p="http://schemas.openxmlformats.org/presentationml/2006/main">
  <p:tag name="AS_UNIQUEID" val="1251"/>
</p:tagLst>
</file>

<file path=ppt/tags/tag752.xml><?xml version="1.0" encoding="utf-8"?>
<p:tagLst xmlns:p="http://schemas.openxmlformats.org/presentationml/2006/main">
  <p:tag name="AS_UNIQUEID" val="1252"/>
  <p:tag name="KSO_WM_BEAUTIFY_FLAG" val=""/>
</p:tagLst>
</file>

<file path=ppt/tags/tag753.xml><?xml version="1.0" encoding="utf-8"?>
<p:tagLst xmlns:p="http://schemas.openxmlformats.org/presentationml/2006/main">
  <p:tag name="AS_UNIQUEID" val="1253"/>
  <p:tag name="KSO_WM_BEAUTIFY_FLAG" val=""/>
</p:tagLst>
</file>

<file path=ppt/tags/tag754.xml><?xml version="1.0" encoding="utf-8"?>
<p:tagLst xmlns:p="http://schemas.openxmlformats.org/presentationml/2006/main">
  <p:tag name="AS_UNIQUEID" val="1254"/>
  <p:tag name="KSO_WM_BEAUTIFY_FLAG" val=""/>
</p:tagLst>
</file>

<file path=ppt/tags/tag755.xml><?xml version="1.0" encoding="utf-8"?>
<p:tagLst xmlns:p="http://schemas.openxmlformats.org/presentationml/2006/main">
  <p:tag name="AS_UNIQUEID" val="1255"/>
  <p:tag name="KSO_WM_BEAUTIFY_FLAG" val=""/>
</p:tagLst>
</file>

<file path=ppt/tags/tag756.xml><?xml version="1.0" encoding="utf-8"?>
<p:tagLst xmlns:p="http://schemas.openxmlformats.org/presentationml/2006/main">
  <p:tag name="AS_UNIQUEID" val="1256"/>
  <p:tag name="KSO_WM_BEAUTIFY_FLAG" val=""/>
</p:tagLst>
</file>

<file path=ppt/tags/tag757.xml><?xml version="1.0" encoding="utf-8"?>
<p:tagLst xmlns:p="http://schemas.openxmlformats.org/presentationml/2006/main">
  <p:tag name="AS_UNIQUEID" val="1257"/>
</p:tagLst>
</file>

<file path=ppt/tags/tag758.xml><?xml version="1.0" encoding="utf-8"?>
<p:tagLst xmlns:p="http://schemas.openxmlformats.org/presentationml/2006/main">
  <p:tag name="AS_UNIQUEID" val="1258"/>
  <p:tag name="KSO_WM_BEAUTIFY_FLAG" val=""/>
</p:tagLst>
</file>

<file path=ppt/tags/tag759.xml><?xml version="1.0" encoding="utf-8"?>
<p:tagLst xmlns:p="http://schemas.openxmlformats.org/presentationml/2006/main">
  <p:tag name="AS_UNIQUEID" val="1259"/>
  <p:tag name="KSO_WM_BEAUTIFY_FLAG" val=""/>
</p:tagLst>
</file>

<file path=ppt/tags/tag760.xml><?xml version="1.0" encoding="utf-8"?>
<p:tagLst xmlns:p="http://schemas.openxmlformats.org/presentationml/2006/main">
  <p:tag name="AS_UNIQUEID" val="1260"/>
  <p:tag name="KSO_WM_BEAUTIFY_FLAG" val=""/>
</p:tagLst>
</file>

<file path=ppt/tags/tag761.xml><?xml version="1.0" encoding="utf-8"?>
<p:tagLst xmlns:p="http://schemas.openxmlformats.org/presentationml/2006/main">
  <p:tag name="AS_UNIQUEID" val="1261"/>
  <p:tag name="KSO_WM_BEAUTIFY_FLAG" val=""/>
</p:tagLst>
</file>

<file path=ppt/tags/tag762.xml><?xml version="1.0" encoding="utf-8"?>
<p:tagLst xmlns:p="http://schemas.openxmlformats.org/presentationml/2006/main">
  <p:tag name="AS_UNIQUEID" val="1262"/>
  <p:tag name="KSO_WM_BEAUTIFY_FLAG" val=""/>
</p:tagLst>
</file>

<file path=ppt/tags/tag763.xml><?xml version="1.0" encoding="utf-8"?>
<p:tagLst xmlns:p="http://schemas.openxmlformats.org/presentationml/2006/main">
  <p:tag name="AS_UNIQUEID" val="459"/>
</p:tagLst>
</file>

<file path=ppt/tags/tag764.xml><?xml version="1.0" encoding="utf-8"?>
<p:tagLst xmlns:p="http://schemas.openxmlformats.org/presentationml/2006/main">
  <p:tag name="AS_UNIQUEID" val="460"/>
  <p:tag name="KSO_WM_BEAUTIFY_FLAG" val=""/>
</p:tagLst>
</file>

<file path=ppt/tags/tag765.xml><?xml version="1.0" encoding="utf-8"?>
<p:tagLst xmlns:p="http://schemas.openxmlformats.org/presentationml/2006/main">
  <p:tag name="AS_UNIQUEID" val="461"/>
  <p:tag name="KSO_WM_BEAUTIFY_FLAG" val=""/>
</p:tagLst>
</file>

<file path=ppt/tags/tag766.xml><?xml version="1.0" encoding="utf-8"?>
<p:tagLst xmlns:p="http://schemas.openxmlformats.org/presentationml/2006/main">
  <p:tag name="AS_UNIQUEID" val="462"/>
  <p:tag name="KSO_WM_BEAUTIFY_FLAG" val=""/>
</p:tagLst>
</file>

<file path=ppt/tags/tag767.xml><?xml version="1.0" encoding="utf-8"?>
<p:tagLst xmlns:p="http://schemas.openxmlformats.org/presentationml/2006/main">
  <p:tag name="AS_UNIQUEID" val="463"/>
  <p:tag name="KSO_WM_BEAUTIFY_FLAG" val=""/>
</p:tagLst>
</file>

<file path=ppt/tags/tag768.xml><?xml version="1.0" encoding="utf-8"?>
<p:tagLst xmlns:p="http://schemas.openxmlformats.org/presentationml/2006/main">
  <p:tag name="AS_UNIQUEID" val="464"/>
  <p:tag name="KSO_WM_BEAUTIFY_FLAG" val=""/>
</p:tagLst>
</file>

<file path=ppt/tags/tag769.xml><?xml version="1.0" encoding="utf-8"?>
<p:tagLst xmlns:p="http://schemas.openxmlformats.org/presentationml/2006/main">
  <p:tag name="AS_UNIQUEID" val="466"/>
</p:tagLst>
</file>

<file path=ppt/tags/tag770.xml><?xml version="1.0" encoding="utf-8"?>
<p:tagLst xmlns:p="http://schemas.openxmlformats.org/presentationml/2006/main">
  <p:tag name="AS_UNIQUEID" val="467"/>
  <p:tag name="KSO_WM_BEAUTIFY_FLAG" val=""/>
</p:tagLst>
</file>

<file path=ppt/tags/tag771.xml><?xml version="1.0" encoding="utf-8"?>
<p:tagLst xmlns:p="http://schemas.openxmlformats.org/presentationml/2006/main">
  <p:tag name="AS_UNIQUEID" val="467"/>
  <p:tag name="KSO_WM_BEAUTIFY_FLAG" val=""/>
</p:tagLst>
</file>

<file path=ppt/tags/tag772.xml><?xml version="1.0" encoding="utf-8"?>
<p:tagLst xmlns:p="http://schemas.openxmlformats.org/presentationml/2006/main">
  <p:tag name="AS_UNIQUEID" val="1263"/>
</p:tagLst>
</file>

<file path=ppt/tags/tag773.xml><?xml version="1.0" encoding="utf-8"?>
<p:tagLst xmlns:p="http://schemas.openxmlformats.org/presentationml/2006/main">
  <p:tag name="AS_UNIQUEID" val="1264"/>
</p:tagLst>
</file>

<file path=ppt/tags/tag774.xml><?xml version="1.0" encoding="utf-8"?>
<p:tagLst xmlns:p="http://schemas.openxmlformats.org/presentationml/2006/main">
  <p:tag name="AS_UNIQUEID" val="1265"/>
</p:tagLst>
</file>

<file path=ppt/tags/tag775.xml><?xml version="1.0" encoding="utf-8"?>
<p:tagLst xmlns:p="http://schemas.openxmlformats.org/presentationml/2006/main">
  <p:tag name="AS_UNIQUEID" val="1266"/>
</p:tagLst>
</file>

<file path=ppt/tags/tag776.xml><?xml version="1.0" encoding="utf-8"?>
<p:tagLst xmlns:p="http://schemas.openxmlformats.org/presentationml/2006/main">
  <p:tag name="AS_UNIQUEID" val="1267"/>
</p:tagLst>
</file>

<file path=ppt/tags/tag777.xml><?xml version="1.0" encoding="utf-8"?>
<p:tagLst xmlns:p="http://schemas.openxmlformats.org/presentationml/2006/main">
  <p:tag name="AS_UNIQUEID" val="1268"/>
  <p:tag name="KSO_WM_BEAUTIFY_FLAG" val=""/>
</p:tagLst>
</file>

<file path=ppt/tags/tag778.xml><?xml version="1.0" encoding="utf-8"?>
<p:tagLst xmlns:p="http://schemas.openxmlformats.org/presentationml/2006/main">
  <p:tag name="AS_UNIQUEID" val="1269"/>
  <p:tag name="KSO_WM_BEAUTIFY_FLAG" val=""/>
</p:tagLst>
</file>

<file path=ppt/tags/tag779.xml><?xml version="1.0" encoding="utf-8"?>
<p:tagLst xmlns:p="http://schemas.openxmlformats.org/presentationml/2006/main">
  <p:tag name="AS_UNIQUEID" val="1270"/>
</p:tagLst>
</file>

<file path=ppt/tags/tag780.xml><?xml version="1.0" encoding="utf-8"?>
<p:tagLst xmlns:p="http://schemas.openxmlformats.org/presentationml/2006/main">
  <p:tag name="AS_UNIQUEID" val="1271"/>
</p:tagLst>
</file>

<file path=ppt/tags/tag781.xml><?xml version="1.0" encoding="utf-8"?>
<p:tagLst xmlns:p="http://schemas.openxmlformats.org/presentationml/2006/main">
  <p:tag name="AS_UNIQUEID" val="1272"/>
  <p:tag name="KSO_WM_BEAUTIFY_FLAG" val=""/>
</p:tagLst>
</file>

<file path=ppt/tags/tag782.xml><?xml version="1.0" encoding="utf-8"?>
<p:tagLst xmlns:p="http://schemas.openxmlformats.org/presentationml/2006/main">
  <p:tag name="AS_UNIQUEID" val="1273"/>
  <p:tag name="KSO_WM_BEAUTIFY_FLAG" val=""/>
</p:tagLst>
</file>

<file path=ppt/tags/tag783.xml><?xml version="1.0" encoding="utf-8"?>
<p:tagLst xmlns:p="http://schemas.openxmlformats.org/presentationml/2006/main">
  <p:tag name="AS_UNIQUEID" val="1274"/>
  <p:tag name="KSO_WM_BEAUTIFY_FLAG" val=""/>
</p:tagLst>
</file>

<file path=ppt/tags/tag784.xml><?xml version="1.0" encoding="utf-8"?>
<p:tagLst xmlns:p="http://schemas.openxmlformats.org/presentationml/2006/main">
  <p:tag name="AS_UNIQUEID" val="1275"/>
  <p:tag name="KSO_WM_BEAUTIFY_FLAG" val=""/>
</p:tagLst>
</file>

<file path=ppt/tags/tag785.xml><?xml version="1.0" encoding="utf-8"?>
<p:tagLst xmlns:p="http://schemas.openxmlformats.org/presentationml/2006/main">
  <p:tag name="AS_UNIQUEID" val="1276"/>
  <p:tag name="KSO_WM_BEAUTIFY_FLAG" val=""/>
</p:tagLst>
</file>

<file path=ppt/tags/tag786.xml><?xml version="1.0" encoding="utf-8"?>
<p:tagLst xmlns:p="http://schemas.openxmlformats.org/presentationml/2006/main">
  <p:tag name="AS_UNIQUEID" val="1277"/>
</p:tagLst>
</file>

<file path=ppt/tags/tag787.xml><?xml version="1.0" encoding="utf-8"?>
<p:tagLst xmlns:p="http://schemas.openxmlformats.org/presentationml/2006/main">
  <p:tag name="AS_UNIQUEID" val="1278"/>
  <p:tag name="KSO_WM_BEAUTIFY_FLAG" val=""/>
</p:tagLst>
</file>

<file path=ppt/tags/tag788.xml><?xml version="1.0" encoding="utf-8"?>
<p:tagLst xmlns:p="http://schemas.openxmlformats.org/presentationml/2006/main">
  <p:tag name="AS_UNIQUEID" val="1279"/>
  <p:tag name="KSO_WM_BEAUTIFY_FLAG" val=""/>
</p:tagLst>
</file>

<file path=ppt/tags/tag789.xml><?xml version="1.0" encoding="utf-8"?>
<p:tagLst xmlns:p="http://schemas.openxmlformats.org/presentationml/2006/main">
  <p:tag name="AS_UNIQUEID" val="1280"/>
  <p:tag name="KSO_WM_BEAUTIFY_FLAG" val=""/>
</p:tagLst>
</file>

<file path=ppt/tags/tag790.xml><?xml version="1.0" encoding="utf-8"?>
<p:tagLst xmlns:p="http://schemas.openxmlformats.org/presentationml/2006/main">
  <p:tag name="AS_UNIQUEID" val="1281"/>
  <p:tag name="KSO_WM_BEAUTIFY_FLAG" val=""/>
</p:tagLst>
</file>

<file path=ppt/tags/tag791.xml><?xml version="1.0" encoding="utf-8"?>
<p:tagLst xmlns:p="http://schemas.openxmlformats.org/presentationml/2006/main">
  <p:tag name="AS_UNIQUEID" val="1282"/>
  <p:tag name="KSO_WM_BEAUTIFY_FLAG" val=""/>
</p:tagLst>
</file>

<file path=ppt/tags/tag792.xml><?xml version="1.0" encoding="utf-8"?>
<p:tagLst xmlns:p="http://schemas.openxmlformats.org/presentationml/2006/main">
  <p:tag name="AS_UNIQUEID" val="1283"/>
  <p:tag name="KSO_WM_BEAUTIFY_FLAG" val=""/>
</p:tagLst>
</file>

<file path=ppt/tags/tag793.xml><?xml version="1.0" encoding="utf-8"?>
<p:tagLst xmlns:p="http://schemas.openxmlformats.org/presentationml/2006/main">
  <p:tag name="AS_UNIQUEID" val="1284"/>
</p:tagLst>
</file>

<file path=ppt/tags/tag794.xml><?xml version="1.0" encoding="utf-8"?>
<p:tagLst xmlns:p="http://schemas.openxmlformats.org/presentationml/2006/main">
  <p:tag name="AS_UNIQUEID" val="1285"/>
  <p:tag name="KSO_WM_BEAUTIFY_FLAG" val=""/>
  <p:tag name="KSO_WM_DIAGRAM_VIRTUALLY_FRAME" val="{&quot;height&quot;:279.9,&quot;left&quot;:49.9,&quot;top&quot;:194.45,&quot;width&quot;:862.8}"/>
</p:tagLst>
</file>

<file path=ppt/tags/tag795.xml><?xml version="1.0" encoding="utf-8"?>
<p:tagLst xmlns:p="http://schemas.openxmlformats.org/presentationml/2006/main">
  <p:tag name="AS_UNIQUEID" val="1286"/>
  <p:tag name="KSO_WM_BEAUTIFY_FLAG" val=""/>
</p:tagLst>
</file>

<file path=ppt/tags/tag796.xml><?xml version="1.0" encoding="utf-8"?>
<p:tagLst xmlns:p="http://schemas.openxmlformats.org/presentationml/2006/main">
  <p:tag name="AS_UNIQUEID" val="1287"/>
  <p:tag name="KSO_WM_BEAUTIFY_FLAG" val=""/>
</p:tagLst>
</file>

<file path=ppt/tags/tag797.xml><?xml version="1.0" encoding="utf-8"?>
<p:tagLst xmlns:p="http://schemas.openxmlformats.org/presentationml/2006/main">
  <p:tag name="AS_UNIQUEID" val="1288"/>
</p:tagLst>
</file>

<file path=ppt/tags/tag798.xml><?xml version="1.0" encoding="utf-8"?>
<p:tagLst xmlns:p="http://schemas.openxmlformats.org/presentationml/2006/main">
  <p:tag name="AS_UNIQUEID" val="1289"/>
</p:tagLst>
</file>

<file path=ppt/tags/tag799.xml><?xml version="1.0" encoding="utf-8"?>
<p:tagLst xmlns:p="http://schemas.openxmlformats.org/presentationml/2006/main">
  <p:tag name="AS_UNIQUEID" val="1290"/>
</p:tagLst>
</file>

<file path=ppt/tags/tag800.xml><?xml version="1.0" encoding="utf-8"?>
<p:tagLst xmlns:p="http://schemas.openxmlformats.org/presentationml/2006/main">
  <p:tag name="AS_UNIQUEID" val="1291"/>
  <p:tag name="KSO_WM_BEAUTIFY_FLAG" val=""/>
  <p:tag name="KSO_WM_DIAGRAM_VIRTUALLY_FRAME" val="{&quot;height&quot;:279.9,&quot;left&quot;:49.9,&quot;top&quot;:194.45,&quot;width&quot;:862.8}"/>
</p:tagLst>
</file>

<file path=ppt/tags/tag801.xml><?xml version="1.0" encoding="utf-8"?>
<p:tagLst xmlns:p="http://schemas.openxmlformats.org/presentationml/2006/main">
  <p:tag name="AS_UNIQUEID" val="1292"/>
  <p:tag name="KSO_WM_BEAUTIFY_FLAG" val=""/>
</p:tagLst>
</file>

<file path=ppt/tags/tag802.xml><?xml version="1.0" encoding="utf-8"?>
<p:tagLst xmlns:p="http://schemas.openxmlformats.org/presentationml/2006/main">
  <p:tag name="AS_UNIQUEID" val="1293"/>
  <p:tag name="KSO_WM_BEAUTIFY_FLAG" val=""/>
</p:tagLst>
</file>

<file path=ppt/tags/tag803.xml><?xml version="1.0" encoding="utf-8"?>
<p:tagLst xmlns:p="http://schemas.openxmlformats.org/presentationml/2006/main">
  <p:tag name="AS_UNIQUEID" val="1294"/>
  <p:tag name="KSO_WM_BEAUTIFY_FLAG" val=""/>
</p:tagLst>
</file>

<file path=ppt/tags/tag804.xml><?xml version="1.0" encoding="utf-8"?>
<p:tagLst xmlns:p="http://schemas.openxmlformats.org/presentationml/2006/main">
  <p:tag name="AS_UNIQUEID" val="1295"/>
</p:tagLst>
</file>

<file path=ppt/tags/tag805.xml><?xml version="1.0" encoding="utf-8"?>
<p:tagLst xmlns:p="http://schemas.openxmlformats.org/presentationml/2006/main">
  <p:tag name="AS_UNIQUEID" val="1296"/>
</p:tagLst>
</file>

<file path=ppt/tags/tag806.xml><?xml version="1.0" encoding="utf-8"?>
<p:tagLst xmlns:p="http://schemas.openxmlformats.org/presentationml/2006/main">
  <p:tag name="AS_UNIQUEID" val="1297"/>
</p:tagLst>
</file>

<file path=ppt/tags/tag807.xml><?xml version="1.0" encoding="utf-8"?>
<p:tagLst xmlns:p="http://schemas.openxmlformats.org/presentationml/2006/main">
  <p:tag name="AS_UNIQUEID" val="1298"/>
</p:tagLst>
</file>

<file path=ppt/tags/tag808.xml><?xml version="1.0" encoding="utf-8"?>
<p:tagLst xmlns:p="http://schemas.openxmlformats.org/presentationml/2006/main">
  <p:tag name="AS_UNIQUEID" val="1299"/>
</p:tagLst>
</file>

<file path=ppt/tags/tag809.xml><?xml version="1.0" encoding="utf-8"?>
<p:tagLst xmlns:p="http://schemas.openxmlformats.org/presentationml/2006/main">
  <p:tag name="AS_UNIQUEID" val="1300"/>
  <p:tag name="KSO_WM_BEAUTIFY_FLAG" val=""/>
</p:tagLst>
</file>

<file path=ppt/tags/tag810.xml><?xml version="1.0" encoding="utf-8"?>
<p:tagLst xmlns:p="http://schemas.openxmlformats.org/presentationml/2006/main">
  <p:tag name="AS_UNIQUEID" val="1301"/>
  <p:tag name="KSO_WM_BEAUTIFY_FLAG" val=""/>
</p:tagLst>
</file>

<file path=ppt/tags/tag811.xml><?xml version="1.0" encoding="utf-8"?>
<p:tagLst xmlns:p="http://schemas.openxmlformats.org/presentationml/2006/main">
  <p:tag name="AS_UNIQUEID" val="1302"/>
</p:tagLst>
</file>

<file path=ppt/tags/tag812.xml><?xml version="1.0" encoding="utf-8"?>
<p:tagLst xmlns:p="http://schemas.openxmlformats.org/presentationml/2006/main">
  <p:tag name="AS_UNIQUEID" val="1303"/>
</p:tagLst>
</file>

<file path=ppt/tags/tag813.xml><?xml version="1.0" encoding="utf-8"?>
<p:tagLst xmlns:p="http://schemas.openxmlformats.org/presentationml/2006/main">
  <p:tag name="AS_UNIQUEID" val="1304"/>
  <p:tag name="KSO_WM_BEAUTIFY_FLAG" val=""/>
</p:tagLst>
</file>

<file path=ppt/tags/tag814.xml><?xml version="1.0" encoding="utf-8"?>
<p:tagLst xmlns:p="http://schemas.openxmlformats.org/presentationml/2006/main">
  <p:tag name="AS_UNIQUEID" val="1305"/>
  <p:tag name="KSO_WM_BEAUTIFY_FLAG" val=""/>
</p:tagLst>
</file>

<file path=ppt/tags/tag815.xml><?xml version="1.0" encoding="utf-8"?>
<p:tagLst xmlns:p="http://schemas.openxmlformats.org/presentationml/2006/main">
  <p:tag name="AS_UNIQUEID" val="1306"/>
  <p:tag name="KSO_WM_BEAUTIFY_FLAG" val=""/>
</p:tagLst>
</file>

<file path=ppt/tags/tag816.xml><?xml version="1.0" encoding="utf-8"?>
<p:tagLst xmlns:p="http://schemas.openxmlformats.org/presentationml/2006/main">
  <p:tag name="AS_UNIQUEID" val="1307"/>
  <p:tag name="KSO_WM_BEAUTIFY_FLAG" val=""/>
</p:tagLst>
</file>

<file path=ppt/tags/tag817.xml><?xml version="1.0" encoding="utf-8"?>
<p:tagLst xmlns:p="http://schemas.openxmlformats.org/presentationml/2006/main">
  <p:tag name="AS_UNIQUEID" val="1308"/>
  <p:tag name="KSO_WM_BEAUTIFY_FLAG" val=""/>
</p:tagLst>
</file>

<file path=ppt/tags/tag818.xml><?xml version="1.0" encoding="utf-8"?>
<p:tagLst xmlns:p="http://schemas.openxmlformats.org/presentationml/2006/main">
  <p:tag name="AS_UNIQUEID" val="1309"/>
</p:tagLst>
</file>

<file path=ppt/tags/tag819.xml><?xml version="1.0" encoding="utf-8"?>
<p:tagLst xmlns:p="http://schemas.openxmlformats.org/presentationml/2006/main">
  <p:tag name="AS_UNIQUEID" val="1310"/>
  <p:tag name="KSO_WM_BEAUTIFY_FLAG" val=""/>
</p:tagLst>
</file>

<file path=ppt/tags/tag820.xml><?xml version="1.0" encoding="utf-8"?>
<p:tagLst xmlns:p="http://schemas.openxmlformats.org/presentationml/2006/main">
  <p:tag name="AS_UNIQUEID" val="1311"/>
  <p:tag name="KSO_WM_BEAUTIFY_FLAG" val=""/>
</p:tagLst>
</file>

<file path=ppt/tags/tag821.xml><?xml version="1.0" encoding="utf-8"?>
<p:tagLst xmlns:p="http://schemas.openxmlformats.org/presentationml/2006/main">
  <p:tag name="AS_UNIQUEID" val="1312"/>
  <p:tag name="KSO_WM_BEAUTIFY_FLAG" val=""/>
</p:tagLst>
</file>

<file path=ppt/tags/tag822.xml><?xml version="1.0" encoding="utf-8"?>
<p:tagLst xmlns:p="http://schemas.openxmlformats.org/presentationml/2006/main">
  <p:tag name="AS_UNIQUEID" val="1313"/>
  <p:tag name="KSO_WM_BEAUTIFY_FLAG" val=""/>
</p:tagLst>
</file>

<file path=ppt/tags/tag823.xml><?xml version="1.0" encoding="utf-8"?>
<p:tagLst xmlns:p="http://schemas.openxmlformats.org/presentationml/2006/main">
  <p:tag name="AS_UNIQUEID" val="1314"/>
  <p:tag name="KSO_WM_BEAUTIFY_FLAG" val=""/>
</p:tagLst>
</file>

<file path=ppt/tags/tag824.xml><?xml version="1.0" encoding="utf-8"?>
<p:tagLst xmlns:p="http://schemas.openxmlformats.org/presentationml/2006/main">
  <p:tag name="AS_UNIQUEID" val="1315"/>
</p:tagLst>
</file>

<file path=ppt/tags/tag825.xml><?xml version="1.0" encoding="utf-8"?>
<p:tagLst xmlns:p="http://schemas.openxmlformats.org/presentationml/2006/main">
  <p:tag name="AS_UNIQUEID" val="1316"/>
  <p:tag name="KSO_WM_BEAUTIFY_FLAG" val=""/>
</p:tagLst>
</file>

<file path=ppt/tags/tag826.xml><?xml version="1.0" encoding="utf-8"?>
<p:tagLst xmlns:p="http://schemas.openxmlformats.org/presentationml/2006/main">
  <p:tag name="AS_UNIQUEID" val="1317"/>
</p:tagLst>
</file>

<file path=ppt/tags/tag827.xml><?xml version="1.0" encoding="utf-8"?>
<p:tagLst xmlns:p="http://schemas.openxmlformats.org/presentationml/2006/main">
  <p:tag name="AS_UNIQUEID" val="1318"/>
  <p:tag name="KSO_WM_BEAUTIFY_FLAG" val=""/>
</p:tagLst>
</file>

<file path=ppt/tags/tag828.xml><?xml version="1.0" encoding="utf-8"?>
<p:tagLst xmlns:p="http://schemas.openxmlformats.org/presentationml/2006/main">
  <p:tag name="AS_UNIQUEID" val="1319"/>
  <p:tag name="KSO_WM_BEAUTIFY_FLAG" val=""/>
</p:tagLst>
</file>

<file path=ppt/tags/tag829.xml><?xml version="1.0" encoding="utf-8"?>
<p:tagLst xmlns:p="http://schemas.openxmlformats.org/presentationml/2006/main">
  <p:tag name="AS_UNIQUEID" val="1320"/>
</p:tagLst>
</file>

<file path=ppt/tags/tag830.xml><?xml version="1.0" encoding="utf-8"?>
<p:tagLst xmlns:p="http://schemas.openxmlformats.org/presentationml/2006/main">
  <p:tag name="AS_UNIQUEID" val="1321"/>
  <p:tag name="KSO_WM_BEAUTIFY_FLAG" val=""/>
</p:tagLst>
</file>

<file path=ppt/tags/tag831.xml><?xml version="1.0" encoding="utf-8"?>
<p:tagLst xmlns:p="http://schemas.openxmlformats.org/presentationml/2006/main">
  <p:tag name="AS_UNIQUEID" val="1322"/>
  <p:tag name="KSO_WM_BEAUTIFY_FLAG" val=""/>
</p:tagLst>
</file>

<file path=ppt/tags/tag832.xml><?xml version="1.0" encoding="utf-8"?>
<p:tagLst xmlns:p="http://schemas.openxmlformats.org/presentationml/2006/main">
  <p:tag name="AS_UNIQUEID" val="1323"/>
</p:tagLst>
</file>

<file path=ppt/tags/tag833.xml><?xml version="1.0" encoding="utf-8"?>
<p:tagLst xmlns:p="http://schemas.openxmlformats.org/presentationml/2006/main">
  <p:tag name="AS_UNIQUEID" val="1324"/>
</p:tagLst>
</file>

<file path=ppt/tags/tag834.xml><?xml version="1.0" encoding="utf-8"?>
<p:tagLst xmlns:p="http://schemas.openxmlformats.org/presentationml/2006/main">
  <p:tag name="AS_UNIQUEID" val="1325"/>
</p:tagLst>
</file>

<file path=ppt/tags/tag835.xml><?xml version="1.0" encoding="utf-8"?>
<p:tagLst xmlns:p="http://schemas.openxmlformats.org/presentationml/2006/main">
  <p:tag name="AS_UNIQUEID" val="1326"/>
</p:tagLst>
</file>

<file path=ppt/tags/tag836.xml><?xml version="1.0" encoding="utf-8"?>
<p:tagLst xmlns:p="http://schemas.openxmlformats.org/presentationml/2006/main">
  <p:tag name="AS_UNIQUEID" val="1327"/>
</p:tagLst>
</file>

<file path=ppt/tags/tag837.xml><?xml version="1.0" encoding="utf-8"?>
<p:tagLst xmlns:p="http://schemas.openxmlformats.org/presentationml/2006/main">
  <p:tag name="AS_UNIQUEID" val="1328"/>
  <p:tag name="KSO_WM_BEAUTIFY_FLAG" val=""/>
</p:tagLst>
</file>

<file path=ppt/tags/tag838.xml><?xml version="1.0" encoding="utf-8"?>
<p:tagLst xmlns:p="http://schemas.openxmlformats.org/presentationml/2006/main">
  <p:tag name="AS_UNIQUEID" val="1329"/>
  <p:tag name="KSO_WM_BEAUTIFY_FLAG" val=""/>
</p:tagLst>
</file>

<file path=ppt/tags/tag839.xml><?xml version="1.0" encoding="utf-8"?>
<p:tagLst xmlns:p="http://schemas.openxmlformats.org/presentationml/2006/main">
  <p:tag name="AS_UNIQUEID" val="1330"/>
</p:tagLst>
</file>

<file path=ppt/tags/tag840.xml><?xml version="1.0" encoding="utf-8"?>
<p:tagLst xmlns:p="http://schemas.openxmlformats.org/presentationml/2006/main">
  <p:tag name="AS_UNIQUEID" val="1331"/>
</p:tagLst>
</file>

<file path=ppt/tags/tag841.xml><?xml version="1.0" encoding="utf-8"?>
<p:tagLst xmlns:p="http://schemas.openxmlformats.org/presentationml/2006/main">
  <p:tag name="AS_UNIQUEID" val="1332"/>
  <p:tag name="KSO_WM_BEAUTIFY_FLAG" val=""/>
</p:tagLst>
</file>

<file path=ppt/tags/tag842.xml><?xml version="1.0" encoding="utf-8"?>
<p:tagLst xmlns:p="http://schemas.openxmlformats.org/presentationml/2006/main">
  <p:tag name="AS_UNIQUEID" val="1333"/>
  <p:tag name="KSO_WM_BEAUTIFY_FLAG" val=""/>
</p:tagLst>
</file>

<file path=ppt/tags/tag843.xml><?xml version="1.0" encoding="utf-8"?>
<p:tagLst xmlns:p="http://schemas.openxmlformats.org/presentationml/2006/main">
  <p:tag name="AS_UNIQUEID" val="1334"/>
  <p:tag name="KSO_WM_BEAUTIFY_FLAG" val=""/>
</p:tagLst>
</file>

<file path=ppt/tags/tag844.xml><?xml version="1.0" encoding="utf-8"?>
<p:tagLst xmlns:p="http://schemas.openxmlformats.org/presentationml/2006/main">
  <p:tag name="AS_UNIQUEID" val="1335"/>
  <p:tag name="KSO_WM_BEAUTIFY_FLAG" val=""/>
</p:tagLst>
</file>

<file path=ppt/tags/tag845.xml><?xml version="1.0" encoding="utf-8"?>
<p:tagLst xmlns:p="http://schemas.openxmlformats.org/presentationml/2006/main">
  <p:tag name="AS_UNIQUEID" val="1336"/>
  <p:tag name="KSO_WM_BEAUTIFY_FLAG" val=""/>
</p:tagLst>
</file>

<file path=ppt/tags/tag846.xml><?xml version="1.0" encoding="utf-8"?>
<p:tagLst xmlns:p="http://schemas.openxmlformats.org/presentationml/2006/main">
  <p:tag name="AS_UNIQUEID" val="1337"/>
</p:tagLst>
</file>

<file path=ppt/tags/tag847.xml><?xml version="1.0" encoding="utf-8"?>
<p:tagLst xmlns:p="http://schemas.openxmlformats.org/presentationml/2006/main">
  <p:tag name="AS_UNIQUEID" val="1338"/>
  <p:tag name="KSO_WM_BEAUTIFY_FLAG" val=""/>
</p:tagLst>
</file>

<file path=ppt/tags/tag848.xml><?xml version="1.0" encoding="utf-8"?>
<p:tagLst xmlns:p="http://schemas.openxmlformats.org/presentationml/2006/main">
  <p:tag name="AS_UNIQUEID" val="1339"/>
  <p:tag name="KSO_WM_BEAUTIFY_FLAG" val=""/>
</p:tagLst>
</file>

<file path=ppt/tags/tag849.xml><?xml version="1.0" encoding="utf-8"?>
<p:tagLst xmlns:p="http://schemas.openxmlformats.org/presentationml/2006/main">
  <p:tag name="AS_UNIQUEID" val="1340"/>
  <p:tag name="KSO_WM_BEAUTIFY_FLAG" val=""/>
</p:tagLst>
</file>

<file path=ppt/tags/tag850.xml><?xml version="1.0" encoding="utf-8"?>
<p:tagLst xmlns:p="http://schemas.openxmlformats.org/presentationml/2006/main">
  <p:tag name="AS_UNIQUEID" val="1341"/>
  <p:tag name="KSO_WM_BEAUTIFY_FLAG" val=""/>
</p:tagLst>
</file>

<file path=ppt/tags/tag851.xml><?xml version="1.0" encoding="utf-8"?>
<p:tagLst xmlns:p="http://schemas.openxmlformats.org/presentationml/2006/main">
  <p:tag name="AS_UNIQUEID" val="1342"/>
  <p:tag name="KSO_WM_BEAUTIFY_FLAG" val=""/>
</p:tagLst>
</file>

<file path=ppt/tags/tag852.xml><?xml version="1.0" encoding="utf-8"?>
<p:tagLst xmlns:p="http://schemas.openxmlformats.org/presentationml/2006/main">
  <p:tag name="AS_UNIQUEID" val="1343"/>
</p:tagLst>
</file>

<file path=ppt/tags/tag853.xml><?xml version="1.0" encoding="utf-8"?>
<p:tagLst xmlns:p="http://schemas.openxmlformats.org/presentationml/2006/main">
  <p:tag name="AS_UNIQUEID" val="1344"/>
  <p:tag name="KSO_WM_BEAUTIFY_FLAG" val=""/>
</p:tagLst>
</file>

<file path=ppt/tags/tag854.xml><?xml version="1.0" encoding="utf-8"?>
<p:tagLst xmlns:p="http://schemas.openxmlformats.org/presentationml/2006/main">
  <p:tag name="AS_UNIQUEID" val="1345"/>
</p:tagLst>
</file>

<file path=ppt/tags/tag855.xml><?xml version="1.0" encoding="utf-8"?>
<p:tagLst xmlns:p="http://schemas.openxmlformats.org/presentationml/2006/main">
  <p:tag name="AS_UNIQUEID" val="1346"/>
</p:tagLst>
</file>

<file path=ppt/tags/tag856.xml><?xml version="1.0" encoding="utf-8"?>
<p:tagLst xmlns:p="http://schemas.openxmlformats.org/presentationml/2006/main">
  <p:tag name="AS_UNIQUEID" val="1347"/>
</p:tagLst>
</file>

<file path=ppt/tags/tag857.xml><?xml version="1.0" encoding="utf-8"?>
<p:tagLst xmlns:p="http://schemas.openxmlformats.org/presentationml/2006/main">
  <p:tag name="AS_UNIQUEID" val="1348"/>
</p:tagLst>
</file>

<file path=ppt/tags/tag858.xml><?xml version="1.0" encoding="utf-8"?>
<p:tagLst xmlns:p="http://schemas.openxmlformats.org/presentationml/2006/main">
  <p:tag name="AS_UNIQUEID" val="1349"/>
</p:tagLst>
</file>

<file path=ppt/tags/tag859.xml><?xml version="1.0" encoding="utf-8"?>
<p:tagLst xmlns:p="http://schemas.openxmlformats.org/presentationml/2006/main">
  <p:tag name="AS_UNIQUEID" val="1350"/>
  <p:tag name="KSO_WM_BEAUTIFY_FLAG" val=""/>
</p:tagLst>
</file>

<file path=ppt/tags/tag860.xml><?xml version="1.0" encoding="utf-8"?>
<p:tagLst xmlns:p="http://schemas.openxmlformats.org/presentationml/2006/main">
  <p:tag name="AS_UNIQUEID" val="1351"/>
  <p:tag name="KSO_WM_BEAUTIFY_FLAG" val=""/>
</p:tagLst>
</file>

<file path=ppt/tags/tag861.xml><?xml version="1.0" encoding="utf-8"?>
<p:tagLst xmlns:p="http://schemas.openxmlformats.org/presentationml/2006/main">
  <p:tag name="AS_UNIQUEID" val="1352"/>
</p:tagLst>
</file>

<file path=ppt/tags/tag862.xml><?xml version="1.0" encoding="utf-8"?>
<p:tagLst xmlns:p="http://schemas.openxmlformats.org/presentationml/2006/main">
  <p:tag name="AS_UNIQUEID" val="1353"/>
</p:tagLst>
</file>

<file path=ppt/tags/tag863.xml><?xml version="1.0" encoding="utf-8"?>
<p:tagLst xmlns:p="http://schemas.openxmlformats.org/presentationml/2006/main">
  <p:tag name="AS_UNIQUEID" val="1354"/>
  <p:tag name="KSO_WM_BEAUTIFY_FLAG" val=""/>
</p:tagLst>
</file>

<file path=ppt/tags/tag864.xml><?xml version="1.0" encoding="utf-8"?>
<p:tagLst xmlns:p="http://schemas.openxmlformats.org/presentationml/2006/main">
  <p:tag name="AS_UNIQUEID" val="1355"/>
  <p:tag name="KSO_WM_BEAUTIFY_FLAG" val=""/>
</p:tagLst>
</file>

<file path=ppt/tags/tag865.xml><?xml version="1.0" encoding="utf-8"?>
<p:tagLst xmlns:p="http://schemas.openxmlformats.org/presentationml/2006/main">
  <p:tag name="AS_UNIQUEID" val="1356"/>
  <p:tag name="KSO_WM_BEAUTIFY_FLAG" val=""/>
</p:tagLst>
</file>

<file path=ppt/tags/tag866.xml><?xml version="1.0" encoding="utf-8"?>
<p:tagLst xmlns:p="http://schemas.openxmlformats.org/presentationml/2006/main">
  <p:tag name="AS_UNIQUEID" val="1357"/>
  <p:tag name="KSO_WM_BEAUTIFY_FLAG" val=""/>
</p:tagLst>
</file>

<file path=ppt/tags/tag867.xml><?xml version="1.0" encoding="utf-8"?>
<p:tagLst xmlns:p="http://schemas.openxmlformats.org/presentationml/2006/main">
  <p:tag name="AS_UNIQUEID" val="1358"/>
  <p:tag name="KSO_WM_BEAUTIFY_FLAG" val=""/>
</p:tagLst>
</file>

<file path=ppt/tags/tag868.xml><?xml version="1.0" encoding="utf-8"?>
<p:tagLst xmlns:p="http://schemas.openxmlformats.org/presentationml/2006/main">
  <p:tag name="AS_UNIQUEID" val="1359"/>
</p:tagLst>
</file>

<file path=ppt/tags/tag869.xml><?xml version="1.0" encoding="utf-8"?>
<p:tagLst xmlns:p="http://schemas.openxmlformats.org/presentationml/2006/main">
  <p:tag name="AS_UNIQUEID" val="1360"/>
  <p:tag name="KSO_WM_BEAUTIFY_FLAG" val=""/>
</p:tagLst>
</file>

<file path=ppt/tags/tag870.xml><?xml version="1.0" encoding="utf-8"?>
<p:tagLst xmlns:p="http://schemas.openxmlformats.org/presentationml/2006/main">
  <p:tag name="AS_UNIQUEID" val="1361"/>
  <p:tag name="KSO_WM_BEAUTIFY_FLAG" val=""/>
</p:tagLst>
</file>

<file path=ppt/tags/tag871.xml><?xml version="1.0" encoding="utf-8"?>
<p:tagLst xmlns:p="http://schemas.openxmlformats.org/presentationml/2006/main">
  <p:tag name="AS_UNIQUEID" val="1362"/>
  <p:tag name="KSO_WM_BEAUTIFY_FLAG" val=""/>
</p:tagLst>
</file>

<file path=ppt/tags/tag872.xml><?xml version="1.0" encoding="utf-8"?>
<p:tagLst xmlns:p="http://schemas.openxmlformats.org/presentationml/2006/main">
  <p:tag name="AS_UNIQUEID" val="1363"/>
  <p:tag name="KSO_WM_BEAUTIFY_FLAG" val=""/>
</p:tagLst>
</file>

<file path=ppt/tags/tag873.xml><?xml version="1.0" encoding="utf-8"?>
<p:tagLst xmlns:p="http://schemas.openxmlformats.org/presentationml/2006/main">
  <p:tag name="AS_UNIQUEID" val="1364"/>
  <p:tag name="KSO_WM_BEAUTIFY_FLAG" val=""/>
</p:tagLst>
</file>

<file path=ppt/tags/tag874.xml><?xml version="1.0" encoding="utf-8"?>
<p:tagLst xmlns:p="http://schemas.openxmlformats.org/presentationml/2006/main">
  <p:tag name="AS_UNIQUEID" val="1365"/>
</p:tagLst>
</file>

<file path=ppt/tags/tag875.xml><?xml version="1.0" encoding="utf-8"?>
<p:tagLst xmlns:p="http://schemas.openxmlformats.org/presentationml/2006/main">
  <p:tag name="AS_UNIQUEID" val="1366"/>
</p:tagLst>
</file>

<file path=ppt/tags/tag876.xml><?xml version="1.0" encoding="utf-8"?>
<p:tagLst xmlns:p="http://schemas.openxmlformats.org/presentationml/2006/main">
  <p:tag name="AS_UNIQUEID" val="1367"/>
</p:tagLst>
</file>

<file path=ppt/tags/tag877.xml><?xml version="1.0" encoding="utf-8"?>
<p:tagLst xmlns:p="http://schemas.openxmlformats.org/presentationml/2006/main">
  <p:tag name="AS_UNIQUEID" val="1368"/>
</p:tagLst>
</file>

<file path=ppt/tags/tag878.xml><?xml version="1.0" encoding="utf-8"?>
<p:tagLst xmlns:p="http://schemas.openxmlformats.org/presentationml/2006/main">
  <p:tag name="AS_UNIQUEID" val="1369"/>
</p:tagLst>
</file>

<file path=ppt/tags/tag879.xml><?xml version="1.0" encoding="utf-8"?>
<p:tagLst xmlns:p="http://schemas.openxmlformats.org/presentationml/2006/main">
  <p:tag name="AS_UNIQUEID" val="1370"/>
</p:tagLst>
</file>

<file path=ppt/tags/tag880.xml><?xml version="1.0" encoding="utf-8"?>
<p:tagLst xmlns:p="http://schemas.openxmlformats.org/presentationml/2006/main">
  <p:tag name="AS_UNIQUEID" val="1371"/>
</p:tagLst>
</file>

<file path=ppt/tags/tag881.xml><?xml version="1.0" encoding="utf-8"?>
<p:tagLst xmlns:p="http://schemas.openxmlformats.org/presentationml/2006/main">
  <p:tag name="AS_UNIQUEID" val="1372"/>
</p:tagLst>
</file>

<file path=ppt/tags/tag882.xml><?xml version="1.0" encoding="utf-8"?>
<p:tagLst xmlns:p="http://schemas.openxmlformats.org/presentationml/2006/main">
  <p:tag name="AS_UNIQUEID" val="1373"/>
  <p:tag name="KSO_WM_BEAUTIFY_FLAG" val=""/>
</p:tagLst>
</file>

<file path=ppt/tags/tag883.xml><?xml version="1.0" encoding="utf-8"?>
<p:tagLst xmlns:p="http://schemas.openxmlformats.org/presentationml/2006/main">
  <p:tag name="AS_UNIQUEID" val="1374"/>
  <p:tag name="KSO_WM_BEAUTIFY_FLAG" val=""/>
</p:tagLst>
</file>

<file path=ppt/tags/tag884.xml><?xml version="1.0" encoding="utf-8"?>
<p:tagLst xmlns:p="http://schemas.openxmlformats.org/presentationml/2006/main">
  <p:tag name="AS_UNIQUEID" val="1375"/>
</p:tagLst>
</file>

<file path=ppt/tags/tag885.xml><?xml version="1.0" encoding="utf-8"?>
<p:tagLst xmlns:p="http://schemas.openxmlformats.org/presentationml/2006/main">
  <p:tag name="AS_UNIQUEID" val="1376"/>
</p:tagLst>
</file>

<file path=ppt/tags/tag886.xml><?xml version="1.0" encoding="utf-8"?>
<p:tagLst xmlns:p="http://schemas.openxmlformats.org/presentationml/2006/main">
  <p:tag name="AS_UNIQUEID" val="1377"/>
  <p:tag name="KSO_WM_BEAUTIFY_FLAG" val=""/>
</p:tagLst>
</file>

<file path=ppt/tags/tag887.xml><?xml version="1.0" encoding="utf-8"?>
<p:tagLst xmlns:p="http://schemas.openxmlformats.org/presentationml/2006/main">
  <p:tag name="AS_UNIQUEID" val="1378"/>
  <p:tag name="KSO_WM_BEAUTIFY_FLAG" val=""/>
</p:tagLst>
</file>

<file path=ppt/tags/tag888.xml><?xml version="1.0" encoding="utf-8"?>
<p:tagLst xmlns:p="http://schemas.openxmlformats.org/presentationml/2006/main">
  <p:tag name="AS_UNIQUEID" val="1379"/>
  <p:tag name="KSO_WM_BEAUTIFY_FLAG" val=""/>
</p:tagLst>
</file>

<file path=ppt/tags/tag889.xml><?xml version="1.0" encoding="utf-8"?>
<p:tagLst xmlns:p="http://schemas.openxmlformats.org/presentationml/2006/main">
  <p:tag name="AS_UNIQUEID" val="1380"/>
  <p:tag name="KSO_WM_BEAUTIFY_FLAG" val=""/>
</p:tagLst>
</file>

<file path=ppt/tags/tag890.xml><?xml version="1.0" encoding="utf-8"?>
<p:tagLst xmlns:p="http://schemas.openxmlformats.org/presentationml/2006/main">
  <p:tag name="AS_UNIQUEID" val="1381"/>
  <p:tag name="KSO_WM_BEAUTIFY_FLAG" val=""/>
</p:tagLst>
</file>

<file path=ppt/tags/tag891.xml><?xml version="1.0" encoding="utf-8"?>
<p:tagLst xmlns:p="http://schemas.openxmlformats.org/presentationml/2006/main">
  <p:tag name="AS_UNIQUEID" val="1382"/>
</p:tagLst>
</file>

<file path=ppt/tags/tag892.xml><?xml version="1.0" encoding="utf-8"?>
<p:tagLst xmlns:p="http://schemas.openxmlformats.org/presentationml/2006/main">
  <p:tag name="AS_UNIQUEID" val="1383"/>
  <p:tag name="KSO_WM_BEAUTIFY_FLAG" val=""/>
</p:tagLst>
</file>

<file path=ppt/tags/tag893.xml><?xml version="1.0" encoding="utf-8"?>
<p:tagLst xmlns:p="http://schemas.openxmlformats.org/presentationml/2006/main">
  <p:tag name="AS_UNIQUEID" val="1384"/>
  <p:tag name="KSO_WM_BEAUTIFY_FLAG" val=""/>
</p:tagLst>
</file>

<file path=ppt/tags/tag894.xml><?xml version="1.0" encoding="utf-8"?>
<p:tagLst xmlns:p="http://schemas.openxmlformats.org/presentationml/2006/main">
  <p:tag name="AS_UNIQUEID" val="1385"/>
  <p:tag name="KSO_WM_BEAUTIFY_FLAG" val=""/>
</p:tagLst>
</file>

<file path=ppt/tags/tag895.xml><?xml version="1.0" encoding="utf-8"?>
<p:tagLst xmlns:p="http://schemas.openxmlformats.org/presentationml/2006/main">
  <p:tag name="AS_UNIQUEID" val="1386"/>
  <p:tag name="KSO_WM_BEAUTIFY_FLAG" val=""/>
</p:tagLst>
</file>

<file path=ppt/tags/tag896.xml><?xml version="1.0" encoding="utf-8"?>
<p:tagLst xmlns:p="http://schemas.openxmlformats.org/presentationml/2006/main">
  <p:tag name="AS_UNIQUEID" val="1387"/>
  <p:tag name="KSO_WM_BEAUTIFY_FLAG" val=""/>
</p:tagLst>
</file>

<file path=ppt/tags/tag897.xml><?xml version="1.0" encoding="utf-8"?>
<p:tagLst xmlns:p="http://schemas.openxmlformats.org/presentationml/2006/main">
  <p:tag name="AS_UNIQUEID" val="1388"/>
  <p:tag name="KSO_WM_BEAUTIFY_FLAG" val=""/>
</p:tagLst>
</file>

<file path=ppt/tags/tag898.xml><?xml version="1.0" encoding="utf-8"?>
<p:tagLst xmlns:p="http://schemas.openxmlformats.org/presentationml/2006/main">
  <p:tag name="AS_UNIQUEID" val="1389"/>
</p:tagLst>
</file>

<file path=ppt/tags/tag899.xml><?xml version="1.0" encoding="utf-8"?>
<p:tagLst xmlns:p="http://schemas.openxmlformats.org/presentationml/2006/main">
  <p:tag name="AS_UNIQUEID" val="1390"/>
  <p:tag name="KSO_WM_BEAUTIFY_FLAG" val=""/>
  <p:tag name="KSO_WM_DIAGRAM_VIRTUALLY_FRAME" val="{&quot;height&quot;:439.55196850393696,&quot;left&quot;:56,&quot;top&quot;:92.348031496063,&quot;width&quot;:838.05}"/>
</p:tagLst>
</file>

<file path=ppt/tags/tag900.xml><?xml version="1.0" encoding="utf-8"?>
<p:tagLst xmlns:p="http://schemas.openxmlformats.org/presentationml/2006/main">
  <p:tag name="AS_UNIQUEID" val="1391"/>
  <p:tag name="KSO_WM_BEAUTIFY_FLAG" val=""/>
  <p:tag name="KSO_WM_DIAGRAM_VIRTUALLY_FRAME" val="{&quot;height&quot;:439.55196850393696,&quot;left&quot;:56,&quot;top&quot;:92.348031496063,&quot;width&quot;:838.05}"/>
</p:tagLst>
</file>

<file path=ppt/tags/tag901.xml><?xml version="1.0" encoding="utf-8"?>
<p:tagLst xmlns:p="http://schemas.openxmlformats.org/presentationml/2006/main">
  <p:tag name="AS_UNIQUEID" val="1392"/>
</p:tagLst>
</file>

<file path=ppt/tags/tag902.xml><?xml version="1.0" encoding="utf-8"?>
<p:tagLst xmlns:p="http://schemas.openxmlformats.org/presentationml/2006/main">
  <p:tag name="AS_UNIQUEID" val="1393"/>
</p:tagLst>
</file>

<file path=ppt/tags/tag903.xml><?xml version="1.0" encoding="utf-8"?>
<p:tagLst xmlns:p="http://schemas.openxmlformats.org/presentationml/2006/main">
  <p:tag name="AS_UNIQUEID" val="1394"/>
  <p:tag name="KSO_WM_DIAGRAM_VIRTUALLY_FRAME" val="{&quot;height&quot;:439.55196850393696,&quot;left&quot;:56,&quot;top&quot;:92.348031496063,&quot;width&quot;:838.05}"/>
</p:tagLst>
</file>

<file path=ppt/tags/tag904.xml><?xml version="1.0" encoding="utf-8"?>
<p:tagLst xmlns:p="http://schemas.openxmlformats.org/presentationml/2006/main">
  <p:tag name="AS_UNIQUEID" val="1395"/>
  <p:tag name="KSO_WM_BEAUTIFY_FLAG" val=""/>
  <p:tag name="KSO_WM_DIAGRAM_VIRTUALLY_FRAME" val="{&quot;height&quot;:439.55196850393696,&quot;left&quot;:56,&quot;top&quot;:92.348031496063,&quot;width&quot;:838.05}"/>
</p:tagLst>
</file>

<file path=ppt/tags/tag905.xml><?xml version="1.0" encoding="utf-8"?>
<p:tagLst xmlns:p="http://schemas.openxmlformats.org/presentationml/2006/main">
  <p:tag name="AS_UNIQUEID" val="1396"/>
  <p:tag name="KSO_WM_BEAUTIFY_FLAG" val=""/>
  <p:tag name="KSO_WM_DIAGRAM_VIRTUALLY_FRAME" val="{&quot;height&quot;:439.55196850393696,&quot;left&quot;:56,&quot;top&quot;:92.348031496063,&quot;width&quot;:838.05}"/>
</p:tagLst>
</file>

<file path=ppt/tags/tag906.xml><?xml version="1.0" encoding="utf-8"?>
<p:tagLst xmlns:p="http://schemas.openxmlformats.org/presentationml/2006/main">
  <p:tag name="AS_UNIQUEID" val="1397"/>
  <p:tag name="KSO_WM_BEAUTIFY_FLAG" val=""/>
</p:tagLst>
</file>

<file path=ppt/tags/tag907.xml><?xml version="1.0" encoding="utf-8"?>
<p:tagLst xmlns:p="http://schemas.openxmlformats.org/presentationml/2006/main">
  <p:tag name="AS_UNIQUEID" val="1398"/>
</p:tagLst>
</file>

<file path=ppt/tags/tag908.xml><?xml version="1.0" encoding="utf-8"?>
<p:tagLst xmlns:p="http://schemas.openxmlformats.org/presentationml/2006/main">
  <p:tag name="AS_UNIQUEID" val="1399"/>
  <p:tag name="KSO_WM_DIAGRAM_VIRTUALLY_FRAME" val="{&quot;height&quot;:439.55196850393696,&quot;left&quot;:56,&quot;top&quot;:92.348031496063,&quot;width&quot;:838.05}"/>
</p:tagLst>
</file>

<file path=ppt/tags/tag909.xml><?xml version="1.0" encoding="utf-8"?>
<p:tagLst xmlns:p="http://schemas.openxmlformats.org/presentationml/2006/main">
  <p:tag name="AS_UNIQUEID" val="1400"/>
  <p:tag name="KSO_WM_BEAUTIFY_FLAG" val=""/>
  <p:tag name="KSO_WM_DIAGRAM_VIRTUALLY_FRAME" val="{&quot;height&quot;:439.55196850393696,&quot;left&quot;:56,&quot;top&quot;:92.348031496063,&quot;width&quot;:838.05}"/>
</p:tagLst>
</file>

<file path=ppt/tags/tag910.xml><?xml version="1.0" encoding="utf-8"?>
<p:tagLst xmlns:p="http://schemas.openxmlformats.org/presentationml/2006/main">
  <p:tag name="AS_UNIQUEID" val="1401"/>
  <p:tag name="KSO_WM_BEAUTIFY_FLAG" val=""/>
  <p:tag name="KSO_WM_DIAGRAM_VIRTUALLY_FRAME" val="{&quot;height&quot;:439.55196850393696,&quot;left&quot;:56,&quot;top&quot;:92.348031496063,&quot;width&quot;:838.05}"/>
</p:tagLst>
</file>

<file path=ppt/tags/tag911.xml><?xml version="1.0" encoding="utf-8"?>
<p:tagLst xmlns:p="http://schemas.openxmlformats.org/presentationml/2006/main">
  <p:tag name="AS_UNIQUEID" val="1402"/>
  <p:tag name="KSO_WM_BEAUTIFY_FLAG" val=""/>
</p:tagLst>
</file>

<file path=ppt/tags/tag912.xml><?xml version="1.0" encoding="utf-8"?>
<p:tagLst xmlns:p="http://schemas.openxmlformats.org/presentationml/2006/main">
  <p:tag name="AS_UNIQUEID" val="1403"/>
</p:tagLst>
</file>

<file path=ppt/tags/tag913.xml><?xml version="1.0" encoding="utf-8"?>
<p:tagLst xmlns:p="http://schemas.openxmlformats.org/presentationml/2006/main">
  <p:tag name="AS_UNIQUEID" val="1404"/>
  <p:tag name="KSO_WM_BEAUTIFY_FLAG" val=""/>
  <p:tag name="KSO_WM_DIAGRAM_VIRTUALLY_FRAME" val="{&quot;height&quot;:439.55196850393696,&quot;left&quot;:56,&quot;top&quot;:92.348031496063,&quot;width&quot;:838.05}"/>
</p:tagLst>
</file>

<file path=ppt/tags/tag914.xml><?xml version="1.0" encoding="utf-8"?>
<p:tagLst xmlns:p="http://schemas.openxmlformats.org/presentationml/2006/main">
  <p:tag name="AS_UNIQUEID" val="1405"/>
  <p:tag name="KSO_WM_BEAUTIFY_FLAG" val=""/>
  <p:tag name="KSO_WM_DIAGRAM_VIRTUALLY_FRAME" val="{&quot;height&quot;:439.55196850393696,&quot;left&quot;:56,&quot;top&quot;:92.348031496063,&quot;width&quot;:838.05}"/>
</p:tagLst>
</file>

<file path=ppt/tags/tag915.xml><?xml version="1.0" encoding="utf-8"?>
<p:tagLst xmlns:p="http://schemas.openxmlformats.org/presentationml/2006/main">
  <p:tag name="AS_UNIQUEID" val="1406"/>
  <p:tag name="KSO_WM_BEAUTIFY_FLAG" val=""/>
</p:tagLst>
</file>

<file path=ppt/tags/tag916.xml><?xml version="1.0" encoding="utf-8"?>
<p:tagLst xmlns:p="http://schemas.openxmlformats.org/presentationml/2006/main">
  <p:tag name="AS_UNIQUEID" val="1407"/>
</p:tagLst>
</file>

<file path=ppt/tags/tag917.xml><?xml version="1.0" encoding="utf-8"?>
<p:tagLst xmlns:p="http://schemas.openxmlformats.org/presentationml/2006/main">
  <p:tag name="AS_UNIQUEID" val="1408"/>
</p:tagLst>
</file>

<file path=ppt/tags/tag918.xml><?xml version="1.0" encoding="utf-8"?>
<p:tagLst xmlns:p="http://schemas.openxmlformats.org/presentationml/2006/main">
  <p:tag name="AS_UNIQUEID" val="1409"/>
</p:tagLst>
</file>

<file path=ppt/tags/tag919.xml><?xml version="1.0" encoding="utf-8"?>
<p:tagLst xmlns:p="http://schemas.openxmlformats.org/presentationml/2006/main">
  <p:tag name="AS_UNIQUEID" val="1410"/>
</p:tagLst>
</file>

<file path=ppt/tags/tag920.xml><?xml version="1.0" encoding="utf-8"?>
<p:tagLst xmlns:p="http://schemas.openxmlformats.org/presentationml/2006/main">
  <p:tag name="AS_UNIQUEID" val="1411"/>
</p:tagLst>
</file>

<file path=ppt/tags/tag921.xml><?xml version="1.0" encoding="utf-8"?>
<p:tagLst xmlns:p="http://schemas.openxmlformats.org/presentationml/2006/main">
  <p:tag name="AS_UNIQUEID" val="1412"/>
  <p:tag name="KSO_WM_BEAUTIFY_FLAG" val=""/>
</p:tagLst>
</file>

<file path=ppt/tags/tag922.xml><?xml version="1.0" encoding="utf-8"?>
<p:tagLst xmlns:p="http://schemas.openxmlformats.org/presentationml/2006/main">
  <p:tag name="AS_UNIQUEID" val="1413"/>
  <p:tag name="KSO_WM_BEAUTIFY_FLAG" val=""/>
</p:tagLst>
</file>

<file path=ppt/tags/tag923.xml><?xml version="1.0" encoding="utf-8"?>
<p:tagLst xmlns:p="http://schemas.openxmlformats.org/presentationml/2006/main">
  <p:tag name="AS_UNIQUEID" val="1414"/>
</p:tagLst>
</file>

<file path=ppt/tags/tag924.xml><?xml version="1.0" encoding="utf-8"?>
<p:tagLst xmlns:p="http://schemas.openxmlformats.org/presentationml/2006/main">
  <p:tag name="AS_UNIQUEID" val="1415"/>
</p:tagLst>
</file>

<file path=ppt/tags/tag925.xml><?xml version="1.0" encoding="utf-8"?>
<p:tagLst xmlns:p="http://schemas.openxmlformats.org/presentationml/2006/main">
  <p:tag name="AS_UNIQUEID" val="1416"/>
  <p:tag name="KSO_WM_BEAUTIFY_FLAG" val=""/>
</p:tagLst>
</file>

<file path=ppt/tags/tag926.xml><?xml version="1.0" encoding="utf-8"?>
<p:tagLst xmlns:p="http://schemas.openxmlformats.org/presentationml/2006/main">
  <p:tag name="AS_UNIQUEID" val="1417"/>
  <p:tag name="KSO_WM_BEAUTIFY_FLAG" val=""/>
</p:tagLst>
</file>

<file path=ppt/tags/tag927.xml><?xml version="1.0" encoding="utf-8"?>
<p:tagLst xmlns:p="http://schemas.openxmlformats.org/presentationml/2006/main">
  <p:tag name="AS_UNIQUEID" val="1418"/>
  <p:tag name="KSO_WM_BEAUTIFY_FLAG" val=""/>
</p:tagLst>
</file>

<file path=ppt/tags/tag928.xml><?xml version="1.0" encoding="utf-8"?>
<p:tagLst xmlns:p="http://schemas.openxmlformats.org/presentationml/2006/main">
  <p:tag name="AS_UNIQUEID" val="1419"/>
  <p:tag name="KSO_WM_BEAUTIFY_FLAG" val=""/>
</p:tagLst>
</file>

<file path=ppt/tags/tag929.xml><?xml version="1.0" encoding="utf-8"?>
<p:tagLst xmlns:p="http://schemas.openxmlformats.org/presentationml/2006/main">
  <p:tag name="AS_UNIQUEID" val="1420"/>
  <p:tag name="KSO_WM_BEAUTIFY_FLAG" val=""/>
</p:tagLst>
</file>

<file path=ppt/tags/tag930.xml><?xml version="1.0" encoding="utf-8"?>
<p:tagLst xmlns:p="http://schemas.openxmlformats.org/presentationml/2006/main">
  <p:tag name="AS_UNIQUEID" val="1421"/>
</p:tagLst>
</file>

<file path=ppt/tags/tag931.xml><?xml version="1.0" encoding="utf-8"?>
<p:tagLst xmlns:p="http://schemas.openxmlformats.org/presentationml/2006/main">
  <p:tag name="AS_UNIQUEID" val="1422"/>
  <p:tag name="KSO_WM_BEAUTIFY_FLAG" val=""/>
</p:tagLst>
</file>

<file path=ppt/tags/tag932.xml><?xml version="1.0" encoding="utf-8"?>
<p:tagLst xmlns:p="http://schemas.openxmlformats.org/presentationml/2006/main">
  <p:tag name="AS_UNIQUEID" val="1423"/>
  <p:tag name="KSO_WM_BEAUTIFY_FLAG" val=""/>
</p:tagLst>
</file>

<file path=ppt/tags/tag933.xml><?xml version="1.0" encoding="utf-8"?>
<p:tagLst xmlns:p="http://schemas.openxmlformats.org/presentationml/2006/main">
  <p:tag name="AS_UNIQUEID" val="1424"/>
  <p:tag name="KSO_WM_BEAUTIFY_FLAG" val=""/>
</p:tagLst>
</file>

<file path=ppt/tags/tag934.xml><?xml version="1.0" encoding="utf-8"?>
<p:tagLst xmlns:p="http://schemas.openxmlformats.org/presentationml/2006/main">
  <p:tag name="AS_UNIQUEID" val="1425"/>
  <p:tag name="KSO_WM_BEAUTIFY_FLAG" val=""/>
</p:tagLst>
</file>

<file path=ppt/tags/tag935.xml><?xml version="1.0" encoding="utf-8"?>
<p:tagLst xmlns:p="http://schemas.openxmlformats.org/presentationml/2006/main">
  <p:tag name="AS_UNIQUEID" val="1426"/>
  <p:tag name="KSO_WM_BEAUTIFY_FLAG" val=""/>
</p:tagLst>
</file>

<file path=ppt/tags/tag936.xml><?xml version="1.0" encoding="utf-8"?>
<p:tagLst xmlns:p="http://schemas.openxmlformats.org/presentationml/2006/main">
  <p:tag name="AS_UNIQUEID" val="1427"/>
  <p:tag name="KSO_WM_BEAUTIFY_FLAG" val=""/>
</p:tagLst>
</file>

<file path=ppt/tags/tag937.xml><?xml version="1.0" encoding="utf-8"?>
<p:tagLst xmlns:p="http://schemas.openxmlformats.org/presentationml/2006/main">
  <p:tag name="AS_UNIQUEID" val="1428"/>
  <p:tag name="KSO_WM_BEAUTIFY_FLAG" val=""/>
  <p:tag name="TABLE_ENDDRAG_ORIGIN_RECT" val="702*296"/>
  <p:tag name="TABLE_ENDDRAG_RECT" val="122*206*702*296"/>
</p:tagLst>
</file>

<file path=ppt/tags/tag938.xml><?xml version="1.0" encoding="utf-8"?>
<p:tagLst xmlns:p="http://schemas.openxmlformats.org/presentationml/2006/main">
  <p:tag name="AS_UNIQUEID" val="1429"/>
</p:tagLst>
</file>

<file path=ppt/tags/tag939.xml><?xml version="1.0" encoding="utf-8"?>
<p:tagLst xmlns:p="http://schemas.openxmlformats.org/presentationml/2006/main">
  <p:tag name="AS_UNIQUEID" val="1430"/>
</p:tagLst>
</file>

<file path=ppt/tags/tag940.xml><?xml version="1.0" encoding="utf-8"?>
<p:tagLst xmlns:p="http://schemas.openxmlformats.org/presentationml/2006/main">
  <p:tag name="AS_UNIQUEID" val="1431"/>
  <p:tag name="KSO_WM_BEAUTIFY_FLAG" val=""/>
</p:tagLst>
</file>

<file path=ppt/tags/tag941.xml><?xml version="1.0" encoding="utf-8"?>
<p:tagLst xmlns:p="http://schemas.openxmlformats.org/presentationml/2006/main">
  <p:tag name="AS_UNIQUEID" val="1432"/>
  <p:tag name="KSO_WM_BEAUTIFY_FLAG" val=""/>
</p:tagLst>
</file>

<file path=ppt/tags/tag942.xml><?xml version="1.0" encoding="utf-8"?>
<p:tagLst xmlns:p="http://schemas.openxmlformats.org/presentationml/2006/main">
  <p:tag name="AS_UNIQUEID" val="1433"/>
  <p:tag name="KSO_WM_BEAUTIFY_FLAG" val=""/>
</p:tagLst>
</file>

<file path=ppt/tags/tag943.xml><?xml version="1.0" encoding="utf-8"?>
<p:tagLst xmlns:p="http://schemas.openxmlformats.org/presentationml/2006/main">
  <p:tag name="AS_UNIQUEID" val="1434"/>
  <p:tag name="KSO_WM_BEAUTIFY_FLAG" val=""/>
</p:tagLst>
</file>

<file path=ppt/tags/tag944.xml><?xml version="1.0" encoding="utf-8"?>
<p:tagLst xmlns:p="http://schemas.openxmlformats.org/presentationml/2006/main">
  <p:tag name="AS_UNIQUEID" val="1435"/>
  <p:tag name="KSO_WM_BEAUTIFY_FLAG" val=""/>
</p:tagLst>
</file>

<file path=ppt/tags/tag945.xml><?xml version="1.0" encoding="utf-8"?>
<p:tagLst xmlns:p="http://schemas.openxmlformats.org/presentationml/2006/main">
  <p:tag name="AS_UNIQUEID" val="1436"/>
  <p:tag name="KSO_WM_BEAUTIFY_FLAG" val=""/>
</p:tagLst>
</file>

<file path=ppt/tags/tag946.xml><?xml version="1.0" encoding="utf-8"?>
<p:tagLst xmlns:p="http://schemas.openxmlformats.org/presentationml/2006/main">
  <p:tag name="AS_UNIQUEID" val="1437"/>
</p:tagLst>
</file>

<file path=ppt/tags/tag947.xml><?xml version="1.0" encoding="utf-8"?>
<p:tagLst xmlns:p="http://schemas.openxmlformats.org/presentationml/2006/main">
  <p:tag name="AS_UNIQUEID" val="1438"/>
</p:tagLst>
</file>

<file path=ppt/tags/tag948.xml><?xml version="1.0" encoding="utf-8"?>
<p:tagLst xmlns:p="http://schemas.openxmlformats.org/presentationml/2006/main">
  <p:tag name="AS_UNIQUEID" val="1439"/>
</p:tagLst>
</file>

<file path=ppt/tags/tag949.xml><?xml version="1.0" encoding="utf-8"?>
<p:tagLst xmlns:p="http://schemas.openxmlformats.org/presentationml/2006/main">
  <p:tag name="AS_UNIQUEID" val="1440"/>
</p:tagLst>
</file>

<file path=ppt/tags/tag950.xml><?xml version="1.0" encoding="utf-8"?>
<p:tagLst xmlns:p="http://schemas.openxmlformats.org/presentationml/2006/main">
  <p:tag name="AS_UNIQUEID" val="1441"/>
</p:tagLst>
</file>

<file path=ppt/tags/tag951.xml><?xml version="1.0" encoding="utf-8"?>
<p:tagLst xmlns:p="http://schemas.openxmlformats.org/presentationml/2006/main">
  <p:tag name="AS_UNIQUEID" val="1442"/>
</p:tagLst>
</file>

<file path=ppt/tags/tag952.xml><?xml version="1.0" encoding="utf-8"?>
<p:tagLst xmlns:p="http://schemas.openxmlformats.org/presentationml/2006/main">
  <p:tag name="AS_UNIQUEID" val="1443"/>
</p:tagLst>
</file>

<file path=ppt/tags/tag953.xml><?xml version="1.0" encoding="utf-8"?>
<p:tagLst xmlns:p="http://schemas.openxmlformats.org/presentationml/2006/main">
  <p:tag name="AS_UNIQUEID" val="1444"/>
</p:tagLst>
</file>

<file path=ppt/tags/tag954.xml><?xml version="1.0" encoding="utf-8"?>
<p:tagLst xmlns:p="http://schemas.openxmlformats.org/presentationml/2006/main">
  <p:tag name="AS_UNIQUEID" val="1445"/>
</p:tagLst>
</file>

<file path=ppt/tags/tag955.xml><?xml version="1.0" encoding="utf-8"?>
<p:tagLst xmlns:p="http://schemas.openxmlformats.org/presentationml/2006/main">
  <p:tag name="AS_UNIQUEID" val="1446"/>
</p:tagLst>
</file>

<file path=ppt/tags/tag956.xml><?xml version="1.0" encoding="utf-8"?>
<p:tagLst xmlns:p="http://schemas.openxmlformats.org/presentationml/2006/main">
  <p:tag name="AS_UNIQUEID" val="1447"/>
</p:tagLst>
</file>

<file path=ppt/tags/tag957.xml><?xml version="1.0" encoding="utf-8"?>
<p:tagLst xmlns:p="http://schemas.openxmlformats.org/presentationml/2006/main">
  <p:tag name="AS_UNIQUEID" val="1448"/>
</p:tagLst>
</file>

<file path=ppt/tags/tag958.xml><?xml version="1.0" encoding="utf-8"?>
<p:tagLst xmlns:p="http://schemas.openxmlformats.org/presentationml/2006/main">
  <p:tag name="AS_UNIQUEID" val="1449"/>
</p:tagLst>
</file>

<file path=ppt/tags/tag959.xml><?xml version="1.0" encoding="utf-8"?>
<p:tagLst xmlns:p="http://schemas.openxmlformats.org/presentationml/2006/main">
  <p:tag name="AS_UNIQUEID" val="1450"/>
</p:tagLst>
</file>

<file path=ppt/tags/tag960.xml><?xml version="1.0" encoding="utf-8"?>
<p:tagLst xmlns:p="http://schemas.openxmlformats.org/presentationml/2006/main">
  <p:tag name="AS_UNIQUEID" val="1451"/>
</p:tagLst>
</file>

<file path=ppt/tags/tag961.xml><?xml version="1.0" encoding="utf-8"?>
<p:tagLst xmlns:p="http://schemas.openxmlformats.org/presentationml/2006/main">
  <p:tag name="AS_UNIQUEID" val="1452"/>
</p:tagLst>
</file>

<file path=ppt/tags/tag962.xml><?xml version="1.0" encoding="utf-8"?>
<p:tagLst xmlns:p="http://schemas.openxmlformats.org/presentationml/2006/main">
  <p:tag name="AS_UNIQUEID" val="1453"/>
</p:tagLst>
</file>

<file path=ppt/tags/tag963.xml><?xml version="1.0" encoding="utf-8"?>
<p:tagLst xmlns:p="http://schemas.openxmlformats.org/presentationml/2006/main">
  <p:tag name="AS_UNIQUEID" val="1454"/>
</p:tagLst>
</file>

<file path=ppt/tags/tag964.xml><?xml version="1.0" encoding="utf-8"?>
<p:tagLst xmlns:p="http://schemas.openxmlformats.org/presentationml/2006/main">
  <p:tag name="AS_UNIQUEID" val="1455"/>
</p:tagLst>
</file>

<file path=ppt/tags/tag965.xml><?xml version="1.0" encoding="utf-8"?>
<p:tagLst xmlns:p="http://schemas.openxmlformats.org/presentationml/2006/main">
  <p:tag name="AS_UNIQUEID" val="1456"/>
</p:tagLst>
</file>

<file path=ppt/tags/tag966.xml><?xml version="1.0" encoding="utf-8"?>
<p:tagLst xmlns:p="http://schemas.openxmlformats.org/presentationml/2006/main">
  <p:tag name="AS_UNIQUEID" val="1457"/>
</p:tagLst>
</file>

<file path=ppt/tags/tag967.xml><?xml version="1.0" encoding="utf-8"?>
<p:tagLst xmlns:p="http://schemas.openxmlformats.org/presentationml/2006/main">
  <p:tag name="AS_UNIQUEID" val="1458"/>
</p:tagLst>
</file>

<file path=ppt/tags/tag968.xml><?xml version="1.0" encoding="utf-8"?>
<p:tagLst xmlns:p="http://schemas.openxmlformats.org/presentationml/2006/main">
  <p:tag name="AS_UNIQUEID" val="1459"/>
</p:tagLst>
</file>

<file path=ppt/tags/tag969.xml><?xml version="1.0" encoding="utf-8"?>
<p:tagLst xmlns:p="http://schemas.openxmlformats.org/presentationml/2006/main">
  <p:tag name="AS_UNIQUEID" val="1460"/>
</p:tagLst>
</file>

<file path=ppt/tags/tag970.xml><?xml version="1.0" encoding="utf-8"?>
<p:tagLst xmlns:p="http://schemas.openxmlformats.org/presentationml/2006/main">
  <p:tag name="AS_UNIQUEID" val="1461"/>
</p:tagLst>
</file>

<file path=ppt/tags/tag971.xml><?xml version="1.0" encoding="utf-8"?>
<p:tagLst xmlns:p="http://schemas.openxmlformats.org/presentationml/2006/main">
  <p:tag name="AS_UNIQUEID" val="1462"/>
</p:tagLst>
</file>

<file path=ppt/tags/tag972.xml><?xml version="1.0" encoding="utf-8"?>
<p:tagLst xmlns:p="http://schemas.openxmlformats.org/presentationml/2006/main">
  <p:tag name="AS_UNIQUEID" val="1463"/>
</p:tagLst>
</file>

<file path=ppt/tags/tag973.xml><?xml version="1.0" encoding="utf-8"?>
<p:tagLst xmlns:p="http://schemas.openxmlformats.org/presentationml/2006/main">
  <p:tag name="AS_UNIQUEID" val="1464"/>
</p:tagLst>
</file>

<file path=ppt/tags/tag974.xml><?xml version="1.0" encoding="utf-8"?>
<p:tagLst xmlns:p="http://schemas.openxmlformats.org/presentationml/2006/main">
  <p:tag name="AS_UNIQUEID" val="1465"/>
</p:tagLst>
</file>

<file path=ppt/tags/tag975.xml><?xml version="1.0" encoding="utf-8"?>
<p:tagLst xmlns:p="http://schemas.openxmlformats.org/presentationml/2006/main">
  <p:tag name="AS_UNIQUEID" val="1466"/>
</p:tagLst>
</file>

<file path=ppt/tags/tag976.xml><?xml version="1.0" encoding="utf-8"?>
<p:tagLst xmlns:p="http://schemas.openxmlformats.org/presentationml/2006/main">
  <p:tag name="AS_UNIQUEID" val="1467"/>
</p:tagLst>
</file>

<file path=ppt/tags/tag977.xml><?xml version="1.0" encoding="utf-8"?>
<p:tagLst xmlns:p="http://schemas.openxmlformats.org/presentationml/2006/main">
  <p:tag name="AS_UNIQUEID" val="1468"/>
</p:tagLst>
</file>

<file path=ppt/tags/tag978.xml><?xml version="1.0" encoding="utf-8"?>
<p:tagLst xmlns:p="http://schemas.openxmlformats.org/presentationml/2006/main">
  <p:tag name="AS_UNIQUEID" val="1469"/>
</p:tagLst>
</file>

<file path=ppt/tags/tag979.xml><?xml version="1.0" encoding="utf-8"?>
<p:tagLst xmlns:p="http://schemas.openxmlformats.org/presentationml/2006/main">
  <p:tag name="AS_UNIQUEID" val="1470"/>
</p:tagLst>
</file>

<file path=ppt/tags/tag980.xml><?xml version="1.0" encoding="utf-8"?>
<p:tagLst xmlns:p="http://schemas.openxmlformats.org/presentationml/2006/main">
  <p:tag name="AS_UNIQUEID" val="1471"/>
</p:tagLst>
</file>

<file path=ppt/tags/tag981.xml><?xml version="1.0" encoding="utf-8"?>
<p:tagLst xmlns:p="http://schemas.openxmlformats.org/presentationml/2006/main">
  <p:tag name="AS_UNIQUEID" val="1472"/>
</p:tagLst>
</file>

<file path=ppt/tags/tag982.xml><?xml version="1.0" encoding="utf-8"?>
<p:tagLst xmlns:p="http://schemas.openxmlformats.org/presentationml/2006/main">
  <p:tag name="AS_UNIQUEID" val="1473"/>
</p:tagLst>
</file>

<file path=ppt/tags/tag983.xml><?xml version="1.0" encoding="utf-8"?>
<p:tagLst xmlns:p="http://schemas.openxmlformats.org/presentationml/2006/main">
  <p:tag name="AS_UNIQUEID" val="1474"/>
</p:tagLst>
</file>

<file path=ppt/tags/tag984.xml><?xml version="1.0" encoding="utf-8"?>
<p:tagLst xmlns:p="http://schemas.openxmlformats.org/presentationml/2006/main">
  <p:tag name="AS_UNIQUEID" val="1475"/>
  <p:tag name="KSO_WM_BEAUTIFY_FLAG" val=""/>
</p:tagLst>
</file>

<file path=ppt/tags/tag985.xml><?xml version="1.0" encoding="utf-8"?>
<p:tagLst xmlns:p="http://schemas.openxmlformats.org/presentationml/2006/main">
  <p:tag name="AS_UNIQUEID" val="1476"/>
  <p:tag name="KSO_WM_BEAUTIFY_FLAG" val=""/>
</p:tagLst>
</file>

<file path=ppt/tags/tag986.xml><?xml version="1.0" encoding="utf-8"?>
<p:tagLst xmlns:p="http://schemas.openxmlformats.org/presentationml/2006/main">
  <p:tag name="AS_UNIQUEID" val="1477"/>
</p:tagLst>
</file>

<file path=ppt/tags/tag987.xml><?xml version="1.0" encoding="utf-8"?>
<p:tagLst xmlns:p="http://schemas.openxmlformats.org/presentationml/2006/main">
  <p:tag name="AS_UNIQUEID" val="1478"/>
</p:tagLst>
</file>

<file path=ppt/tags/tag988.xml><?xml version="1.0" encoding="utf-8"?>
<p:tagLst xmlns:p="http://schemas.openxmlformats.org/presentationml/2006/main">
  <p:tag name="AS_UNIQUEID" val="1479"/>
  <p:tag name="KSO_WM_BEAUTIFY_FLAG" val=""/>
</p:tagLst>
</file>

<file path=ppt/tags/tag989.xml><?xml version="1.0" encoding="utf-8"?>
<p:tagLst xmlns:p="http://schemas.openxmlformats.org/presentationml/2006/main">
  <p:tag name="AS_UNIQUEID" val="1480"/>
</p:tagLst>
</file>

<file path=ppt/tags/tag990.xml><?xml version="1.0" encoding="utf-8"?>
<p:tagLst xmlns:p="http://schemas.openxmlformats.org/presentationml/2006/main">
  <p:tag name="AS_UNIQUEID" val="1481"/>
</p:tagLst>
</file>

<file path=ppt/tags/tag991.xml><?xml version="1.0" encoding="utf-8"?>
<p:tagLst xmlns:p="http://schemas.openxmlformats.org/presentationml/2006/main">
  <p:tag name="AS_UNIQUEID" val="1482"/>
  <p:tag name="KSO_WM_BEAUTIFY_FLAG" val=""/>
</p:tagLst>
</file>

<file path=ppt/tags/tag992.xml><?xml version="1.0" encoding="utf-8"?>
<p:tagLst xmlns:p="http://schemas.openxmlformats.org/presentationml/2006/main">
  <p:tag name="AS_UNIQUEID" val="1483"/>
</p:tagLst>
</file>

<file path=ppt/tags/tag993.xml><?xml version="1.0" encoding="utf-8"?>
<p:tagLst xmlns:p="http://schemas.openxmlformats.org/presentationml/2006/main">
  <p:tag name="AS_UNIQUEID" val="1484"/>
</p:tagLst>
</file>

<file path=ppt/tags/tag994.xml><?xml version="1.0" encoding="utf-8"?>
<p:tagLst xmlns:p="http://schemas.openxmlformats.org/presentationml/2006/main">
  <p:tag name="AS_UNIQUEID" val="1485"/>
  <p:tag name="KSO_WM_BEAUTIFY_FLAG" val=""/>
</p:tagLst>
</file>

<file path=ppt/tags/tag995.xml><?xml version="1.0" encoding="utf-8"?>
<p:tagLst xmlns:p="http://schemas.openxmlformats.org/presentationml/2006/main">
  <p:tag name="AS_UNIQUEID" val="1486"/>
  <p:tag name="KSO_WM_BEAUTIFY_FLAG" val=""/>
</p:tagLst>
</file>

<file path=ppt/tags/tag996.xml><?xml version="1.0" encoding="utf-8"?>
<p:tagLst xmlns:p="http://schemas.openxmlformats.org/presentationml/2006/main">
  <p:tag name="AS_UNIQUEID" val="1487"/>
  <p:tag name="KSO_WM_BEAUTIFY_FLAG" val=""/>
</p:tagLst>
</file>

<file path=ppt/tags/tag997.xml><?xml version="1.0" encoding="utf-8"?>
<p:tagLst xmlns:p="http://schemas.openxmlformats.org/presentationml/2006/main">
  <p:tag name="AS_UNIQUEID" val="1488"/>
  <p:tag name="KSO_WM_BEAUTIFY_FLAG" val=""/>
</p:tagLst>
</file>

<file path=ppt/tags/tag998.xml><?xml version="1.0" encoding="utf-8"?>
<p:tagLst xmlns:p="http://schemas.openxmlformats.org/presentationml/2006/main">
  <p:tag name="AS_UNIQUEID" val="1489"/>
  <p:tag name="KSO_WM_BEAUTIFY_FLAG" val=""/>
</p:tagLst>
</file>

<file path=ppt/tags/tag999.xml><?xml version="1.0" encoding="utf-8"?>
<p:tagLst xmlns:p="http://schemas.openxmlformats.org/presentationml/2006/main">
  <p:tag name="AS_UNIQUEID" val="1490"/>
</p:tagLst>
</file>

<file path=ppt/tags/tag1000.xml><?xml version="1.0" encoding="utf-8"?>
<p:tagLst xmlns:p="http://schemas.openxmlformats.org/presentationml/2006/main">
  <p:tag name="AS_UNIQUEID" val="1491"/>
  <p:tag name="KSO_WM_BEAUTIFY_FLAG" val=""/>
</p:tagLst>
</file>

<file path=ppt/tags/tag1001.xml><?xml version="1.0" encoding="utf-8"?>
<p:tagLst xmlns:p="http://schemas.openxmlformats.org/presentationml/2006/main">
  <p:tag name="AS_UNIQUEID" val="1492"/>
  <p:tag name="KSO_WM_BEAUTIFY_FLAG" val=""/>
</p:tagLst>
</file>

<file path=ppt/tags/tag1002.xml><?xml version="1.0" encoding="utf-8"?>
<p:tagLst xmlns:p="http://schemas.openxmlformats.org/presentationml/2006/main">
  <p:tag name="AS_UNIQUEID" val="1493"/>
  <p:tag name="KSO_WM_BEAUTIFY_FLAG" val=""/>
</p:tagLst>
</file>

<file path=ppt/tags/tag1003.xml><?xml version="1.0" encoding="utf-8"?>
<p:tagLst xmlns:p="http://schemas.openxmlformats.org/presentationml/2006/main">
  <p:tag name="AS_UNIQUEID" val="1494"/>
  <p:tag name="KSO_WM_BEAUTIFY_FLAG" val=""/>
</p:tagLst>
</file>

<file path=ppt/tags/tag1004.xml><?xml version="1.0" encoding="utf-8"?>
<p:tagLst xmlns:p="http://schemas.openxmlformats.org/presentationml/2006/main">
  <p:tag name="AS_UNIQUEID" val="1495"/>
  <p:tag name="KSO_WM_BEAUTIFY_FLAG" val=""/>
</p:tagLst>
</file>

<file path=ppt/tags/tag1005.xml><?xml version="1.0" encoding="utf-8"?>
<p:tagLst xmlns:p="http://schemas.openxmlformats.org/presentationml/2006/main">
  <p:tag name="AS_UNIQUEID" val="1496"/>
</p:tagLst>
</file>

<file path=ppt/tags/tag1006.xml><?xml version="1.0" encoding="utf-8"?>
<p:tagLst xmlns:p="http://schemas.openxmlformats.org/presentationml/2006/main">
  <p:tag name="AS_UNIQUEID" val="1497"/>
</p:tagLst>
</file>

<file path=ppt/tags/tag1007.xml><?xml version="1.0" encoding="utf-8"?>
<p:tagLst xmlns:p="http://schemas.openxmlformats.org/presentationml/2006/main">
  <p:tag name="AS_UNIQUEID" val="1498"/>
  <p:tag name="KSO_WM_BEAUTIFY_FLAG" val=""/>
  <p:tag name="KSO_WM_DIAGRAM_VIRTUALLY_FRAME" val="{&quot;height&quot;:279.9,&quot;left&quot;:49.9,&quot;top&quot;:194.45,&quot;width&quot;:862.8}"/>
</p:tagLst>
</file>

<file path=ppt/tags/tag1008.xml><?xml version="1.0" encoding="utf-8"?>
<p:tagLst xmlns:p="http://schemas.openxmlformats.org/presentationml/2006/main">
  <p:tag name="AS_UNIQUEID" val="1499"/>
  <p:tag name="KSO_WM_BEAUTIFY_FLAG" val=""/>
</p:tagLst>
</file>

<file path=ppt/tags/tag1009.xml><?xml version="1.0" encoding="utf-8"?>
<p:tagLst xmlns:p="http://schemas.openxmlformats.org/presentationml/2006/main">
  <p:tag name="AS_UNIQUEID" val="1500"/>
  <p:tag name="KSO_WM_BEAUTIFY_FLAG" val=""/>
</p:tagLst>
</file>

<file path=ppt/tags/tag1010.xml><?xml version="1.0" encoding="utf-8"?>
<p:tagLst xmlns:p="http://schemas.openxmlformats.org/presentationml/2006/main">
  <p:tag name="AS_UNIQUEID" val="1501"/>
</p:tagLst>
</file>

<file path=ppt/tags/tag1011.xml><?xml version="1.0" encoding="utf-8"?>
<p:tagLst xmlns:p="http://schemas.openxmlformats.org/presentationml/2006/main">
  <p:tag name="AS_UNIQUEID" val="1502"/>
</p:tagLst>
</file>

<file path=ppt/tags/tag1012.xml><?xml version="1.0" encoding="utf-8"?>
<p:tagLst xmlns:p="http://schemas.openxmlformats.org/presentationml/2006/main">
  <p:tag name="AS_UNIQUEID" val="1503"/>
</p:tagLst>
</file>

<file path=ppt/tags/tag1013.xml><?xml version="1.0" encoding="utf-8"?>
<p:tagLst xmlns:p="http://schemas.openxmlformats.org/presentationml/2006/main">
  <p:tag name="AS_UNIQUEID" val="1504"/>
</p:tagLst>
</file>

<file path=ppt/tags/tag1014.xml><?xml version="1.0" encoding="utf-8"?>
<p:tagLst xmlns:p="http://schemas.openxmlformats.org/presentationml/2006/main">
  <p:tag name="AS_UNIQUEID" val="1505"/>
</p:tagLst>
</file>

<file path=ppt/tags/tag1015.xml><?xml version="1.0" encoding="utf-8"?>
<p:tagLst xmlns:p="http://schemas.openxmlformats.org/presentationml/2006/main">
  <p:tag name="AS_UNIQUEID" val="1506"/>
  <p:tag name="KSO_WM_BEAUTIFY_FLAG" val=""/>
</p:tagLst>
</file>

<file path=ppt/tags/tag1016.xml><?xml version="1.0" encoding="utf-8"?>
<p:tagLst xmlns:p="http://schemas.openxmlformats.org/presentationml/2006/main">
  <p:tag name="AS_UNIQUEID" val="1507"/>
  <p:tag name="KSO_WM_BEAUTIFY_FLAG" val=""/>
</p:tagLst>
</file>

<file path=ppt/tags/tag1017.xml><?xml version="1.0" encoding="utf-8"?>
<p:tagLst xmlns:p="http://schemas.openxmlformats.org/presentationml/2006/main">
  <p:tag name="AS_UNIQUEID" val="1508"/>
</p:tagLst>
</file>

<file path=ppt/tags/tag1018.xml><?xml version="1.0" encoding="utf-8"?>
<p:tagLst xmlns:p="http://schemas.openxmlformats.org/presentationml/2006/main">
  <p:tag name="AS_UNIQUEID" val="1509"/>
</p:tagLst>
</file>

<file path=ppt/tags/tag1019.xml><?xml version="1.0" encoding="utf-8"?>
<p:tagLst xmlns:p="http://schemas.openxmlformats.org/presentationml/2006/main">
  <p:tag name="AS_UNIQUEID" val="1510"/>
</p:tagLst>
</file>

<file path=ppt/tags/tag1020.xml><?xml version="1.0" encoding="utf-8"?>
<p:tagLst xmlns:p="http://schemas.openxmlformats.org/presentationml/2006/main">
  <p:tag name="AS_UNIQUEID" val="1511"/>
  <p:tag name="KSO_WM_BEAUTIFY_FLAG" val=""/>
  <p:tag name="KSO_WM_DIAGRAM_VIRTUALLY_FRAME" val="{&quot;height&quot;:279.9,&quot;left&quot;:49.9,&quot;top&quot;:194.45,&quot;width&quot;:862.8}"/>
</p:tagLst>
</file>

<file path=ppt/tags/tag1021.xml><?xml version="1.0" encoding="utf-8"?>
<p:tagLst xmlns:p="http://schemas.openxmlformats.org/presentationml/2006/main">
  <p:tag name="AS_UNIQUEID" val="1512"/>
  <p:tag name="KSO_WM_BEAUTIFY_FLAG" val=""/>
</p:tagLst>
</file>

<file path=ppt/tags/tag1022.xml><?xml version="1.0" encoding="utf-8"?>
<p:tagLst xmlns:p="http://schemas.openxmlformats.org/presentationml/2006/main">
  <p:tag name="AS_UNIQUEID" val="1513"/>
  <p:tag name="KSO_WM_BEAUTIFY_FLAG" val=""/>
</p:tagLst>
</file>

<file path=ppt/tags/tag1023.xml><?xml version="1.0" encoding="utf-8"?>
<p:tagLst xmlns:p="http://schemas.openxmlformats.org/presentationml/2006/main">
  <p:tag name="AS_UNIQUEID" val="1514"/>
</p:tagLst>
</file>

<file path=ppt/tags/tag1024.xml><?xml version="1.0" encoding="utf-8"?>
<p:tagLst xmlns:p="http://schemas.openxmlformats.org/presentationml/2006/main">
  <p:tag name="AS_UNIQUEID" val="1515"/>
</p:tagLst>
</file>

<file path=ppt/tags/tag1025.xml><?xml version="1.0" encoding="utf-8"?>
<p:tagLst xmlns:p="http://schemas.openxmlformats.org/presentationml/2006/main">
  <p:tag name="AS_UNIQUEID" val="1516"/>
  <p:tag name="KSO_WM_BEAUTIFY_FLAG" val=""/>
</p:tagLst>
</file>

<file path=ppt/tags/tag1026.xml><?xml version="1.0" encoding="utf-8"?>
<p:tagLst xmlns:p="http://schemas.openxmlformats.org/presentationml/2006/main">
  <p:tag name="AS_UNIQUEID" val="1517"/>
  <p:tag name="KSO_WM_BEAUTIFY_FLAG" val=""/>
</p:tagLst>
</file>

<file path=ppt/tags/tag1027.xml><?xml version="1.0" encoding="utf-8"?>
<p:tagLst xmlns:p="http://schemas.openxmlformats.org/presentationml/2006/main">
  <p:tag name="AS_UNIQUEID" val="1518"/>
</p:tagLst>
</file>

<file path=ppt/tags/tag1028.xml><?xml version="1.0" encoding="utf-8"?>
<p:tagLst xmlns:p="http://schemas.openxmlformats.org/presentationml/2006/main">
  <p:tag name="AS_UNIQUEID" val="1519"/>
</p:tagLst>
</file>

<file path=ppt/tags/tag1029.xml><?xml version="1.0" encoding="utf-8"?>
<p:tagLst xmlns:p="http://schemas.openxmlformats.org/presentationml/2006/main">
  <p:tag name="AS_UNIQUEID" val="1520"/>
  <p:tag name="KSO_WM_BEAUTIFY_FLAG" val=""/>
</p:tagLst>
</file>

<file path=ppt/tags/tag1030.xml><?xml version="1.0" encoding="utf-8"?>
<p:tagLst xmlns:p="http://schemas.openxmlformats.org/presentationml/2006/main">
  <p:tag name="AS_UNIQUEID" val="1521"/>
  <p:tag name="KSO_WM_BEAUTIFY_FLAG" val=""/>
</p:tagLst>
</file>

<file path=ppt/tags/tag1031.xml><?xml version="1.0" encoding="utf-8"?>
<p:tagLst xmlns:p="http://schemas.openxmlformats.org/presentationml/2006/main">
  <p:tag name="AS_UNIQUEID" val="1522"/>
  <p:tag name="KSO_WM_BEAUTIFY_FLAG" val=""/>
</p:tagLst>
</file>

<file path=ppt/tags/tag1032.xml><?xml version="1.0" encoding="utf-8"?>
<p:tagLst xmlns:p="http://schemas.openxmlformats.org/presentationml/2006/main">
  <p:tag name="AS_UNIQUEID" val="1523"/>
  <p:tag name="KSO_WM_BEAUTIFY_FLAG" val=""/>
</p:tagLst>
</file>

<file path=ppt/tags/tag1033.xml><?xml version="1.0" encoding="utf-8"?>
<p:tagLst xmlns:p="http://schemas.openxmlformats.org/presentationml/2006/main">
  <p:tag name="AS_UNIQUEID" val="1524"/>
  <p:tag name="KSO_WM_BEAUTIFY_FLAG" val=""/>
</p:tagLst>
</file>

<file path=ppt/tags/tag1034.xml><?xml version="1.0" encoding="utf-8"?>
<p:tagLst xmlns:p="http://schemas.openxmlformats.org/presentationml/2006/main">
  <p:tag name="AS_UNIQUEID" val="1525"/>
</p:tagLst>
</file>

<file path=ppt/tags/tag1035.xml><?xml version="1.0" encoding="utf-8"?>
<p:tagLst xmlns:p="http://schemas.openxmlformats.org/presentationml/2006/main">
  <p:tag name="AS_UNIQUEID" val="1526"/>
  <p:tag name="KSO_WM_BEAUTIFY_FLAG" val=""/>
</p:tagLst>
</file>

<file path=ppt/tags/tag1036.xml><?xml version="1.0" encoding="utf-8"?>
<p:tagLst xmlns:p="http://schemas.openxmlformats.org/presentationml/2006/main">
  <p:tag name="AS_UNIQUEID" val="1527"/>
  <p:tag name="KSO_WM_BEAUTIFY_FLAG" val=""/>
</p:tagLst>
</file>

<file path=ppt/tags/tag1037.xml><?xml version="1.0" encoding="utf-8"?>
<p:tagLst xmlns:p="http://schemas.openxmlformats.org/presentationml/2006/main">
  <p:tag name="AS_UNIQUEID" val="1528"/>
  <p:tag name="KSO_WM_BEAUTIFY_FLAG" val=""/>
</p:tagLst>
</file>

<file path=ppt/tags/tag1038.xml><?xml version="1.0" encoding="utf-8"?>
<p:tagLst xmlns:p="http://schemas.openxmlformats.org/presentationml/2006/main">
  <p:tag name="AS_UNIQUEID" val="1529"/>
  <p:tag name="KSO_WM_BEAUTIFY_FLAG" val=""/>
</p:tagLst>
</file>

<file path=ppt/tags/tag1039.xml><?xml version="1.0" encoding="utf-8"?>
<p:tagLst xmlns:p="http://schemas.openxmlformats.org/presentationml/2006/main">
  <p:tag name="AS_UNIQUEID" val="1530"/>
  <p:tag name="KSO_WM_BEAUTIFY_FLAG" val=""/>
</p:tagLst>
</file>

<file path=ppt/tags/tag1040.xml><?xml version="1.0" encoding="utf-8"?>
<p:tagLst xmlns:p="http://schemas.openxmlformats.org/presentationml/2006/main">
  <p:tag name="AS_UNIQUEID" val="1531"/>
</p:tagLst>
</file>

<file path=ppt/tags/tag1041.xml><?xml version="1.0" encoding="utf-8"?>
<p:tagLst xmlns:p="http://schemas.openxmlformats.org/presentationml/2006/main">
  <p:tag name="AS_UNIQUEID" val="1532"/>
</p:tagLst>
</file>

<file path=ppt/tags/tag1042.xml><?xml version="1.0" encoding="utf-8"?>
<p:tagLst xmlns:p="http://schemas.openxmlformats.org/presentationml/2006/main">
  <p:tag name="AS_UNIQUEID" val="1533"/>
</p:tagLst>
</file>

<file path=ppt/tags/tag1043.xml><?xml version="1.0" encoding="utf-8"?>
<p:tagLst xmlns:p="http://schemas.openxmlformats.org/presentationml/2006/main">
  <p:tag name="AS_UNIQUEID" val="1534"/>
</p:tagLst>
</file>

<file path=ppt/tags/tag1044.xml><?xml version="1.0" encoding="utf-8"?>
<p:tagLst xmlns:p="http://schemas.openxmlformats.org/presentationml/2006/main">
  <p:tag name="AS_UNIQUEID" val="1535"/>
</p:tagLst>
</file>

<file path=ppt/tags/tag1045.xml><?xml version="1.0" encoding="utf-8"?>
<p:tagLst xmlns:p="http://schemas.openxmlformats.org/presentationml/2006/main">
  <p:tag name="AS_UNIQUEID" val="1536"/>
  <p:tag name="KSO_WM_BEAUTIFY_FLAG" val=""/>
</p:tagLst>
</file>

<file path=ppt/tags/tag1046.xml><?xml version="1.0" encoding="utf-8"?>
<p:tagLst xmlns:p="http://schemas.openxmlformats.org/presentationml/2006/main">
  <p:tag name="AS_UNIQUEID" val="1537"/>
  <p:tag name="KSO_WM_BEAUTIFY_FLAG" val=""/>
</p:tagLst>
</file>

<file path=ppt/tags/tag1047.xml><?xml version="1.0" encoding="utf-8"?>
<p:tagLst xmlns:p="http://schemas.openxmlformats.org/presentationml/2006/main">
  <p:tag name="AS_UNIQUEID" val="1538"/>
</p:tagLst>
</file>

<file path=ppt/tags/tag1048.xml><?xml version="1.0" encoding="utf-8"?>
<p:tagLst xmlns:p="http://schemas.openxmlformats.org/presentationml/2006/main">
  <p:tag name="AS_UNIQUEID" val="1539"/>
  <p:tag name="KSO_WM_BEAUTIFY_FLAG" val=""/>
  <p:tag name="KSO_WM_DIAGRAM_VIRTUALLY_FRAME" val="{&quot;height&quot;:279.9,&quot;left&quot;:49.9,&quot;top&quot;:194.45,&quot;width&quot;:862.8}"/>
</p:tagLst>
</file>

<file path=ppt/tags/tag1049.xml><?xml version="1.0" encoding="utf-8"?>
<p:tagLst xmlns:p="http://schemas.openxmlformats.org/presentationml/2006/main">
  <p:tag name="AS_UNIQUEID" val="1540"/>
  <p:tag name="KSO_WM_BEAUTIFY_FLAG" val=""/>
</p:tagLst>
</file>

<file path=ppt/tags/tag1050.xml><?xml version="1.0" encoding="utf-8"?>
<p:tagLst xmlns:p="http://schemas.openxmlformats.org/presentationml/2006/main">
  <p:tag name="AS_UNIQUEID" val="1541"/>
</p:tagLst>
</file>

<file path=ppt/tags/tag1051.xml><?xml version="1.0" encoding="utf-8"?>
<p:tagLst xmlns:p="http://schemas.openxmlformats.org/presentationml/2006/main">
  <p:tag name="AS_UNIQUEID" val="1542"/>
</p:tagLst>
</file>

<file path=ppt/tags/tag1052.xml><?xml version="1.0" encoding="utf-8"?>
<p:tagLst xmlns:p="http://schemas.openxmlformats.org/presentationml/2006/main">
  <p:tag name="AS_UNIQUEID" val="1543"/>
</p:tagLst>
</file>

<file path=ppt/tags/tag1053.xml><?xml version="1.0" encoding="utf-8"?>
<p:tagLst xmlns:p="http://schemas.openxmlformats.org/presentationml/2006/main">
  <p:tag name="AS_UNIQUEID" val="1544"/>
  <p:tag name="KSO_WM_BEAUTIFY_FLAG" val=""/>
</p:tagLst>
</file>

<file path=ppt/tags/tag1054.xml><?xml version="1.0" encoding="utf-8"?>
<p:tagLst xmlns:p="http://schemas.openxmlformats.org/presentationml/2006/main">
  <p:tag name="AS_UNIQUEID" val="1545"/>
  <p:tag name="KSO_WM_BEAUTIFY_FLAG" val=""/>
</p:tagLst>
</file>

<file path=ppt/tags/tag1055.xml><?xml version="1.0" encoding="utf-8"?>
<p:tagLst xmlns:p="http://schemas.openxmlformats.org/presentationml/2006/main">
  <p:tag name="AS_UNIQUEID" val="1546"/>
</p:tagLst>
</file>

<file path=ppt/tags/tag1056.xml><?xml version="1.0" encoding="utf-8"?>
<p:tagLst xmlns:p="http://schemas.openxmlformats.org/presentationml/2006/main">
  <p:tag name="AS_UNIQUEID" val="1547"/>
</p:tagLst>
</file>

<file path=ppt/tags/tag1057.xml><?xml version="1.0" encoding="utf-8"?>
<p:tagLst xmlns:p="http://schemas.openxmlformats.org/presentationml/2006/main">
  <p:tag name="AS_UNIQUEID" val="1548"/>
  <p:tag name="KSO_WM_BEAUTIFY_FLAG" val=""/>
</p:tagLst>
</file>

<file path=ppt/tags/tag1058.xml><?xml version="1.0" encoding="utf-8"?>
<p:tagLst xmlns:p="http://schemas.openxmlformats.org/presentationml/2006/main">
  <p:tag name="AS_UNIQUEID" val="1549"/>
  <p:tag name="KSO_WM_BEAUTIFY_FLAG" val=""/>
</p:tagLst>
</file>

<file path=ppt/tags/tag1059.xml><?xml version="1.0" encoding="utf-8"?>
<p:tagLst xmlns:p="http://schemas.openxmlformats.org/presentationml/2006/main">
  <p:tag name="AS_UNIQUEID" val="1550"/>
  <p:tag name="KSO_WM_BEAUTIFY_FLAG" val=""/>
</p:tagLst>
</file>

<file path=ppt/tags/tag1060.xml><?xml version="1.0" encoding="utf-8"?>
<p:tagLst xmlns:p="http://schemas.openxmlformats.org/presentationml/2006/main">
  <p:tag name="AS_UNIQUEID" val="1551"/>
  <p:tag name="KSO_WM_BEAUTIFY_FLAG" val=""/>
</p:tagLst>
</file>

<file path=ppt/tags/tag1061.xml><?xml version="1.0" encoding="utf-8"?>
<p:tagLst xmlns:p="http://schemas.openxmlformats.org/presentationml/2006/main">
  <p:tag name="AS_UNIQUEID" val="1552"/>
  <p:tag name="KSO_WM_BEAUTIFY_FLAG" val=""/>
</p:tagLst>
</file>

<file path=ppt/tags/tag1062.xml><?xml version="1.0" encoding="utf-8"?>
<p:tagLst xmlns:p="http://schemas.openxmlformats.org/presentationml/2006/main">
  <p:tag name="AS_UNIQUEID" val="1553"/>
</p:tagLst>
</file>

<file path=ppt/tags/tag1063.xml><?xml version="1.0" encoding="utf-8"?>
<p:tagLst xmlns:p="http://schemas.openxmlformats.org/presentationml/2006/main">
  <p:tag name="AS_UNIQUEID" val="1554"/>
  <p:tag name="KSO_WM_BEAUTIFY_FLAG" val=""/>
</p:tagLst>
</file>

<file path=ppt/tags/tag1064.xml><?xml version="1.0" encoding="utf-8"?>
<p:tagLst xmlns:p="http://schemas.openxmlformats.org/presentationml/2006/main">
  <p:tag name="AS_UNIQUEID" val="1555"/>
  <p:tag name="KSO_WM_BEAUTIFY_FLAG" val=""/>
</p:tagLst>
</file>

<file path=ppt/tags/tag1065.xml><?xml version="1.0" encoding="utf-8"?>
<p:tagLst xmlns:p="http://schemas.openxmlformats.org/presentationml/2006/main">
  <p:tag name="AS_UNIQUEID" val="1556"/>
  <p:tag name="KSO_WM_BEAUTIFY_FLAG" val=""/>
</p:tagLst>
</file>

<file path=ppt/tags/tag1066.xml><?xml version="1.0" encoding="utf-8"?>
<p:tagLst xmlns:p="http://schemas.openxmlformats.org/presentationml/2006/main">
  <p:tag name="AS_UNIQUEID" val="1557"/>
  <p:tag name="KSO_WM_BEAUTIFY_FLAG" val=""/>
</p:tagLst>
</file>

<file path=ppt/tags/tag1067.xml><?xml version="1.0" encoding="utf-8"?>
<p:tagLst xmlns:p="http://schemas.openxmlformats.org/presentationml/2006/main">
  <p:tag name="AS_UNIQUEID" val="1558"/>
  <p:tag name="KSO_WM_BEAUTIFY_FLAG" val=""/>
</p:tagLst>
</file>

<file path=ppt/tags/tag1068.xml><?xml version="1.0" encoding="utf-8"?>
<p:tagLst xmlns:p="http://schemas.openxmlformats.org/presentationml/2006/main">
  <p:tag name="AS_UNIQUEID" val="1559"/>
</p:tagLst>
</file>

<file path=ppt/tags/tag1069.xml><?xml version="1.0" encoding="utf-8"?>
<p:tagLst xmlns:p="http://schemas.openxmlformats.org/presentationml/2006/main">
  <p:tag name="AS_UNIQUEID" val="1560"/>
</p:tagLst>
</file>

<file path=ppt/tags/tag1070.xml><?xml version="1.0" encoding="utf-8"?>
<p:tagLst xmlns:p="http://schemas.openxmlformats.org/presentationml/2006/main">
  <p:tag name="AS_UNIQUEID" val="1561"/>
</p:tagLst>
</file>

<file path=ppt/tags/tag1071.xml><?xml version="1.0" encoding="utf-8"?>
<p:tagLst xmlns:p="http://schemas.openxmlformats.org/presentationml/2006/main">
  <p:tag name="AS_UNIQUEID" val="1562"/>
</p:tagLst>
</file>

<file path=ppt/tags/tag1072.xml><?xml version="1.0" encoding="utf-8"?>
<p:tagLst xmlns:p="http://schemas.openxmlformats.org/presentationml/2006/main">
  <p:tag name="AS_UNIQUEID" val="1563"/>
</p:tagLst>
</file>

<file path=ppt/tags/tag1073.xml><?xml version="1.0" encoding="utf-8"?>
<p:tagLst xmlns:p="http://schemas.openxmlformats.org/presentationml/2006/main">
  <p:tag name="AS_UNIQUEID" val="1564"/>
  <p:tag name="KSO_WM_BEAUTIFY_FLAG" val=""/>
</p:tagLst>
</file>

<file path=ppt/tags/tag1074.xml><?xml version="1.0" encoding="utf-8"?>
<p:tagLst xmlns:p="http://schemas.openxmlformats.org/presentationml/2006/main">
  <p:tag name="AS_UNIQUEID" val="1565"/>
  <p:tag name="KSO_WM_BEAUTIFY_FLAG" val=""/>
</p:tagLst>
</file>

<file path=ppt/tags/tag1075.xml><?xml version="1.0" encoding="utf-8"?>
<p:tagLst xmlns:p="http://schemas.openxmlformats.org/presentationml/2006/main">
  <p:tag name="AS_UNIQUEID" val="1566"/>
</p:tagLst>
</file>

<file path=ppt/tags/tag1076.xml><?xml version="1.0" encoding="utf-8"?>
<p:tagLst xmlns:p="http://schemas.openxmlformats.org/presentationml/2006/main">
  <p:tag name="AS_UNIQUEID" val="1567"/>
</p:tagLst>
</file>

<file path=ppt/tags/tag1077.xml><?xml version="1.0" encoding="utf-8"?>
<p:tagLst xmlns:p="http://schemas.openxmlformats.org/presentationml/2006/main">
  <p:tag name="AS_UNIQUEID" val="1568"/>
</p:tagLst>
</file>

<file path=ppt/tags/tag1078.xml><?xml version="1.0" encoding="utf-8"?>
<p:tagLst xmlns:p="http://schemas.openxmlformats.org/presentationml/2006/main">
  <p:tag name="AS_UNIQUEID" val="1569"/>
  <p:tag name="KSO_WM_BEAUTIFY_FLAG" val=""/>
</p:tagLst>
</file>

<file path=ppt/tags/tag1079.xml><?xml version="1.0" encoding="utf-8"?>
<p:tagLst xmlns:p="http://schemas.openxmlformats.org/presentationml/2006/main">
  <p:tag name="AS_UNIQUEID" val="1570"/>
  <p:tag name="KSO_WM_BEAUTIFY_FLAG" val=""/>
</p:tagLst>
</file>

<file path=ppt/tags/tag1080.xml><?xml version="1.0" encoding="utf-8"?>
<p:tagLst xmlns:p="http://schemas.openxmlformats.org/presentationml/2006/main">
  <p:tag name="AS_UNIQUEID" val="1571"/>
</p:tagLst>
</file>

<file path=ppt/tags/tag1081.xml><?xml version="1.0" encoding="utf-8"?>
<p:tagLst xmlns:p="http://schemas.openxmlformats.org/presentationml/2006/main">
  <p:tag name="AS_UNIQUEID" val="1572"/>
</p:tagLst>
</file>

<file path=ppt/tags/tag1082.xml><?xml version="1.0" encoding="utf-8"?>
<p:tagLst xmlns:p="http://schemas.openxmlformats.org/presentationml/2006/main">
  <p:tag name="AS_UNIQUEID" val="1573"/>
  <p:tag name="KSO_WM_BEAUTIFY_FLAG" val=""/>
</p:tagLst>
</file>

<file path=ppt/tags/tag1083.xml><?xml version="1.0" encoding="utf-8"?>
<p:tagLst xmlns:p="http://schemas.openxmlformats.org/presentationml/2006/main">
  <p:tag name="AS_UNIQUEID" val="1574"/>
  <p:tag name="KSO_WM_BEAUTIFY_FLAG" val=""/>
</p:tagLst>
</file>

<file path=ppt/tags/tag1084.xml><?xml version="1.0" encoding="utf-8"?>
<p:tagLst xmlns:p="http://schemas.openxmlformats.org/presentationml/2006/main">
  <p:tag name="AS_UNIQUEID" val="1575"/>
  <p:tag name="KSO_WM_BEAUTIFY_FLAG" val=""/>
</p:tagLst>
</file>

<file path=ppt/tags/tag1085.xml><?xml version="1.0" encoding="utf-8"?>
<p:tagLst xmlns:p="http://schemas.openxmlformats.org/presentationml/2006/main">
  <p:tag name="AS_UNIQUEID" val="1576"/>
  <p:tag name="KSO_WM_BEAUTIFY_FLAG" val=""/>
</p:tagLst>
</file>

<file path=ppt/tags/tag1086.xml><?xml version="1.0" encoding="utf-8"?>
<p:tagLst xmlns:p="http://schemas.openxmlformats.org/presentationml/2006/main">
  <p:tag name="AS_UNIQUEID" val="1577"/>
  <p:tag name="KSO_WM_BEAUTIFY_FLAG" val=""/>
</p:tagLst>
</file>

<file path=ppt/tags/tag1087.xml><?xml version="1.0" encoding="utf-8"?>
<p:tagLst xmlns:p="http://schemas.openxmlformats.org/presentationml/2006/main">
  <p:tag name="AS_UNIQUEID" val="1578"/>
</p:tagLst>
</file>

<file path=ppt/tags/tag1088.xml><?xml version="1.0" encoding="utf-8"?>
<p:tagLst xmlns:p="http://schemas.openxmlformats.org/presentationml/2006/main">
  <p:tag name="AS_UNIQUEID" val="1579"/>
  <p:tag name="KSO_WM_BEAUTIFY_FLAG" val=""/>
</p:tagLst>
</file>

<file path=ppt/tags/tag1089.xml><?xml version="1.0" encoding="utf-8"?>
<p:tagLst xmlns:p="http://schemas.openxmlformats.org/presentationml/2006/main">
  <p:tag name="AS_UNIQUEID" val="1580"/>
  <p:tag name="KSO_WM_BEAUTIFY_FLAG" val=""/>
</p:tagLst>
</file>

<file path=ppt/tags/tag1090.xml><?xml version="1.0" encoding="utf-8"?>
<p:tagLst xmlns:p="http://schemas.openxmlformats.org/presentationml/2006/main">
  <p:tag name="AS_UNIQUEID" val="1581"/>
  <p:tag name="KSO_WM_BEAUTIFY_FLAG" val=""/>
</p:tagLst>
</file>

<file path=ppt/tags/tag1091.xml><?xml version="1.0" encoding="utf-8"?>
<p:tagLst xmlns:p="http://schemas.openxmlformats.org/presentationml/2006/main">
  <p:tag name="AS_UNIQUEID" val="1582"/>
  <p:tag name="KSO_WM_BEAUTIFY_FLAG" val=""/>
</p:tagLst>
</file>

<file path=ppt/tags/tag1092.xml><?xml version="1.0" encoding="utf-8"?>
<p:tagLst xmlns:p="http://schemas.openxmlformats.org/presentationml/2006/main">
  <p:tag name="AS_UNIQUEID" val="1583"/>
  <p:tag name="KSO_WM_BEAUTIFY_FLAG" val=""/>
</p:tagLst>
</file>

<file path=ppt/tags/tag1093.xml><?xml version="1.0" encoding="utf-8"?>
<p:tagLst xmlns:p="http://schemas.openxmlformats.org/presentationml/2006/main">
  <p:tag name="AS_UNIQUEID" val="1584"/>
</p:tagLst>
</file>

<file path=ppt/tags/tag1094.xml><?xml version="1.0" encoding="utf-8"?>
<p:tagLst xmlns:p="http://schemas.openxmlformats.org/presentationml/2006/main">
  <p:tag name="AS_UNIQUEID" val="1585"/>
</p:tagLst>
</file>

<file path=ppt/tags/tag1095.xml><?xml version="1.0" encoding="utf-8"?>
<p:tagLst xmlns:p="http://schemas.openxmlformats.org/presentationml/2006/main">
  <p:tag name="AS_UNIQUEID" val="1586"/>
</p:tagLst>
</file>

<file path=ppt/tags/tag1096.xml><?xml version="1.0" encoding="utf-8"?>
<p:tagLst xmlns:p="http://schemas.openxmlformats.org/presentationml/2006/main">
  <p:tag name="AS_UNIQUEID" val="1587"/>
</p:tagLst>
</file>

<file path=ppt/tags/tag1097.xml><?xml version="1.0" encoding="utf-8"?>
<p:tagLst xmlns:p="http://schemas.openxmlformats.org/presentationml/2006/main">
  <p:tag name="AS_UNIQUEID" val="1588"/>
</p:tagLst>
</file>

<file path=ppt/tags/tag1098.xml><?xml version="1.0" encoding="utf-8"?>
<p:tagLst xmlns:p="http://schemas.openxmlformats.org/presentationml/2006/main">
  <p:tag name="AS_UNIQUEID" val="1589"/>
  <p:tag name="KSO_WM_BEAUTIFY_FLAG" val=""/>
</p:tagLst>
</file>

<file path=ppt/tags/tag1099.xml><?xml version="1.0" encoding="utf-8"?>
<p:tagLst xmlns:p="http://schemas.openxmlformats.org/presentationml/2006/main">
  <p:tag name="AS_UNIQUEID" val="1590"/>
  <p:tag name="KSO_WM_BEAUTIFY_FLAG" val=""/>
</p:tagLst>
</file>

<file path=ppt/tags/tag1100.xml><?xml version="1.0" encoding="utf-8"?>
<p:tagLst xmlns:p="http://schemas.openxmlformats.org/presentationml/2006/main">
  <p:tag name="AS_UNIQUEID" val="1591"/>
</p:tagLst>
</file>

<file path=ppt/tags/tag1101.xml><?xml version="1.0" encoding="utf-8"?>
<p:tagLst xmlns:p="http://schemas.openxmlformats.org/presentationml/2006/main">
  <p:tag name="AS_UNIQUEID" val="1592"/>
</p:tagLst>
</file>

<file path=ppt/tags/tag1102.xml><?xml version="1.0" encoding="utf-8"?>
<p:tagLst xmlns:p="http://schemas.openxmlformats.org/presentationml/2006/main">
  <p:tag name="AS_UNIQUEID" val="1593"/>
</p:tagLst>
</file>

<file path=ppt/tags/tag1103.xml><?xml version="1.0" encoding="utf-8"?>
<p:tagLst xmlns:p="http://schemas.openxmlformats.org/presentationml/2006/main">
  <p:tag name="AS_UNIQUEID" val="1594"/>
  <p:tag name="KSO_WM_BEAUTIFY_FLAG" val=""/>
</p:tagLst>
</file>

<file path=ppt/tags/tag1104.xml><?xml version="1.0" encoding="utf-8"?>
<p:tagLst xmlns:p="http://schemas.openxmlformats.org/presentationml/2006/main">
  <p:tag name="AS_UNIQUEID" val="1595"/>
  <p:tag name="KSO_WM_BEAUTIFY_FLAG" val=""/>
</p:tagLst>
</file>

<file path=ppt/tags/tag1105.xml><?xml version="1.0" encoding="utf-8"?>
<p:tagLst xmlns:p="http://schemas.openxmlformats.org/presentationml/2006/main">
  <p:tag name="AS_UNIQUEID" val="1596"/>
</p:tagLst>
</file>

<file path=ppt/tags/tag1106.xml><?xml version="1.0" encoding="utf-8"?>
<p:tagLst xmlns:p="http://schemas.openxmlformats.org/presentationml/2006/main">
  <p:tag name="AS_UNIQUEID" val="1597"/>
</p:tagLst>
</file>

<file path=ppt/tags/tag1107.xml><?xml version="1.0" encoding="utf-8"?>
<p:tagLst xmlns:p="http://schemas.openxmlformats.org/presentationml/2006/main">
  <p:tag name="AS_UNIQUEID" val="1598"/>
</p:tagLst>
</file>

<file path=ppt/tags/tag1108.xml><?xml version="1.0" encoding="utf-8"?>
<p:tagLst xmlns:p="http://schemas.openxmlformats.org/presentationml/2006/main">
  <p:tag name="AS_UNIQUEID" val="1599"/>
  <p:tag name="KSO_WM_BEAUTIFY_FLAG" val=""/>
</p:tagLst>
</file>

<file path=ppt/tags/tag1109.xml><?xml version="1.0" encoding="utf-8"?>
<p:tagLst xmlns:p="http://schemas.openxmlformats.org/presentationml/2006/main">
  <p:tag name="AS_UNIQUEID" val="1600"/>
  <p:tag name="KSO_WM_BEAUTIFY_FLAG" val=""/>
</p:tagLst>
</file>

<file path=ppt/tags/tag1110.xml><?xml version="1.0" encoding="utf-8"?>
<p:tagLst xmlns:p="http://schemas.openxmlformats.org/presentationml/2006/main">
  <p:tag name="AS_UNIQUEID" val="1601"/>
  <p:tag name="KSO_WM_BEAUTIFY_FLAG" val=""/>
</p:tagLst>
</file>

<file path=ppt/tags/tag1111.xml><?xml version="1.0" encoding="utf-8"?>
<p:tagLst xmlns:p="http://schemas.openxmlformats.org/presentationml/2006/main">
  <p:tag name="AS_UNIQUEID" val="1602"/>
  <p:tag name="KSO_WM_BEAUTIFY_FLAG" val=""/>
</p:tagLst>
</file>

<file path=ppt/tags/tag1112.xml><?xml version="1.0" encoding="utf-8"?>
<p:tagLst xmlns:p="http://schemas.openxmlformats.org/presentationml/2006/main">
  <p:tag name="AS_UNIQUEID" val="1603"/>
  <p:tag name="KSO_WM_BEAUTIFY_FLAG" val=""/>
</p:tagLst>
</file>

<file path=ppt/tags/tag1113.xml><?xml version="1.0" encoding="utf-8"?>
<p:tagLst xmlns:p="http://schemas.openxmlformats.org/presentationml/2006/main">
  <p:tag name="AS_UNIQUEID" val="1604"/>
</p:tagLst>
</file>

<file path=ppt/tags/tag1114.xml><?xml version="1.0" encoding="utf-8"?>
<p:tagLst xmlns:p="http://schemas.openxmlformats.org/presentationml/2006/main">
  <p:tag name="AS_UNIQUEID" val="1605"/>
  <p:tag name="KSO_WM_BEAUTIFY_FLAG" val=""/>
</p:tagLst>
</file>

<file path=ppt/tags/tag1115.xml><?xml version="1.0" encoding="utf-8"?>
<p:tagLst xmlns:p="http://schemas.openxmlformats.org/presentationml/2006/main">
  <p:tag name="AS_UNIQUEID" val="1606"/>
  <p:tag name="KSO_WM_BEAUTIFY_FLAG" val=""/>
</p:tagLst>
</file>

<file path=ppt/tags/tag1116.xml><?xml version="1.0" encoding="utf-8"?>
<p:tagLst xmlns:p="http://schemas.openxmlformats.org/presentationml/2006/main">
  <p:tag name="AS_UNIQUEID" val="1607"/>
  <p:tag name="KSO_WM_BEAUTIFY_FLAG" val=""/>
</p:tagLst>
</file>

<file path=ppt/tags/tag1117.xml><?xml version="1.0" encoding="utf-8"?>
<p:tagLst xmlns:p="http://schemas.openxmlformats.org/presentationml/2006/main">
  <p:tag name="AS_UNIQUEID" val="1608"/>
  <p:tag name="KSO_WM_BEAUTIFY_FLAG" val=""/>
</p:tagLst>
</file>

<file path=ppt/tags/tag1118.xml><?xml version="1.0" encoding="utf-8"?>
<p:tagLst xmlns:p="http://schemas.openxmlformats.org/presentationml/2006/main">
  <p:tag name="AS_UNIQUEID" val="1609"/>
  <p:tag name="KSO_WM_BEAUTIFY_FLAG" val=""/>
</p:tagLst>
</file>

<file path=ppt/tags/tag1119.xml><?xml version="1.0" encoding="utf-8"?>
<p:tagLst xmlns:p="http://schemas.openxmlformats.org/presentationml/2006/main">
  <p:tag name="AS_UNIQUEID" val="1610"/>
</p:tagLst>
</file>

<file path=ppt/tags/tag1120.xml><?xml version="1.0" encoding="utf-8"?>
<p:tagLst xmlns:p="http://schemas.openxmlformats.org/presentationml/2006/main">
  <p:tag name="AS_UNIQUEID" val="1611"/>
</p:tagLst>
</file>

<file path=ppt/tags/tag1121.xml><?xml version="1.0" encoding="utf-8"?>
<p:tagLst xmlns:p="http://schemas.openxmlformats.org/presentationml/2006/main">
  <p:tag name="AS_UNIQUEID" val="1612"/>
</p:tagLst>
</file>

<file path=ppt/tags/tag1122.xml><?xml version="1.0" encoding="utf-8"?>
<p:tagLst xmlns:p="http://schemas.openxmlformats.org/presentationml/2006/main">
  <p:tag name="AS_UNIQUEID" val="1613"/>
</p:tagLst>
</file>

<file path=ppt/tags/tag1123.xml><?xml version="1.0" encoding="utf-8"?>
<p:tagLst xmlns:p="http://schemas.openxmlformats.org/presentationml/2006/main">
  <p:tag name="AS_UNIQUEID" val="1614"/>
</p:tagLst>
</file>

<file path=ppt/tags/tag1124.xml><?xml version="1.0" encoding="utf-8"?>
<p:tagLst xmlns:p="http://schemas.openxmlformats.org/presentationml/2006/main">
  <p:tag name="AS_UNIQUEID" val="1615"/>
  <p:tag name="KSO_WM_BEAUTIFY_FLAG" val=""/>
</p:tagLst>
</file>

<file path=ppt/tags/tag1125.xml><?xml version="1.0" encoding="utf-8"?>
<p:tagLst xmlns:p="http://schemas.openxmlformats.org/presentationml/2006/main">
  <p:tag name="AS_UNIQUEID" val="1616"/>
  <p:tag name="KSO_WM_BEAUTIFY_FLAG" val=""/>
</p:tagLst>
</file>

<file path=ppt/tags/tag1126.xml><?xml version="1.0" encoding="utf-8"?>
<p:tagLst xmlns:p="http://schemas.openxmlformats.org/presentationml/2006/main">
  <p:tag name="AS_UNIQUEID" val="1617"/>
</p:tagLst>
</file>

<file path=ppt/tags/tag1127.xml><?xml version="1.0" encoding="utf-8"?>
<p:tagLst xmlns:p="http://schemas.openxmlformats.org/presentationml/2006/main">
  <p:tag name="AS_UNIQUEID" val="1618"/>
</p:tagLst>
</file>

<file path=ppt/tags/tag1128.xml><?xml version="1.0" encoding="utf-8"?>
<p:tagLst xmlns:p="http://schemas.openxmlformats.org/presentationml/2006/main">
  <p:tag name="AS_UNIQUEID" val="1619"/>
  <p:tag name="KSO_WM_BEAUTIFY_FLAG" val=""/>
</p:tagLst>
</file>

<file path=ppt/tags/tag1129.xml><?xml version="1.0" encoding="utf-8"?>
<p:tagLst xmlns:p="http://schemas.openxmlformats.org/presentationml/2006/main">
  <p:tag name="AS_UNIQUEID" val="1620"/>
  <p:tag name="KSO_WM_BEAUTIFY_FLAG" val=""/>
</p:tagLst>
</file>

<file path=ppt/tags/tag1130.xml><?xml version="1.0" encoding="utf-8"?>
<p:tagLst xmlns:p="http://schemas.openxmlformats.org/presentationml/2006/main">
  <p:tag name="AS_UNIQUEID" val="1621"/>
  <p:tag name="KSO_WM_BEAUTIFY_FLAG" val=""/>
</p:tagLst>
</file>

<file path=ppt/tags/tag1131.xml><?xml version="1.0" encoding="utf-8"?>
<p:tagLst xmlns:p="http://schemas.openxmlformats.org/presentationml/2006/main">
  <p:tag name="AS_UNIQUEID" val="1622"/>
  <p:tag name="KSO_WM_BEAUTIFY_FLAG" val=""/>
</p:tagLst>
</file>

<file path=ppt/tags/tag1132.xml><?xml version="1.0" encoding="utf-8"?>
<p:tagLst xmlns:p="http://schemas.openxmlformats.org/presentationml/2006/main">
  <p:tag name="AS_UNIQUEID" val="1623"/>
  <p:tag name="KSO_WM_BEAUTIFY_FLAG" val=""/>
</p:tagLst>
</file>

<file path=ppt/tags/tag1133.xml><?xml version="1.0" encoding="utf-8"?>
<p:tagLst xmlns:p="http://schemas.openxmlformats.org/presentationml/2006/main">
  <p:tag name="AS_UNIQUEID" val="1624"/>
</p:tagLst>
</file>

<file path=ppt/tags/tag1134.xml><?xml version="1.0" encoding="utf-8"?>
<p:tagLst xmlns:p="http://schemas.openxmlformats.org/presentationml/2006/main">
  <p:tag name="AS_UNIQUEID" val="1625"/>
  <p:tag name="KSO_WM_BEAUTIFY_FLAG" val=""/>
</p:tagLst>
</file>

<file path=ppt/tags/tag1135.xml><?xml version="1.0" encoding="utf-8"?>
<p:tagLst xmlns:p="http://schemas.openxmlformats.org/presentationml/2006/main">
  <p:tag name="AS_UNIQUEID" val="1626"/>
  <p:tag name="KSO_WM_BEAUTIFY_FLAG" val=""/>
</p:tagLst>
</file>

<file path=ppt/tags/tag1136.xml><?xml version="1.0" encoding="utf-8"?>
<p:tagLst xmlns:p="http://schemas.openxmlformats.org/presentationml/2006/main">
  <p:tag name="AS_UNIQUEID" val="1627"/>
  <p:tag name="KSO_WM_BEAUTIFY_FLAG" val=""/>
</p:tagLst>
</file>

<file path=ppt/tags/tag1137.xml><?xml version="1.0" encoding="utf-8"?>
<p:tagLst xmlns:p="http://schemas.openxmlformats.org/presentationml/2006/main">
  <p:tag name="AS_UNIQUEID" val="1628"/>
  <p:tag name="KSO_WM_BEAUTIFY_FLAG" val=""/>
</p:tagLst>
</file>

<file path=ppt/tags/tag1138.xml><?xml version="1.0" encoding="utf-8"?>
<p:tagLst xmlns:p="http://schemas.openxmlformats.org/presentationml/2006/main">
  <p:tag name="AS_UNIQUEID" val="1629"/>
  <p:tag name="KSO_WM_BEAUTIFY_FLAG" val=""/>
</p:tagLst>
</file>

<file path=ppt/tags/tag1139.xml><?xml version="1.0" encoding="utf-8"?>
<p:tagLst xmlns:p="http://schemas.openxmlformats.org/presentationml/2006/main">
  <p:tag name="AS_UNIQUEID" val="1630"/>
</p:tagLst>
</file>

<file path=ppt/tags/tag1140.xml><?xml version="1.0" encoding="utf-8"?>
<p:tagLst xmlns:p="http://schemas.openxmlformats.org/presentationml/2006/main">
  <p:tag name="AS_UNIQUEID" val="1631"/>
  <p:tag name="KSO_WM_BEAUTIFY_FLAG" val=""/>
</p:tagLst>
</file>

<file path=ppt/tags/tag1141.xml><?xml version="1.0" encoding="utf-8"?>
<p:tagLst xmlns:p="http://schemas.openxmlformats.org/presentationml/2006/main">
  <p:tag name="AS_UNIQUEID" val="1632"/>
  <p:tag name="KSO_WM_BEAUTIFY_FLAG" val=""/>
</p:tagLst>
</file>

<file path=ppt/tags/tag1142.xml><?xml version="1.0" encoding="utf-8"?>
<p:tagLst xmlns:p="http://schemas.openxmlformats.org/presentationml/2006/main">
  <p:tag name="AS_UNIQUEID" val="1633"/>
</p:tagLst>
</file>

<file path=ppt/tags/tag1143.xml><?xml version="1.0" encoding="utf-8"?>
<p:tagLst xmlns:p="http://schemas.openxmlformats.org/presentationml/2006/main">
  <p:tag name="AS_UNIQUEID" val="1634"/>
</p:tagLst>
</file>

<file path=ppt/tags/tag1144.xml><?xml version="1.0" encoding="utf-8"?>
<p:tagLst xmlns:p="http://schemas.openxmlformats.org/presentationml/2006/main">
  <p:tag name="AS_UNIQUEID" val="1635"/>
  <p:tag name="KSO_WM_BEAUTIFY_FLAG" val=""/>
</p:tagLst>
</file>

<file path=ppt/tags/tag1145.xml><?xml version="1.0" encoding="utf-8"?>
<p:tagLst xmlns:p="http://schemas.openxmlformats.org/presentationml/2006/main">
  <p:tag name="AS_UNIQUEID" val="1636"/>
  <p:tag name="KSO_WM_BEAUTIFY_FLAG" val=""/>
</p:tagLst>
</file>

<file path=ppt/tags/tag1146.xml><?xml version="1.0" encoding="utf-8"?>
<p:tagLst xmlns:p="http://schemas.openxmlformats.org/presentationml/2006/main">
  <p:tag name="AS_UNIQUEID" val="1637"/>
  <p:tag name="KSO_WM_BEAUTIFY_FLAG" val=""/>
</p:tagLst>
</file>

<file path=ppt/tags/tag1147.xml><?xml version="1.0" encoding="utf-8"?>
<p:tagLst xmlns:p="http://schemas.openxmlformats.org/presentationml/2006/main">
  <p:tag name="AS_UNIQUEID" val="1638"/>
  <p:tag name="KSO_WM_BEAUTIFY_FLAG" val=""/>
</p:tagLst>
</file>

<file path=ppt/tags/tag1148.xml><?xml version="1.0" encoding="utf-8"?>
<p:tagLst xmlns:p="http://schemas.openxmlformats.org/presentationml/2006/main">
  <p:tag name="AS_UNIQUEID" val="1639"/>
  <p:tag name="KSO_WM_BEAUTIFY_FLAG" val=""/>
</p:tagLst>
</file>

<file path=ppt/tags/tag1149.xml><?xml version="1.0" encoding="utf-8"?>
<p:tagLst xmlns:p="http://schemas.openxmlformats.org/presentationml/2006/main">
  <p:tag name="AS_UNIQUEID" val="1640"/>
  <p:tag name="KSO_WM_BEAUTIFY_FLAG" val=""/>
</p:tagLst>
</file>

<file path=ppt/tags/tag1150.xml><?xml version="1.0" encoding="utf-8"?>
<p:tagLst xmlns:p="http://schemas.openxmlformats.org/presentationml/2006/main">
  <p:tag name="AS_UNIQUEID" val="1641"/>
</p:tagLst>
</file>

<file path=ppt/tags/tag1151.xml><?xml version="1.0" encoding="utf-8"?>
<p:tagLst xmlns:p="http://schemas.openxmlformats.org/presentationml/2006/main">
  <p:tag name="AS_UNIQUEID" val="1642"/>
</p:tagLst>
</file>

<file path=ppt/tags/tag1152.xml><?xml version="1.0" encoding="utf-8"?>
<p:tagLst xmlns:p="http://schemas.openxmlformats.org/presentationml/2006/main">
  <p:tag name="AS_UNIQUEID" val="1643"/>
</p:tagLst>
</file>

<file path=ppt/tags/tag1153.xml><?xml version="1.0" encoding="utf-8"?>
<p:tagLst xmlns:p="http://schemas.openxmlformats.org/presentationml/2006/main">
  <p:tag name="AS_UNIQUEID" val="1644"/>
</p:tagLst>
</file>

<file path=ppt/tags/tag1154.xml><?xml version="1.0" encoding="utf-8"?>
<p:tagLst xmlns:p="http://schemas.openxmlformats.org/presentationml/2006/main">
  <p:tag name="AS_UNIQUEID" val="1645"/>
</p:tagLst>
</file>

<file path=ppt/tags/tag1155.xml><?xml version="1.0" encoding="utf-8"?>
<p:tagLst xmlns:p="http://schemas.openxmlformats.org/presentationml/2006/main">
  <p:tag name="AS_UNIQUEID" val="1646"/>
</p:tagLst>
</file>

<file path=ppt/tags/tag1156.xml><?xml version="1.0" encoding="utf-8"?>
<p:tagLst xmlns:p="http://schemas.openxmlformats.org/presentationml/2006/main">
  <p:tag name="AS_UNIQUEID" val="1647"/>
</p:tagLst>
</file>

<file path=ppt/tags/tag1157.xml><?xml version="1.0" encoding="utf-8"?>
<p:tagLst xmlns:p="http://schemas.openxmlformats.org/presentationml/2006/main">
  <p:tag name="AS_UNIQUEID" val="1648"/>
</p:tagLst>
</file>

<file path=ppt/tags/tag1158.xml><?xml version="1.0" encoding="utf-8"?>
<p:tagLst xmlns:p="http://schemas.openxmlformats.org/presentationml/2006/main">
  <p:tag name="AS_UNIQUEID" val="1649"/>
</p:tagLst>
</file>

<file path=ppt/tags/tag1159.xml><?xml version="1.0" encoding="utf-8"?>
<p:tagLst xmlns:p="http://schemas.openxmlformats.org/presentationml/2006/main">
  <p:tag name="AS_UNIQUEID" val="1650"/>
</p:tagLst>
</file>

<file path=ppt/tags/tag1160.xml><?xml version="1.0" encoding="utf-8"?>
<p:tagLst xmlns:p="http://schemas.openxmlformats.org/presentationml/2006/main">
  <p:tag name="AS_UNIQUEID" val="1651"/>
</p:tagLst>
</file>

<file path=ppt/tags/tag1161.xml><?xml version="1.0" encoding="utf-8"?>
<p:tagLst xmlns:p="http://schemas.openxmlformats.org/presentationml/2006/main">
  <p:tag name="AS_UNIQUEID" val="1652"/>
</p:tagLst>
</file>

<file path=ppt/tags/tag1162.xml><?xml version="1.0" encoding="utf-8"?>
<p:tagLst xmlns:p="http://schemas.openxmlformats.org/presentationml/2006/main">
  <p:tag name="AS_UNIQUEID" val="1653"/>
</p:tagLst>
</file>

<file path=ppt/tags/tag1163.xml><?xml version="1.0" encoding="utf-8"?>
<p:tagLst xmlns:p="http://schemas.openxmlformats.org/presentationml/2006/main">
  <p:tag name="AS_UNIQUEID" val="1654"/>
</p:tagLst>
</file>

<file path=ppt/tags/tag1164.xml><?xml version="1.0" encoding="utf-8"?>
<p:tagLst xmlns:p="http://schemas.openxmlformats.org/presentationml/2006/main">
  <p:tag name="AS_UNIQUEID" val="1655"/>
</p:tagLst>
</file>

<file path=ppt/tags/tag1165.xml><?xml version="1.0" encoding="utf-8"?>
<p:tagLst xmlns:p="http://schemas.openxmlformats.org/presentationml/2006/main">
  <p:tag name="AS_UNIQUEID" val="1656"/>
</p:tagLst>
</file>

<file path=ppt/tags/tag1166.xml><?xml version="1.0" encoding="utf-8"?>
<p:tagLst xmlns:p="http://schemas.openxmlformats.org/presentationml/2006/main">
  <p:tag name="AS_UNIQUEID" val="1657"/>
</p:tagLst>
</file>

<file path=ppt/tags/tag1167.xml><?xml version="1.0" encoding="utf-8"?>
<p:tagLst xmlns:p="http://schemas.openxmlformats.org/presentationml/2006/main">
  <p:tag name="AS_UNIQUEID" val="1658"/>
</p:tagLst>
</file>

<file path=ppt/tags/tag1168.xml><?xml version="1.0" encoding="utf-8"?>
<p:tagLst xmlns:p="http://schemas.openxmlformats.org/presentationml/2006/main">
  <p:tag name="AS_UNIQUEID" val="1659"/>
</p:tagLst>
</file>

<file path=ppt/tags/tag1169.xml><?xml version="1.0" encoding="utf-8"?>
<p:tagLst xmlns:p="http://schemas.openxmlformats.org/presentationml/2006/main">
  <p:tag name="AS_UNIQUEID" val="1660"/>
</p:tagLst>
</file>

<file path=ppt/tags/tag1170.xml><?xml version="1.0" encoding="utf-8"?>
<p:tagLst xmlns:p="http://schemas.openxmlformats.org/presentationml/2006/main">
  <p:tag name="AS_UNIQUEID" val="1661"/>
</p:tagLst>
</file>

<file path=ppt/tags/tag1171.xml><?xml version="1.0" encoding="utf-8"?>
<p:tagLst xmlns:p="http://schemas.openxmlformats.org/presentationml/2006/main">
  <p:tag name="AS_UNIQUEID" val="1662"/>
</p:tagLst>
</file>

<file path=ppt/tags/tag1172.xml><?xml version="1.0" encoding="utf-8"?>
<p:tagLst xmlns:p="http://schemas.openxmlformats.org/presentationml/2006/main">
  <p:tag name="AS_UNIQUEID" val="1663"/>
</p:tagLst>
</file>

<file path=ppt/tags/tag1173.xml><?xml version="1.0" encoding="utf-8"?>
<p:tagLst xmlns:p="http://schemas.openxmlformats.org/presentationml/2006/main">
  <p:tag name="AS_UNIQUEID" val="1664"/>
</p:tagLst>
</file>

<file path=ppt/tags/tag1174.xml><?xml version="1.0" encoding="utf-8"?>
<p:tagLst xmlns:p="http://schemas.openxmlformats.org/presentationml/2006/main">
  <p:tag name="AS_UNIQUEID" val="1665"/>
</p:tagLst>
</file>

<file path=ppt/tags/tag1175.xml><?xml version="1.0" encoding="utf-8"?>
<p:tagLst xmlns:p="http://schemas.openxmlformats.org/presentationml/2006/main">
  <p:tag name="AS_UNIQUEID" val="1666"/>
</p:tagLst>
</file>

<file path=ppt/tags/tag1176.xml><?xml version="1.0" encoding="utf-8"?>
<p:tagLst xmlns:p="http://schemas.openxmlformats.org/presentationml/2006/main">
  <p:tag name="AS_UNIQUEID" val="1667"/>
</p:tagLst>
</file>

<file path=ppt/tags/tag1177.xml><?xml version="1.0" encoding="utf-8"?>
<p:tagLst xmlns:p="http://schemas.openxmlformats.org/presentationml/2006/main">
  <p:tag name="AS_UNIQUEID" val="1668"/>
</p:tagLst>
</file>

<file path=ppt/tags/tag1178.xml><?xml version="1.0" encoding="utf-8"?>
<p:tagLst xmlns:p="http://schemas.openxmlformats.org/presentationml/2006/main">
  <p:tag name="AS_UNIQUEID" val="1669"/>
</p:tagLst>
</file>

<file path=ppt/tags/tag1179.xml><?xml version="1.0" encoding="utf-8"?>
<p:tagLst xmlns:p="http://schemas.openxmlformats.org/presentationml/2006/main">
  <p:tag name="AS_UNIQUEID" val="1670"/>
</p:tagLst>
</file>

<file path=ppt/tags/tag1180.xml><?xml version="1.0" encoding="utf-8"?>
<p:tagLst xmlns:p="http://schemas.openxmlformats.org/presentationml/2006/main">
  <p:tag name="AS_UNIQUEID" val="1671"/>
</p:tagLst>
</file>

<file path=ppt/tags/tag1181.xml><?xml version="1.0" encoding="utf-8"?>
<p:tagLst xmlns:p="http://schemas.openxmlformats.org/presentationml/2006/main">
  <p:tag name="AS_UNIQUEID" val="1672"/>
</p:tagLst>
</file>

<file path=ppt/tags/tag1182.xml><?xml version="1.0" encoding="utf-8"?>
<p:tagLst xmlns:p="http://schemas.openxmlformats.org/presentationml/2006/main">
  <p:tag name="AS_UNIQUEID" val="1673"/>
</p:tagLst>
</file>

<file path=ppt/tags/tag1183.xml><?xml version="1.0" encoding="utf-8"?>
<p:tagLst xmlns:p="http://schemas.openxmlformats.org/presentationml/2006/main">
  <p:tag name="AS_UNIQUEID" val="1674"/>
</p:tagLst>
</file>

<file path=ppt/tags/tag1184.xml><?xml version="1.0" encoding="utf-8"?>
<p:tagLst xmlns:p="http://schemas.openxmlformats.org/presentationml/2006/main">
  <p:tag name="AS_UNIQUEID" val="1675"/>
</p:tagLst>
</file>

<file path=ppt/tags/tag1185.xml><?xml version="1.0" encoding="utf-8"?>
<p:tagLst xmlns:p="http://schemas.openxmlformats.org/presentationml/2006/main">
  <p:tag name="AS_UNIQUEID" val="1676"/>
</p:tagLst>
</file>

<file path=ppt/tags/tag1186.xml><?xml version="1.0" encoding="utf-8"?>
<p:tagLst xmlns:p="http://schemas.openxmlformats.org/presentationml/2006/main">
  <p:tag name="AS_UNIQUEID" val="1677"/>
</p:tagLst>
</file>

<file path=ppt/tags/tag1187.xml><?xml version="1.0" encoding="utf-8"?>
<p:tagLst xmlns:p="http://schemas.openxmlformats.org/presentationml/2006/main">
  <p:tag name="AS_UNIQUEID" val="1678"/>
</p:tagLst>
</file>

<file path=ppt/tags/tag1188.xml><?xml version="1.0" encoding="utf-8"?>
<p:tagLst xmlns:p="http://schemas.openxmlformats.org/presentationml/2006/main">
  <p:tag name="AS_UNIQUEID" val="1679"/>
  <p:tag name="KSO_WM_BEAUTIFY_FLAG" val=""/>
</p:tagLst>
</file>

<file path=ppt/tags/tag1189.xml><?xml version="1.0" encoding="utf-8"?>
<p:tagLst xmlns:p="http://schemas.openxmlformats.org/presentationml/2006/main">
  <p:tag name="AS_UNIQUEID" val="1680"/>
  <p:tag name="KSO_WM_BEAUTIFY_FLAG" val=""/>
</p:tagLst>
</file>

<file path=ppt/tags/tag1190.xml><?xml version="1.0" encoding="utf-8"?>
<p:tagLst xmlns:p="http://schemas.openxmlformats.org/presentationml/2006/main">
  <p:tag name="AS_UNIQUEID" val="1681"/>
  <p:tag name="KSO_WM_BEAUTIFY_FLAG" val=""/>
</p:tagLst>
</file>

<file path=ppt/tags/tag1191.xml><?xml version="1.0" encoding="utf-8"?>
<p:tagLst xmlns:p="http://schemas.openxmlformats.org/presentationml/2006/main">
  <p:tag name="AS_UNIQUEID" val="1682"/>
</p:tagLst>
</file>

<file path=ppt/tags/tag1192.xml><?xml version="1.0" encoding="utf-8"?>
<p:tagLst xmlns:p="http://schemas.openxmlformats.org/presentationml/2006/main">
  <p:tag name="AS_UNIQUEID" val="1683"/>
  <p:tag name="KSO_WM_BEAUTIFY_FLAG" val=""/>
</p:tagLst>
</file>

<file path=ppt/tags/tag1193.xml><?xml version="1.0" encoding="utf-8"?>
<p:tagLst xmlns:p="http://schemas.openxmlformats.org/presentationml/2006/main">
  <p:tag name="AS_UNIQUEID" val="1684"/>
  <p:tag name="KSO_WM_BEAUTIFY_FLAG" val=""/>
</p:tagLst>
</file>

<file path=ppt/tags/tag1194.xml><?xml version="1.0" encoding="utf-8"?>
<p:tagLst xmlns:p="http://schemas.openxmlformats.org/presentationml/2006/main">
  <p:tag name="AS_UNIQUEID" val="1685"/>
</p:tagLst>
</file>

<file path=ppt/tags/tag1195.xml><?xml version="1.0" encoding="utf-8"?>
<p:tagLst xmlns:p="http://schemas.openxmlformats.org/presentationml/2006/main">
  <p:tag name="AS_UNIQUEID" val="1686"/>
</p:tagLst>
</file>

<file path=ppt/tags/tag1196.xml><?xml version="1.0" encoding="utf-8"?>
<p:tagLst xmlns:p="http://schemas.openxmlformats.org/presentationml/2006/main">
  <p:tag name="AS_UNIQUEID" val="1687"/>
  <p:tag name="KSO_WM_BEAUTIFY_FLAG" val=""/>
</p:tagLst>
</file>

<file path=ppt/tags/tag1197.xml><?xml version="1.0" encoding="utf-8"?>
<p:tagLst xmlns:p="http://schemas.openxmlformats.org/presentationml/2006/main">
  <p:tag name="AS_UNIQUEID" val="1688"/>
  <p:tag name="KSO_WM_BEAUTIFY_FLAG" val=""/>
</p:tagLst>
</file>

<file path=ppt/tags/tag1198.xml><?xml version="1.0" encoding="utf-8"?>
<p:tagLst xmlns:p="http://schemas.openxmlformats.org/presentationml/2006/main">
  <p:tag name="AS_UNIQUEID" val="1689"/>
  <p:tag name="KSO_WM_BEAUTIFY_FLAG" val=""/>
</p:tagLst>
</file>

<file path=ppt/tags/tag1199.xml><?xml version="1.0" encoding="utf-8"?>
<p:tagLst xmlns:p="http://schemas.openxmlformats.org/presentationml/2006/main">
  <p:tag name="AS_UNIQUEID" val="1690"/>
  <p:tag name="KSO_WM_BEAUTIFY_FLAG" val=""/>
</p:tagLst>
</file>

<file path=ppt/tags/tag1200.xml><?xml version="1.0" encoding="utf-8"?>
<p:tagLst xmlns:p="http://schemas.openxmlformats.org/presentationml/2006/main">
  <p:tag name="AS_UNIQUEID" val="1691"/>
  <p:tag name="KSO_WM_BEAUTIFY_FLAG" val=""/>
</p:tagLst>
</file>

<file path=ppt/tags/tag1201.xml><?xml version="1.0" encoding="utf-8"?>
<p:tagLst xmlns:p="http://schemas.openxmlformats.org/presentationml/2006/main">
  <p:tag name="AS_UNIQUEID" val="1692"/>
</p:tagLst>
</file>

<file path=ppt/tags/tag1202.xml><?xml version="1.0" encoding="utf-8"?>
<p:tagLst xmlns:p="http://schemas.openxmlformats.org/presentationml/2006/main">
  <p:tag name="AS_UNIQUEID" val="1693"/>
  <p:tag name="KSO_WM_BEAUTIFY_FLAG" val=""/>
</p:tagLst>
</file>

<file path=ppt/tags/tag1203.xml><?xml version="1.0" encoding="utf-8"?>
<p:tagLst xmlns:p="http://schemas.openxmlformats.org/presentationml/2006/main">
  <p:tag name="AS_UNIQUEID" val="1694"/>
  <p:tag name="KSO_WM_BEAUTIFY_FLAG" val=""/>
</p:tagLst>
</file>

<file path=ppt/tags/tag1204.xml><?xml version="1.0" encoding="utf-8"?>
<p:tagLst xmlns:p="http://schemas.openxmlformats.org/presentationml/2006/main">
  <p:tag name="AS_UNIQUEID" val="1695"/>
  <p:tag name="KSO_WM_BEAUTIFY_FLAG" val=""/>
</p:tagLst>
</file>

<file path=ppt/tags/tag1205.xml><?xml version="1.0" encoding="utf-8"?>
<p:tagLst xmlns:p="http://schemas.openxmlformats.org/presentationml/2006/main">
  <p:tag name="AS_UNIQUEID" val="1696"/>
  <p:tag name="KSO_WM_BEAUTIFY_FLAG" val=""/>
</p:tagLst>
</file>

<file path=ppt/tags/tag1206.xml><?xml version="1.0" encoding="utf-8"?>
<p:tagLst xmlns:p="http://schemas.openxmlformats.org/presentationml/2006/main">
  <p:tag name="AS_UNIQUEID" val="1697"/>
  <p:tag name="KSO_WM_BEAUTIFY_FLAG" val=""/>
</p:tagLst>
</file>

<file path=ppt/tags/tag1207.xml><?xml version="1.0" encoding="utf-8"?>
<p:tagLst xmlns:p="http://schemas.openxmlformats.org/presentationml/2006/main">
  <p:tag name="AS_UNIQUEID" val="1698"/>
</p:tagLst>
</file>

<file path=ppt/tags/tag1208.xml><?xml version="1.0" encoding="utf-8"?>
<p:tagLst xmlns:p="http://schemas.openxmlformats.org/presentationml/2006/main">
  <p:tag name="AS_UNIQUEID" val="1699"/>
</p:tagLst>
</file>

<file path=ppt/tags/tag1209.xml><?xml version="1.0" encoding="utf-8"?>
<p:tagLst xmlns:p="http://schemas.openxmlformats.org/presentationml/2006/main">
  <p:tag name="AS_UNIQUEID" val="1700"/>
</p:tagLst>
</file>

<file path=ppt/tags/tag1210.xml><?xml version="1.0" encoding="utf-8"?>
<p:tagLst xmlns:p="http://schemas.openxmlformats.org/presentationml/2006/main">
  <p:tag name="AS_UNIQUEID" val="1701"/>
</p:tagLst>
</file>

<file path=ppt/tags/tag1211.xml><?xml version="1.0" encoding="utf-8"?>
<p:tagLst xmlns:p="http://schemas.openxmlformats.org/presentationml/2006/main">
  <p:tag name="AS_UNIQUEID" val="1702"/>
</p:tagLst>
</file>

<file path=ppt/tags/tag1212.xml><?xml version="1.0" encoding="utf-8"?>
<p:tagLst xmlns:p="http://schemas.openxmlformats.org/presentationml/2006/main">
  <p:tag name="AS_UNIQUEID" val="1703"/>
  <p:tag name="KSO_WM_BEAUTIFY_FLAG" val=""/>
</p:tagLst>
</file>

<file path=ppt/tags/tag1213.xml><?xml version="1.0" encoding="utf-8"?>
<p:tagLst xmlns:p="http://schemas.openxmlformats.org/presentationml/2006/main">
  <p:tag name="AS_UNIQUEID" val="1704"/>
  <p:tag name="KSO_WM_BEAUTIFY_FLAG" val=""/>
</p:tagLst>
</file>

<file path=ppt/tags/tag1214.xml><?xml version="1.0" encoding="utf-8"?>
<p:tagLst xmlns:p="http://schemas.openxmlformats.org/presentationml/2006/main">
  <p:tag name="AS_UNIQUEID" val="1705"/>
</p:tagLst>
</file>

<file path=ppt/tags/tag1215.xml><?xml version="1.0" encoding="utf-8"?>
<p:tagLst xmlns:p="http://schemas.openxmlformats.org/presentationml/2006/main">
  <p:tag name="AS_UNIQUEID" val="520"/>
  <p:tag name="KSO_WM_BEAUTIFY_FLAG" val=""/>
</p:tagLst>
</file>

<file path=ppt/tags/tag1216.xml><?xml version="1.0" encoding="utf-8"?>
<p:tagLst xmlns:p="http://schemas.openxmlformats.org/presentationml/2006/main">
  <p:tag name="AS_UNIQUEID" val="1706"/>
  <p:tag name="KSO_WM_BEAUTIFY_FLAG" val=""/>
</p:tagLst>
</file>

<file path=ppt/tags/tag1217.xml><?xml version="1.0" encoding="utf-8"?>
<p:tagLst xmlns:p="http://schemas.openxmlformats.org/presentationml/2006/main">
  <p:tag name="AS_UNIQUEID" val="1707"/>
</p:tagLst>
</file>

<file path=ppt/tags/tag1218.xml><?xml version="1.0" encoding="utf-8"?>
<p:tagLst xmlns:p="http://schemas.openxmlformats.org/presentationml/2006/main">
  <p:tag name="AS_UNIQUEID" val="96"/>
  <p:tag name="KSO_WM_BEAUTIFY_FLAG" val=""/>
</p:tagLst>
</file>

<file path=ppt/tags/tag1219.xml><?xml version="1.0" encoding="utf-8"?>
<p:tagLst xmlns:p="http://schemas.openxmlformats.org/presentationml/2006/main">
  <p:tag name="AS_UNIQUEID" val="1708"/>
  <p:tag name="KSO_WM_BEAUTIFY_FLAG" val=""/>
</p:tagLst>
</file>

<file path=ppt/tags/tag1220.xml><?xml version="1.0" encoding="utf-8"?>
<p:tagLst xmlns:p="http://schemas.openxmlformats.org/presentationml/2006/main">
  <p:tag name="AS_UNIQUEID" val="1709"/>
</p:tagLst>
</file>

<file path=ppt/tags/tag1221.xml><?xml version="1.0" encoding="utf-8"?>
<p:tagLst xmlns:p="http://schemas.openxmlformats.org/presentationml/2006/main">
  <p:tag name="AS_UNIQUEID" val="110"/>
  <p:tag name="KSO_WM_BEAUTIFY_FLAG" val=""/>
</p:tagLst>
</file>

<file path=ppt/tags/tag1222.xml><?xml version="1.0" encoding="utf-8"?>
<p:tagLst xmlns:p="http://schemas.openxmlformats.org/presentationml/2006/main">
  <p:tag name="AS_UNIQUEID" val="1710"/>
  <p:tag name="KSO_WM_BEAUTIFY_FLAG" val=""/>
</p:tagLst>
</file>

<file path=ppt/tags/tag1223.xml><?xml version="1.0" encoding="utf-8"?>
<p:tagLst xmlns:p="http://schemas.openxmlformats.org/presentationml/2006/main">
  <p:tag name="AS_UNIQUEID" val="1711"/>
</p:tagLst>
</file>

<file path=ppt/tags/tag1224.xml><?xml version="1.0" encoding="utf-8"?>
<p:tagLst xmlns:p="http://schemas.openxmlformats.org/presentationml/2006/main">
  <p:tag name="AS_UNIQUEID" val="110"/>
  <p:tag name="KSO_WM_BEAUTIFY_FLAG" val=""/>
</p:tagLst>
</file>

<file path=ppt/tags/tag1225.xml><?xml version="1.0" encoding="utf-8"?>
<p:tagLst xmlns:p="http://schemas.openxmlformats.org/presentationml/2006/main">
  <p:tag name="AS_UNIQUEID" val="1712"/>
  <p:tag name="KSO_WM_BEAUTIFY_FLAG" val=""/>
</p:tagLst>
</file>

<file path=ppt/tags/tag1226.xml><?xml version="1.0" encoding="utf-8"?>
<p:tagLst xmlns:p="http://schemas.openxmlformats.org/presentationml/2006/main">
  <p:tag name="AS_UNIQUEID" val="1713"/>
</p:tagLst>
</file>

<file path=ppt/tags/tag1227.xml><?xml version="1.0" encoding="utf-8"?>
<p:tagLst xmlns:p="http://schemas.openxmlformats.org/presentationml/2006/main">
  <p:tag name="AS_UNIQUEID" val="1714"/>
</p:tagLst>
</file>

<file path=ppt/tags/tag1228.xml><?xml version="1.0" encoding="utf-8"?>
<p:tagLst xmlns:p="http://schemas.openxmlformats.org/presentationml/2006/main">
  <p:tag name="AS_UNIQUEID" val="1715"/>
  <p:tag name="KSO_WM_BEAUTIFY_FLAG" val=""/>
</p:tagLst>
</file>

<file path=ppt/tags/tag1229.xml><?xml version="1.0" encoding="utf-8"?>
<p:tagLst xmlns:p="http://schemas.openxmlformats.org/presentationml/2006/main">
  <p:tag name="AS_UNIQUEID" val="1716"/>
  <p:tag name="KSO_WM_BEAUTIFY_FLAG" val=""/>
</p:tagLst>
</file>

<file path=ppt/tags/tag1230.xml><?xml version="1.0" encoding="utf-8"?>
<p:tagLst xmlns:p="http://schemas.openxmlformats.org/presentationml/2006/main">
  <p:tag name="AS_UNIQUEID" val="1717"/>
  <p:tag name="KSO_WM_BEAUTIFY_FLAG" val=""/>
</p:tagLst>
</file>

<file path=ppt/tags/tag1231.xml><?xml version="1.0" encoding="utf-8"?>
<p:tagLst xmlns:p="http://schemas.openxmlformats.org/presentationml/2006/main">
  <p:tag name="AS_UNIQUEID" val="1718"/>
  <p:tag name="KSO_WM_BEAUTIFY_FLAG" val=""/>
</p:tagLst>
</file>

<file path=ppt/tags/tag1232.xml><?xml version="1.0" encoding="utf-8"?>
<p:tagLst xmlns:p="http://schemas.openxmlformats.org/presentationml/2006/main">
  <p:tag name="AS_UNIQUEID" val="1719"/>
  <p:tag name="KSO_WM_BEAUTIFY_FLAG" val=""/>
</p:tagLst>
</file>

<file path=ppt/tags/tag1233.xml><?xml version="1.0" encoding="utf-8"?>
<p:tagLst xmlns:p="http://schemas.openxmlformats.org/presentationml/2006/main">
  <p:tag name="AS_UNIQUEID" val="1720"/>
</p:tagLst>
</file>

<file path=ppt/tags/tag1234.xml><?xml version="1.0" encoding="utf-8"?>
<p:tagLst xmlns:p="http://schemas.openxmlformats.org/presentationml/2006/main">
  <p:tag name="AS_UNIQUEID" val="1721"/>
  <p:tag name="KSO_WM_BEAUTIFY_FLAG" val=""/>
</p:tagLst>
</file>

<file path=ppt/tags/tag1235.xml><?xml version="1.0" encoding="utf-8"?>
<p:tagLst xmlns:p="http://schemas.openxmlformats.org/presentationml/2006/main">
  <p:tag name="AS_UNIQUEID" val="1722"/>
  <p:tag name="KSO_WM_BEAUTIFY_FLAG" val=""/>
</p:tagLst>
</file>

<file path=ppt/tags/tag1236.xml><?xml version="1.0" encoding="utf-8"?>
<p:tagLst xmlns:p="http://schemas.openxmlformats.org/presentationml/2006/main">
  <p:tag name="AS_UNIQUEID" val="1723"/>
  <p:tag name="KSO_WM_BEAUTIFY_FLAG" val=""/>
</p:tagLst>
</file>

<file path=ppt/tags/tag1237.xml><?xml version="1.0" encoding="utf-8"?>
<p:tagLst xmlns:p="http://schemas.openxmlformats.org/presentationml/2006/main">
  <p:tag name="AS_UNIQUEID" val="1724"/>
  <p:tag name="KSO_WM_BEAUTIFY_FLAG" val=""/>
</p:tagLst>
</file>

<file path=ppt/tags/tag1238.xml><?xml version="1.0" encoding="utf-8"?>
<p:tagLst xmlns:p="http://schemas.openxmlformats.org/presentationml/2006/main">
  <p:tag name="AS_UNIQUEID" val="1725"/>
  <p:tag name="KSO_WM_BEAUTIFY_FLAG" val=""/>
</p:tagLst>
</file>

<file path=ppt/tags/tag1239.xml><?xml version="1.0" encoding="utf-8"?>
<p:tagLst xmlns:p="http://schemas.openxmlformats.org/presentationml/2006/main">
  <p:tag name="AS_UNIQUEID" val="1726"/>
</p:tagLst>
</file>

<file path=ppt/tags/tag1240.xml><?xml version="1.0" encoding="utf-8"?>
<p:tagLst xmlns:p="http://schemas.openxmlformats.org/presentationml/2006/main">
  <p:tag name="AS_UNIQUEID" val="1727"/>
</p:tagLst>
</file>

<file path=ppt/tags/tag1241.xml><?xml version="1.0" encoding="utf-8"?>
<p:tagLst xmlns:p="http://schemas.openxmlformats.org/presentationml/2006/main">
  <p:tag name="AS_UNIQUEID" val="1728"/>
</p:tagLst>
</file>

<file path=ppt/tags/tag1242.xml><?xml version="1.0" encoding="utf-8"?>
<p:tagLst xmlns:p="http://schemas.openxmlformats.org/presentationml/2006/main">
  <p:tag name="AS_UNIQUEID" val="1729"/>
</p:tagLst>
</file>

<file path=ppt/tags/tag1243.xml><?xml version="1.0" encoding="utf-8"?>
<p:tagLst xmlns:p="http://schemas.openxmlformats.org/presentationml/2006/main">
  <p:tag name="AS_UNIQUEID" val="1730"/>
</p:tagLst>
</file>

<file path=ppt/tags/tag1244.xml><?xml version="1.0" encoding="utf-8"?>
<p:tagLst xmlns:p="http://schemas.openxmlformats.org/presentationml/2006/main">
  <p:tag name="AS_UNIQUEID" val="1731"/>
  <p:tag name="KSO_WM_BEAUTIFY_FLAG" val=""/>
</p:tagLst>
</file>

<file path=ppt/tags/tag1245.xml><?xml version="1.0" encoding="utf-8"?>
<p:tagLst xmlns:p="http://schemas.openxmlformats.org/presentationml/2006/main">
  <p:tag name="AS_UNIQUEID" val="1732"/>
  <p:tag name="KSO_WM_BEAUTIFY_FLAG" val=""/>
</p:tagLst>
</file>

<file path=ppt/tags/tag1246.xml><?xml version="1.0" encoding="utf-8"?>
<p:tagLst xmlns:p="http://schemas.openxmlformats.org/presentationml/2006/main">
  <p:tag name="AS_UNIQUEID" val="1733"/>
</p:tagLst>
</file>

<file path=ppt/tags/tag1247.xml><?xml version="1.0" encoding="utf-8"?>
<p:tagLst xmlns:p="http://schemas.openxmlformats.org/presentationml/2006/main">
  <p:tag name="AS_UNIQUEID" val="1734"/>
</p:tagLst>
</file>

<file path=ppt/tags/tag1248.xml><?xml version="1.0" encoding="utf-8"?>
<p:tagLst xmlns:p="http://schemas.openxmlformats.org/presentationml/2006/main">
  <p:tag name="AS_UNIQUEID" val="1735"/>
  <p:tag name="KSO_WM_BEAUTIFY_FLAG" val=""/>
</p:tagLst>
</file>

<file path=ppt/tags/tag1249.xml><?xml version="1.0" encoding="utf-8"?>
<p:tagLst xmlns:p="http://schemas.openxmlformats.org/presentationml/2006/main">
  <p:tag name="AS_UNIQUEID" val="1736"/>
  <p:tag name="KSO_WM_BEAUTIFY_FLAG" val=""/>
</p:tagLst>
</file>

<file path=ppt/tags/tag1250.xml><?xml version="1.0" encoding="utf-8"?>
<p:tagLst xmlns:p="http://schemas.openxmlformats.org/presentationml/2006/main">
  <p:tag name="AS_UNIQUEID" val="1737"/>
  <p:tag name="KSO_WM_BEAUTIFY_FLAG" val=""/>
</p:tagLst>
</file>

<file path=ppt/tags/tag1251.xml><?xml version="1.0" encoding="utf-8"?>
<p:tagLst xmlns:p="http://schemas.openxmlformats.org/presentationml/2006/main">
  <p:tag name="AS_UNIQUEID" val="1738"/>
  <p:tag name="KSO_WM_BEAUTIFY_FLAG" val=""/>
</p:tagLst>
</file>

<file path=ppt/tags/tag1252.xml><?xml version="1.0" encoding="utf-8"?>
<p:tagLst xmlns:p="http://schemas.openxmlformats.org/presentationml/2006/main">
  <p:tag name="AS_UNIQUEID" val="1739"/>
  <p:tag name="KSO_WM_BEAUTIFY_FLAG" val=""/>
</p:tagLst>
</file>

<file path=ppt/tags/tag1253.xml><?xml version="1.0" encoding="utf-8"?>
<p:tagLst xmlns:p="http://schemas.openxmlformats.org/presentationml/2006/main">
  <p:tag name="AS_UNIQUEID" val="1740"/>
</p:tagLst>
</file>

<file path=ppt/tags/tag1254.xml><?xml version="1.0" encoding="utf-8"?>
<p:tagLst xmlns:p="http://schemas.openxmlformats.org/presentationml/2006/main">
  <p:tag name="AS_UNIQUEID" val="1741"/>
  <p:tag name="KSO_WM_BEAUTIFY_FLAG" val=""/>
</p:tagLst>
</file>

<file path=ppt/tags/tag1255.xml><?xml version="1.0" encoding="utf-8"?>
<p:tagLst xmlns:p="http://schemas.openxmlformats.org/presentationml/2006/main">
  <p:tag name="AS_UNIQUEID" val="1742"/>
  <p:tag name="KSO_WM_BEAUTIFY_FLAG" val=""/>
</p:tagLst>
</file>

<file path=ppt/tags/tag1256.xml><?xml version="1.0" encoding="utf-8"?>
<p:tagLst xmlns:p="http://schemas.openxmlformats.org/presentationml/2006/main">
  <p:tag name="AS_UNIQUEID" val="1743"/>
  <p:tag name="KSO_WM_BEAUTIFY_FLAG" val=""/>
</p:tagLst>
</file>

<file path=ppt/tags/tag1257.xml><?xml version="1.0" encoding="utf-8"?>
<p:tagLst xmlns:p="http://schemas.openxmlformats.org/presentationml/2006/main">
  <p:tag name="AS_UNIQUEID" val="1744"/>
  <p:tag name="KSO_WM_BEAUTIFY_FLAG" val=""/>
</p:tagLst>
</file>

<file path=ppt/tags/tag1258.xml><?xml version="1.0" encoding="utf-8"?>
<p:tagLst xmlns:p="http://schemas.openxmlformats.org/presentationml/2006/main">
  <p:tag name="AS_UNIQUEID" val="1745"/>
  <p:tag name="KSO_WM_BEAUTIFY_FLAG" val=""/>
</p:tagLst>
</file>

<file path=ppt/tags/tag1259.xml><?xml version="1.0" encoding="utf-8"?>
<p:tagLst xmlns:p="http://schemas.openxmlformats.org/presentationml/2006/main">
  <p:tag name="AS_UNIQUEID" val="1746"/>
  <p:tag name="KSO_WM_BEAUTIFY_FLAG" val=""/>
</p:tagLst>
</file>

<file path=ppt/tags/tag1260.xml><?xml version="1.0" encoding="utf-8"?>
<p:tagLst xmlns:p="http://schemas.openxmlformats.org/presentationml/2006/main">
  <p:tag name="AS_UNIQUEID" val="1747"/>
  <p:tag name="KSO_WM_BEAUTIFY_FLAG" val=""/>
</p:tagLst>
</file>

<file path=ppt/tags/tag1261.xml><?xml version="1.0" encoding="utf-8"?>
<p:tagLst xmlns:p="http://schemas.openxmlformats.org/presentationml/2006/main">
  <p:tag name="AS_UNIQUEID" val="1748"/>
</p:tagLst>
</file>

<file path=ppt/tags/tag1262.xml><?xml version="1.0" encoding="utf-8"?>
<p:tagLst xmlns:p="http://schemas.openxmlformats.org/presentationml/2006/main">
  <p:tag name="AS_UNIQUEID" val="1749"/>
</p:tagLst>
</file>

<file path=ppt/tags/tag1263.xml><?xml version="1.0" encoding="utf-8"?>
<p:tagLst xmlns:p="http://schemas.openxmlformats.org/presentationml/2006/main">
  <p:tag name="AS_UNIQUEID" val="1750"/>
</p:tagLst>
</file>

<file path=ppt/tags/tag1264.xml><?xml version="1.0" encoding="utf-8"?>
<p:tagLst xmlns:p="http://schemas.openxmlformats.org/presentationml/2006/main">
  <p:tag name="AS_UNIQUEID" val="1751"/>
</p:tagLst>
</file>

<file path=ppt/tags/tag1265.xml><?xml version="1.0" encoding="utf-8"?>
<p:tagLst xmlns:p="http://schemas.openxmlformats.org/presentationml/2006/main">
  <p:tag name="AS_UNIQUEID" val="1752"/>
</p:tagLst>
</file>

<file path=ppt/tags/tag1266.xml><?xml version="1.0" encoding="utf-8"?>
<p:tagLst xmlns:p="http://schemas.openxmlformats.org/presentationml/2006/main">
  <p:tag name="AS_UNIQUEID" val="1753"/>
  <p:tag name="KSO_WM_BEAUTIFY_FLAG" val=""/>
</p:tagLst>
</file>

<file path=ppt/tags/tag1267.xml><?xml version="1.0" encoding="utf-8"?>
<p:tagLst xmlns:p="http://schemas.openxmlformats.org/presentationml/2006/main">
  <p:tag name="AS_UNIQUEID" val="1754"/>
  <p:tag name="KSO_WM_BEAUTIFY_FLAG" val=""/>
</p:tagLst>
</file>

<file path=ppt/tags/tag1268.xml><?xml version="1.0" encoding="utf-8"?>
<p:tagLst xmlns:p="http://schemas.openxmlformats.org/presentationml/2006/main">
  <p:tag name="AS_UNIQUEID" val="1755"/>
</p:tagLst>
</file>

<file path=ppt/tags/tag1269.xml><?xml version="1.0" encoding="utf-8"?>
<p:tagLst xmlns:p="http://schemas.openxmlformats.org/presentationml/2006/main">
  <p:tag name="AS_UNIQUEID" val="1756"/>
</p:tagLst>
</file>

<file path=ppt/tags/tag1270.xml><?xml version="1.0" encoding="utf-8"?>
<p:tagLst xmlns:p="http://schemas.openxmlformats.org/presentationml/2006/main">
  <p:tag name="AS_UNIQUEID" val="1757"/>
  <p:tag name="KSO_WM_BEAUTIFY_FLAG" val=""/>
</p:tagLst>
</file>

<file path=ppt/tags/tag1271.xml><?xml version="1.0" encoding="utf-8"?>
<p:tagLst xmlns:p="http://schemas.openxmlformats.org/presentationml/2006/main">
  <p:tag name="AS_UNIQUEID" val="1758"/>
  <p:tag name="KSO_WM_BEAUTIFY_FLAG" val=""/>
</p:tagLst>
</file>

<file path=ppt/tags/tag1272.xml><?xml version="1.0" encoding="utf-8"?>
<p:tagLst xmlns:p="http://schemas.openxmlformats.org/presentationml/2006/main">
  <p:tag name="AS_UNIQUEID" val="1759"/>
  <p:tag name="KSO_WM_BEAUTIFY_FLAG" val=""/>
</p:tagLst>
</file>

<file path=ppt/tags/tag1273.xml><?xml version="1.0" encoding="utf-8"?>
<p:tagLst xmlns:p="http://schemas.openxmlformats.org/presentationml/2006/main">
  <p:tag name="AS_UNIQUEID" val="1760"/>
  <p:tag name="KSO_WM_BEAUTIFY_FLAG" val=""/>
</p:tagLst>
</file>

<file path=ppt/tags/tag1274.xml><?xml version="1.0" encoding="utf-8"?>
<p:tagLst xmlns:p="http://schemas.openxmlformats.org/presentationml/2006/main">
  <p:tag name="AS_UNIQUEID" val="1761"/>
  <p:tag name="KSO_WM_BEAUTIFY_FLAG" val=""/>
</p:tagLst>
</file>

<file path=ppt/tags/tag1275.xml><?xml version="1.0" encoding="utf-8"?>
<p:tagLst xmlns:p="http://schemas.openxmlformats.org/presentationml/2006/main">
  <p:tag name="AS_UNIQUEID" val="1762"/>
</p:tagLst>
</file>

<file path=ppt/tags/tag1276.xml><?xml version="1.0" encoding="utf-8"?>
<p:tagLst xmlns:p="http://schemas.openxmlformats.org/presentationml/2006/main">
  <p:tag name="AS_UNIQUEID" val="1763"/>
  <p:tag name="KSO_WM_BEAUTIFY_FLAG" val=""/>
</p:tagLst>
</file>

<file path=ppt/tags/tag1277.xml><?xml version="1.0" encoding="utf-8"?>
<p:tagLst xmlns:p="http://schemas.openxmlformats.org/presentationml/2006/main">
  <p:tag name="AS_UNIQUEID" val="1764"/>
  <p:tag name="KSO_WM_BEAUTIFY_FLAG" val=""/>
</p:tagLst>
</file>

<file path=ppt/tags/tag1278.xml><?xml version="1.0" encoding="utf-8"?>
<p:tagLst xmlns:p="http://schemas.openxmlformats.org/presentationml/2006/main">
  <p:tag name="AS_UNIQUEID" val="1765"/>
  <p:tag name="KSO_WM_BEAUTIFY_FLAG" val=""/>
</p:tagLst>
</file>

<file path=ppt/tags/tag1279.xml><?xml version="1.0" encoding="utf-8"?>
<p:tagLst xmlns:p="http://schemas.openxmlformats.org/presentationml/2006/main">
  <p:tag name="AS_UNIQUEID" val="1766"/>
  <p:tag name="KSO_WM_BEAUTIFY_FLAG" val=""/>
</p:tagLst>
</file>

<file path=ppt/tags/tag1280.xml><?xml version="1.0" encoding="utf-8"?>
<p:tagLst xmlns:p="http://schemas.openxmlformats.org/presentationml/2006/main">
  <p:tag name="AS_UNIQUEID" val="1767"/>
  <p:tag name="KSO_WM_BEAUTIFY_FLAG" val=""/>
</p:tagLst>
</file>

<file path=ppt/tags/tag1281.xml><?xml version="1.0" encoding="utf-8"?>
<p:tagLst xmlns:p="http://schemas.openxmlformats.org/presentationml/2006/main">
  <p:tag name="AS_UNIQUEID" val="1768"/>
  <p:tag name="KSO_WM_BEAUTIFY_FLAG" val=""/>
</p:tagLst>
</file>

<file path=ppt/tags/tag1282.xml><?xml version="1.0" encoding="utf-8"?>
<p:tagLst xmlns:p="http://schemas.openxmlformats.org/presentationml/2006/main">
  <p:tag name="AS_UNIQUEID" val="1769"/>
  <p:tag name="KSO_WM_BEAUTIFY_FLAG" val=""/>
</p:tagLst>
</file>

<file path=ppt/tags/tag1283.xml><?xml version="1.0" encoding="utf-8"?>
<p:tagLst xmlns:p="http://schemas.openxmlformats.org/presentationml/2006/main">
  <p:tag name="AS_UNIQUEID" val="1770"/>
  <p:tag name="KSO_WM_BEAUTIFY_FLAG" val=""/>
</p:tagLst>
</file>

<file path=ppt/tags/tag1284.xml><?xml version="1.0" encoding="utf-8"?>
<p:tagLst xmlns:p="http://schemas.openxmlformats.org/presentationml/2006/main">
  <p:tag name="AS_UNIQUEID" val="1771"/>
</p:tagLst>
</file>

<file path=ppt/tags/tag1285.xml><?xml version="1.0" encoding="utf-8"?>
<p:tagLst xmlns:p="http://schemas.openxmlformats.org/presentationml/2006/main">
  <p:tag name="AS_UNIQUEID" val="1772"/>
</p:tagLst>
</file>

<file path=ppt/tags/tag1286.xml><?xml version="1.0" encoding="utf-8"?>
<p:tagLst xmlns:p="http://schemas.openxmlformats.org/presentationml/2006/main">
  <p:tag name="AS_UNIQUEID" val="1773"/>
</p:tagLst>
</file>

<file path=ppt/tags/tag1287.xml><?xml version="1.0" encoding="utf-8"?>
<p:tagLst xmlns:p="http://schemas.openxmlformats.org/presentationml/2006/main">
  <p:tag name="AS_UNIQUEID" val="1774"/>
</p:tagLst>
</file>

<file path=ppt/tags/tag1288.xml><?xml version="1.0" encoding="utf-8"?>
<p:tagLst xmlns:p="http://schemas.openxmlformats.org/presentationml/2006/main">
  <p:tag name="AS_UNIQUEID" val="1775"/>
</p:tagLst>
</file>

<file path=ppt/tags/tag1289.xml><?xml version="1.0" encoding="utf-8"?>
<p:tagLst xmlns:p="http://schemas.openxmlformats.org/presentationml/2006/main">
  <p:tag name="AS_UNIQUEID" val="1776"/>
  <p:tag name="KSO_WM_BEAUTIFY_FLAG" val=""/>
</p:tagLst>
</file>

<file path=ppt/tags/tag1290.xml><?xml version="1.0" encoding="utf-8"?>
<p:tagLst xmlns:p="http://schemas.openxmlformats.org/presentationml/2006/main">
  <p:tag name="AS_UNIQUEID" val="1777"/>
  <p:tag name="KSO_WM_BEAUTIFY_FLAG" val=""/>
</p:tagLst>
</file>

<file path=ppt/tags/tag1291.xml><?xml version="1.0" encoding="utf-8"?>
<p:tagLst xmlns:p="http://schemas.openxmlformats.org/presentationml/2006/main">
  <p:tag name="AS_UNIQUEID" val="1778"/>
</p:tagLst>
</file>

<file path=ppt/tags/tag1292.xml><?xml version="1.0" encoding="utf-8"?>
<p:tagLst xmlns:p="http://schemas.openxmlformats.org/presentationml/2006/main">
  <p:tag name="AS_UNIQUEID" val="1779"/>
</p:tagLst>
</file>

<file path=ppt/tags/tag1293.xml><?xml version="1.0" encoding="utf-8"?>
<p:tagLst xmlns:p="http://schemas.openxmlformats.org/presentationml/2006/main">
  <p:tag name="AS_UNIQUEID" val="1780"/>
  <p:tag name="KSO_WM_BEAUTIFY_FLAG" val=""/>
</p:tagLst>
</file>

<file path=ppt/tags/tag1294.xml><?xml version="1.0" encoding="utf-8"?>
<p:tagLst xmlns:p="http://schemas.openxmlformats.org/presentationml/2006/main">
  <p:tag name="AS_UNIQUEID" val="1781"/>
  <p:tag name="KSO_WM_BEAUTIFY_FLAG" val=""/>
</p:tagLst>
</file>

<file path=ppt/tags/tag1295.xml><?xml version="1.0" encoding="utf-8"?>
<p:tagLst xmlns:p="http://schemas.openxmlformats.org/presentationml/2006/main">
  <p:tag name="AS_UNIQUEID" val="1782"/>
  <p:tag name="KSO_WM_BEAUTIFY_FLAG" val=""/>
</p:tagLst>
</file>

<file path=ppt/tags/tag1296.xml><?xml version="1.0" encoding="utf-8"?>
<p:tagLst xmlns:p="http://schemas.openxmlformats.org/presentationml/2006/main">
  <p:tag name="AS_UNIQUEID" val="1783"/>
  <p:tag name="KSO_WM_BEAUTIFY_FLAG" val=""/>
</p:tagLst>
</file>

<file path=ppt/tags/tag1297.xml><?xml version="1.0" encoding="utf-8"?>
<p:tagLst xmlns:p="http://schemas.openxmlformats.org/presentationml/2006/main">
  <p:tag name="AS_UNIQUEID" val="1784"/>
  <p:tag name="KSO_WM_BEAUTIFY_FLAG" val=""/>
</p:tagLst>
</file>

<file path=ppt/tags/tag1298.xml><?xml version="1.0" encoding="utf-8"?>
<p:tagLst xmlns:p="http://schemas.openxmlformats.org/presentationml/2006/main">
  <p:tag name="AS_UNIQUEID" val="1785"/>
</p:tagLst>
</file>

<file path=ppt/tags/tag1299.xml><?xml version="1.0" encoding="utf-8"?>
<p:tagLst xmlns:p="http://schemas.openxmlformats.org/presentationml/2006/main">
  <p:tag name="AS_UNIQUEID" val="1786"/>
  <p:tag name="KSO_WM_BEAUTIFY_FLAG" val=""/>
</p:tagLst>
</file>

<file path=ppt/tags/tag1300.xml><?xml version="1.0" encoding="utf-8"?>
<p:tagLst xmlns:p="http://schemas.openxmlformats.org/presentationml/2006/main">
  <p:tag name="AS_UNIQUEID" val="1787"/>
  <p:tag name="KSO_WM_BEAUTIFY_FLAG" val=""/>
</p:tagLst>
</file>

<file path=ppt/tags/tag1301.xml><?xml version="1.0" encoding="utf-8"?>
<p:tagLst xmlns:p="http://schemas.openxmlformats.org/presentationml/2006/main">
  <p:tag name="AS_UNIQUEID" val="1788"/>
  <p:tag name="KSO_WM_BEAUTIFY_FLAG" val=""/>
</p:tagLst>
</file>

<file path=ppt/tags/tag1302.xml><?xml version="1.0" encoding="utf-8"?>
<p:tagLst xmlns:p="http://schemas.openxmlformats.org/presentationml/2006/main">
  <p:tag name="AS_UNIQUEID" val="1789"/>
  <p:tag name="KSO_WM_BEAUTIFY_FLAG" val=""/>
</p:tagLst>
</file>

<file path=ppt/tags/tag1303.xml><?xml version="1.0" encoding="utf-8"?>
<p:tagLst xmlns:p="http://schemas.openxmlformats.org/presentationml/2006/main">
  <p:tag name="AS_UNIQUEID" val="1790"/>
  <p:tag name="KSO_WM_BEAUTIFY_FLAG" val=""/>
</p:tagLst>
</file>

<file path=ppt/tags/tag1304.xml><?xml version="1.0" encoding="utf-8"?>
<p:tagLst xmlns:p="http://schemas.openxmlformats.org/presentationml/2006/main">
  <p:tag name="AS_UNIQUEID" val="1791"/>
  <p:tag name="KSO_WM_BEAUTIFY_FLAG" val=""/>
</p:tagLst>
</file>

<file path=ppt/tags/tag1305.xml><?xml version="1.0" encoding="utf-8"?>
<p:tagLst xmlns:p="http://schemas.openxmlformats.org/presentationml/2006/main">
  <p:tag name="AS_UNIQUEID" val="1792"/>
  <p:tag name="KSO_WM_BEAUTIFY_FLAG" val=""/>
</p:tagLst>
</file>

<file path=ppt/tags/tag1306.xml><?xml version="1.0" encoding="utf-8"?>
<p:tagLst xmlns:p="http://schemas.openxmlformats.org/presentationml/2006/main">
  <p:tag name="AS_UNIQUEID" val="1793"/>
</p:tagLst>
</file>

<file path=ppt/tags/tag1307.xml><?xml version="1.0" encoding="utf-8"?>
<p:tagLst xmlns:p="http://schemas.openxmlformats.org/presentationml/2006/main">
  <p:tag name="AS_UNIQUEID" val="1794"/>
</p:tagLst>
</file>

<file path=ppt/tags/tag1308.xml><?xml version="1.0" encoding="utf-8"?>
<p:tagLst xmlns:p="http://schemas.openxmlformats.org/presentationml/2006/main">
  <p:tag name="AS_UNIQUEID" val="1795"/>
</p:tagLst>
</file>

<file path=ppt/tags/tag1309.xml><?xml version="1.0" encoding="utf-8"?>
<p:tagLst xmlns:p="http://schemas.openxmlformats.org/presentationml/2006/main">
  <p:tag name="AS_UNIQUEID" val="1796"/>
</p:tagLst>
</file>

<file path=ppt/tags/tag1310.xml><?xml version="1.0" encoding="utf-8"?>
<p:tagLst xmlns:p="http://schemas.openxmlformats.org/presentationml/2006/main">
  <p:tag name="AS_UNIQUEID" val="1797"/>
</p:tagLst>
</file>

<file path=ppt/tags/tag1311.xml><?xml version="1.0" encoding="utf-8"?>
<p:tagLst xmlns:p="http://schemas.openxmlformats.org/presentationml/2006/main">
  <p:tag name="AS_UNIQUEID" val="1798"/>
  <p:tag name="KSO_WM_BEAUTIFY_FLAG" val=""/>
</p:tagLst>
</file>

<file path=ppt/tags/tag1312.xml><?xml version="1.0" encoding="utf-8"?>
<p:tagLst xmlns:p="http://schemas.openxmlformats.org/presentationml/2006/main">
  <p:tag name="AS_UNIQUEID" val="1799"/>
  <p:tag name="KSO_WM_BEAUTIFY_FLAG" val=""/>
</p:tagLst>
</file>

<file path=ppt/tags/tag1313.xml><?xml version="1.0" encoding="utf-8"?>
<p:tagLst xmlns:p="http://schemas.openxmlformats.org/presentationml/2006/main">
  <p:tag name="AS_UNIQUEID" val="1800"/>
</p:tagLst>
</file>

<file path=ppt/tags/tag1314.xml><?xml version="1.0" encoding="utf-8"?>
<p:tagLst xmlns:p="http://schemas.openxmlformats.org/presentationml/2006/main">
  <p:tag name="AS_UNIQUEID" val="1801"/>
</p:tagLst>
</file>

<file path=ppt/tags/tag1315.xml><?xml version="1.0" encoding="utf-8"?>
<p:tagLst xmlns:p="http://schemas.openxmlformats.org/presentationml/2006/main">
  <p:tag name="AS_UNIQUEID" val="1802"/>
  <p:tag name="KSO_WM_BEAUTIFY_FLAG" val=""/>
</p:tagLst>
</file>

<file path=ppt/tags/tag1316.xml><?xml version="1.0" encoding="utf-8"?>
<p:tagLst xmlns:p="http://schemas.openxmlformats.org/presentationml/2006/main">
  <p:tag name="AS_UNIQUEID" val="1803"/>
  <p:tag name="KSO_WM_BEAUTIFY_FLAG" val=""/>
</p:tagLst>
</file>

<file path=ppt/tags/tag1317.xml><?xml version="1.0" encoding="utf-8"?>
<p:tagLst xmlns:p="http://schemas.openxmlformats.org/presentationml/2006/main">
  <p:tag name="AS_UNIQUEID" val="1804"/>
  <p:tag name="KSO_WM_BEAUTIFY_FLAG" val=""/>
</p:tagLst>
</file>

<file path=ppt/tags/tag1318.xml><?xml version="1.0" encoding="utf-8"?>
<p:tagLst xmlns:p="http://schemas.openxmlformats.org/presentationml/2006/main">
  <p:tag name="AS_UNIQUEID" val="1805"/>
  <p:tag name="KSO_WM_BEAUTIFY_FLAG" val=""/>
</p:tagLst>
</file>

<file path=ppt/tags/tag1319.xml><?xml version="1.0" encoding="utf-8"?>
<p:tagLst xmlns:p="http://schemas.openxmlformats.org/presentationml/2006/main">
  <p:tag name="AS_UNIQUEID" val="1806"/>
  <p:tag name="KSO_WM_BEAUTIFY_FLAG" val=""/>
</p:tagLst>
</file>

<file path=ppt/tags/tag1320.xml><?xml version="1.0" encoding="utf-8"?>
<p:tagLst xmlns:p="http://schemas.openxmlformats.org/presentationml/2006/main">
  <p:tag name="AS_UNIQUEID" val="1807"/>
</p:tagLst>
</file>

<file path=ppt/tags/tag1321.xml><?xml version="1.0" encoding="utf-8"?>
<p:tagLst xmlns:p="http://schemas.openxmlformats.org/presentationml/2006/main">
  <p:tag name="AS_UNIQUEID" val="1808"/>
  <p:tag name="KSO_WM_BEAUTIFY_FLAG" val=""/>
</p:tagLst>
</file>

<file path=ppt/tags/tag1322.xml><?xml version="1.0" encoding="utf-8"?>
<p:tagLst xmlns:p="http://schemas.openxmlformats.org/presentationml/2006/main">
  <p:tag name="AS_UNIQUEID" val="1809"/>
  <p:tag name="KSO_WM_BEAUTIFY_FLAG" val=""/>
</p:tagLst>
</file>

<file path=ppt/tags/tag1323.xml><?xml version="1.0" encoding="utf-8"?>
<p:tagLst xmlns:p="http://schemas.openxmlformats.org/presentationml/2006/main">
  <p:tag name="AS_UNIQUEID" val="1810"/>
  <p:tag name="KSO_WM_BEAUTIFY_FLAG" val=""/>
</p:tagLst>
</file>

<file path=ppt/tags/tag1324.xml><?xml version="1.0" encoding="utf-8"?>
<p:tagLst xmlns:p="http://schemas.openxmlformats.org/presentationml/2006/main">
  <p:tag name="AS_UNIQUEID" val="1811"/>
  <p:tag name="KSO_WM_BEAUTIFY_FLAG" val=""/>
</p:tagLst>
</file>

<file path=ppt/tags/tag1325.xml><?xml version="1.0" encoding="utf-8"?>
<p:tagLst xmlns:p="http://schemas.openxmlformats.org/presentationml/2006/main">
  <p:tag name="AS_UNIQUEID" val="1812"/>
  <p:tag name="KSO_WM_BEAUTIFY_FLAG" val=""/>
</p:tagLst>
</file>

<file path=ppt/tags/tag1326.xml><?xml version="1.0" encoding="utf-8"?>
<p:tagLst xmlns:p="http://schemas.openxmlformats.org/presentationml/2006/main">
  <p:tag name="AS_UNIQUEID" val="1813"/>
  <p:tag name="KSO_WM_BEAUTIFY_FLAG" val=""/>
  <p:tag name="TABLE_ENDDRAG_ORIGIN_RECT" val="825*392"/>
  <p:tag name="TABLE_ENDDRAG_RECT" val="68*106*825*392"/>
</p:tagLst>
</file>

<file path=ppt/tags/tag1327.xml><?xml version="1.0" encoding="utf-8"?>
<p:tagLst xmlns:p="http://schemas.openxmlformats.org/presentationml/2006/main">
  <p:tag name="AS_UNIQUEID" val="1814"/>
</p:tagLst>
</file>

<file path=ppt/tags/tag1328.xml><?xml version="1.0" encoding="utf-8"?>
<p:tagLst xmlns:p="http://schemas.openxmlformats.org/presentationml/2006/main">
  <p:tag name="AS_UNIQUEID" val="1815"/>
</p:tagLst>
</file>

<file path=ppt/tags/tag1329.xml><?xml version="1.0" encoding="utf-8"?>
<p:tagLst xmlns:p="http://schemas.openxmlformats.org/presentationml/2006/main">
  <p:tag name="AS_UNIQUEID" val="1816"/>
  <p:tag name="KSO_WM_BEAUTIFY_FLAG" val=""/>
</p:tagLst>
</file>

<file path=ppt/tags/tag1330.xml><?xml version="1.0" encoding="utf-8"?>
<p:tagLst xmlns:p="http://schemas.openxmlformats.org/presentationml/2006/main">
  <p:tag name="AS_UNIQUEID" val="1817"/>
  <p:tag name="KSO_WM_BEAUTIFY_FLAG" val=""/>
</p:tagLst>
</file>

<file path=ppt/tags/tag1331.xml><?xml version="1.0" encoding="utf-8"?>
<p:tagLst xmlns:p="http://schemas.openxmlformats.org/presentationml/2006/main">
  <p:tag name="AS_UNIQUEID" val="1818"/>
  <p:tag name="KSO_WM_BEAUTIFY_FLAG" val=""/>
</p:tagLst>
</file>

<file path=ppt/tags/tag1332.xml><?xml version="1.0" encoding="utf-8"?>
<p:tagLst xmlns:p="http://schemas.openxmlformats.org/presentationml/2006/main">
  <p:tag name="AS_UNIQUEID" val="1819"/>
  <p:tag name="KSO_WM_BEAUTIFY_FLAG" val=""/>
</p:tagLst>
</file>

<file path=ppt/tags/tag1333.xml><?xml version="1.0" encoding="utf-8"?>
<p:tagLst xmlns:p="http://schemas.openxmlformats.org/presentationml/2006/main">
  <p:tag name="AS_UNIQUEID" val="1820"/>
  <p:tag name="KSO_WM_BEAUTIFY_FLAG" val=""/>
</p:tagLst>
</file>

<file path=ppt/tags/tag1334.xml><?xml version="1.0" encoding="utf-8"?>
<p:tagLst xmlns:p="http://schemas.openxmlformats.org/presentationml/2006/main">
  <p:tag name="AS_UNIQUEID" val="1821"/>
  <p:tag name="KSO_WM_BEAUTIFY_FLAG" val=""/>
</p:tagLst>
</file>

<file path=ppt/tags/tag1335.xml><?xml version="1.0" encoding="utf-8"?>
<p:tagLst xmlns:p="http://schemas.openxmlformats.org/presentationml/2006/main">
  <p:tag name="AS_UNIQUEID" val="1822"/>
</p:tagLst>
</file>

<file path=ppt/tags/tag1336.xml><?xml version="1.0" encoding="utf-8"?>
<p:tagLst xmlns:p="http://schemas.openxmlformats.org/presentationml/2006/main">
  <p:tag name="AS_UNIQUEID" val="1823"/>
</p:tagLst>
</file>

<file path=ppt/tags/tag1337.xml><?xml version="1.0" encoding="utf-8"?>
<p:tagLst xmlns:p="http://schemas.openxmlformats.org/presentationml/2006/main">
  <p:tag name="AS_UNIQUEID" val="1824"/>
</p:tagLst>
</file>

<file path=ppt/tags/tag1338.xml><?xml version="1.0" encoding="utf-8"?>
<p:tagLst xmlns:p="http://schemas.openxmlformats.org/presentationml/2006/main">
  <p:tag name="AS_UNIQUEID" val="1825"/>
</p:tagLst>
</file>

<file path=ppt/tags/tag1339.xml><?xml version="1.0" encoding="utf-8"?>
<p:tagLst xmlns:p="http://schemas.openxmlformats.org/presentationml/2006/main">
  <p:tag name="AS_UNIQUEID" val="1826"/>
</p:tagLst>
</file>

<file path=ppt/tags/tag1340.xml><?xml version="1.0" encoding="utf-8"?>
<p:tagLst xmlns:p="http://schemas.openxmlformats.org/presentationml/2006/main">
  <p:tag name="AS_UNIQUEID" val="1827"/>
</p:tagLst>
</file>

<file path=ppt/tags/tag1341.xml><?xml version="1.0" encoding="utf-8"?>
<p:tagLst xmlns:p="http://schemas.openxmlformats.org/presentationml/2006/main">
  <p:tag name="AS_UNIQUEID" val="1828"/>
</p:tagLst>
</file>

<file path=ppt/tags/tag1342.xml><?xml version="1.0" encoding="utf-8"?>
<p:tagLst xmlns:p="http://schemas.openxmlformats.org/presentationml/2006/main">
  <p:tag name="AS_UNIQUEID" val="1829"/>
</p:tagLst>
</file>

<file path=ppt/tags/tag1343.xml><?xml version="1.0" encoding="utf-8"?>
<p:tagLst xmlns:p="http://schemas.openxmlformats.org/presentationml/2006/main">
  <p:tag name="AS_UNIQUEID" val="1830"/>
</p:tagLst>
</file>

<file path=ppt/tags/tag1344.xml><?xml version="1.0" encoding="utf-8"?>
<p:tagLst xmlns:p="http://schemas.openxmlformats.org/presentationml/2006/main">
  <p:tag name="AS_UNIQUEID" val="1831"/>
</p:tagLst>
</file>

<file path=ppt/tags/tag1345.xml><?xml version="1.0" encoding="utf-8"?>
<p:tagLst xmlns:p="http://schemas.openxmlformats.org/presentationml/2006/main">
  <p:tag name="AS_UNIQUEID" val="1832"/>
</p:tagLst>
</file>

<file path=ppt/tags/tag1346.xml><?xml version="1.0" encoding="utf-8"?>
<p:tagLst xmlns:p="http://schemas.openxmlformats.org/presentationml/2006/main">
  <p:tag name="AS_UNIQUEID" val="1833"/>
</p:tagLst>
</file>

<file path=ppt/tags/tag1347.xml><?xml version="1.0" encoding="utf-8"?>
<p:tagLst xmlns:p="http://schemas.openxmlformats.org/presentationml/2006/main">
  <p:tag name="AS_UNIQUEID" val="1834"/>
</p:tagLst>
</file>

<file path=ppt/tags/tag1348.xml><?xml version="1.0" encoding="utf-8"?>
<p:tagLst xmlns:p="http://schemas.openxmlformats.org/presentationml/2006/main">
  <p:tag name="AS_UNIQUEID" val="1835"/>
</p:tagLst>
</file>

<file path=ppt/tags/tag1349.xml><?xml version="1.0" encoding="utf-8"?>
<p:tagLst xmlns:p="http://schemas.openxmlformats.org/presentationml/2006/main">
  <p:tag name="AS_UNIQUEID" val="1836"/>
</p:tagLst>
</file>

<file path=ppt/tags/tag1350.xml><?xml version="1.0" encoding="utf-8"?>
<p:tagLst xmlns:p="http://schemas.openxmlformats.org/presentationml/2006/main">
  <p:tag name="AS_UNIQUEID" val="1837"/>
</p:tagLst>
</file>

<file path=ppt/tags/tag1351.xml><?xml version="1.0" encoding="utf-8"?>
<p:tagLst xmlns:p="http://schemas.openxmlformats.org/presentationml/2006/main">
  <p:tag name="AS_UNIQUEID" val="1838"/>
</p:tagLst>
</file>

<file path=ppt/tags/tag1352.xml><?xml version="1.0" encoding="utf-8"?>
<p:tagLst xmlns:p="http://schemas.openxmlformats.org/presentationml/2006/main">
  <p:tag name="AS_UNIQUEID" val="1839"/>
</p:tagLst>
</file>

<file path=ppt/tags/tag1353.xml><?xml version="1.0" encoding="utf-8"?>
<p:tagLst xmlns:p="http://schemas.openxmlformats.org/presentationml/2006/main">
  <p:tag name="AS_UNIQUEID" val="1840"/>
</p:tagLst>
</file>

<file path=ppt/tags/tag1354.xml><?xml version="1.0" encoding="utf-8"?>
<p:tagLst xmlns:p="http://schemas.openxmlformats.org/presentationml/2006/main">
  <p:tag name="AS_UNIQUEID" val="1841"/>
</p:tagLst>
</file>

<file path=ppt/tags/tag1355.xml><?xml version="1.0" encoding="utf-8"?>
<p:tagLst xmlns:p="http://schemas.openxmlformats.org/presentationml/2006/main">
  <p:tag name="AS_UNIQUEID" val="1842"/>
</p:tagLst>
</file>

<file path=ppt/tags/tag1356.xml><?xml version="1.0" encoding="utf-8"?>
<p:tagLst xmlns:p="http://schemas.openxmlformats.org/presentationml/2006/main">
  <p:tag name="AS_UNIQUEID" val="1843"/>
</p:tagLst>
</file>

<file path=ppt/tags/tag1357.xml><?xml version="1.0" encoding="utf-8"?>
<p:tagLst xmlns:p="http://schemas.openxmlformats.org/presentationml/2006/main">
  <p:tag name="AS_UNIQUEID" val="1844"/>
</p:tagLst>
</file>

<file path=ppt/tags/tag1358.xml><?xml version="1.0" encoding="utf-8"?>
<p:tagLst xmlns:p="http://schemas.openxmlformats.org/presentationml/2006/main">
  <p:tag name="AS_UNIQUEID" val="1845"/>
</p:tagLst>
</file>

<file path=ppt/tags/tag1359.xml><?xml version="1.0" encoding="utf-8"?>
<p:tagLst xmlns:p="http://schemas.openxmlformats.org/presentationml/2006/main">
  <p:tag name="AS_UNIQUEID" val="1846"/>
</p:tagLst>
</file>

<file path=ppt/tags/tag1360.xml><?xml version="1.0" encoding="utf-8"?>
<p:tagLst xmlns:p="http://schemas.openxmlformats.org/presentationml/2006/main">
  <p:tag name="AS_UNIQUEID" val="1847"/>
</p:tagLst>
</file>

<file path=ppt/tags/tag1361.xml><?xml version="1.0" encoding="utf-8"?>
<p:tagLst xmlns:p="http://schemas.openxmlformats.org/presentationml/2006/main">
  <p:tag name="AS_UNIQUEID" val="1848"/>
</p:tagLst>
</file>

<file path=ppt/tags/tag1362.xml><?xml version="1.0" encoding="utf-8"?>
<p:tagLst xmlns:p="http://schemas.openxmlformats.org/presentationml/2006/main">
  <p:tag name="AS_UNIQUEID" val="1849"/>
</p:tagLst>
</file>

<file path=ppt/tags/tag1363.xml><?xml version="1.0" encoding="utf-8"?>
<p:tagLst xmlns:p="http://schemas.openxmlformats.org/presentationml/2006/main">
  <p:tag name="AS_UNIQUEID" val="1850"/>
</p:tagLst>
</file>

<file path=ppt/tags/tag1364.xml><?xml version="1.0" encoding="utf-8"?>
<p:tagLst xmlns:p="http://schemas.openxmlformats.org/presentationml/2006/main">
  <p:tag name="AS_UNIQUEID" val="1851"/>
</p:tagLst>
</file>

<file path=ppt/tags/tag1365.xml><?xml version="1.0" encoding="utf-8"?>
<p:tagLst xmlns:p="http://schemas.openxmlformats.org/presentationml/2006/main">
  <p:tag name="AS_UNIQUEID" val="1852"/>
</p:tagLst>
</file>

<file path=ppt/tags/tag1366.xml><?xml version="1.0" encoding="utf-8"?>
<p:tagLst xmlns:p="http://schemas.openxmlformats.org/presentationml/2006/main">
  <p:tag name="AS_UNIQUEID" val="1853"/>
</p:tagLst>
</file>

<file path=ppt/tags/tag1367.xml><?xml version="1.0" encoding="utf-8"?>
<p:tagLst xmlns:p="http://schemas.openxmlformats.org/presentationml/2006/main">
  <p:tag name="AS_UNIQUEID" val="1854"/>
  <p:tag name="KSO_WM_BEAUTIFY_FLAG" val=""/>
</p:tagLst>
</file>

<file path=ppt/tags/tag1368.xml><?xml version="1.0" encoding="utf-8"?>
<p:tagLst xmlns:p="http://schemas.openxmlformats.org/presentationml/2006/main">
  <p:tag name="AS_UNIQUEID" val="1855"/>
</p:tagLst>
</file>

<file path=ppt/tags/tag1369.xml><?xml version="1.0" encoding="utf-8"?>
<p:tagLst xmlns:p="http://schemas.openxmlformats.org/presentationml/2006/main">
  <p:tag name="AS_UNIQUEID" val="1856"/>
</p:tagLst>
</file>

<file path=ppt/tags/tag1370.xml><?xml version="1.0" encoding="utf-8"?>
<p:tagLst xmlns:p="http://schemas.openxmlformats.org/presentationml/2006/main">
  <p:tag name="AS_UNIQUEID" val="1857"/>
</p:tagLst>
</file>

<file path=ppt/tags/tag1371.xml><?xml version="1.0" encoding="utf-8"?>
<p:tagLst xmlns:p="http://schemas.openxmlformats.org/presentationml/2006/main">
  <p:tag name="AS_UNIQUEID" val="1858"/>
</p:tagLst>
</file>

<file path=ppt/tags/tag1372.xml><?xml version="1.0" encoding="utf-8"?>
<p:tagLst xmlns:p="http://schemas.openxmlformats.org/presentationml/2006/main">
  <p:tag name="AS_UNIQUEID" val="1859"/>
</p:tagLst>
</file>

<file path=ppt/tags/tag1373.xml><?xml version="1.0" encoding="utf-8"?>
<p:tagLst xmlns:p="http://schemas.openxmlformats.org/presentationml/2006/main">
  <p:tag name="AS_UNIQUEID" val="1860"/>
  <p:tag name="KSO_WM_BEAUTIFY_FLAG" val=""/>
</p:tagLst>
</file>

<file path=ppt/tags/tag1374.xml><?xml version="1.0" encoding="utf-8"?>
<p:tagLst xmlns:p="http://schemas.openxmlformats.org/presentationml/2006/main">
  <p:tag name="AS_UNIQUEID" val="1861"/>
  <p:tag name="KSO_WM_BEAUTIFY_FLAG" val=""/>
</p:tagLst>
</file>

<file path=ppt/tags/tag1375.xml><?xml version="1.0" encoding="utf-8"?>
<p:tagLst xmlns:p="http://schemas.openxmlformats.org/presentationml/2006/main">
  <p:tag name="AS_UNIQUEID" val="1862"/>
</p:tagLst>
</file>

<file path=ppt/tags/tag1376.xml><?xml version="1.0" encoding="utf-8"?>
<p:tagLst xmlns:p="http://schemas.openxmlformats.org/presentationml/2006/main">
  <p:tag name="AS_UNIQUEID" val="1863"/>
</p:tagLst>
</file>

<file path=ppt/tags/tag1377.xml><?xml version="1.0" encoding="utf-8"?>
<p:tagLst xmlns:p="http://schemas.openxmlformats.org/presentationml/2006/main">
  <p:tag name="AS_UNIQUEID" val="1864"/>
  <p:tag name="KSO_WM_BEAUTIFY_FLAG" val=""/>
</p:tagLst>
</file>

<file path=ppt/tags/tag1378.xml><?xml version="1.0" encoding="utf-8"?>
<p:tagLst xmlns:p="http://schemas.openxmlformats.org/presentationml/2006/main">
  <p:tag name="AS_UNIQUEID" val="1865"/>
  <p:tag name="KSO_WM_BEAUTIFY_FLAG" val=""/>
</p:tagLst>
</file>

<file path=ppt/tags/tag1379.xml><?xml version="1.0" encoding="utf-8"?>
<p:tagLst xmlns:p="http://schemas.openxmlformats.org/presentationml/2006/main">
  <p:tag name="AS_UNIQUEID" val="1866"/>
  <p:tag name="KSO_WM_BEAUTIFY_FLAG" val=""/>
</p:tagLst>
</file>

<file path=ppt/tags/tag1380.xml><?xml version="1.0" encoding="utf-8"?>
<p:tagLst xmlns:p="http://schemas.openxmlformats.org/presentationml/2006/main">
  <p:tag name="AS_UNIQUEID" val="1867"/>
  <p:tag name="KSO_WM_BEAUTIFY_FLAG" val=""/>
</p:tagLst>
</file>

<file path=ppt/tags/tag1381.xml><?xml version="1.0" encoding="utf-8"?>
<p:tagLst xmlns:p="http://schemas.openxmlformats.org/presentationml/2006/main">
  <p:tag name="AS_UNIQUEID" val="1868"/>
  <p:tag name="KSO_WM_BEAUTIFY_FLAG" val=""/>
</p:tagLst>
</file>

<file path=ppt/tags/tag1382.xml><?xml version="1.0" encoding="utf-8"?>
<p:tagLst xmlns:p="http://schemas.openxmlformats.org/presentationml/2006/main">
  <p:tag name="AS_UNIQUEID" val="1869"/>
</p:tagLst>
</file>

<file path=ppt/tags/tag1383.xml><?xml version="1.0" encoding="utf-8"?>
<p:tagLst xmlns:p="http://schemas.openxmlformats.org/presentationml/2006/main">
  <p:tag name="AS_UNIQUEID" val="1870"/>
  <p:tag name="KSO_WM_BEAUTIFY_FLAG" val=""/>
</p:tagLst>
</file>

<file path=ppt/tags/tag1384.xml><?xml version="1.0" encoding="utf-8"?>
<p:tagLst xmlns:p="http://schemas.openxmlformats.org/presentationml/2006/main">
  <p:tag name="AS_UNIQUEID" val="1871"/>
  <p:tag name="KSO_WM_BEAUTIFY_FLAG" val=""/>
</p:tagLst>
</file>

<file path=ppt/tags/tag1385.xml><?xml version="1.0" encoding="utf-8"?>
<p:tagLst xmlns:p="http://schemas.openxmlformats.org/presentationml/2006/main">
  <p:tag name="AS_UNIQUEID" val="1872"/>
  <p:tag name="KSO_WM_BEAUTIFY_FLAG" val=""/>
</p:tagLst>
</file>

<file path=ppt/tags/tag1386.xml><?xml version="1.0" encoding="utf-8"?>
<p:tagLst xmlns:p="http://schemas.openxmlformats.org/presentationml/2006/main">
  <p:tag name="AS_UNIQUEID" val="1873"/>
  <p:tag name="KSO_WM_BEAUTIFY_FLAG" val=""/>
</p:tagLst>
</file>

<file path=ppt/tags/tag1387.xml><?xml version="1.0" encoding="utf-8"?>
<p:tagLst xmlns:p="http://schemas.openxmlformats.org/presentationml/2006/main">
  <p:tag name="AS_UNIQUEID" val="1874"/>
  <p:tag name="KSO_WM_BEAUTIFY_FLAG" val=""/>
</p:tagLst>
</file>

<file path=ppt/tags/tag1388.xml><?xml version="1.0" encoding="utf-8"?>
<p:tagLst xmlns:p="http://schemas.openxmlformats.org/presentationml/2006/main">
  <p:tag name="AS_UNIQUEID" val="1875"/>
  <p:tag name="KSO_WM_BEAUTIFY_FLAG" val=""/>
</p:tagLst>
</file>

<file path=ppt/tags/tag1389.xml><?xml version="1.0" encoding="utf-8"?>
<p:tagLst xmlns:p="http://schemas.openxmlformats.org/presentationml/2006/main">
  <p:tag name="AS_UNIQUEID" val="1876"/>
</p:tagLst>
</file>

<file path=ppt/tags/tag1390.xml><?xml version="1.0" encoding="utf-8"?>
<p:tagLst xmlns:p="http://schemas.openxmlformats.org/presentationml/2006/main">
  <p:tag name="AS_UNIQUEID" val="1877"/>
</p:tagLst>
</file>

<file path=ppt/tags/tag1391.xml><?xml version="1.0" encoding="utf-8"?>
<p:tagLst xmlns:p="http://schemas.openxmlformats.org/presentationml/2006/main">
  <p:tag name="AS_UNIQUEID" val="1878"/>
  <p:tag name="KSO_WM_BEAUTIFY_FLAG" val=""/>
</p:tagLst>
</file>

<file path=ppt/tags/tag1392.xml><?xml version="1.0" encoding="utf-8"?>
<p:tagLst xmlns:p="http://schemas.openxmlformats.org/presentationml/2006/main">
  <p:tag name="AS_UNIQUEID" val="1879"/>
  <p:tag name="KSO_WM_BEAUTIFY_FLAG" val=""/>
</p:tagLst>
</file>

<file path=ppt/tags/tag1393.xml><?xml version="1.0" encoding="utf-8"?>
<p:tagLst xmlns:p="http://schemas.openxmlformats.org/presentationml/2006/main">
  <p:tag name="AS_UNIQUEID" val="1880"/>
  <p:tag name="KSO_WM_BEAUTIFY_FLAG" val=""/>
</p:tagLst>
</file>

<file path=ppt/tags/tag1394.xml><?xml version="1.0" encoding="utf-8"?>
<p:tagLst xmlns:p="http://schemas.openxmlformats.org/presentationml/2006/main">
  <p:tag name="AS_UNIQUEID" val="1881"/>
  <p:tag name="KSO_WM_BEAUTIFY_FLAG" val=""/>
</p:tagLst>
</file>

<file path=ppt/tags/tag1395.xml><?xml version="1.0" encoding="utf-8"?>
<p:tagLst xmlns:p="http://schemas.openxmlformats.org/presentationml/2006/main">
  <p:tag name="AS_UNIQUEID" val="1882"/>
  <p:tag name="KSO_WM_BEAUTIFY_FLAG" val=""/>
</p:tagLst>
</file>

<file path=ppt/tags/tag1396.xml><?xml version="1.0" encoding="utf-8"?>
<p:tagLst xmlns:p="http://schemas.openxmlformats.org/presentationml/2006/main">
  <p:tag name="AS_UNIQUEID" val="1883"/>
  <p:tag name="KSO_WM_BEAUTIFY_FLAG" val=""/>
</p:tagLst>
</file>

<file path=ppt/tags/tag1397.xml><?xml version="1.0" encoding="utf-8"?>
<p:tagLst xmlns:p="http://schemas.openxmlformats.org/presentationml/2006/main">
  <p:tag name="AS_UNIQUEID" val="1884"/>
  <p:tag name="KSO_WM_BEAUTIFY_FLAG" val=""/>
</p:tagLst>
</file>

<file path=ppt/tags/tag1398.xml><?xml version="1.0" encoding="utf-8"?>
<p:tagLst xmlns:p="http://schemas.openxmlformats.org/presentationml/2006/main">
  <p:tag name="AS_UNIQUEID" val="1885"/>
</p:tagLst>
</file>

<file path=ppt/tags/tag1399.xml><?xml version="1.0" encoding="utf-8"?>
<p:tagLst xmlns:p="http://schemas.openxmlformats.org/presentationml/2006/main">
  <p:tag name="AS_UNIQUEID" val="1886"/>
</p:tagLst>
</file>

<file path=ppt/tags/tag1400.xml><?xml version="1.0" encoding="utf-8"?>
<p:tagLst xmlns:p="http://schemas.openxmlformats.org/presentationml/2006/main">
  <p:tag name="AS_UNIQUEID" val="1887"/>
</p:tagLst>
</file>

<file path=ppt/tags/tag1401.xml><?xml version="1.0" encoding="utf-8"?>
<p:tagLst xmlns:p="http://schemas.openxmlformats.org/presentationml/2006/main">
  <p:tag name="AS_UNIQUEID" val="1888"/>
</p:tagLst>
</file>

<file path=ppt/tags/tag1402.xml><?xml version="1.0" encoding="utf-8"?>
<p:tagLst xmlns:p="http://schemas.openxmlformats.org/presentationml/2006/main">
  <p:tag name="AS_UNIQUEID" val="1889"/>
</p:tagLst>
</file>

<file path=ppt/tags/tag1403.xml><?xml version="1.0" encoding="utf-8"?>
<p:tagLst xmlns:p="http://schemas.openxmlformats.org/presentationml/2006/main">
  <p:tag name="AS_UNIQUEID" val="1890"/>
  <p:tag name="KSO_WM_BEAUTIFY_FLAG" val=""/>
</p:tagLst>
</file>

<file path=ppt/tags/tag1404.xml><?xml version="1.0" encoding="utf-8"?>
<p:tagLst xmlns:p="http://schemas.openxmlformats.org/presentationml/2006/main">
  <p:tag name="AS_UNIQUEID" val="1891"/>
  <p:tag name="KSO_WM_BEAUTIFY_FLAG" val=""/>
</p:tagLst>
</file>

<file path=ppt/tags/tag1405.xml><?xml version="1.0" encoding="utf-8"?>
<p:tagLst xmlns:p="http://schemas.openxmlformats.org/presentationml/2006/main">
  <p:tag name="AS_UNIQUEID" val="1892"/>
</p:tagLst>
</file>

<file path=ppt/tags/tag1406.xml><?xml version="1.0" encoding="utf-8"?>
<p:tagLst xmlns:p="http://schemas.openxmlformats.org/presentationml/2006/main">
  <p:tag name="AS_UNIQUEID" val="1893"/>
</p:tagLst>
</file>

<file path=ppt/tags/tag1407.xml><?xml version="1.0" encoding="utf-8"?>
<p:tagLst xmlns:p="http://schemas.openxmlformats.org/presentationml/2006/main">
  <p:tag name="AS_UNIQUEID" val="1894"/>
  <p:tag name="KSO_WM_BEAUTIFY_FLAG" val=""/>
</p:tagLst>
</file>

<file path=ppt/tags/tag1408.xml><?xml version="1.0" encoding="utf-8"?>
<p:tagLst xmlns:p="http://schemas.openxmlformats.org/presentationml/2006/main">
  <p:tag name="AS_UNIQUEID" val="1895"/>
  <p:tag name="KSO_WM_BEAUTIFY_FLAG" val=""/>
</p:tagLst>
</file>

<file path=ppt/tags/tag1409.xml><?xml version="1.0" encoding="utf-8"?>
<p:tagLst xmlns:p="http://schemas.openxmlformats.org/presentationml/2006/main">
  <p:tag name="AS_UNIQUEID" val="1896"/>
  <p:tag name="KSO_WM_BEAUTIFY_FLAG" val=""/>
</p:tagLst>
</file>

<file path=ppt/tags/tag1410.xml><?xml version="1.0" encoding="utf-8"?>
<p:tagLst xmlns:p="http://schemas.openxmlformats.org/presentationml/2006/main">
  <p:tag name="AS_UNIQUEID" val="1897"/>
  <p:tag name="KSO_WM_BEAUTIFY_FLAG" val=""/>
</p:tagLst>
</file>

<file path=ppt/tags/tag1411.xml><?xml version="1.0" encoding="utf-8"?>
<p:tagLst xmlns:p="http://schemas.openxmlformats.org/presentationml/2006/main">
  <p:tag name="AS_UNIQUEID" val="1898"/>
  <p:tag name="KSO_WM_BEAUTIFY_FLAG" val=""/>
</p:tagLst>
</file>

<file path=ppt/tags/tag1412.xml><?xml version="1.0" encoding="utf-8"?>
<p:tagLst xmlns:p="http://schemas.openxmlformats.org/presentationml/2006/main">
  <p:tag name="AS_UNIQUEID" val="1899"/>
</p:tagLst>
</file>

<file path=ppt/tags/tag1413.xml><?xml version="1.0" encoding="utf-8"?>
<p:tagLst xmlns:p="http://schemas.openxmlformats.org/presentationml/2006/main">
  <p:tag name="AS_UNIQUEID" val="1900"/>
  <p:tag name="KSO_WM_BEAUTIFY_FLAG" val=""/>
</p:tagLst>
</file>

<file path=ppt/tags/tag1414.xml><?xml version="1.0" encoding="utf-8"?>
<p:tagLst xmlns:p="http://schemas.openxmlformats.org/presentationml/2006/main">
  <p:tag name="AS_UNIQUEID" val="1901"/>
  <p:tag name="KSO_WM_BEAUTIFY_FLAG" val=""/>
</p:tagLst>
</file>

<file path=ppt/tags/tag1415.xml><?xml version="1.0" encoding="utf-8"?>
<p:tagLst xmlns:p="http://schemas.openxmlformats.org/presentationml/2006/main">
  <p:tag name="AS_UNIQUEID" val="1902"/>
  <p:tag name="KSO_WM_BEAUTIFY_FLAG" val=""/>
</p:tagLst>
</file>

<file path=ppt/tags/tag1416.xml><?xml version="1.0" encoding="utf-8"?>
<p:tagLst xmlns:p="http://schemas.openxmlformats.org/presentationml/2006/main">
  <p:tag name="AS_UNIQUEID" val="1903"/>
  <p:tag name="KSO_WM_BEAUTIFY_FLAG" val=""/>
</p:tagLst>
</file>

<file path=ppt/tags/tag1417.xml><?xml version="1.0" encoding="utf-8"?>
<p:tagLst xmlns:p="http://schemas.openxmlformats.org/presentationml/2006/main">
  <p:tag name="AS_UNIQUEID" val="1904"/>
  <p:tag name="KSO_WM_BEAUTIFY_FLAG" val=""/>
</p:tagLst>
</file>

<file path=ppt/tags/tag1418.xml><?xml version="1.0" encoding="utf-8"?>
<p:tagLst xmlns:p="http://schemas.openxmlformats.org/presentationml/2006/main">
  <p:tag name="AS_UNIQUEID" val="1905"/>
  <p:tag name="KSO_WM_BEAUTIFY_FLAG" val=""/>
</p:tagLst>
</file>

<file path=ppt/tags/tag1419.xml><?xml version="1.0" encoding="utf-8"?>
<p:tagLst xmlns:p="http://schemas.openxmlformats.org/presentationml/2006/main">
  <p:tag name="AS_UNIQUEID" val="1906"/>
  <p:tag name="KSO_WM_BEAUTIFY_FLAG" val=""/>
</p:tagLst>
</file>

<file path=ppt/tags/tag1420.xml><?xml version="1.0" encoding="utf-8"?>
<p:tagLst xmlns:p="http://schemas.openxmlformats.org/presentationml/2006/main">
  <p:tag name="AS_UNIQUEID" val="1907"/>
  <p:tag name="KSO_WM_BEAUTIFY_FLAG" val=""/>
</p:tagLst>
</file>

<file path=ppt/tags/tag1421.xml><?xml version="1.0" encoding="utf-8"?>
<p:tagLst xmlns:p="http://schemas.openxmlformats.org/presentationml/2006/main">
  <p:tag name="AS_UNIQUEID" val="1908"/>
  <p:tag name="KSO_WM_BEAUTIFY_FLAG" val=""/>
</p:tagLst>
</file>

<file path=ppt/tags/tag1422.xml><?xml version="1.0" encoding="utf-8"?>
<p:tagLst xmlns:p="http://schemas.openxmlformats.org/presentationml/2006/main">
  <p:tag name="AS_UNIQUEID" val="1909"/>
</p:tagLst>
</file>

<file path=ppt/tags/tag1423.xml><?xml version="1.0" encoding="utf-8"?>
<p:tagLst xmlns:p="http://schemas.openxmlformats.org/presentationml/2006/main">
  <p:tag name="AS_UNIQUEID" val="1910"/>
</p:tagLst>
</file>

<file path=ppt/tags/tag1424.xml><?xml version="1.0" encoding="utf-8"?>
<p:tagLst xmlns:p="http://schemas.openxmlformats.org/presentationml/2006/main">
  <p:tag name="AS_UNIQUEID" val="1911"/>
</p:tagLst>
</file>

<file path=ppt/tags/tag1425.xml><?xml version="1.0" encoding="utf-8"?>
<p:tagLst xmlns:p="http://schemas.openxmlformats.org/presentationml/2006/main">
  <p:tag name="AS_UNIQUEID" val="1912"/>
</p:tagLst>
</file>

<file path=ppt/tags/tag1426.xml><?xml version="1.0" encoding="utf-8"?>
<p:tagLst xmlns:p="http://schemas.openxmlformats.org/presentationml/2006/main">
  <p:tag name="AS_UNIQUEID" val="1913"/>
</p:tagLst>
</file>

<file path=ppt/tags/tag1427.xml><?xml version="1.0" encoding="utf-8"?>
<p:tagLst xmlns:p="http://schemas.openxmlformats.org/presentationml/2006/main">
  <p:tag name="AS_UNIQUEID" val="1914"/>
  <p:tag name="KSO_WM_BEAUTIFY_FLAG" val=""/>
</p:tagLst>
</file>

<file path=ppt/tags/tag1428.xml><?xml version="1.0" encoding="utf-8"?>
<p:tagLst xmlns:p="http://schemas.openxmlformats.org/presentationml/2006/main">
  <p:tag name="AS_UNIQUEID" val="1915"/>
  <p:tag name="KSO_WM_BEAUTIFY_FLAG" val=""/>
</p:tagLst>
</file>

<file path=ppt/tags/tag1429.xml><?xml version="1.0" encoding="utf-8"?>
<p:tagLst xmlns:p="http://schemas.openxmlformats.org/presentationml/2006/main">
  <p:tag name="AS_UNIQUEID" val="1916"/>
</p:tagLst>
</file>

<file path=ppt/tags/tag1430.xml><?xml version="1.0" encoding="utf-8"?>
<p:tagLst xmlns:p="http://schemas.openxmlformats.org/presentationml/2006/main">
  <p:tag name="AS_UNIQUEID" val="1917"/>
</p:tagLst>
</file>

<file path=ppt/tags/tag1431.xml><?xml version="1.0" encoding="utf-8"?>
<p:tagLst xmlns:p="http://schemas.openxmlformats.org/presentationml/2006/main">
  <p:tag name="AS_UNIQUEID" val="1918"/>
  <p:tag name="KSO_WM_BEAUTIFY_FLAG" val=""/>
</p:tagLst>
</file>

<file path=ppt/tags/tag1432.xml><?xml version="1.0" encoding="utf-8"?>
<p:tagLst xmlns:p="http://schemas.openxmlformats.org/presentationml/2006/main">
  <p:tag name="AS_UNIQUEID" val="1919"/>
  <p:tag name="KSO_WM_BEAUTIFY_FLAG" val=""/>
</p:tagLst>
</file>

<file path=ppt/tags/tag1433.xml><?xml version="1.0" encoding="utf-8"?>
<p:tagLst xmlns:p="http://schemas.openxmlformats.org/presentationml/2006/main">
  <p:tag name="AS_UNIQUEID" val="1920"/>
  <p:tag name="KSO_WM_BEAUTIFY_FLAG" val=""/>
</p:tagLst>
</file>

<file path=ppt/tags/tag1434.xml><?xml version="1.0" encoding="utf-8"?>
<p:tagLst xmlns:p="http://schemas.openxmlformats.org/presentationml/2006/main">
  <p:tag name="AS_UNIQUEID" val="1921"/>
  <p:tag name="KSO_WM_BEAUTIFY_FLAG" val=""/>
</p:tagLst>
</file>

<file path=ppt/tags/tag1435.xml><?xml version="1.0" encoding="utf-8"?>
<p:tagLst xmlns:p="http://schemas.openxmlformats.org/presentationml/2006/main">
  <p:tag name="AS_UNIQUEID" val="1922"/>
  <p:tag name="KSO_WM_BEAUTIFY_FLAG" val=""/>
</p:tagLst>
</file>

<file path=ppt/tags/tag1436.xml><?xml version="1.0" encoding="utf-8"?>
<p:tagLst xmlns:p="http://schemas.openxmlformats.org/presentationml/2006/main">
  <p:tag name="AS_UNIQUEID" val="1923"/>
</p:tagLst>
</file>

<file path=ppt/tags/tag1437.xml><?xml version="1.0" encoding="utf-8"?>
<p:tagLst xmlns:p="http://schemas.openxmlformats.org/presentationml/2006/main">
  <p:tag name="AS_UNIQUEID" val="1924"/>
  <p:tag name="KSO_WM_BEAUTIFY_FLAG" val=""/>
</p:tagLst>
</file>

<file path=ppt/tags/tag1438.xml><?xml version="1.0" encoding="utf-8"?>
<p:tagLst xmlns:p="http://schemas.openxmlformats.org/presentationml/2006/main">
  <p:tag name="AS_UNIQUEID" val="1925"/>
  <p:tag name="KSO_WM_BEAUTIFY_FLAG" val=""/>
</p:tagLst>
</file>

<file path=ppt/tags/tag1439.xml><?xml version="1.0" encoding="utf-8"?>
<p:tagLst xmlns:p="http://schemas.openxmlformats.org/presentationml/2006/main">
  <p:tag name="AS_UNIQUEID" val="1926"/>
  <p:tag name="KSO_WM_BEAUTIFY_FLAG" val=""/>
</p:tagLst>
</file>

<file path=ppt/tags/tag1440.xml><?xml version="1.0" encoding="utf-8"?>
<p:tagLst xmlns:p="http://schemas.openxmlformats.org/presentationml/2006/main">
  <p:tag name="AS_UNIQUEID" val="1927"/>
  <p:tag name="KSO_WM_BEAUTIFY_FLAG" val=""/>
</p:tagLst>
</file>

<file path=ppt/tags/tag1441.xml><?xml version="1.0" encoding="utf-8"?>
<p:tagLst xmlns:p="http://schemas.openxmlformats.org/presentationml/2006/main">
  <p:tag name="AS_UNIQUEID" val="1928"/>
  <p:tag name="KSO_WM_BEAUTIFY_FLAG" val=""/>
</p:tagLst>
</file>

<file path=ppt/tags/tag1442.xml><?xml version="1.0" encoding="utf-8"?>
<p:tagLst xmlns:p="http://schemas.openxmlformats.org/presentationml/2006/main">
  <p:tag name="AS_UNIQUEID" val="1929"/>
  <p:tag name="KSO_WM_BEAUTIFY_FLAG" val=""/>
</p:tagLst>
</file>

<file path=ppt/tags/tag1443.xml><?xml version="1.0" encoding="utf-8"?>
<p:tagLst xmlns:p="http://schemas.openxmlformats.org/presentationml/2006/main">
  <p:tag name="AS_UNIQUEID" val="1930"/>
  <p:tag name="KSO_WM_BEAUTIFY_FLAG" val=""/>
</p:tagLst>
</file>

<file path=ppt/tags/tag1444.xml><?xml version="1.0" encoding="utf-8"?>
<p:tagLst xmlns:p="http://schemas.openxmlformats.org/presentationml/2006/main">
  <p:tag name="AS_UNIQUEID" val="1931"/>
  <p:tag name="KSO_WM_BEAUTIFY_FLAG" val=""/>
</p:tagLst>
</file>

<file path=ppt/tags/tag1445.xml><?xml version="1.0" encoding="utf-8"?>
<p:tagLst xmlns:p="http://schemas.openxmlformats.org/presentationml/2006/main">
  <p:tag name="AS_UNIQUEID" val="1932"/>
  <p:tag name="KSO_WM_BEAUTIFY_FLAG" val=""/>
</p:tagLst>
</file>

<file path=ppt/tags/tag1446.xml><?xml version="1.0" encoding="utf-8"?>
<p:tagLst xmlns:p="http://schemas.openxmlformats.org/presentationml/2006/main">
  <p:tag name="AS_UNIQUEID" val="1933"/>
  <p:tag name="KSO_WM_BEAUTIFY_FLAG" val=""/>
</p:tagLst>
</file>

<file path=ppt/tags/tag1447.xml><?xml version="1.0" encoding="utf-8"?>
<p:tagLst xmlns:p="http://schemas.openxmlformats.org/presentationml/2006/main">
  <p:tag name="AS_UNIQUEID" val="1934"/>
  <p:tag name="KSO_WM_BEAUTIFY_FLAG" val=""/>
</p:tagLst>
</file>

<file path=ppt/tags/tag1448.xml><?xml version="1.0" encoding="utf-8"?>
<p:tagLst xmlns:p="http://schemas.openxmlformats.org/presentationml/2006/main">
  <p:tag name="AS_UNIQUEID" val="1935"/>
  <p:tag name="KSO_WM_BEAUTIFY_FLAG" val=""/>
</p:tagLst>
</file>

<file path=ppt/tags/tag1449.xml><?xml version="1.0" encoding="utf-8"?>
<p:tagLst xmlns:p="http://schemas.openxmlformats.org/presentationml/2006/main">
  <p:tag name="AS_UNIQUEID" val="1936"/>
  <p:tag name="KSO_WM_BEAUTIFY_FLAG" val=""/>
</p:tagLst>
</file>

<file path=ppt/tags/tag1450.xml><?xml version="1.0" encoding="utf-8"?>
<p:tagLst xmlns:p="http://schemas.openxmlformats.org/presentationml/2006/main">
  <p:tag name="AS_UNIQUEID" val="1937"/>
  <p:tag name="KSO_WM_BEAUTIFY_FLAG" val=""/>
</p:tagLst>
</file>

<file path=ppt/tags/tag1451.xml><?xml version="1.0" encoding="utf-8"?>
<p:tagLst xmlns:p="http://schemas.openxmlformats.org/presentationml/2006/main">
  <p:tag name="AS_UNIQUEID" val="1938"/>
</p:tagLst>
</file>

<file path=ppt/tags/tag1452.xml><?xml version="1.0" encoding="utf-8"?>
<p:tagLst xmlns:p="http://schemas.openxmlformats.org/presentationml/2006/main">
  <p:tag name="AS_UNIQUEID" val="1939"/>
</p:tagLst>
</file>

<file path=ppt/tags/tag1453.xml><?xml version="1.0" encoding="utf-8"?>
<p:tagLst xmlns:p="http://schemas.openxmlformats.org/presentationml/2006/main">
  <p:tag name="AS_UNIQUEID" val="1940"/>
</p:tagLst>
</file>

<file path=ppt/tags/tag1454.xml><?xml version="1.0" encoding="utf-8"?>
<p:tagLst xmlns:p="http://schemas.openxmlformats.org/presentationml/2006/main">
  <p:tag name="AS_UNIQUEID" val="1941"/>
</p:tagLst>
</file>

<file path=ppt/tags/tag1455.xml><?xml version="1.0" encoding="utf-8"?>
<p:tagLst xmlns:p="http://schemas.openxmlformats.org/presentationml/2006/main">
  <p:tag name="AS_UNIQUEID" val="1942"/>
</p:tagLst>
</file>

<file path=ppt/tags/tag1456.xml><?xml version="1.0" encoding="utf-8"?>
<p:tagLst xmlns:p="http://schemas.openxmlformats.org/presentationml/2006/main">
  <p:tag name="AS_UNIQUEID" val="1943"/>
  <p:tag name="KSO_WM_BEAUTIFY_FLAG" val=""/>
</p:tagLst>
</file>

<file path=ppt/tags/tag1457.xml><?xml version="1.0" encoding="utf-8"?>
<p:tagLst xmlns:p="http://schemas.openxmlformats.org/presentationml/2006/main">
  <p:tag name="AS_UNIQUEID" val="1944"/>
  <p:tag name="KSO_WM_BEAUTIFY_FLAG" val=""/>
</p:tagLst>
</file>

<file path=ppt/tags/tag1458.xml><?xml version="1.0" encoding="utf-8"?>
<p:tagLst xmlns:p="http://schemas.openxmlformats.org/presentationml/2006/main">
  <p:tag name="AS_UNIQUEID" val="1945"/>
</p:tagLst>
</file>

<file path=ppt/tags/tag1459.xml><?xml version="1.0" encoding="utf-8"?>
<p:tagLst xmlns:p="http://schemas.openxmlformats.org/presentationml/2006/main">
  <p:tag name="AS_UNIQUEID" val="1946"/>
</p:tagLst>
</file>

<file path=ppt/tags/tag1460.xml><?xml version="1.0" encoding="utf-8"?>
<p:tagLst xmlns:p="http://schemas.openxmlformats.org/presentationml/2006/main">
  <p:tag name="AS_UNIQUEID" val="1947"/>
  <p:tag name="KSO_WM_BEAUTIFY_FLAG" val=""/>
</p:tagLst>
</file>

<file path=ppt/tags/tag1461.xml><?xml version="1.0" encoding="utf-8"?>
<p:tagLst xmlns:p="http://schemas.openxmlformats.org/presentationml/2006/main">
  <p:tag name="AS_UNIQUEID" val="1948"/>
  <p:tag name="KSO_WM_BEAUTIFY_FLAG" val=""/>
</p:tagLst>
</file>

<file path=ppt/tags/tag1462.xml><?xml version="1.0" encoding="utf-8"?>
<p:tagLst xmlns:p="http://schemas.openxmlformats.org/presentationml/2006/main">
  <p:tag name="AS_UNIQUEID" val="1949"/>
  <p:tag name="KSO_WM_BEAUTIFY_FLAG" val=""/>
</p:tagLst>
</file>

<file path=ppt/tags/tag1463.xml><?xml version="1.0" encoding="utf-8"?>
<p:tagLst xmlns:p="http://schemas.openxmlformats.org/presentationml/2006/main">
  <p:tag name="AS_UNIQUEID" val="1950"/>
  <p:tag name="KSO_WM_BEAUTIFY_FLAG" val=""/>
</p:tagLst>
</file>

<file path=ppt/tags/tag1464.xml><?xml version="1.0" encoding="utf-8"?>
<p:tagLst xmlns:p="http://schemas.openxmlformats.org/presentationml/2006/main">
  <p:tag name="AS_UNIQUEID" val="1951"/>
  <p:tag name="KSO_WM_BEAUTIFY_FLAG" val=""/>
</p:tagLst>
</file>

<file path=ppt/tags/tag1465.xml><?xml version="1.0" encoding="utf-8"?>
<p:tagLst xmlns:p="http://schemas.openxmlformats.org/presentationml/2006/main">
  <p:tag name="AS_UNIQUEID" val="1952"/>
</p:tagLst>
</file>

<file path=ppt/tags/tag1466.xml><?xml version="1.0" encoding="utf-8"?>
<p:tagLst xmlns:p="http://schemas.openxmlformats.org/presentationml/2006/main">
  <p:tag name="AS_UNIQUEID" val="1953"/>
  <p:tag name="KSO_WM_BEAUTIFY_FLAG" val=""/>
</p:tagLst>
</file>

<file path=ppt/tags/tag1467.xml><?xml version="1.0" encoding="utf-8"?>
<p:tagLst xmlns:p="http://schemas.openxmlformats.org/presentationml/2006/main">
  <p:tag name="AS_UNIQUEID" val="1954"/>
  <p:tag name="KSO_WM_BEAUTIFY_FLAG" val=""/>
</p:tagLst>
</file>

<file path=ppt/tags/tag1468.xml><?xml version="1.0" encoding="utf-8"?>
<p:tagLst xmlns:p="http://schemas.openxmlformats.org/presentationml/2006/main">
  <p:tag name="AS_UNIQUEID" val="1955"/>
  <p:tag name="KSO_WM_BEAUTIFY_FLAG" val=""/>
</p:tagLst>
</file>

<file path=ppt/tags/tag1469.xml><?xml version="1.0" encoding="utf-8"?>
<p:tagLst xmlns:p="http://schemas.openxmlformats.org/presentationml/2006/main">
  <p:tag name="AS_UNIQUEID" val="1956"/>
  <p:tag name="KSO_WM_BEAUTIFY_FLAG" val=""/>
</p:tagLst>
</file>

<file path=ppt/tags/tag1470.xml><?xml version="1.0" encoding="utf-8"?>
<p:tagLst xmlns:p="http://schemas.openxmlformats.org/presentationml/2006/main">
  <p:tag name="AS_UNIQUEID" val="1957"/>
  <p:tag name="KSO_WM_BEAUTIFY_FLAG" val=""/>
</p:tagLst>
</file>

<file path=ppt/tags/tag1471.xml><?xml version="1.0" encoding="utf-8"?>
<p:tagLst xmlns:p="http://schemas.openxmlformats.org/presentationml/2006/main">
  <p:tag name="AS_UNIQUEID" val="1958"/>
  <p:tag name="KSO_WM_BEAUTIFY_FLAG" val=""/>
</p:tagLst>
</file>

<file path=ppt/tags/tag1472.xml><?xml version="1.0" encoding="utf-8"?>
<p:tagLst xmlns:p="http://schemas.openxmlformats.org/presentationml/2006/main">
  <p:tag name="AS_UNIQUEID" val="1959"/>
  <p:tag name="KSO_WM_BEAUTIFY_FLAG" val=""/>
</p:tagLst>
</file>

<file path=ppt/tags/tag1473.xml><?xml version="1.0" encoding="utf-8"?>
<p:tagLst xmlns:p="http://schemas.openxmlformats.org/presentationml/2006/main">
  <p:tag name="AS_UNIQUEID" val="1960"/>
  <p:tag name="KSO_WM_BEAUTIFY_FLAG" val=""/>
</p:tagLst>
</file>

<file path=ppt/tags/tag1474.xml><?xml version="1.0" encoding="utf-8"?>
<p:tagLst xmlns:p="http://schemas.openxmlformats.org/presentationml/2006/main">
  <p:tag name="AS_UNIQUEID" val="1961"/>
  <p:tag name="KSO_WM_BEAUTIFY_FLAG" val=""/>
</p:tagLst>
</file>

<file path=ppt/tags/tag1475.xml><?xml version="1.0" encoding="utf-8"?>
<p:tagLst xmlns:p="http://schemas.openxmlformats.org/presentationml/2006/main">
  <p:tag name="AS_UNIQUEID" val="1962"/>
</p:tagLst>
</file>

<file path=ppt/tags/tag1476.xml><?xml version="1.0" encoding="utf-8"?>
<p:tagLst xmlns:p="http://schemas.openxmlformats.org/presentationml/2006/main">
  <p:tag name="AS_UNIQUEID" val="1963"/>
</p:tagLst>
</file>

<file path=ppt/tags/tag1477.xml><?xml version="1.0" encoding="utf-8"?>
<p:tagLst xmlns:p="http://schemas.openxmlformats.org/presentationml/2006/main">
  <p:tag name="AS_UNIQUEID" val="1964"/>
</p:tagLst>
</file>

<file path=ppt/tags/tag1478.xml><?xml version="1.0" encoding="utf-8"?>
<p:tagLst xmlns:p="http://schemas.openxmlformats.org/presentationml/2006/main">
  <p:tag name="AS_UNIQUEID" val="1965"/>
</p:tagLst>
</file>

<file path=ppt/tags/tag1479.xml><?xml version="1.0" encoding="utf-8"?>
<p:tagLst xmlns:p="http://schemas.openxmlformats.org/presentationml/2006/main">
  <p:tag name="AS_UNIQUEID" val="1966"/>
</p:tagLst>
</file>

<file path=ppt/tags/tag1480.xml><?xml version="1.0" encoding="utf-8"?>
<p:tagLst xmlns:p="http://schemas.openxmlformats.org/presentationml/2006/main">
  <p:tag name="AS_UNIQUEID" val="1967"/>
  <p:tag name="KSO_WM_BEAUTIFY_FLAG" val=""/>
</p:tagLst>
</file>

<file path=ppt/tags/tag1481.xml><?xml version="1.0" encoding="utf-8"?>
<p:tagLst xmlns:p="http://schemas.openxmlformats.org/presentationml/2006/main">
  <p:tag name="AS_UNIQUEID" val="1968"/>
  <p:tag name="KSO_WM_BEAUTIFY_FLAG" val=""/>
</p:tagLst>
</file>

<file path=ppt/tags/tag1482.xml><?xml version="1.0" encoding="utf-8"?>
<p:tagLst xmlns:p="http://schemas.openxmlformats.org/presentationml/2006/main">
  <p:tag name="AS_UNIQUEID" val="1969"/>
</p:tagLst>
</file>

<file path=ppt/tags/tag1483.xml><?xml version="1.0" encoding="utf-8"?>
<p:tagLst xmlns:p="http://schemas.openxmlformats.org/presentationml/2006/main">
  <p:tag name="AS_UNIQUEID" val="1970"/>
</p:tagLst>
</file>

<file path=ppt/tags/tag1484.xml><?xml version="1.0" encoding="utf-8"?>
<p:tagLst xmlns:p="http://schemas.openxmlformats.org/presentationml/2006/main">
  <p:tag name="AS_UNIQUEID" val="1971"/>
  <p:tag name="KSO_WM_BEAUTIFY_FLAG" val=""/>
</p:tagLst>
</file>

<file path=ppt/tags/tag1485.xml><?xml version="1.0" encoding="utf-8"?>
<p:tagLst xmlns:p="http://schemas.openxmlformats.org/presentationml/2006/main">
  <p:tag name="AS_UNIQUEID" val="1972"/>
  <p:tag name="KSO_WM_BEAUTIFY_FLAG" val=""/>
</p:tagLst>
</file>

<file path=ppt/tags/tag1486.xml><?xml version="1.0" encoding="utf-8"?>
<p:tagLst xmlns:p="http://schemas.openxmlformats.org/presentationml/2006/main">
  <p:tag name="AS_UNIQUEID" val="1973"/>
  <p:tag name="KSO_WM_BEAUTIFY_FLAG" val=""/>
</p:tagLst>
</file>

<file path=ppt/tags/tag1487.xml><?xml version="1.0" encoding="utf-8"?>
<p:tagLst xmlns:p="http://schemas.openxmlformats.org/presentationml/2006/main">
  <p:tag name="AS_UNIQUEID" val="1974"/>
  <p:tag name="KSO_WM_BEAUTIFY_FLAG" val=""/>
</p:tagLst>
</file>

<file path=ppt/tags/tag1488.xml><?xml version="1.0" encoding="utf-8"?>
<p:tagLst xmlns:p="http://schemas.openxmlformats.org/presentationml/2006/main">
  <p:tag name="AS_UNIQUEID" val="1975"/>
  <p:tag name="KSO_WM_BEAUTIFY_FLAG" val=""/>
</p:tagLst>
</file>

<file path=ppt/tags/tag1489.xml><?xml version="1.0" encoding="utf-8"?>
<p:tagLst xmlns:p="http://schemas.openxmlformats.org/presentationml/2006/main">
  <p:tag name="AS_UNIQUEID" val="1976"/>
</p:tagLst>
</file>

<file path=ppt/tags/tag1490.xml><?xml version="1.0" encoding="utf-8"?>
<p:tagLst xmlns:p="http://schemas.openxmlformats.org/presentationml/2006/main">
  <p:tag name="AS_UNIQUEID" val="1977"/>
  <p:tag name="KSO_WM_BEAUTIFY_FLAG" val=""/>
</p:tagLst>
</file>

<file path=ppt/tags/tag1491.xml><?xml version="1.0" encoding="utf-8"?>
<p:tagLst xmlns:p="http://schemas.openxmlformats.org/presentationml/2006/main">
  <p:tag name="AS_UNIQUEID" val="1978"/>
  <p:tag name="KSO_WM_BEAUTIFY_FLAG" val=""/>
</p:tagLst>
</file>

<file path=ppt/tags/tag1492.xml><?xml version="1.0" encoding="utf-8"?>
<p:tagLst xmlns:p="http://schemas.openxmlformats.org/presentationml/2006/main">
  <p:tag name="AS_UNIQUEID" val="1979"/>
  <p:tag name="KSO_WM_BEAUTIFY_FLAG" val=""/>
</p:tagLst>
</file>

<file path=ppt/tags/tag1493.xml><?xml version="1.0" encoding="utf-8"?>
<p:tagLst xmlns:p="http://schemas.openxmlformats.org/presentationml/2006/main">
  <p:tag name="AS_UNIQUEID" val="1980"/>
  <p:tag name="KSO_WM_BEAUTIFY_FLAG" val=""/>
</p:tagLst>
</file>

<file path=ppt/tags/tag1494.xml><?xml version="1.0" encoding="utf-8"?>
<p:tagLst xmlns:p="http://schemas.openxmlformats.org/presentationml/2006/main">
  <p:tag name="AS_UNIQUEID" val="1981"/>
  <p:tag name="KSO_WM_BEAUTIFY_FLAG" val=""/>
</p:tagLst>
</file>

<file path=ppt/tags/tag1495.xml><?xml version="1.0" encoding="utf-8"?>
<p:tagLst xmlns:p="http://schemas.openxmlformats.org/presentationml/2006/main">
  <p:tag name="AS_UNIQUEID" val="1982"/>
  <p:tag name="KSO_WM_BEAUTIFY_FLAG" val=""/>
</p:tagLst>
</file>

<file path=ppt/tags/tag1496.xml><?xml version="1.0" encoding="utf-8"?>
<p:tagLst xmlns:p="http://schemas.openxmlformats.org/presentationml/2006/main">
  <p:tag name="AS_UNIQUEID" val="1983"/>
  <p:tag name="KSO_WM_BEAUTIFY_FLAG" val=""/>
</p:tagLst>
</file>

<file path=ppt/tags/tag1497.xml><?xml version="1.0" encoding="utf-8"?>
<p:tagLst xmlns:p="http://schemas.openxmlformats.org/presentationml/2006/main">
  <p:tag name="AS_UNIQUEID" val="1984"/>
  <p:tag name="KSO_WM_BEAUTIFY_FLAG" val=""/>
</p:tagLst>
</file>

<file path=ppt/tags/tag1498.xml><?xml version="1.0" encoding="utf-8"?>
<p:tagLst xmlns:p="http://schemas.openxmlformats.org/presentationml/2006/main">
  <p:tag name="AS_UNIQUEID" val="1985"/>
  <p:tag name="KSO_WM_BEAUTIFY_FLAG" val=""/>
</p:tagLst>
</file>

<file path=ppt/tags/tag1499.xml><?xml version="1.0" encoding="utf-8"?>
<p:tagLst xmlns:p="http://schemas.openxmlformats.org/presentationml/2006/main">
  <p:tag name="AS_UNIQUEID" val="1986"/>
</p:tagLst>
</file>

<file path=ppt/tags/tag1500.xml><?xml version="1.0" encoding="utf-8"?>
<p:tagLst xmlns:p="http://schemas.openxmlformats.org/presentationml/2006/main">
  <p:tag name="AS_UNIQUEID" val="2057"/>
</p:tagLst>
</file>

<file path=ppt/tags/tag1501.xml><?xml version="1.0" encoding="utf-8"?>
<p:tagLst xmlns:p="http://schemas.openxmlformats.org/presentationml/2006/main">
  <p:tag name="AS_UNIQUEID" val="1987"/>
</p:tagLst>
</file>

<file path=ppt/tags/tag1502.xml><?xml version="1.0" encoding="utf-8"?>
<p:tagLst xmlns:p="http://schemas.openxmlformats.org/presentationml/2006/main">
  <p:tag name="AS_UNIQUEID" val="1988"/>
</p:tagLst>
</file>

<file path=ppt/tags/tag1503.xml><?xml version="1.0" encoding="utf-8"?>
<p:tagLst xmlns:p="http://schemas.openxmlformats.org/presentationml/2006/main">
  <p:tag name="AS_UNIQUEID" val="1989"/>
</p:tagLst>
</file>

<file path=ppt/tags/tag1504.xml><?xml version="1.0" encoding="utf-8"?>
<p:tagLst xmlns:p="http://schemas.openxmlformats.org/presentationml/2006/main">
  <p:tag name="AS_UNIQUEID" val="1990"/>
</p:tagLst>
</file>

<file path=ppt/tags/tag1505.xml><?xml version="1.0" encoding="utf-8"?>
<p:tagLst xmlns:p="http://schemas.openxmlformats.org/presentationml/2006/main">
  <p:tag name="AS_UNIQUEID" val="1991"/>
</p:tagLst>
</file>

<file path=ppt/tags/tag1506.xml><?xml version="1.0" encoding="utf-8"?>
<p:tagLst xmlns:p="http://schemas.openxmlformats.org/presentationml/2006/main">
  <p:tag name="AS_UNIQUEID" val="1992"/>
  <p:tag name="KSO_WM_BEAUTIFY_FLAG" val=""/>
</p:tagLst>
</file>

<file path=ppt/tags/tag1507.xml><?xml version="1.0" encoding="utf-8"?>
<p:tagLst xmlns:p="http://schemas.openxmlformats.org/presentationml/2006/main">
  <p:tag name="AS_UNIQUEID" val="1993"/>
  <p:tag name="KSO_WM_BEAUTIFY_FLAG" val=""/>
</p:tagLst>
</file>

<file path=ppt/tags/tag1508.xml><?xml version="1.0" encoding="utf-8"?>
<p:tagLst xmlns:p="http://schemas.openxmlformats.org/presentationml/2006/main">
  <p:tag name="AS_UNIQUEID" val="1994"/>
</p:tagLst>
</file>

<file path=ppt/tags/tag1509.xml><?xml version="1.0" encoding="utf-8"?>
<p:tagLst xmlns:p="http://schemas.openxmlformats.org/presentationml/2006/main">
  <p:tag name="AS_UNIQUEID" val="1995"/>
</p:tagLst>
</file>

<file path=ppt/tags/tag1510.xml><?xml version="1.0" encoding="utf-8"?>
<p:tagLst xmlns:p="http://schemas.openxmlformats.org/presentationml/2006/main">
  <p:tag name="AS_UNIQUEID" val="1996"/>
  <p:tag name="KSO_WM_BEAUTIFY_FLAG" val=""/>
</p:tagLst>
</file>

<file path=ppt/tags/tag1511.xml><?xml version="1.0" encoding="utf-8"?>
<p:tagLst xmlns:p="http://schemas.openxmlformats.org/presentationml/2006/main">
  <p:tag name="AS_UNIQUEID" val="1997"/>
  <p:tag name="KSO_WM_BEAUTIFY_FLAG" val=""/>
</p:tagLst>
</file>

<file path=ppt/tags/tag1512.xml><?xml version="1.0" encoding="utf-8"?>
<p:tagLst xmlns:p="http://schemas.openxmlformats.org/presentationml/2006/main">
  <p:tag name="AS_UNIQUEID" val="1998"/>
  <p:tag name="KSO_WM_BEAUTIFY_FLAG" val=""/>
</p:tagLst>
</file>

<file path=ppt/tags/tag1513.xml><?xml version="1.0" encoding="utf-8"?>
<p:tagLst xmlns:p="http://schemas.openxmlformats.org/presentationml/2006/main">
  <p:tag name="AS_UNIQUEID" val="1999"/>
  <p:tag name="KSO_WM_BEAUTIFY_FLAG" val=""/>
</p:tagLst>
</file>

<file path=ppt/tags/tag1514.xml><?xml version="1.0" encoding="utf-8"?>
<p:tagLst xmlns:p="http://schemas.openxmlformats.org/presentationml/2006/main">
  <p:tag name="AS_UNIQUEID" val="2000"/>
  <p:tag name="KSO_WM_BEAUTIFY_FLAG" val=""/>
</p:tagLst>
</file>

<file path=ppt/tags/tag1515.xml><?xml version="1.0" encoding="utf-8"?>
<p:tagLst xmlns:p="http://schemas.openxmlformats.org/presentationml/2006/main">
  <p:tag name="AS_UNIQUEID" val="2001"/>
</p:tagLst>
</file>

<file path=ppt/tags/tag1516.xml><?xml version="1.0" encoding="utf-8"?>
<p:tagLst xmlns:p="http://schemas.openxmlformats.org/presentationml/2006/main">
  <p:tag name="AS_UNIQUEID" val="2002"/>
  <p:tag name="KSO_WM_BEAUTIFY_FLAG" val=""/>
</p:tagLst>
</file>

<file path=ppt/tags/tag1517.xml><?xml version="1.0" encoding="utf-8"?>
<p:tagLst xmlns:p="http://schemas.openxmlformats.org/presentationml/2006/main">
  <p:tag name="AS_UNIQUEID" val="2003"/>
  <p:tag name="KSO_WM_BEAUTIFY_FLAG" val=""/>
</p:tagLst>
</file>

<file path=ppt/tags/tag1518.xml><?xml version="1.0" encoding="utf-8"?>
<p:tagLst xmlns:p="http://schemas.openxmlformats.org/presentationml/2006/main">
  <p:tag name="AS_UNIQUEID" val="2004"/>
  <p:tag name="KSO_WM_BEAUTIFY_FLAG" val=""/>
</p:tagLst>
</file>

<file path=ppt/tags/tag1519.xml><?xml version="1.0" encoding="utf-8"?>
<p:tagLst xmlns:p="http://schemas.openxmlformats.org/presentationml/2006/main">
  <p:tag name="AS_UNIQUEID" val="2005"/>
  <p:tag name="KSO_WM_BEAUTIFY_FLAG" val=""/>
</p:tagLst>
</file>

<file path=ppt/tags/tag1520.xml><?xml version="1.0" encoding="utf-8"?>
<p:tagLst xmlns:p="http://schemas.openxmlformats.org/presentationml/2006/main">
  <p:tag name="AS_UNIQUEID" val="2006"/>
  <p:tag name="KSO_WM_BEAUTIFY_FLAG" val=""/>
</p:tagLst>
</file>

<file path=ppt/tags/tag1521.xml><?xml version="1.0" encoding="utf-8"?>
<p:tagLst xmlns:p="http://schemas.openxmlformats.org/presentationml/2006/main">
  <p:tag name="AS_UNIQUEID" val="2007"/>
  <p:tag name="KSO_WM_BEAUTIFY_FLAG" val=""/>
</p:tagLst>
</file>

<file path=ppt/tags/tag1522.xml><?xml version="1.0" encoding="utf-8"?>
<p:tagLst xmlns:p="http://schemas.openxmlformats.org/presentationml/2006/main">
  <p:tag name="AS_UNIQUEID" val="2008"/>
  <p:tag name="KSO_WM_BEAUTIFY_FLAG" val=""/>
</p:tagLst>
</file>

<file path=ppt/tags/tag1523.xml><?xml version="1.0" encoding="utf-8"?>
<p:tagLst xmlns:p="http://schemas.openxmlformats.org/presentationml/2006/main">
  <p:tag name="AS_UNIQUEID" val="2009"/>
  <p:tag name="KSO_WM_BEAUTIFY_FLAG" val=""/>
</p:tagLst>
</file>

<file path=ppt/tags/tag1524.xml><?xml version="1.0" encoding="utf-8"?>
<p:tagLst xmlns:p="http://schemas.openxmlformats.org/presentationml/2006/main">
  <p:tag name="AS_UNIQUEID" val="2010"/>
  <p:tag name="KSO_WM_BEAUTIFY_FLAG" val=""/>
</p:tagLst>
</file>

<file path=ppt/tags/tag1525.xml><?xml version="1.0" encoding="utf-8"?>
<p:tagLst xmlns:p="http://schemas.openxmlformats.org/presentationml/2006/main">
  <p:tag name="AS_UNIQUEID" val="2011"/>
</p:tagLst>
</file>

<file path=ppt/tags/tag1526.xml><?xml version="1.0" encoding="utf-8"?>
<p:tagLst xmlns:p="http://schemas.openxmlformats.org/presentationml/2006/main">
  <p:tag name="AS_UNIQUEID" val="2012"/>
</p:tagLst>
</file>

<file path=ppt/tags/tag1527.xml><?xml version="1.0" encoding="utf-8"?>
<p:tagLst xmlns:p="http://schemas.openxmlformats.org/presentationml/2006/main">
  <p:tag name="AS_UNIQUEID" val="2013"/>
</p:tagLst>
</file>

<file path=ppt/tags/tag1528.xml><?xml version="1.0" encoding="utf-8"?>
<p:tagLst xmlns:p="http://schemas.openxmlformats.org/presentationml/2006/main">
  <p:tag name="AS_UNIQUEID" val="2014"/>
</p:tagLst>
</file>

<file path=ppt/tags/tag1529.xml><?xml version="1.0" encoding="utf-8"?>
<p:tagLst xmlns:p="http://schemas.openxmlformats.org/presentationml/2006/main">
  <p:tag name="AS_UNIQUEID" val="2015"/>
  <p:tag name="KSO_WM_BEAUTIFY_FLAG" val=""/>
</p:tagLst>
</file>

<file path=ppt/tags/tag1530.xml><?xml version="1.0" encoding="utf-8"?>
<p:tagLst xmlns:p="http://schemas.openxmlformats.org/presentationml/2006/main">
  <p:tag name="AS_UNIQUEID" val="2016"/>
</p:tagLst>
</file>

<file path=ppt/tags/tag1531.xml><?xml version="1.0" encoding="utf-8"?>
<p:tagLst xmlns:p="http://schemas.openxmlformats.org/presentationml/2006/main">
  <p:tag name="AS_UNIQUEID" val="2017"/>
  <p:tag name="KSO_WM_BEAUTIFY_FLAG" val=""/>
</p:tagLst>
</file>

<file path=ppt/tags/tag1532.xml><?xml version="1.0" encoding="utf-8"?>
<p:tagLst xmlns:p="http://schemas.openxmlformats.org/presentationml/2006/main">
  <p:tag name="AS_UNIQUEID" val="2018"/>
  <p:tag name="KSO_WM_BEAUTIFY_FLAG" val=""/>
</p:tagLst>
</file>

<file path=ppt/tags/tag1533.xml><?xml version="1.0" encoding="utf-8"?>
<p:tagLst xmlns:p="http://schemas.openxmlformats.org/presentationml/2006/main">
  <p:tag name="AS_UNIQUEID" val="2019"/>
</p:tagLst>
</file>

<file path=ppt/tags/tag1534.xml><?xml version="1.0" encoding="utf-8"?>
<p:tagLst xmlns:p="http://schemas.openxmlformats.org/presentationml/2006/main">
  <p:tag name="AS_UNIQUEID" val="2020"/>
</p:tagLst>
</file>

<file path=ppt/tags/tag1535.xml><?xml version="1.0" encoding="utf-8"?>
<p:tagLst xmlns:p="http://schemas.openxmlformats.org/presentationml/2006/main">
  <p:tag name="AS_UNIQUEID" val="2021"/>
  <p:tag name="KSO_WM_BEAUTIFY_FLAG" val=""/>
</p:tagLst>
</file>

<file path=ppt/tags/tag1536.xml><?xml version="1.0" encoding="utf-8"?>
<p:tagLst xmlns:p="http://schemas.openxmlformats.org/presentationml/2006/main">
  <p:tag name="AS_UNIQUEID" val="2022"/>
  <p:tag name="KSO_WM_BEAUTIFY_FLAG" val=""/>
</p:tagLst>
</file>

<file path=ppt/tags/tag1537.xml><?xml version="1.0" encoding="utf-8"?>
<p:tagLst xmlns:p="http://schemas.openxmlformats.org/presentationml/2006/main">
  <p:tag name="AS_UNIQUEID" val="2023"/>
  <p:tag name="KSO_WM_BEAUTIFY_FLAG" val=""/>
</p:tagLst>
</file>

<file path=ppt/tags/tag1538.xml><?xml version="1.0" encoding="utf-8"?>
<p:tagLst xmlns:p="http://schemas.openxmlformats.org/presentationml/2006/main">
  <p:tag name="AS_UNIQUEID" val="2024"/>
  <p:tag name="KSO_WM_BEAUTIFY_FLAG" val=""/>
</p:tagLst>
</file>

<file path=ppt/tags/tag1539.xml><?xml version="1.0" encoding="utf-8"?>
<p:tagLst xmlns:p="http://schemas.openxmlformats.org/presentationml/2006/main">
  <p:tag name="AS_UNIQUEID" val="2025"/>
  <p:tag name="KSO_WM_BEAUTIFY_FLAG" val=""/>
</p:tagLst>
</file>

<file path=ppt/tags/tag1540.xml><?xml version="1.0" encoding="utf-8"?>
<p:tagLst xmlns:p="http://schemas.openxmlformats.org/presentationml/2006/main">
  <p:tag name="AS_UNIQUEID" val="2026"/>
</p:tagLst>
</file>

<file path=ppt/tags/tag1541.xml><?xml version="1.0" encoding="utf-8"?>
<p:tagLst xmlns:p="http://schemas.openxmlformats.org/presentationml/2006/main">
  <p:tag name="AS_UNIQUEID" val="2027"/>
  <p:tag name="KSO_WM_BEAUTIFY_FLAG" val=""/>
</p:tagLst>
</file>

<file path=ppt/tags/tag1542.xml><?xml version="1.0" encoding="utf-8"?>
<p:tagLst xmlns:p="http://schemas.openxmlformats.org/presentationml/2006/main">
  <p:tag name="AS_UNIQUEID" val="2028"/>
  <p:tag name="KSO_WM_BEAUTIFY_FLAG" val=""/>
</p:tagLst>
</file>

<file path=ppt/tags/tag1543.xml><?xml version="1.0" encoding="utf-8"?>
<p:tagLst xmlns:p="http://schemas.openxmlformats.org/presentationml/2006/main">
  <p:tag name="AS_UNIQUEID" val="2029"/>
  <p:tag name="KSO_WM_BEAUTIFY_FLAG" val=""/>
</p:tagLst>
</file>

<file path=ppt/tags/tag1544.xml><?xml version="1.0" encoding="utf-8"?>
<p:tagLst xmlns:p="http://schemas.openxmlformats.org/presentationml/2006/main">
  <p:tag name="AS_UNIQUEID" val="2030"/>
  <p:tag name="KSO_WM_BEAUTIFY_FLAG" val=""/>
</p:tagLst>
</file>

<file path=ppt/tags/tag1545.xml><?xml version="1.0" encoding="utf-8"?>
<p:tagLst xmlns:p="http://schemas.openxmlformats.org/presentationml/2006/main">
  <p:tag name="AS_UNIQUEID" val="2031"/>
  <p:tag name="KSO_WM_BEAUTIFY_FLAG" val=""/>
</p:tagLst>
</file>

<file path=ppt/tags/tag1546.xml><?xml version="1.0" encoding="utf-8"?>
<p:tagLst xmlns:p="http://schemas.openxmlformats.org/presentationml/2006/main">
  <p:tag name="AS_UNIQUEID" val="2032"/>
  <p:tag name="KSO_WM_BEAUTIFY_FLAG" val=""/>
</p:tagLst>
</file>

<file path=ppt/tags/tag1547.xml><?xml version="1.0" encoding="utf-8"?>
<p:tagLst xmlns:p="http://schemas.openxmlformats.org/presentationml/2006/main">
  <p:tag name="AS_UNIQUEID" val="2033"/>
</p:tagLst>
</file>

<file path=ppt/tags/tag1548.xml><?xml version="1.0" encoding="utf-8"?>
<p:tagLst xmlns:p="http://schemas.openxmlformats.org/presentationml/2006/main">
  <p:tag name="AS_UNIQUEID" val="2034"/>
</p:tagLst>
</file>

<file path=ppt/tags/tag1549.xml><?xml version="1.0" encoding="utf-8"?>
<p:tagLst xmlns:p="http://schemas.openxmlformats.org/presentationml/2006/main">
  <p:tag name="AS_UNIQUEID" val="2035"/>
</p:tagLst>
</file>

<file path=ppt/tags/tag1550.xml><?xml version="1.0" encoding="utf-8"?>
<p:tagLst xmlns:p="http://schemas.openxmlformats.org/presentationml/2006/main">
  <p:tag name="AS_UNIQUEID" val="2036"/>
</p:tagLst>
</file>

<file path=ppt/tags/tag1551.xml><?xml version="1.0" encoding="utf-8"?>
<p:tagLst xmlns:p="http://schemas.openxmlformats.org/presentationml/2006/main">
  <p:tag name="AS_UNIQUEID" val="2037"/>
</p:tagLst>
</file>

<file path=ppt/tags/tag1552.xml><?xml version="1.0" encoding="utf-8"?>
<p:tagLst xmlns:p="http://schemas.openxmlformats.org/presentationml/2006/main">
  <p:tag name="AS_UNIQUEID" val="2038"/>
</p:tagLst>
</file>

<file path=ppt/tags/tag1553.xml><?xml version="1.0" encoding="utf-8"?>
<p:tagLst xmlns:p="http://schemas.openxmlformats.org/presentationml/2006/main">
  <p:tag name="AS_UNIQUEID" val="2039"/>
</p:tagLst>
</file>

<file path=ppt/tags/tag1554.xml><?xml version="1.0" encoding="utf-8"?>
<p:tagLst xmlns:p="http://schemas.openxmlformats.org/presentationml/2006/main">
  <p:tag name="AS_UNIQUEID" val="2040"/>
</p:tagLst>
</file>

<file path=ppt/tags/tag1555.xml><?xml version="1.0" encoding="utf-8"?>
<p:tagLst xmlns:p="http://schemas.openxmlformats.org/presentationml/2006/main">
  <p:tag name="AS_UNIQUEID" val="2041"/>
</p:tagLst>
</file>

<file path=ppt/tags/tag1556.xml><?xml version="1.0" encoding="utf-8"?>
<p:tagLst xmlns:p="http://schemas.openxmlformats.org/presentationml/2006/main">
  <p:tag name="AS_UNIQUEID" val="2042"/>
</p:tagLst>
</file>

<file path=ppt/tags/tag1557.xml><?xml version="1.0" encoding="utf-8"?>
<p:tagLst xmlns:p="http://schemas.openxmlformats.org/presentationml/2006/main">
  <p:tag name="AS_UNIQUEID" val="2043"/>
</p:tagLst>
</file>

<file path=ppt/tags/tag1558.xml><?xml version="1.0" encoding="utf-8"?>
<p:tagLst xmlns:p="http://schemas.openxmlformats.org/presentationml/2006/main">
  <p:tag name="AS_UNIQUEID" val="2044"/>
</p:tagLst>
</file>

<file path=ppt/tags/tag1559.xml><?xml version="1.0" encoding="utf-8"?>
<p:tagLst xmlns:p="http://schemas.openxmlformats.org/presentationml/2006/main">
  <p:tag name="AS_UNIQUEID" val="2045"/>
</p:tagLst>
</file>

<file path=ppt/tags/tag1560.xml><?xml version="1.0" encoding="utf-8"?>
<p:tagLst xmlns:p="http://schemas.openxmlformats.org/presentationml/2006/main">
  <p:tag name="AS_UNIQUEID" val="2046"/>
</p:tagLst>
</file>

<file path=ppt/tags/tag1561.xml><?xml version="1.0" encoding="utf-8"?>
<p:tagLst xmlns:p="http://schemas.openxmlformats.org/presentationml/2006/main">
  <p:tag name="AS_UNIQUEID" val="2047"/>
</p:tagLst>
</file>

<file path=ppt/tags/tag1562.xml><?xml version="1.0" encoding="utf-8"?>
<p:tagLst xmlns:p="http://schemas.openxmlformats.org/presentationml/2006/main">
  <p:tag name="AS_UNIQUEID" val="2048"/>
</p:tagLst>
</file>

<file path=ppt/tags/tag1563.xml><?xml version="1.0" encoding="utf-8"?>
<p:tagLst xmlns:p="http://schemas.openxmlformats.org/presentationml/2006/main">
  <p:tag name="AS_UNIQUEID" val="2049"/>
</p:tagLst>
</file>

<file path=ppt/tags/tag1564.xml><?xml version="1.0" encoding="utf-8"?>
<p:tagLst xmlns:p="http://schemas.openxmlformats.org/presentationml/2006/main">
  <p:tag name="AS_UNIQUEID" val="2050"/>
</p:tagLst>
</file>

<file path=ppt/tags/tag1565.xml><?xml version="1.0" encoding="utf-8"?>
<p:tagLst xmlns:p="http://schemas.openxmlformats.org/presentationml/2006/main">
  <p:tag name="AS_UNIQUEID" val="2051"/>
</p:tagLst>
</file>

<file path=ppt/tags/tag1566.xml><?xml version="1.0" encoding="utf-8"?>
<p:tagLst xmlns:p="http://schemas.openxmlformats.org/presentationml/2006/main">
  <p:tag name="AS_UNIQUEID" val="2052"/>
</p:tagLst>
</file>

<file path=ppt/tags/tag1567.xml><?xml version="1.0" encoding="utf-8"?>
<p:tagLst xmlns:p="http://schemas.openxmlformats.org/presentationml/2006/main">
  <p:tag name="AS_UNIQUEID" val="2053"/>
  <p:tag name="KSO_WM_BEAUTIFY_FLAG" val=""/>
</p:tagLst>
</file>

<file path=ppt/tags/tag1568.xml><?xml version="1.0" encoding="utf-8"?>
<p:tagLst xmlns:p="http://schemas.openxmlformats.org/presentationml/2006/main">
  <p:tag name="AS_UNIQUEID" val="2054"/>
  <p:tag name="KSO_WM_BEAUTIFY_FLAG" val=""/>
</p:tagLst>
</file>

<file path=ppt/tags/tag1569.xml><?xml version="1.0" encoding="utf-8"?>
<p:tagLst xmlns:p="http://schemas.openxmlformats.org/presentationml/2006/main">
  <p:tag name="AS_UNIQUEID" val="2055"/>
  <p:tag name="KSO_WM_BEAUTIFY_FLAG" val=""/>
</p:tagLst>
</file>

<file path=ppt/tags/tag1570.xml><?xml version="1.0" encoding="utf-8"?>
<p:tagLst xmlns:p="http://schemas.openxmlformats.org/presentationml/2006/main">
  <p:tag name="AS_UNIQUEID" val="2056"/>
  <p:tag name="KSO_WM_BEAUTIFY_FLAG" val=""/>
</p:tagLst>
</file>

<file path=ppt/tags/tag157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YjcxNGU2MDE4YzgyZGY2YWIyNTFjYmY5Y2YwZTMxZDkifQ==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思源黑体 CN Bold"/>
        <a:ea typeface="思源黑体 CN Bold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306</Paragraphs>
  <Slides>54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baseType="lpstr" size="74">
      <vt:lpstr>Arial</vt:lpstr>
      <vt:lpstr>思源黑体 CN Bold</vt:lpstr>
      <vt:lpstr>思源黑体 CN Normal</vt:lpstr>
      <vt:lpstr>等线 Light</vt:lpstr>
      <vt:lpstr>等线</vt:lpstr>
      <vt:lpstr>微软雅黑</vt:lpstr>
      <vt:lpstr>黑体</vt:lpstr>
      <vt:lpstr>Wingdings</vt:lpstr>
      <vt:lpstr>Times New Roman</vt:lpstr>
      <vt:lpstr>思源黑体 CN Heavy</vt:lpstr>
      <vt:lpstr>Wingdings 2</vt:lpstr>
      <vt:lpstr>幼圆</vt:lpstr>
      <vt:lpstr>华文楷体</vt:lpstr>
      <vt:lpstr>Calibri</vt:lpstr>
      <vt:lpstr>宋体</vt:lpstr>
      <vt:lpstr>MS Mincho</vt:lpstr>
      <vt:lpstr>楷体</vt:lpstr>
      <vt:lpstr>Comic Sans MS</vt:lpstr>
      <vt:lpstr>Courier New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2024-07-11T14:26:05.957</cp:lastPrinted>
  <dcterms:created xsi:type="dcterms:W3CDTF">2024-07-11T14:26:05Z</dcterms:created>
  <dcterms:modified xsi:type="dcterms:W3CDTF">2024-07-11T06:26:05Z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
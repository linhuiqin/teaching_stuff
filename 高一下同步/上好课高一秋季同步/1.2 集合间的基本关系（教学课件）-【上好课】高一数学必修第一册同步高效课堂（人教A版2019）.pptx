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2"/>
  </p:sldMasterIdLst>
  <p:notesMasterIdLst>
    <p:notesMasterId r:id="rId3"/>
  </p:notesMasterIdLst>
  <p:sldIdLst>
    <p:sldId id="405" r:id="rId4"/>
    <p:sldId id="299" r:id="rId5"/>
    <p:sldId id="304" r:id="rId6"/>
    <p:sldId id="300" r:id="rId7"/>
    <p:sldId id="461" r:id="rId8"/>
    <p:sldId id="462" r:id="rId9"/>
    <p:sldId id="463" r:id="rId10"/>
    <p:sldId id="464" r:id="rId11"/>
    <p:sldId id="465" r:id="rId12"/>
    <p:sldId id="466" r:id="rId13"/>
    <p:sldId id="517" r:id="rId14"/>
    <p:sldId id="518" r:id="rId15"/>
    <p:sldId id="519" r:id="rId16"/>
    <p:sldId id="520" r:id="rId17"/>
    <p:sldId id="521" r:id="rId18"/>
    <p:sldId id="522" r:id="rId19"/>
    <p:sldId id="523" r:id="rId20"/>
    <p:sldId id="524" r:id="rId21"/>
    <p:sldId id="525" r:id="rId22"/>
    <p:sldId id="526" r:id="rId23"/>
    <p:sldId id="527" r:id="rId24"/>
    <p:sldId id="528" r:id="rId25"/>
    <p:sldId id="529" r:id="rId26"/>
    <p:sldId id="530" r:id="rId27"/>
    <p:sldId id="531" r:id="rId28"/>
    <p:sldId id="532" r:id="rId29"/>
    <p:sldId id="533" r:id="rId30"/>
    <p:sldId id="534" r:id="rId31"/>
    <p:sldId id="535" r:id="rId32"/>
    <p:sldId id="536" r:id="rId33"/>
    <p:sldId id="537" r:id="rId34"/>
    <p:sldId id="538" r:id="rId35"/>
    <p:sldId id="539" r:id="rId36"/>
    <p:sldId id="540" r:id="rId37"/>
    <p:sldId id="541" r:id="rId38"/>
    <p:sldId id="542" r:id="rId39"/>
    <p:sldId id="543" r:id="rId40"/>
    <p:sldId id="544" r:id="rId41"/>
    <p:sldId id="459" r:id="rId42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5ACBF0"/>
          </p15:clr>
        </p15:guide>
        <p15:guide id="2" pos="3840" userDrawn="1">
          <p15:clr>
            <a:srgbClr val="5ACBF0"/>
          </p15:clr>
        </p15:guide>
      </p15:sldGuideLst>
    </p:ext>
  </p:extLst>
</p:presentation>
</file>

<file path=ppt/commentAuthors.xml><?xml version="1.0" encoding="utf-8"?>
<p:cmAuthorLst xmlns:p="http://schemas.openxmlformats.org/presentationml/2006/main">
  <p:cmAuthor id="1" name="DELL" initials="D" lastIdx="0" clrIdx="0"/>
</p:cmAuthorLst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</a:lastCol>
    <a:firstCol>
      <a:tcTxStyle b="on"/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96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98" y="1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ommentAuthors" Target="commentAuthors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1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slide" Target="slides/slide31.xml" /><Relationship Id="rId35" Type="http://schemas.openxmlformats.org/officeDocument/2006/relationships/slide" Target="slides/slide32.xml" /><Relationship Id="rId36" Type="http://schemas.openxmlformats.org/officeDocument/2006/relationships/slide" Target="slides/slide33.xml" /><Relationship Id="rId37" Type="http://schemas.openxmlformats.org/officeDocument/2006/relationships/slide" Target="slides/slide34.xml" /><Relationship Id="rId38" Type="http://schemas.openxmlformats.org/officeDocument/2006/relationships/slide" Target="slides/slide35.xml" /><Relationship Id="rId39" Type="http://schemas.openxmlformats.org/officeDocument/2006/relationships/slide" Target="slides/slide36.xml" /><Relationship Id="rId4" Type="http://schemas.openxmlformats.org/officeDocument/2006/relationships/slide" Target="slides/slide1.xml" /><Relationship Id="rId40" Type="http://schemas.openxmlformats.org/officeDocument/2006/relationships/slide" Target="slides/slide37.xml" /><Relationship Id="rId41" Type="http://schemas.openxmlformats.org/officeDocument/2006/relationships/slide" Target="slides/slide38.xml" /><Relationship Id="rId42" Type="http://schemas.openxmlformats.org/officeDocument/2006/relationships/slide" Target="slides/slide39.xml" /><Relationship Id="rId43" Type="http://schemas.openxmlformats.org/officeDocument/2006/relationships/tags" Target="tags/tag902.xml" /><Relationship Id="rId44" Type="http://schemas.openxmlformats.org/officeDocument/2006/relationships/presProps" Target="presProps.xml" /><Relationship Id="rId45" Type="http://schemas.openxmlformats.org/officeDocument/2006/relationships/viewProps" Target="viewProps.xml" /><Relationship Id="rId46" Type="http://schemas.openxmlformats.org/officeDocument/2006/relationships/theme" Target="theme/theme1.xml" /><Relationship Id="rId47" Type="http://schemas.openxmlformats.org/officeDocument/2006/relationships/tableStyles" Target="tableStyles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drawings/_rels/vmlDrawing1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.wmf" /></Relationships>
</file>

<file path=ppt/drawings/_rels/vmlDrawing2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wmf" /><Relationship Id="rId2" Type="http://schemas.openxmlformats.org/officeDocument/2006/relationships/image" Target="../media/image10.wmf" /></Relationships>
</file>

<file path=ppt/drawings/_rels/vmlDrawing3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1.wmf" /><Relationship Id="rId2" Type="http://schemas.openxmlformats.org/officeDocument/2006/relationships/image" Target="../media/image13.wmf" /><Relationship Id="rId3" Type="http://schemas.openxmlformats.org/officeDocument/2006/relationships/image" Target="../media/image14.wmf" /><Relationship Id="rId4" Type="http://schemas.openxmlformats.org/officeDocument/2006/relationships/image" Target="../media/image15.wmf" /><Relationship Id="rId5" Type="http://schemas.openxmlformats.org/officeDocument/2006/relationships/image" Target="../media/image16.wmf" /><Relationship Id="rId6" Type="http://schemas.openxmlformats.org/officeDocument/2006/relationships/image" Target="../media/image17.wmf" /></Relationships>
</file>

<file path=ppt/drawings/_rels/vmlDrawing4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8.wmf" /><Relationship Id="rId2" Type="http://schemas.openxmlformats.org/officeDocument/2006/relationships/image" Target="../media/image19.wmf" /><Relationship Id="rId3" Type="http://schemas.openxmlformats.org/officeDocument/2006/relationships/image" Target="../media/image20.wmf" /></Relationships>
</file>

<file path=ppt/drawings/_rels/vmlDrawing5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1.wmf" /><Relationship Id="rId2" Type="http://schemas.openxmlformats.org/officeDocument/2006/relationships/image" Target="../media/image22.wmf" /><Relationship Id="rId3" Type="http://schemas.openxmlformats.org/officeDocument/2006/relationships/image" Target="../media/image23.wmf" /><Relationship Id="rId4" Type="http://schemas.openxmlformats.org/officeDocument/2006/relationships/image" Target="../media/image25.wmf" /></Relationships>
</file>

<file path=ppt/drawings/_rels/vmlDrawing6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9.wmf" /><Relationship Id="rId2" Type="http://schemas.openxmlformats.org/officeDocument/2006/relationships/image" Target="../media/image30.wmf" /></Relationships>
</file>

<file path=ppt/drawings/_rels/vmlDrawing7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1.wmf" /><Relationship Id="rId2" Type="http://schemas.openxmlformats.org/officeDocument/2006/relationships/image" Target="../media/image32.wmf" /><Relationship Id="rId3" Type="http://schemas.openxmlformats.org/officeDocument/2006/relationships/image" Target="../media/image33.wmf" /><Relationship Id="rId4" Type="http://schemas.openxmlformats.org/officeDocument/2006/relationships/image" Target="../media/image34.wmf" /><Relationship Id="rId5" Type="http://schemas.openxmlformats.org/officeDocument/2006/relationships/image" Target="../media/image35.wmf" /></Relationships>
</file>

<file path=ppt/drawings/_rels/vmlDrawing8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wmf" /><Relationship Id="rId10" Type="http://schemas.openxmlformats.org/officeDocument/2006/relationships/image" Target="../media/image45.wmf" /><Relationship Id="rId2" Type="http://schemas.openxmlformats.org/officeDocument/2006/relationships/image" Target="../media/image37.wmf" /><Relationship Id="rId3" Type="http://schemas.openxmlformats.org/officeDocument/2006/relationships/image" Target="../media/image38.wmf" /><Relationship Id="rId4" Type="http://schemas.openxmlformats.org/officeDocument/2006/relationships/image" Target="../media/image39.wmf" /><Relationship Id="rId5" Type="http://schemas.openxmlformats.org/officeDocument/2006/relationships/image" Target="../media/image40.wmf" /><Relationship Id="rId6" Type="http://schemas.openxmlformats.org/officeDocument/2006/relationships/image" Target="../media/image41.wmf" /><Relationship Id="rId7" Type="http://schemas.openxmlformats.org/officeDocument/2006/relationships/image" Target="../media/image42.wmf" /><Relationship Id="rId8" Type="http://schemas.openxmlformats.org/officeDocument/2006/relationships/image" Target="../media/image43.wmf" /><Relationship Id="rId9" Type="http://schemas.openxmlformats.org/officeDocument/2006/relationships/image" Target="../media/image44.wmf" /></Relationships>
</file>

<file path=ppt/drawings/_rels/vmlDrawing9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8.emf" /><Relationship Id="rId2" Type="http://schemas.openxmlformats.org/officeDocument/2006/relationships/image" Target="../media/image49.emf" /></Relationships>
</file>

<file path=ppt/drawings/_rels/vmlDrawing10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0.wmf" /><Relationship Id="rId2" Type="http://schemas.openxmlformats.org/officeDocument/2006/relationships/image" Target="../media/image51.wmf" /><Relationship Id="rId3" Type="http://schemas.openxmlformats.org/officeDocument/2006/relationships/image" Target="../media/image52.wmf" /></Relationships>
</file>

<file path=ppt/drawings/_rels/vmlDrawing11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3.wmf" /><Relationship Id="rId2" Type="http://schemas.openxmlformats.org/officeDocument/2006/relationships/image" Target="../media/image54.wmf" /><Relationship Id="rId3" Type="http://schemas.openxmlformats.org/officeDocument/2006/relationships/image" Target="../media/image55.wmf" /><Relationship Id="rId4" Type="http://schemas.openxmlformats.org/officeDocument/2006/relationships/image" Target="../media/image56.wmf" /><Relationship Id="rId5" Type="http://schemas.openxmlformats.org/officeDocument/2006/relationships/image" Target="../media/image57.wmf" /><Relationship Id="rId6" Type="http://schemas.openxmlformats.org/officeDocument/2006/relationships/image" Target="../media/image58.wmf" /><Relationship Id="rId7" Type="http://schemas.openxmlformats.org/officeDocument/2006/relationships/image" Target="../media/image59.wmf" /></Relationships>
</file>

<file path=ppt/drawings/_rels/vmlDrawing12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0.emf" /><Relationship Id="rId2" Type="http://schemas.openxmlformats.org/officeDocument/2006/relationships/image" Target="../media/image61.emf" /></Relationships>
</file>

<file path=ppt/drawings/_rels/vmlDrawing13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2.wmf" /><Relationship Id="rId2" Type="http://schemas.openxmlformats.org/officeDocument/2006/relationships/image" Target="../media/image63.wmf" /></Relationships>
</file>

<file path=ppt/drawings/_rels/vmlDrawing14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4.emf" /><Relationship Id="rId2" Type="http://schemas.openxmlformats.org/officeDocument/2006/relationships/image" Target="../media/image65.emf" /><Relationship Id="rId3" Type="http://schemas.openxmlformats.org/officeDocument/2006/relationships/image" Target="../media/image66.emf" /></Relationships>
</file>

<file path=ppt/drawings/_rels/vmlDrawing15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8.emf" /><Relationship Id="rId2" Type="http://schemas.openxmlformats.org/officeDocument/2006/relationships/image" Target="../media/image57.wmf" /><Relationship Id="rId3" Type="http://schemas.openxmlformats.org/officeDocument/2006/relationships/image" Target="../media/image69.emf" /></Relationships>
</file>

<file path=ppt/drawings/_rels/vmlDrawing16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0.emf" /><Relationship Id="rId2" Type="http://schemas.openxmlformats.org/officeDocument/2006/relationships/image" Target="../media/image71.emf" /><Relationship Id="rId3" Type="http://schemas.openxmlformats.org/officeDocument/2006/relationships/image" Target="../media/image72.emf" /></Relationships>
</file>

<file path=ppt/drawings/_rels/vmlDrawing17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73.emf" /><Relationship Id="rId2" Type="http://schemas.openxmlformats.org/officeDocument/2006/relationships/image" Target="../media/image74.emf" /><Relationship Id="rId3" Type="http://schemas.openxmlformats.org/officeDocument/2006/relationships/image" Target="../media/image75.wmf" /><Relationship Id="rId4" Type="http://schemas.openxmlformats.org/officeDocument/2006/relationships/image" Target="../media/image76.wmf" /><Relationship Id="rId5" Type="http://schemas.openxmlformats.org/officeDocument/2006/relationships/image" Target="../media/image77.wmf" /><Relationship Id="rId6" Type="http://schemas.openxmlformats.org/officeDocument/2006/relationships/image" Target="../media/image78.wmf" /></Relationships>
</file>

<file path=ppt/drawings/_rels/vmlDrawing18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0.wmf" /><Relationship Id="rId2" Type="http://schemas.openxmlformats.org/officeDocument/2006/relationships/image" Target="../media/image81.wmf" /><Relationship Id="rId3" Type="http://schemas.openxmlformats.org/officeDocument/2006/relationships/image" Target="../media/image82.wmf" /><Relationship Id="rId4" Type="http://schemas.openxmlformats.org/officeDocument/2006/relationships/image" Target="../media/image83.wmf" /><Relationship Id="rId5" Type="http://schemas.openxmlformats.org/officeDocument/2006/relationships/image" Target="../media/image84.wmf" /><Relationship Id="rId6" Type="http://schemas.openxmlformats.org/officeDocument/2006/relationships/image" Target="../media/image85.wmf" /></Relationships>
</file>

<file path=ppt/drawings/_rels/vmlDrawing19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6.wmf" /><Relationship Id="rId2" Type="http://schemas.openxmlformats.org/officeDocument/2006/relationships/image" Target="../media/image87.wmf" /><Relationship Id="rId3" Type="http://schemas.openxmlformats.org/officeDocument/2006/relationships/image" Target="../media/image88.wmf" /><Relationship Id="rId4" Type="http://schemas.openxmlformats.org/officeDocument/2006/relationships/image" Target="../media/image89.wmf" /></Relationships>
</file>

<file path=ppt/drawings/_rels/vmlDrawing20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90.wmf" /><Relationship Id="rId10" Type="http://schemas.openxmlformats.org/officeDocument/2006/relationships/image" Target="../media/image99.wmf" /><Relationship Id="rId11" Type="http://schemas.openxmlformats.org/officeDocument/2006/relationships/image" Target="../media/image100.wmf" /><Relationship Id="rId2" Type="http://schemas.openxmlformats.org/officeDocument/2006/relationships/image" Target="../media/image91.wmf" /><Relationship Id="rId3" Type="http://schemas.openxmlformats.org/officeDocument/2006/relationships/image" Target="../media/image92.wmf" /><Relationship Id="rId4" Type="http://schemas.openxmlformats.org/officeDocument/2006/relationships/image" Target="../media/image93.wmf" /><Relationship Id="rId5" Type="http://schemas.openxmlformats.org/officeDocument/2006/relationships/image" Target="../media/image94.wmf" /><Relationship Id="rId6" Type="http://schemas.openxmlformats.org/officeDocument/2006/relationships/image" Target="../media/image95.wmf" /><Relationship Id="rId7" Type="http://schemas.openxmlformats.org/officeDocument/2006/relationships/image" Target="../media/image96.wmf" /><Relationship Id="rId8" Type="http://schemas.openxmlformats.org/officeDocument/2006/relationships/image" Target="../media/image97.wmf" /><Relationship Id="rId9" Type="http://schemas.openxmlformats.org/officeDocument/2006/relationships/image" Target="../media/image98.wmf" /></Relationships>
</file>

<file path=ppt/drawings/_rels/vmlDrawing21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01.wmf" /><Relationship Id="rId2" Type="http://schemas.openxmlformats.org/officeDocument/2006/relationships/image" Target="../media/image102.wmf" /></Relationships>
</file>

<file path=ppt/drawings/_rels/vmlDrawing22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03.wmf" /><Relationship Id="rId2" Type="http://schemas.openxmlformats.org/officeDocument/2006/relationships/image" Target="../media/image104.wmf" /><Relationship Id="rId3" Type="http://schemas.openxmlformats.org/officeDocument/2006/relationships/image" Target="../media/image105.wmf" /><Relationship Id="rId4" Type="http://schemas.openxmlformats.org/officeDocument/2006/relationships/image" Target="../media/image106.wmf" /><Relationship Id="rId5" Type="http://schemas.openxmlformats.org/officeDocument/2006/relationships/image" Target="../media/image107.wmf" /></Relationships>
</file>

<file path=ppt/drawings/_rels/vmlDrawing23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08.wmf" /><Relationship Id="rId2" Type="http://schemas.openxmlformats.org/officeDocument/2006/relationships/image" Target="../media/image109.wmf" /></Relationships>
</file>

<file path=ppt/drawings/_rels/vmlDrawing24.v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10.wmf" /><Relationship Id="rId2" Type="http://schemas.openxmlformats.org/officeDocument/2006/relationships/image" Target="../media/image111.wmf" /><Relationship Id="rId3" Type="http://schemas.openxmlformats.org/officeDocument/2006/relationships/image" Target="../media/image112.wmf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2.xml" /><Relationship Id="rId2" Type="http://schemas.openxmlformats.org/officeDocument/2006/relationships/tags" Target="../tags/tag13.xml" /><Relationship Id="rId3" Type="http://schemas.openxmlformats.org/officeDocument/2006/relationships/tags" Target="../tags/tag14.xml" /><Relationship Id="rId4" Type="http://schemas.openxmlformats.org/officeDocument/2006/relationships/tags" Target="../tags/tag15.xml" /><Relationship Id="rId5" Type="http://schemas.openxmlformats.org/officeDocument/2006/relationships/tags" Target="../tags/tag16.xml" /><Relationship Id="rId6" Type="http://schemas.openxmlformats.org/officeDocument/2006/relationships/tags" Target="../tags/tag17.xml" /><Relationship Id="rId7" Type="http://schemas.openxmlformats.org/officeDocument/2006/relationships/tags" Target="../tags/tag18.xml" /><Relationship Id="rId8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7375B-645A-4B83-93EC-8A3A766EDBB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BF8934-6CED-46F5-B7D3-6CA103631274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409.xml" /><Relationship Id="rId4" Type="http://schemas.openxmlformats.org/officeDocument/2006/relationships/tags" Target="../tags/tag410.xml" /><Relationship Id="rId5" Type="http://schemas.openxmlformats.org/officeDocument/2006/relationships/tags" Target="../tags/tag41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471.xml" /><Relationship Id="rId4" Type="http://schemas.openxmlformats.org/officeDocument/2006/relationships/tags" Target="../tags/tag472.xml" /><Relationship Id="rId5" Type="http://schemas.openxmlformats.org/officeDocument/2006/relationships/tags" Target="../tags/tag473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487.xml" /><Relationship Id="rId4" Type="http://schemas.openxmlformats.org/officeDocument/2006/relationships/tags" Target="../tags/tag488.xml" /><Relationship Id="rId5" Type="http://schemas.openxmlformats.org/officeDocument/2006/relationships/tags" Target="../tags/tag489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543.xml" /><Relationship Id="rId4" Type="http://schemas.openxmlformats.org/officeDocument/2006/relationships/tags" Target="../tags/tag544.xml" /><Relationship Id="rId5" Type="http://schemas.openxmlformats.org/officeDocument/2006/relationships/tags" Target="../tags/tag545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566.xml" /><Relationship Id="rId4" Type="http://schemas.openxmlformats.org/officeDocument/2006/relationships/tags" Target="../tags/tag567.xml" /><Relationship Id="rId5" Type="http://schemas.openxmlformats.org/officeDocument/2006/relationships/tags" Target="../tags/tag568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582.xml" /><Relationship Id="rId4" Type="http://schemas.openxmlformats.org/officeDocument/2006/relationships/tags" Target="../tags/tag583.xml" /><Relationship Id="rId5" Type="http://schemas.openxmlformats.org/officeDocument/2006/relationships/tags" Target="../tags/tag584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655.xml" /><Relationship Id="rId4" Type="http://schemas.openxmlformats.org/officeDocument/2006/relationships/tags" Target="../tags/tag656.xml" /><Relationship Id="rId5" Type="http://schemas.openxmlformats.org/officeDocument/2006/relationships/tags" Target="../tags/tag657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687.xml" /><Relationship Id="rId4" Type="http://schemas.openxmlformats.org/officeDocument/2006/relationships/tags" Target="../tags/tag688.xml" /><Relationship Id="rId5" Type="http://schemas.openxmlformats.org/officeDocument/2006/relationships/tags" Target="../tags/tag689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737.xml" /><Relationship Id="rId4" Type="http://schemas.openxmlformats.org/officeDocument/2006/relationships/tags" Target="../tags/tag738.xml" /><Relationship Id="rId5" Type="http://schemas.openxmlformats.org/officeDocument/2006/relationships/tags" Target="../tags/tag739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755.xml" /><Relationship Id="rId4" Type="http://schemas.openxmlformats.org/officeDocument/2006/relationships/tags" Target="../tags/tag756.xml" /><Relationship Id="rId5" Type="http://schemas.openxmlformats.org/officeDocument/2006/relationships/tags" Target="../tags/tag757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769.xml" /><Relationship Id="rId4" Type="http://schemas.openxmlformats.org/officeDocument/2006/relationships/tags" Target="../tags/tag770.xml" /><Relationship Id="rId5" Type="http://schemas.openxmlformats.org/officeDocument/2006/relationships/tags" Target="../tags/tag77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791.xml" /><Relationship Id="rId4" Type="http://schemas.openxmlformats.org/officeDocument/2006/relationships/tags" Target="../tags/tag792.xml" /><Relationship Id="rId5" Type="http://schemas.openxmlformats.org/officeDocument/2006/relationships/tags" Target="../tags/tag793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809.xml" /><Relationship Id="rId4" Type="http://schemas.openxmlformats.org/officeDocument/2006/relationships/tags" Target="../tags/tag810.xml" /><Relationship Id="rId5" Type="http://schemas.openxmlformats.org/officeDocument/2006/relationships/tags" Target="../tags/tag81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830.xml" /><Relationship Id="rId4" Type="http://schemas.openxmlformats.org/officeDocument/2006/relationships/tags" Target="../tags/tag831.xml" /><Relationship Id="rId5" Type="http://schemas.openxmlformats.org/officeDocument/2006/relationships/tags" Target="../tags/tag832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Relationship Id="rId3" Type="http://schemas.openxmlformats.org/officeDocument/2006/relationships/tags" Target="../tags/tag843.xml" /><Relationship Id="rId4" Type="http://schemas.openxmlformats.org/officeDocument/2006/relationships/tags" Target="../tags/tag844.xml" /><Relationship Id="rId5" Type="http://schemas.openxmlformats.org/officeDocument/2006/relationships/tags" Target="../tags/tag845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  <p:custDataLst>
              <p:tags r:id="rId4"/>
            </p:custDataLst>
          </p:nvPr>
        </p:nvSpPr>
        <p:spPr/>
      </p:sp>
      <p:sp>
        <p:nvSpPr>
          <p:cNvPr id="3" name="文本占位符 2"/>
          <p:cNvSpPr txBox="1">
            <a:spLocks noGrp="1"/>
          </p:cNvSpPr>
          <p:nvPr>
            <p:ph type="body" idx="3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>
          <p:custDataLst>
            <p:tags r:id="rId1"/>
          </p:custDataLst>
        </p:nvPr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83E8761-A14E-4E6E-B19C-D0ABAA7747F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3410F0F-E077-475B-A7EC-03CDC27F5B89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1.xml" /><Relationship Id="rId11" Type="http://schemas.openxmlformats.org/officeDocument/2006/relationships/theme" Target="../theme/theme1.xml" /><Relationship Id="rId2" Type="http://schemas.openxmlformats.org/officeDocument/2006/relationships/tags" Target="../tags/tag5.xml" /><Relationship Id="rId3" Type="http://schemas.openxmlformats.org/officeDocument/2006/relationships/tags" Target="../tags/tag6.xml" /><Relationship Id="rId4" Type="http://schemas.openxmlformats.org/officeDocument/2006/relationships/tags" Target="../tags/tag7.xml" /><Relationship Id="rId5" Type="http://schemas.openxmlformats.org/officeDocument/2006/relationships/tags" Target="../tags/tag8.xml" /><Relationship Id="rId6" Type="http://schemas.openxmlformats.org/officeDocument/2006/relationships/tags" Target="../tags/tag9.xml" /><Relationship Id="rId7" Type="http://schemas.openxmlformats.org/officeDocument/2006/relationships/tags" Target="../tags/tag10.xml" /><Relationship Id="rId8" Type="http://schemas.openxmlformats.org/officeDocument/2006/relationships/image" Target="file:///D:\qq&#25991;&#20214;\712321467\Image\C2C\Image2\%7b75232B38-A165-1FB7-499C-2E1C792CACB5%7d.png" TargetMode="External" /><Relationship Id="rId9" Type="http://schemas.openxmlformats.org/officeDocument/2006/relationships/image" Target="../media/image1.png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E8761-A14E-4E6E-B19C-D0ABAA7747F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10F0F-E077-475B-A7EC-03CDC27F5B89}" type="slidenum">
              <a:rPr lang="zh-CN" altLang="en-US" smtClean="0"/>
              <a:t/>
            </a:fld>
            <a:endParaRPr lang="zh-CN" altLang="en-US"/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 r:link="rId8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6.xml" /><Relationship Id="rId11" Type="http://schemas.openxmlformats.org/officeDocument/2006/relationships/tags" Target="../tags/tag27.xml" /><Relationship Id="rId12" Type="http://schemas.openxmlformats.org/officeDocument/2006/relationships/tags" Target="../tags/tag28.xml" /><Relationship Id="rId13" Type="http://schemas.openxmlformats.org/officeDocument/2006/relationships/tags" Target="../tags/tag29.xml" /><Relationship Id="rId14" Type="http://schemas.openxmlformats.org/officeDocument/2006/relationships/tags" Target="../tags/tag30.xml" /><Relationship Id="rId15" Type="http://schemas.openxmlformats.org/officeDocument/2006/relationships/tags" Target="../tags/tag31.xml" /><Relationship Id="rId16" Type="http://schemas.openxmlformats.org/officeDocument/2006/relationships/tags" Target="../tags/tag32.xml" /><Relationship Id="rId17" Type="http://schemas.openxmlformats.org/officeDocument/2006/relationships/tags" Target="../tags/tag33.xml" /><Relationship Id="rId18" Type="http://schemas.openxmlformats.org/officeDocument/2006/relationships/tags" Target="../tags/tag34.xml" /><Relationship Id="rId19" Type="http://schemas.openxmlformats.org/officeDocument/2006/relationships/tags" Target="../tags/tag35.xml" /><Relationship Id="rId2" Type="http://schemas.openxmlformats.org/officeDocument/2006/relationships/tags" Target="../tags/tag19.xml" /><Relationship Id="rId20" Type="http://schemas.openxmlformats.org/officeDocument/2006/relationships/tags" Target="../tags/tag36.xml" /><Relationship Id="rId21" Type="http://schemas.openxmlformats.org/officeDocument/2006/relationships/tags" Target="../tags/tag37.xml" /><Relationship Id="rId22" Type="http://schemas.openxmlformats.org/officeDocument/2006/relationships/tags" Target="../tags/tag38.xml" /><Relationship Id="rId23" Type="http://schemas.openxmlformats.org/officeDocument/2006/relationships/tags" Target="../tags/tag39.xml" /><Relationship Id="rId24" Type="http://schemas.openxmlformats.org/officeDocument/2006/relationships/tags" Target="../tags/tag40.xml" /><Relationship Id="rId25" Type="http://schemas.openxmlformats.org/officeDocument/2006/relationships/tags" Target="../tags/tag41.xml" /><Relationship Id="rId26" Type="http://schemas.openxmlformats.org/officeDocument/2006/relationships/tags" Target="../tags/tag42.xml" /><Relationship Id="rId27" Type="http://schemas.openxmlformats.org/officeDocument/2006/relationships/image" Target="../media/image3.png" /><Relationship Id="rId28" Type="http://schemas.openxmlformats.org/officeDocument/2006/relationships/tags" Target="../tags/tag43.xml" /><Relationship Id="rId29" Type="http://schemas.openxmlformats.org/officeDocument/2006/relationships/tags" Target="../tags/tag44.xml" /><Relationship Id="rId3" Type="http://schemas.openxmlformats.org/officeDocument/2006/relationships/image" Target="../media/image2.png" /><Relationship Id="rId30" Type="http://schemas.openxmlformats.org/officeDocument/2006/relationships/tags" Target="../tags/tag45.xml" /><Relationship Id="rId4" Type="http://schemas.openxmlformats.org/officeDocument/2006/relationships/tags" Target="../tags/tag20.xml" /><Relationship Id="rId5" Type="http://schemas.openxmlformats.org/officeDocument/2006/relationships/tags" Target="../tags/tag21.xml" /><Relationship Id="rId6" Type="http://schemas.openxmlformats.org/officeDocument/2006/relationships/tags" Target="../tags/tag22.xml" /><Relationship Id="rId7" Type="http://schemas.openxmlformats.org/officeDocument/2006/relationships/tags" Target="../tags/tag23.xml" /><Relationship Id="rId8" Type="http://schemas.openxmlformats.org/officeDocument/2006/relationships/tags" Target="../tags/tag24.xml" /><Relationship Id="rId9" Type="http://schemas.openxmlformats.org/officeDocument/2006/relationships/tags" Target="../tags/tag25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53.xml" /><Relationship Id="rId11" Type="http://schemas.openxmlformats.org/officeDocument/2006/relationships/tags" Target="../tags/tag54.xml" /><Relationship Id="rId12" Type="http://schemas.openxmlformats.org/officeDocument/2006/relationships/tags" Target="../tags/tag55.xml" /><Relationship Id="rId13" Type="http://schemas.openxmlformats.org/officeDocument/2006/relationships/tags" Target="../tags/tag56.xml" /><Relationship Id="rId14" Type="http://schemas.openxmlformats.org/officeDocument/2006/relationships/tags" Target="../tags/tag57.xml" /><Relationship Id="rId15" Type="http://schemas.openxmlformats.org/officeDocument/2006/relationships/tags" Target="../tags/tag58.xml" /><Relationship Id="rId16" Type="http://schemas.openxmlformats.org/officeDocument/2006/relationships/tags" Target="../tags/tag59.xml" /><Relationship Id="rId17" Type="http://schemas.openxmlformats.org/officeDocument/2006/relationships/tags" Target="../tags/tag60.xml" /><Relationship Id="rId18" Type="http://schemas.openxmlformats.org/officeDocument/2006/relationships/tags" Target="../tags/tag61.xml" /><Relationship Id="rId19" Type="http://schemas.openxmlformats.org/officeDocument/2006/relationships/tags" Target="../tags/tag62.xml" /><Relationship Id="rId2" Type="http://schemas.openxmlformats.org/officeDocument/2006/relationships/tags" Target="../tags/tag46.xml" /><Relationship Id="rId3" Type="http://schemas.openxmlformats.org/officeDocument/2006/relationships/image" Target="../media/image4.png" /><Relationship Id="rId4" Type="http://schemas.openxmlformats.org/officeDocument/2006/relationships/tags" Target="../tags/tag47.xml" /><Relationship Id="rId5" Type="http://schemas.openxmlformats.org/officeDocument/2006/relationships/tags" Target="../tags/tag48.xml" /><Relationship Id="rId6" Type="http://schemas.openxmlformats.org/officeDocument/2006/relationships/tags" Target="../tags/tag49.xml" /><Relationship Id="rId7" Type="http://schemas.openxmlformats.org/officeDocument/2006/relationships/tags" Target="../tags/tag50.xml" /><Relationship Id="rId8" Type="http://schemas.openxmlformats.org/officeDocument/2006/relationships/tags" Target="../tags/tag51.xml" /><Relationship Id="rId9" Type="http://schemas.openxmlformats.org/officeDocument/2006/relationships/tags" Target="../tags/tag5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70.xml" /><Relationship Id="rId11" Type="http://schemas.openxmlformats.org/officeDocument/2006/relationships/tags" Target="../tags/tag71.xml" /><Relationship Id="rId12" Type="http://schemas.openxmlformats.org/officeDocument/2006/relationships/tags" Target="../tags/tag72.xml" /><Relationship Id="rId13" Type="http://schemas.openxmlformats.org/officeDocument/2006/relationships/tags" Target="../tags/tag73.xml" /><Relationship Id="rId14" Type="http://schemas.openxmlformats.org/officeDocument/2006/relationships/tags" Target="../tags/tag74.xml" /><Relationship Id="rId15" Type="http://schemas.openxmlformats.org/officeDocument/2006/relationships/tags" Target="../tags/tag75.xml" /><Relationship Id="rId16" Type="http://schemas.openxmlformats.org/officeDocument/2006/relationships/tags" Target="../tags/tag76.xml" /><Relationship Id="rId17" Type="http://schemas.openxmlformats.org/officeDocument/2006/relationships/tags" Target="../tags/tag77.xml" /><Relationship Id="rId18" Type="http://schemas.openxmlformats.org/officeDocument/2006/relationships/tags" Target="../tags/tag78.xml" /><Relationship Id="rId19" Type="http://schemas.openxmlformats.org/officeDocument/2006/relationships/tags" Target="../tags/tag79.xml" /><Relationship Id="rId2" Type="http://schemas.openxmlformats.org/officeDocument/2006/relationships/tags" Target="../tags/tag63.xml" /><Relationship Id="rId20" Type="http://schemas.openxmlformats.org/officeDocument/2006/relationships/tags" Target="../tags/tag80.xml" /><Relationship Id="rId21" Type="http://schemas.openxmlformats.org/officeDocument/2006/relationships/tags" Target="../tags/tag81.xml" /><Relationship Id="rId22" Type="http://schemas.openxmlformats.org/officeDocument/2006/relationships/tags" Target="../tags/tag82.xml" /><Relationship Id="rId23" Type="http://schemas.openxmlformats.org/officeDocument/2006/relationships/tags" Target="../tags/tag83.xml" /><Relationship Id="rId24" Type="http://schemas.openxmlformats.org/officeDocument/2006/relationships/tags" Target="../tags/tag84.xml" /><Relationship Id="rId3" Type="http://schemas.openxmlformats.org/officeDocument/2006/relationships/tags" Target="../tags/tag64.xml" /><Relationship Id="rId4" Type="http://schemas.openxmlformats.org/officeDocument/2006/relationships/image" Target="../media/image4.png" /><Relationship Id="rId5" Type="http://schemas.openxmlformats.org/officeDocument/2006/relationships/tags" Target="../tags/tag65.xml" /><Relationship Id="rId6" Type="http://schemas.openxmlformats.org/officeDocument/2006/relationships/tags" Target="../tags/tag66.xml" /><Relationship Id="rId7" Type="http://schemas.openxmlformats.org/officeDocument/2006/relationships/tags" Target="../tags/tag67.xml" /><Relationship Id="rId8" Type="http://schemas.openxmlformats.org/officeDocument/2006/relationships/tags" Target="../tags/tag68.xml" /><Relationship Id="rId9" Type="http://schemas.openxmlformats.org/officeDocument/2006/relationships/tags" Target="../tags/tag69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92.xml" /><Relationship Id="rId11" Type="http://schemas.openxmlformats.org/officeDocument/2006/relationships/tags" Target="../tags/tag93.xml" /><Relationship Id="rId12" Type="http://schemas.openxmlformats.org/officeDocument/2006/relationships/tags" Target="../tags/tag94.xml" /><Relationship Id="rId13" Type="http://schemas.openxmlformats.org/officeDocument/2006/relationships/tags" Target="../tags/tag95.xml" /><Relationship Id="rId14" Type="http://schemas.openxmlformats.org/officeDocument/2006/relationships/tags" Target="../tags/tag96.xml" /><Relationship Id="rId15" Type="http://schemas.openxmlformats.org/officeDocument/2006/relationships/tags" Target="../tags/tag97.xml" /><Relationship Id="rId16" Type="http://schemas.openxmlformats.org/officeDocument/2006/relationships/tags" Target="../tags/tag98.xml" /><Relationship Id="rId17" Type="http://schemas.openxmlformats.org/officeDocument/2006/relationships/tags" Target="../tags/tag99.xml" /><Relationship Id="rId18" Type="http://schemas.openxmlformats.org/officeDocument/2006/relationships/tags" Target="../tags/tag100.xml" /><Relationship Id="rId19" Type="http://schemas.openxmlformats.org/officeDocument/2006/relationships/tags" Target="../tags/tag101.xml" /><Relationship Id="rId2" Type="http://schemas.openxmlformats.org/officeDocument/2006/relationships/tags" Target="../tags/tag85.xml" /><Relationship Id="rId20" Type="http://schemas.openxmlformats.org/officeDocument/2006/relationships/tags" Target="../tags/tag102.xml" /><Relationship Id="rId21" Type="http://schemas.openxmlformats.org/officeDocument/2006/relationships/tags" Target="../tags/tag103.xml" /><Relationship Id="rId22" Type="http://schemas.openxmlformats.org/officeDocument/2006/relationships/tags" Target="../tags/tag104.xml" /><Relationship Id="rId23" Type="http://schemas.openxmlformats.org/officeDocument/2006/relationships/tags" Target="../tags/tag105.xml" /><Relationship Id="rId24" Type="http://schemas.openxmlformats.org/officeDocument/2006/relationships/tags" Target="../tags/tag106.xml" /><Relationship Id="rId25" Type="http://schemas.openxmlformats.org/officeDocument/2006/relationships/tags" Target="../tags/tag107.xml" /><Relationship Id="rId26" Type="http://schemas.openxmlformats.org/officeDocument/2006/relationships/tags" Target="../tags/tag108.xml" /><Relationship Id="rId27" Type="http://schemas.openxmlformats.org/officeDocument/2006/relationships/tags" Target="../tags/tag109.xml" /><Relationship Id="rId28" Type="http://schemas.openxmlformats.org/officeDocument/2006/relationships/tags" Target="../tags/tag110.xml" /><Relationship Id="rId29" Type="http://schemas.openxmlformats.org/officeDocument/2006/relationships/tags" Target="../tags/tag111.xml" /><Relationship Id="rId3" Type="http://schemas.openxmlformats.org/officeDocument/2006/relationships/image" Target="../media/image5.png" /><Relationship Id="rId30" Type="http://schemas.openxmlformats.org/officeDocument/2006/relationships/tags" Target="../tags/tag112.xml" /><Relationship Id="rId31" Type="http://schemas.openxmlformats.org/officeDocument/2006/relationships/tags" Target="../tags/tag113.xml" /><Relationship Id="rId32" Type="http://schemas.openxmlformats.org/officeDocument/2006/relationships/tags" Target="../tags/tag114.xml" /><Relationship Id="rId33" Type="http://schemas.openxmlformats.org/officeDocument/2006/relationships/tags" Target="../tags/tag115.xml" /><Relationship Id="rId34" Type="http://schemas.openxmlformats.org/officeDocument/2006/relationships/tags" Target="../tags/tag116.xml" /><Relationship Id="rId35" Type="http://schemas.openxmlformats.org/officeDocument/2006/relationships/tags" Target="../tags/tag117.xml" /><Relationship Id="rId36" Type="http://schemas.openxmlformats.org/officeDocument/2006/relationships/tags" Target="../tags/tag118.xml" /><Relationship Id="rId4" Type="http://schemas.openxmlformats.org/officeDocument/2006/relationships/tags" Target="../tags/tag86.xml" /><Relationship Id="rId5" Type="http://schemas.openxmlformats.org/officeDocument/2006/relationships/tags" Target="../tags/tag87.xml" /><Relationship Id="rId6" Type="http://schemas.openxmlformats.org/officeDocument/2006/relationships/tags" Target="../tags/tag88.xml" /><Relationship Id="rId7" Type="http://schemas.openxmlformats.org/officeDocument/2006/relationships/tags" Target="../tags/tag89.xml" /><Relationship Id="rId8" Type="http://schemas.openxmlformats.org/officeDocument/2006/relationships/tags" Target="../tags/tag90.xml" /><Relationship Id="rId9" Type="http://schemas.openxmlformats.org/officeDocument/2006/relationships/tags" Target="../tags/tag91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26.xml" /><Relationship Id="rId11" Type="http://schemas.openxmlformats.org/officeDocument/2006/relationships/tags" Target="../tags/tag127.xml" /><Relationship Id="rId12" Type="http://schemas.openxmlformats.org/officeDocument/2006/relationships/tags" Target="../tags/tag128.xml" /><Relationship Id="rId13" Type="http://schemas.openxmlformats.org/officeDocument/2006/relationships/tags" Target="../tags/tag129.xml" /><Relationship Id="rId14" Type="http://schemas.openxmlformats.org/officeDocument/2006/relationships/tags" Target="../tags/tag130.xml" /><Relationship Id="rId15" Type="http://schemas.openxmlformats.org/officeDocument/2006/relationships/tags" Target="../tags/tag131.xml" /><Relationship Id="rId16" Type="http://schemas.openxmlformats.org/officeDocument/2006/relationships/tags" Target="../tags/tag132.xml" /><Relationship Id="rId17" Type="http://schemas.openxmlformats.org/officeDocument/2006/relationships/tags" Target="../tags/tag133.xml" /><Relationship Id="rId2" Type="http://schemas.openxmlformats.org/officeDocument/2006/relationships/tags" Target="../tags/tag119.xml" /><Relationship Id="rId3" Type="http://schemas.openxmlformats.org/officeDocument/2006/relationships/image" Target="../media/image4.png" /><Relationship Id="rId4" Type="http://schemas.openxmlformats.org/officeDocument/2006/relationships/tags" Target="../tags/tag120.xml" /><Relationship Id="rId5" Type="http://schemas.openxmlformats.org/officeDocument/2006/relationships/tags" Target="../tags/tag121.xml" /><Relationship Id="rId6" Type="http://schemas.openxmlformats.org/officeDocument/2006/relationships/tags" Target="../tags/tag122.xml" /><Relationship Id="rId7" Type="http://schemas.openxmlformats.org/officeDocument/2006/relationships/tags" Target="../tags/tag123.xml" /><Relationship Id="rId8" Type="http://schemas.openxmlformats.org/officeDocument/2006/relationships/tags" Target="../tags/tag124.xml" /><Relationship Id="rId9" Type="http://schemas.openxmlformats.org/officeDocument/2006/relationships/tags" Target="../tags/tag12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41.xml" /><Relationship Id="rId11" Type="http://schemas.openxmlformats.org/officeDocument/2006/relationships/tags" Target="../tags/tag142.xml" /><Relationship Id="rId12" Type="http://schemas.openxmlformats.org/officeDocument/2006/relationships/tags" Target="../tags/tag143.xml" /><Relationship Id="rId13" Type="http://schemas.openxmlformats.org/officeDocument/2006/relationships/tags" Target="../tags/tag144.xml" /><Relationship Id="rId14" Type="http://schemas.openxmlformats.org/officeDocument/2006/relationships/tags" Target="../tags/tag145.xml" /><Relationship Id="rId15" Type="http://schemas.openxmlformats.org/officeDocument/2006/relationships/tags" Target="../tags/tag146.xml" /><Relationship Id="rId16" Type="http://schemas.openxmlformats.org/officeDocument/2006/relationships/tags" Target="../tags/tag147.xml" /><Relationship Id="rId17" Type="http://schemas.openxmlformats.org/officeDocument/2006/relationships/tags" Target="../tags/tag148.xml" /><Relationship Id="rId18" Type="http://schemas.openxmlformats.org/officeDocument/2006/relationships/tags" Target="../tags/tag149.xml" /><Relationship Id="rId19" Type="http://schemas.openxmlformats.org/officeDocument/2006/relationships/tags" Target="../tags/tag150.xml" /><Relationship Id="rId2" Type="http://schemas.openxmlformats.org/officeDocument/2006/relationships/tags" Target="../tags/tag134.xml" /><Relationship Id="rId20" Type="http://schemas.openxmlformats.org/officeDocument/2006/relationships/tags" Target="../tags/tag151.xml" /><Relationship Id="rId21" Type="http://schemas.openxmlformats.org/officeDocument/2006/relationships/tags" Target="../tags/tag152.xml" /><Relationship Id="rId22" Type="http://schemas.openxmlformats.org/officeDocument/2006/relationships/tags" Target="../tags/tag153.xml" /><Relationship Id="rId23" Type="http://schemas.openxmlformats.org/officeDocument/2006/relationships/tags" Target="../tags/tag154.xml" /><Relationship Id="rId24" Type="http://schemas.openxmlformats.org/officeDocument/2006/relationships/tags" Target="../tags/tag155.xml" /><Relationship Id="rId25" Type="http://schemas.openxmlformats.org/officeDocument/2006/relationships/tags" Target="../tags/tag156.xml" /><Relationship Id="rId26" Type="http://schemas.openxmlformats.org/officeDocument/2006/relationships/tags" Target="../tags/tag157.xml" /><Relationship Id="rId27" Type="http://schemas.openxmlformats.org/officeDocument/2006/relationships/tags" Target="../tags/tag158.xml" /><Relationship Id="rId28" Type="http://schemas.openxmlformats.org/officeDocument/2006/relationships/tags" Target="../tags/tag159.xml" /><Relationship Id="rId29" Type="http://schemas.openxmlformats.org/officeDocument/2006/relationships/tags" Target="../tags/tag160.xml" /><Relationship Id="rId3" Type="http://schemas.openxmlformats.org/officeDocument/2006/relationships/image" Target="../media/image5.png" /><Relationship Id="rId30" Type="http://schemas.openxmlformats.org/officeDocument/2006/relationships/tags" Target="../tags/tag161.xml" /><Relationship Id="rId31" Type="http://schemas.openxmlformats.org/officeDocument/2006/relationships/tags" Target="../tags/tag162.xml" /><Relationship Id="rId32" Type="http://schemas.openxmlformats.org/officeDocument/2006/relationships/tags" Target="../tags/tag163.xml" /><Relationship Id="rId33" Type="http://schemas.openxmlformats.org/officeDocument/2006/relationships/tags" Target="../tags/tag164.xml" /><Relationship Id="rId34" Type="http://schemas.openxmlformats.org/officeDocument/2006/relationships/tags" Target="../tags/tag165.xml" /><Relationship Id="rId35" Type="http://schemas.openxmlformats.org/officeDocument/2006/relationships/tags" Target="../tags/tag166.xml" /><Relationship Id="rId36" Type="http://schemas.openxmlformats.org/officeDocument/2006/relationships/tags" Target="../tags/tag167.xml" /><Relationship Id="rId4" Type="http://schemas.openxmlformats.org/officeDocument/2006/relationships/tags" Target="../tags/tag135.xml" /><Relationship Id="rId5" Type="http://schemas.openxmlformats.org/officeDocument/2006/relationships/tags" Target="../tags/tag136.xml" /><Relationship Id="rId6" Type="http://schemas.openxmlformats.org/officeDocument/2006/relationships/tags" Target="../tags/tag137.xml" /><Relationship Id="rId7" Type="http://schemas.openxmlformats.org/officeDocument/2006/relationships/tags" Target="../tags/tag138.xml" /><Relationship Id="rId8" Type="http://schemas.openxmlformats.org/officeDocument/2006/relationships/tags" Target="../tags/tag139.xml" /><Relationship Id="rId9" Type="http://schemas.openxmlformats.org/officeDocument/2006/relationships/tags" Target="../tags/tag140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175.xml" /><Relationship Id="rId11" Type="http://schemas.openxmlformats.org/officeDocument/2006/relationships/tags" Target="../tags/tag176.xml" /><Relationship Id="rId12" Type="http://schemas.openxmlformats.org/officeDocument/2006/relationships/tags" Target="../tags/tag177.xml" /><Relationship Id="rId13" Type="http://schemas.openxmlformats.org/officeDocument/2006/relationships/tags" Target="../tags/tag178.xml" /><Relationship Id="rId14" Type="http://schemas.openxmlformats.org/officeDocument/2006/relationships/tags" Target="../tags/tag179.xml" /><Relationship Id="rId15" Type="http://schemas.openxmlformats.org/officeDocument/2006/relationships/tags" Target="../tags/tag180.xml" /><Relationship Id="rId16" Type="http://schemas.openxmlformats.org/officeDocument/2006/relationships/tags" Target="../tags/tag181.xml" /><Relationship Id="rId17" Type="http://schemas.openxmlformats.org/officeDocument/2006/relationships/tags" Target="../tags/tag182.xml" /><Relationship Id="rId18" Type="http://schemas.openxmlformats.org/officeDocument/2006/relationships/tags" Target="../tags/tag183.xml" /><Relationship Id="rId19" Type="http://schemas.openxmlformats.org/officeDocument/2006/relationships/tags" Target="../tags/tag184.xml" /><Relationship Id="rId2" Type="http://schemas.openxmlformats.org/officeDocument/2006/relationships/tags" Target="../tags/tag168.xml" /><Relationship Id="rId20" Type="http://schemas.openxmlformats.org/officeDocument/2006/relationships/tags" Target="../tags/tag185.xml" /><Relationship Id="rId21" Type="http://schemas.openxmlformats.org/officeDocument/2006/relationships/tags" Target="../tags/tag186.xml" /><Relationship Id="rId22" Type="http://schemas.openxmlformats.org/officeDocument/2006/relationships/tags" Target="../tags/tag187.xml" /><Relationship Id="rId23" Type="http://schemas.openxmlformats.org/officeDocument/2006/relationships/tags" Target="../tags/tag188.xml" /><Relationship Id="rId24" Type="http://schemas.openxmlformats.org/officeDocument/2006/relationships/tags" Target="../tags/tag189.xml" /><Relationship Id="rId25" Type="http://schemas.openxmlformats.org/officeDocument/2006/relationships/image" Target="../media/image6.png" /><Relationship Id="rId26" Type="http://schemas.openxmlformats.org/officeDocument/2006/relationships/tags" Target="../tags/tag190.xml" /><Relationship Id="rId27" Type="http://schemas.openxmlformats.org/officeDocument/2006/relationships/tags" Target="../tags/tag191.xml" /><Relationship Id="rId28" Type="http://schemas.openxmlformats.org/officeDocument/2006/relationships/tags" Target="../tags/tag192.xml" /><Relationship Id="rId29" Type="http://schemas.openxmlformats.org/officeDocument/2006/relationships/tags" Target="../tags/tag193.xml" /><Relationship Id="rId3" Type="http://schemas.openxmlformats.org/officeDocument/2006/relationships/image" Target="../media/image4.png" /><Relationship Id="rId30" Type="http://schemas.openxmlformats.org/officeDocument/2006/relationships/tags" Target="../tags/tag194.xml" /><Relationship Id="rId31" Type="http://schemas.openxmlformats.org/officeDocument/2006/relationships/tags" Target="../tags/tag195.xml" /><Relationship Id="rId32" Type="http://schemas.openxmlformats.org/officeDocument/2006/relationships/tags" Target="../tags/tag196.xml" /><Relationship Id="rId4" Type="http://schemas.openxmlformats.org/officeDocument/2006/relationships/tags" Target="../tags/tag169.xml" /><Relationship Id="rId5" Type="http://schemas.openxmlformats.org/officeDocument/2006/relationships/tags" Target="../tags/tag170.xml" /><Relationship Id="rId6" Type="http://schemas.openxmlformats.org/officeDocument/2006/relationships/tags" Target="../tags/tag171.xml" /><Relationship Id="rId7" Type="http://schemas.openxmlformats.org/officeDocument/2006/relationships/tags" Target="../tags/tag172.xml" /><Relationship Id="rId8" Type="http://schemas.openxmlformats.org/officeDocument/2006/relationships/tags" Target="../tags/tag173.xml" /><Relationship Id="rId9" Type="http://schemas.openxmlformats.org/officeDocument/2006/relationships/tags" Target="../tags/tag174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04.xml" /><Relationship Id="rId11" Type="http://schemas.openxmlformats.org/officeDocument/2006/relationships/oleObject" Target="../embeddings/oleObject1.bin" TargetMode="Internal" /><Relationship Id="rId12" Type="http://schemas.openxmlformats.org/officeDocument/2006/relationships/image" Target="../media/image7.wmf" /><Relationship Id="rId13" Type="http://schemas.openxmlformats.org/officeDocument/2006/relationships/tags" Target="../tags/tag205.xml" /><Relationship Id="rId14" Type="http://schemas.openxmlformats.org/officeDocument/2006/relationships/tags" Target="../tags/tag206.xml" /><Relationship Id="rId15" Type="http://schemas.openxmlformats.org/officeDocument/2006/relationships/tags" Target="../tags/tag207.xml" /><Relationship Id="rId16" Type="http://schemas.openxmlformats.org/officeDocument/2006/relationships/tags" Target="../tags/tag208.xml" /><Relationship Id="rId17" Type="http://schemas.openxmlformats.org/officeDocument/2006/relationships/tags" Target="../tags/tag209.xml" /><Relationship Id="rId18" Type="http://schemas.openxmlformats.org/officeDocument/2006/relationships/tags" Target="../tags/tag210.xml" /><Relationship Id="rId19" Type="http://schemas.openxmlformats.org/officeDocument/2006/relationships/vmlDrawing" Target="../drawings/vmlDrawing1.vml" /><Relationship Id="rId2" Type="http://schemas.openxmlformats.org/officeDocument/2006/relationships/tags" Target="../tags/tag197.xml" /><Relationship Id="rId3" Type="http://schemas.openxmlformats.org/officeDocument/2006/relationships/image" Target="../media/image4.png" /><Relationship Id="rId4" Type="http://schemas.openxmlformats.org/officeDocument/2006/relationships/tags" Target="../tags/tag198.xml" /><Relationship Id="rId5" Type="http://schemas.openxmlformats.org/officeDocument/2006/relationships/tags" Target="../tags/tag199.xml" /><Relationship Id="rId6" Type="http://schemas.openxmlformats.org/officeDocument/2006/relationships/tags" Target="../tags/tag200.xml" /><Relationship Id="rId7" Type="http://schemas.openxmlformats.org/officeDocument/2006/relationships/tags" Target="../tags/tag201.xml" /><Relationship Id="rId8" Type="http://schemas.openxmlformats.org/officeDocument/2006/relationships/tags" Target="../tags/tag202.xml" /><Relationship Id="rId9" Type="http://schemas.openxmlformats.org/officeDocument/2006/relationships/tags" Target="../tags/tag203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18.xml" /><Relationship Id="rId11" Type="http://schemas.openxmlformats.org/officeDocument/2006/relationships/oleObject" Target="../embeddings/oleObject2.bin" TargetMode="Internal" /><Relationship Id="rId12" Type="http://schemas.openxmlformats.org/officeDocument/2006/relationships/image" Target="../media/image8.wmf" /><Relationship Id="rId13" Type="http://schemas.openxmlformats.org/officeDocument/2006/relationships/tags" Target="../tags/tag219.xml" /><Relationship Id="rId14" Type="http://schemas.openxmlformats.org/officeDocument/2006/relationships/tags" Target="../tags/tag220.xml" /><Relationship Id="rId15" Type="http://schemas.openxmlformats.org/officeDocument/2006/relationships/tags" Target="../tags/tag221.xml" /><Relationship Id="rId16" Type="http://schemas.openxmlformats.org/officeDocument/2006/relationships/tags" Target="../tags/tag222.xml" /><Relationship Id="rId17" Type="http://schemas.openxmlformats.org/officeDocument/2006/relationships/tags" Target="../tags/tag223.xml" /><Relationship Id="rId18" Type="http://schemas.openxmlformats.org/officeDocument/2006/relationships/tags" Target="../tags/tag224.xml" /><Relationship Id="rId19" Type="http://schemas.openxmlformats.org/officeDocument/2006/relationships/tags" Target="../tags/tag225.xml" /><Relationship Id="rId2" Type="http://schemas.openxmlformats.org/officeDocument/2006/relationships/tags" Target="../tags/tag211.xml" /><Relationship Id="rId20" Type="http://schemas.openxmlformats.org/officeDocument/2006/relationships/image" Target="../media/image9.png" /><Relationship Id="rId21" Type="http://schemas.openxmlformats.org/officeDocument/2006/relationships/tags" Target="../tags/tag226.xml" /><Relationship Id="rId22" Type="http://schemas.openxmlformats.org/officeDocument/2006/relationships/oleObject" Target="../embeddings/oleObject3.bin" TargetMode="Internal" /><Relationship Id="rId23" Type="http://schemas.openxmlformats.org/officeDocument/2006/relationships/image" Target="../media/image10.wmf" /><Relationship Id="rId24" Type="http://schemas.openxmlformats.org/officeDocument/2006/relationships/tags" Target="../tags/tag227.xml" /><Relationship Id="rId25" Type="http://schemas.openxmlformats.org/officeDocument/2006/relationships/vmlDrawing" Target="../drawings/vmlDrawing2.vml" /><Relationship Id="rId3" Type="http://schemas.openxmlformats.org/officeDocument/2006/relationships/image" Target="../media/image4.png" /><Relationship Id="rId4" Type="http://schemas.openxmlformats.org/officeDocument/2006/relationships/tags" Target="../tags/tag212.xml" /><Relationship Id="rId5" Type="http://schemas.openxmlformats.org/officeDocument/2006/relationships/tags" Target="../tags/tag213.xml" /><Relationship Id="rId6" Type="http://schemas.openxmlformats.org/officeDocument/2006/relationships/tags" Target="../tags/tag214.xml" /><Relationship Id="rId7" Type="http://schemas.openxmlformats.org/officeDocument/2006/relationships/tags" Target="../tags/tag215.xml" /><Relationship Id="rId8" Type="http://schemas.openxmlformats.org/officeDocument/2006/relationships/tags" Target="../tags/tag216.xml" /><Relationship Id="rId9" Type="http://schemas.openxmlformats.org/officeDocument/2006/relationships/tags" Target="../tags/tag217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33.xml" /><Relationship Id="rId11" Type="http://schemas.openxmlformats.org/officeDocument/2006/relationships/tags" Target="../tags/tag234.xml" /><Relationship Id="rId12" Type="http://schemas.openxmlformats.org/officeDocument/2006/relationships/image" Target="../media/image12.png" /><Relationship Id="rId13" Type="http://schemas.openxmlformats.org/officeDocument/2006/relationships/tags" Target="../tags/tag235.xml" /><Relationship Id="rId14" Type="http://schemas.openxmlformats.org/officeDocument/2006/relationships/tags" Target="../tags/tag236.xml" /><Relationship Id="rId15" Type="http://schemas.openxmlformats.org/officeDocument/2006/relationships/tags" Target="../tags/tag237.xml" /><Relationship Id="rId16" Type="http://schemas.openxmlformats.org/officeDocument/2006/relationships/tags" Target="../tags/tag238.xml" /><Relationship Id="rId17" Type="http://schemas.openxmlformats.org/officeDocument/2006/relationships/tags" Target="../tags/tag239.xml" /><Relationship Id="rId18" Type="http://schemas.openxmlformats.org/officeDocument/2006/relationships/oleObject" Target="../embeddings/oleObject5.bin" TargetMode="Internal" /><Relationship Id="rId19" Type="http://schemas.openxmlformats.org/officeDocument/2006/relationships/image" Target="../media/image13.wmf" /><Relationship Id="rId2" Type="http://schemas.openxmlformats.org/officeDocument/2006/relationships/tags" Target="../tags/tag228.xml" /><Relationship Id="rId20" Type="http://schemas.openxmlformats.org/officeDocument/2006/relationships/tags" Target="../tags/tag240.xml" /><Relationship Id="rId21" Type="http://schemas.openxmlformats.org/officeDocument/2006/relationships/oleObject" Target="../embeddings/oleObject6.bin" TargetMode="Internal" /><Relationship Id="rId22" Type="http://schemas.openxmlformats.org/officeDocument/2006/relationships/image" Target="../media/image14.wmf" /><Relationship Id="rId23" Type="http://schemas.openxmlformats.org/officeDocument/2006/relationships/tags" Target="../tags/tag241.xml" /><Relationship Id="rId24" Type="http://schemas.openxmlformats.org/officeDocument/2006/relationships/tags" Target="../tags/tag242.xml" /><Relationship Id="rId25" Type="http://schemas.openxmlformats.org/officeDocument/2006/relationships/tags" Target="../tags/tag243.xml" /><Relationship Id="rId26" Type="http://schemas.openxmlformats.org/officeDocument/2006/relationships/tags" Target="../tags/tag244.xml" /><Relationship Id="rId27" Type="http://schemas.openxmlformats.org/officeDocument/2006/relationships/oleObject" Target="../embeddings/oleObject7.bin" TargetMode="Internal" /><Relationship Id="rId28" Type="http://schemas.openxmlformats.org/officeDocument/2006/relationships/image" Target="../media/image15.wmf" /><Relationship Id="rId29" Type="http://schemas.openxmlformats.org/officeDocument/2006/relationships/tags" Target="../tags/tag245.xml" /><Relationship Id="rId3" Type="http://schemas.openxmlformats.org/officeDocument/2006/relationships/image" Target="../media/image4.png" /><Relationship Id="rId30" Type="http://schemas.openxmlformats.org/officeDocument/2006/relationships/tags" Target="../tags/tag246.xml" /><Relationship Id="rId31" Type="http://schemas.openxmlformats.org/officeDocument/2006/relationships/tags" Target="../tags/tag247.xml" /><Relationship Id="rId32" Type="http://schemas.openxmlformats.org/officeDocument/2006/relationships/oleObject" Target="../embeddings/oleObject8.bin" TargetMode="Internal" /><Relationship Id="rId33" Type="http://schemas.openxmlformats.org/officeDocument/2006/relationships/image" Target="../media/image16.wmf" /><Relationship Id="rId34" Type="http://schemas.openxmlformats.org/officeDocument/2006/relationships/tags" Target="../tags/tag248.xml" /><Relationship Id="rId35" Type="http://schemas.openxmlformats.org/officeDocument/2006/relationships/oleObject" Target="../embeddings/oleObject9.bin" TargetMode="Internal" /><Relationship Id="rId36" Type="http://schemas.openxmlformats.org/officeDocument/2006/relationships/image" Target="../media/image17.wmf" /><Relationship Id="rId37" Type="http://schemas.openxmlformats.org/officeDocument/2006/relationships/vmlDrawing" Target="../drawings/vmlDrawing3.vml" /><Relationship Id="rId4" Type="http://schemas.openxmlformats.org/officeDocument/2006/relationships/tags" Target="../tags/tag229.xml" /><Relationship Id="rId5" Type="http://schemas.openxmlformats.org/officeDocument/2006/relationships/tags" Target="../tags/tag230.xml" /><Relationship Id="rId6" Type="http://schemas.openxmlformats.org/officeDocument/2006/relationships/tags" Target="../tags/tag231.xml" /><Relationship Id="rId7" Type="http://schemas.openxmlformats.org/officeDocument/2006/relationships/tags" Target="../tags/tag232.xml" /><Relationship Id="rId8" Type="http://schemas.openxmlformats.org/officeDocument/2006/relationships/oleObject" Target="../embeddings/oleObject4.bin" TargetMode="Internal" /><Relationship Id="rId9" Type="http://schemas.openxmlformats.org/officeDocument/2006/relationships/image" Target="../media/image11.wmf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oleObject" Target="../embeddings/oleObject10.bin" TargetMode="Internal" /><Relationship Id="rId11" Type="http://schemas.openxmlformats.org/officeDocument/2006/relationships/image" Target="../media/image18.wmf" /><Relationship Id="rId12" Type="http://schemas.openxmlformats.org/officeDocument/2006/relationships/tags" Target="../tags/tag256.xml" /><Relationship Id="rId13" Type="http://schemas.openxmlformats.org/officeDocument/2006/relationships/tags" Target="../tags/tag257.xml" /><Relationship Id="rId14" Type="http://schemas.openxmlformats.org/officeDocument/2006/relationships/tags" Target="../tags/tag258.xml" /><Relationship Id="rId15" Type="http://schemas.openxmlformats.org/officeDocument/2006/relationships/tags" Target="../tags/tag259.xml" /><Relationship Id="rId16" Type="http://schemas.openxmlformats.org/officeDocument/2006/relationships/tags" Target="../tags/tag260.xml" /><Relationship Id="rId17" Type="http://schemas.openxmlformats.org/officeDocument/2006/relationships/oleObject" Target="../embeddings/oleObject11.bin" TargetMode="Internal" /><Relationship Id="rId18" Type="http://schemas.openxmlformats.org/officeDocument/2006/relationships/image" Target="../media/image19.wmf" /><Relationship Id="rId19" Type="http://schemas.openxmlformats.org/officeDocument/2006/relationships/tags" Target="../tags/tag261.xml" /><Relationship Id="rId2" Type="http://schemas.openxmlformats.org/officeDocument/2006/relationships/tags" Target="../tags/tag249.xml" /><Relationship Id="rId20" Type="http://schemas.openxmlformats.org/officeDocument/2006/relationships/tags" Target="../tags/tag262.xml" /><Relationship Id="rId21" Type="http://schemas.openxmlformats.org/officeDocument/2006/relationships/tags" Target="../tags/tag263.xml" /><Relationship Id="rId22" Type="http://schemas.openxmlformats.org/officeDocument/2006/relationships/tags" Target="../tags/tag264.xml" /><Relationship Id="rId23" Type="http://schemas.openxmlformats.org/officeDocument/2006/relationships/tags" Target="../tags/tag265.xml" /><Relationship Id="rId24" Type="http://schemas.openxmlformats.org/officeDocument/2006/relationships/tags" Target="../tags/tag266.xml" /><Relationship Id="rId25" Type="http://schemas.openxmlformats.org/officeDocument/2006/relationships/oleObject" Target="../embeddings/oleObject12.bin" TargetMode="Internal" /><Relationship Id="rId26" Type="http://schemas.openxmlformats.org/officeDocument/2006/relationships/image" Target="../media/image20.wmf" /><Relationship Id="rId27" Type="http://schemas.openxmlformats.org/officeDocument/2006/relationships/vmlDrawing" Target="../drawings/vmlDrawing4.vml" /><Relationship Id="rId3" Type="http://schemas.openxmlformats.org/officeDocument/2006/relationships/image" Target="../media/image4.png" /><Relationship Id="rId4" Type="http://schemas.openxmlformats.org/officeDocument/2006/relationships/tags" Target="../tags/tag250.xml" /><Relationship Id="rId5" Type="http://schemas.openxmlformats.org/officeDocument/2006/relationships/tags" Target="../tags/tag251.xml" /><Relationship Id="rId6" Type="http://schemas.openxmlformats.org/officeDocument/2006/relationships/tags" Target="../tags/tag252.xml" /><Relationship Id="rId7" Type="http://schemas.openxmlformats.org/officeDocument/2006/relationships/tags" Target="../tags/tag253.xml" /><Relationship Id="rId8" Type="http://schemas.openxmlformats.org/officeDocument/2006/relationships/tags" Target="../tags/tag254.xml" /><Relationship Id="rId9" Type="http://schemas.openxmlformats.org/officeDocument/2006/relationships/tags" Target="../tags/tag255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74.xml" /><Relationship Id="rId11" Type="http://schemas.openxmlformats.org/officeDocument/2006/relationships/tags" Target="../tags/tag275.xml" /><Relationship Id="rId12" Type="http://schemas.openxmlformats.org/officeDocument/2006/relationships/tags" Target="../tags/tag276.xml" /><Relationship Id="rId13" Type="http://schemas.openxmlformats.org/officeDocument/2006/relationships/tags" Target="../tags/tag277.xml" /><Relationship Id="rId2" Type="http://schemas.openxmlformats.org/officeDocument/2006/relationships/tags" Target="../tags/tag267.xml" /><Relationship Id="rId3" Type="http://schemas.openxmlformats.org/officeDocument/2006/relationships/image" Target="../media/image4.png" /><Relationship Id="rId4" Type="http://schemas.openxmlformats.org/officeDocument/2006/relationships/tags" Target="../tags/tag268.xml" /><Relationship Id="rId5" Type="http://schemas.openxmlformats.org/officeDocument/2006/relationships/tags" Target="../tags/tag269.xml" /><Relationship Id="rId6" Type="http://schemas.openxmlformats.org/officeDocument/2006/relationships/tags" Target="../tags/tag270.xml" /><Relationship Id="rId7" Type="http://schemas.openxmlformats.org/officeDocument/2006/relationships/tags" Target="../tags/tag271.xml" /><Relationship Id="rId8" Type="http://schemas.openxmlformats.org/officeDocument/2006/relationships/tags" Target="../tags/tag272.xml" /><Relationship Id="rId9" Type="http://schemas.openxmlformats.org/officeDocument/2006/relationships/tags" Target="../tags/tag273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285.xml" /><Relationship Id="rId11" Type="http://schemas.openxmlformats.org/officeDocument/2006/relationships/oleObject" Target="../embeddings/oleObject13.bin" TargetMode="Internal" /><Relationship Id="rId12" Type="http://schemas.openxmlformats.org/officeDocument/2006/relationships/image" Target="../media/image21.wmf" /><Relationship Id="rId13" Type="http://schemas.openxmlformats.org/officeDocument/2006/relationships/tags" Target="../tags/tag286.xml" /><Relationship Id="rId14" Type="http://schemas.openxmlformats.org/officeDocument/2006/relationships/tags" Target="../tags/tag287.xml" /><Relationship Id="rId15" Type="http://schemas.openxmlformats.org/officeDocument/2006/relationships/oleObject" Target="../embeddings/oleObject14.bin" TargetMode="Internal" /><Relationship Id="rId16" Type="http://schemas.openxmlformats.org/officeDocument/2006/relationships/image" Target="../media/image22.wmf" /><Relationship Id="rId17" Type="http://schemas.openxmlformats.org/officeDocument/2006/relationships/tags" Target="../tags/tag288.xml" /><Relationship Id="rId18" Type="http://schemas.openxmlformats.org/officeDocument/2006/relationships/tags" Target="../tags/tag289.xml" /><Relationship Id="rId19" Type="http://schemas.openxmlformats.org/officeDocument/2006/relationships/tags" Target="../tags/tag290.xml" /><Relationship Id="rId2" Type="http://schemas.openxmlformats.org/officeDocument/2006/relationships/tags" Target="../tags/tag278.xml" /><Relationship Id="rId20" Type="http://schemas.openxmlformats.org/officeDocument/2006/relationships/oleObject" Target="../embeddings/oleObject15.bin" TargetMode="Internal" /><Relationship Id="rId21" Type="http://schemas.openxmlformats.org/officeDocument/2006/relationships/image" Target="../media/image23.wmf" /><Relationship Id="rId22" Type="http://schemas.openxmlformats.org/officeDocument/2006/relationships/tags" Target="../tags/tag291.xml" /><Relationship Id="rId23" Type="http://schemas.openxmlformats.org/officeDocument/2006/relationships/tags" Target="../tags/tag292.xml" /><Relationship Id="rId24" Type="http://schemas.openxmlformats.org/officeDocument/2006/relationships/tags" Target="../tags/tag293.xml" /><Relationship Id="rId25" Type="http://schemas.openxmlformats.org/officeDocument/2006/relationships/tags" Target="../tags/tag294.xml" /><Relationship Id="rId26" Type="http://schemas.openxmlformats.org/officeDocument/2006/relationships/tags" Target="../tags/tag295.xml" /><Relationship Id="rId27" Type="http://schemas.openxmlformats.org/officeDocument/2006/relationships/tags" Target="../tags/tag296.xml" /><Relationship Id="rId28" Type="http://schemas.openxmlformats.org/officeDocument/2006/relationships/tags" Target="../tags/tag297.xml" /><Relationship Id="rId29" Type="http://schemas.openxmlformats.org/officeDocument/2006/relationships/image" Target="../media/image12.png" /><Relationship Id="rId3" Type="http://schemas.openxmlformats.org/officeDocument/2006/relationships/image" Target="../media/image4.png" /><Relationship Id="rId30" Type="http://schemas.openxmlformats.org/officeDocument/2006/relationships/tags" Target="../tags/tag298.xml" /><Relationship Id="rId31" Type="http://schemas.openxmlformats.org/officeDocument/2006/relationships/tags" Target="../tags/tag299.xml" /><Relationship Id="rId32" Type="http://schemas.openxmlformats.org/officeDocument/2006/relationships/tags" Target="../tags/tag300.xml" /><Relationship Id="rId33" Type="http://schemas.openxmlformats.org/officeDocument/2006/relationships/image" Target="../media/image24.png" /><Relationship Id="rId34" Type="http://schemas.openxmlformats.org/officeDocument/2006/relationships/tags" Target="../tags/tag301.xml" /><Relationship Id="rId35" Type="http://schemas.openxmlformats.org/officeDocument/2006/relationships/tags" Target="../tags/tag302.xml" /><Relationship Id="rId36" Type="http://schemas.openxmlformats.org/officeDocument/2006/relationships/tags" Target="../tags/tag303.xml" /><Relationship Id="rId37" Type="http://schemas.openxmlformats.org/officeDocument/2006/relationships/tags" Target="../tags/tag304.xml" /><Relationship Id="rId38" Type="http://schemas.openxmlformats.org/officeDocument/2006/relationships/tags" Target="../tags/tag305.xml" /><Relationship Id="rId39" Type="http://schemas.openxmlformats.org/officeDocument/2006/relationships/tags" Target="../tags/tag306.xml" /><Relationship Id="rId4" Type="http://schemas.openxmlformats.org/officeDocument/2006/relationships/tags" Target="../tags/tag279.xml" /><Relationship Id="rId40" Type="http://schemas.openxmlformats.org/officeDocument/2006/relationships/tags" Target="../tags/tag307.xml" /><Relationship Id="rId41" Type="http://schemas.openxmlformats.org/officeDocument/2006/relationships/oleObject" Target="../embeddings/oleObject16.bin" TargetMode="Internal" /><Relationship Id="rId42" Type="http://schemas.openxmlformats.org/officeDocument/2006/relationships/tags" Target="../tags/tag308.xml" /><Relationship Id="rId43" Type="http://schemas.openxmlformats.org/officeDocument/2006/relationships/oleObject" Target="../embeddings/oleObject17.bin" TargetMode="Internal" /><Relationship Id="rId44" Type="http://schemas.openxmlformats.org/officeDocument/2006/relationships/image" Target="../media/image25.wmf" /><Relationship Id="rId45" Type="http://schemas.openxmlformats.org/officeDocument/2006/relationships/image" Target="../media/image26.png" /><Relationship Id="rId46" Type="http://schemas.openxmlformats.org/officeDocument/2006/relationships/tags" Target="../tags/tag309.xml" /><Relationship Id="rId47" Type="http://schemas.openxmlformats.org/officeDocument/2006/relationships/image" Target="../media/image27.png" /><Relationship Id="rId48" Type="http://schemas.openxmlformats.org/officeDocument/2006/relationships/tags" Target="../tags/tag310.xml" /><Relationship Id="rId49" Type="http://schemas.openxmlformats.org/officeDocument/2006/relationships/image" Target="../media/image28.png" /><Relationship Id="rId5" Type="http://schemas.openxmlformats.org/officeDocument/2006/relationships/tags" Target="../tags/tag280.xml" /><Relationship Id="rId50" Type="http://schemas.openxmlformats.org/officeDocument/2006/relationships/tags" Target="../tags/tag311.xml" /><Relationship Id="rId51" Type="http://schemas.openxmlformats.org/officeDocument/2006/relationships/vmlDrawing" Target="../drawings/vmlDrawing5.vml" /><Relationship Id="rId6" Type="http://schemas.openxmlformats.org/officeDocument/2006/relationships/tags" Target="../tags/tag281.xml" /><Relationship Id="rId7" Type="http://schemas.openxmlformats.org/officeDocument/2006/relationships/tags" Target="../tags/tag282.xml" /><Relationship Id="rId8" Type="http://schemas.openxmlformats.org/officeDocument/2006/relationships/tags" Target="../tags/tag283.xml" /><Relationship Id="rId9" Type="http://schemas.openxmlformats.org/officeDocument/2006/relationships/tags" Target="../tags/tag284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319.xml" /><Relationship Id="rId11" Type="http://schemas.openxmlformats.org/officeDocument/2006/relationships/tags" Target="../tags/tag320.xml" /><Relationship Id="rId12" Type="http://schemas.openxmlformats.org/officeDocument/2006/relationships/tags" Target="../tags/tag321.xml" /><Relationship Id="rId13" Type="http://schemas.openxmlformats.org/officeDocument/2006/relationships/tags" Target="../tags/tag322.xml" /><Relationship Id="rId14" Type="http://schemas.openxmlformats.org/officeDocument/2006/relationships/oleObject" Target="../embeddings/oleObject18.bin" TargetMode="Internal" /><Relationship Id="rId15" Type="http://schemas.openxmlformats.org/officeDocument/2006/relationships/image" Target="../media/image29.wmf" /><Relationship Id="rId16" Type="http://schemas.openxmlformats.org/officeDocument/2006/relationships/tags" Target="../tags/tag323.xml" /><Relationship Id="rId17" Type="http://schemas.openxmlformats.org/officeDocument/2006/relationships/tags" Target="../tags/tag324.xml" /><Relationship Id="rId18" Type="http://schemas.openxmlformats.org/officeDocument/2006/relationships/tags" Target="../tags/tag325.xml" /><Relationship Id="rId19" Type="http://schemas.openxmlformats.org/officeDocument/2006/relationships/oleObject" Target="../embeddings/oleObject19.bin" TargetMode="Internal" /><Relationship Id="rId2" Type="http://schemas.openxmlformats.org/officeDocument/2006/relationships/tags" Target="../tags/tag312.xml" /><Relationship Id="rId20" Type="http://schemas.openxmlformats.org/officeDocument/2006/relationships/image" Target="../media/image30.wmf" /><Relationship Id="rId21" Type="http://schemas.openxmlformats.org/officeDocument/2006/relationships/tags" Target="../tags/tag326.xml" /><Relationship Id="rId22" Type="http://schemas.openxmlformats.org/officeDocument/2006/relationships/tags" Target="../tags/tag327.xml" /><Relationship Id="rId23" Type="http://schemas.openxmlformats.org/officeDocument/2006/relationships/tags" Target="../tags/tag328.xml" /><Relationship Id="rId24" Type="http://schemas.openxmlformats.org/officeDocument/2006/relationships/tags" Target="../tags/tag329.xml" /><Relationship Id="rId25" Type="http://schemas.openxmlformats.org/officeDocument/2006/relationships/tags" Target="../tags/tag330.xml" /><Relationship Id="rId26" Type="http://schemas.openxmlformats.org/officeDocument/2006/relationships/tags" Target="../tags/tag331.xml" /><Relationship Id="rId27" Type="http://schemas.openxmlformats.org/officeDocument/2006/relationships/tags" Target="../tags/tag332.xml" /><Relationship Id="rId28" Type="http://schemas.openxmlformats.org/officeDocument/2006/relationships/tags" Target="../tags/tag333.xml" /><Relationship Id="rId29" Type="http://schemas.openxmlformats.org/officeDocument/2006/relationships/vmlDrawing" Target="../drawings/vmlDrawing6.vml" /><Relationship Id="rId3" Type="http://schemas.openxmlformats.org/officeDocument/2006/relationships/image" Target="../media/image4.png" /><Relationship Id="rId4" Type="http://schemas.openxmlformats.org/officeDocument/2006/relationships/tags" Target="../tags/tag313.xml" /><Relationship Id="rId5" Type="http://schemas.openxmlformats.org/officeDocument/2006/relationships/tags" Target="../tags/tag314.xml" /><Relationship Id="rId6" Type="http://schemas.openxmlformats.org/officeDocument/2006/relationships/tags" Target="../tags/tag315.xml" /><Relationship Id="rId7" Type="http://schemas.openxmlformats.org/officeDocument/2006/relationships/tags" Target="../tags/tag316.xml" /><Relationship Id="rId8" Type="http://schemas.openxmlformats.org/officeDocument/2006/relationships/tags" Target="../tags/tag317.xml" /><Relationship Id="rId9" Type="http://schemas.openxmlformats.org/officeDocument/2006/relationships/tags" Target="../tags/tag318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oleObject" Target="../embeddings/oleObject20.bin" TargetMode="Internal" /><Relationship Id="rId11" Type="http://schemas.openxmlformats.org/officeDocument/2006/relationships/image" Target="../media/image31.wmf" /><Relationship Id="rId12" Type="http://schemas.openxmlformats.org/officeDocument/2006/relationships/tags" Target="../tags/tag341.xml" /><Relationship Id="rId13" Type="http://schemas.openxmlformats.org/officeDocument/2006/relationships/tags" Target="../tags/tag342.xml" /><Relationship Id="rId14" Type="http://schemas.openxmlformats.org/officeDocument/2006/relationships/tags" Target="../tags/tag343.xml" /><Relationship Id="rId15" Type="http://schemas.openxmlformats.org/officeDocument/2006/relationships/tags" Target="../tags/tag344.xml" /><Relationship Id="rId16" Type="http://schemas.openxmlformats.org/officeDocument/2006/relationships/tags" Target="../tags/tag345.xml" /><Relationship Id="rId17" Type="http://schemas.openxmlformats.org/officeDocument/2006/relationships/oleObject" Target="../embeddings/oleObject21.bin" TargetMode="Internal" /><Relationship Id="rId18" Type="http://schemas.openxmlformats.org/officeDocument/2006/relationships/image" Target="../media/image32.wmf" /><Relationship Id="rId19" Type="http://schemas.openxmlformats.org/officeDocument/2006/relationships/tags" Target="../tags/tag346.xml" /><Relationship Id="rId2" Type="http://schemas.openxmlformats.org/officeDocument/2006/relationships/tags" Target="../tags/tag334.xml" /><Relationship Id="rId20" Type="http://schemas.openxmlformats.org/officeDocument/2006/relationships/tags" Target="../tags/tag347.xml" /><Relationship Id="rId21" Type="http://schemas.openxmlformats.org/officeDocument/2006/relationships/oleObject" Target="../embeddings/oleObject22.bin" TargetMode="Internal" /><Relationship Id="rId22" Type="http://schemas.openxmlformats.org/officeDocument/2006/relationships/image" Target="../media/image33.wmf" /><Relationship Id="rId23" Type="http://schemas.openxmlformats.org/officeDocument/2006/relationships/tags" Target="../tags/tag348.xml" /><Relationship Id="rId24" Type="http://schemas.openxmlformats.org/officeDocument/2006/relationships/tags" Target="../tags/tag349.xml" /><Relationship Id="rId25" Type="http://schemas.openxmlformats.org/officeDocument/2006/relationships/oleObject" Target="../embeddings/oleObject23.bin" TargetMode="Internal" /><Relationship Id="rId26" Type="http://schemas.openxmlformats.org/officeDocument/2006/relationships/image" Target="../media/image34.wmf" /><Relationship Id="rId27" Type="http://schemas.openxmlformats.org/officeDocument/2006/relationships/tags" Target="../tags/tag350.xml" /><Relationship Id="rId28" Type="http://schemas.openxmlformats.org/officeDocument/2006/relationships/tags" Target="../tags/tag351.xml" /><Relationship Id="rId29" Type="http://schemas.openxmlformats.org/officeDocument/2006/relationships/tags" Target="../tags/tag352.xml" /><Relationship Id="rId3" Type="http://schemas.openxmlformats.org/officeDocument/2006/relationships/image" Target="../media/image4.png" /><Relationship Id="rId30" Type="http://schemas.openxmlformats.org/officeDocument/2006/relationships/oleObject" Target="../embeddings/oleObject24.bin" TargetMode="Internal" /><Relationship Id="rId31" Type="http://schemas.openxmlformats.org/officeDocument/2006/relationships/image" Target="../media/image35.wmf" /><Relationship Id="rId32" Type="http://schemas.openxmlformats.org/officeDocument/2006/relationships/tags" Target="../tags/tag353.xml" /><Relationship Id="rId33" Type="http://schemas.openxmlformats.org/officeDocument/2006/relationships/tags" Target="../tags/tag354.xml" /><Relationship Id="rId34" Type="http://schemas.openxmlformats.org/officeDocument/2006/relationships/tags" Target="../tags/tag355.xml" /><Relationship Id="rId35" Type="http://schemas.openxmlformats.org/officeDocument/2006/relationships/tags" Target="../tags/tag356.xml" /><Relationship Id="rId36" Type="http://schemas.openxmlformats.org/officeDocument/2006/relationships/tags" Target="../tags/tag357.xml" /><Relationship Id="rId37" Type="http://schemas.openxmlformats.org/officeDocument/2006/relationships/tags" Target="../tags/tag358.xml" /><Relationship Id="rId38" Type="http://schemas.openxmlformats.org/officeDocument/2006/relationships/vmlDrawing" Target="../drawings/vmlDrawing7.vml" /><Relationship Id="rId4" Type="http://schemas.openxmlformats.org/officeDocument/2006/relationships/tags" Target="../tags/tag335.xml" /><Relationship Id="rId5" Type="http://schemas.openxmlformats.org/officeDocument/2006/relationships/tags" Target="../tags/tag336.xml" /><Relationship Id="rId6" Type="http://schemas.openxmlformats.org/officeDocument/2006/relationships/tags" Target="../tags/tag337.xml" /><Relationship Id="rId7" Type="http://schemas.openxmlformats.org/officeDocument/2006/relationships/tags" Target="../tags/tag338.xml" /><Relationship Id="rId8" Type="http://schemas.openxmlformats.org/officeDocument/2006/relationships/tags" Target="../tags/tag339.xml" /><Relationship Id="rId9" Type="http://schemas.openxmlformats.org/officeDocument/2006/relationships/tags" Target="../tags/tag340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366.xml" /><Relationship Id="rId11" Type="http://schemas.openxmlformats.org/officeDocument/2006/relationships/oleObject" Target="../embeddings/oleObject25.bin" TargetMode="Internal" /><Relationship Id="rId12" Type="http://schemas.openxmlformats.org/officeDocument/2006/relationships/image" Target="../media/image36.wmf" /><Relationship Id="rId13" Type="http://schemas.openxmlformats.org/officeDocument/2006/relationships/tags" Target="../tags/tag367.xml" /><Relationship Id="rId14" Type="http://schemas.openxmlformats.org/officeDocument/2006/relationships/oleObject" Target="../embeddings/oleObject26.bin" TargetMode="Internal" /><Relationship Id="rId15" Type="http://schemas.openxmlformats.org/officeDocument/2006/relationships/image" Target="../media/image37.wmf" /><Relationship Id="rId16" Type="http://schemas.openxmlformats.org/officeDocument/2006/relationships/tags" Target="../tags/tag368.xml" /><Relationship Id="rId17" Type="http://schemas.openxmlformats.org/officeDocument/2006/relationships/oleObject" Target="../embeddings/oleObject27.bin" TargetMode="Internal" /><Relationship Id="rId18" Type="http://schemas.openxmlformats.org/officeDocument/2006/relationships/image" Target="../media/image38.wmf" /><Relationship Id="rId19" Type="http://schemas.openxmlformats.org/officeDocument/2006/relationships/tags" Target="../tags/tag369.xml" /><Relationship Id="rId2" Type="http://schemas.openxmlformats.org/officeDocument/2006/relationships/tags" Target="../tags/tag359.xml" /><Relationship Id="rId20" Type="http://schemas.openxmlformats.org/officeDocument/2006/relationships/oleObject" Target="../embeddings/oleObject28.bin" TargetMode="Internal" /><Relationship Id="rId21" Type="http://schemas.openxmlformats.org/officeDocument/2006/relationships/image" Target="../media/image39.wmf" /><Relationship Id="rId22" Type="http://schemas.openxmlformats.org/officeDocument/2006/relationships/tags" Target="../tags/tag370.xml" /><Relationship Id="rId23" Type="http://schemas.openxmlformats.org/officeDocument/2006/relationships/oleObject" Target="../embeddings/oleObject29.bin" TargetMode="Internal" /><Relationship Id="rId24" Type="http://schemas.openxmlformats.org/officeDocument/2006/relationships/image" Target="../media/image40.wmf" /><Relationship Id="rId25" Type="http://schemas.openxmlformats.org/officeDocument/2006/relationships/tags" Target="../tags/tag371.xml" /><Relationship Id="rId26" Type="http://schemas.openxmlformats.org/officeDocument/2006/relationships/tags" Target="../tags/tag372.xml" /><Relationship Id="rId27" Type="http://schemas.openxmlformats.org/officeDocument/2006/relationships/oleObject" Target="../embeddings/oleObject30.bin" TargetMode="Internal" /><Relationship Id="rId28" Type="http://schemas.openxmlformats.org/officeDocument/2006/relationships/image" Target="../media/image41.wmf" /><Relationship Id="rId29" Type="http://schemas.openxmlformats.org/officeDocument/2006/relationships/tags" Target="../tags/tag373.xml" /><Relationship Id="rId3" Type="http://schemas.openxmlformats.org/officeDocument/2006/relationships/image" Target="../media/image4.png" /><Relationship Id="rId30" Type="http://schemas.openxmlformats.org/officeDocument/2006/relationships/tags" Target="../tags/tag374.xml" /><Relationship Id="rId31" Type="http://schemas.openxmlformats.org/officeDocument/2006/relationships/tags" Target="../tags/tag375.xml" /><Relationship Id="rId32" Type="http://schemas.openxmlformats.org/officeDocument/2006/relationships/tags" Target="../tags/tag376.xml" /><Relationship Id="rId33" Type="http://schemas.openxmlformats.org/officeDocument/2006/relationships/tags" Target="../tags/tag377.xml" /><Relationship Id="rId34" Type="http://schemas.openxmlformats.org/officeDocument/2006/relationships/tags" Target="../tags/tag378.xml" /><Relationship Id="rId35" Type="http://schemas.openxmlformats.org/officeDocument/2006/relationships/tags" Target="../tags/tag379.xml" /><Relationship Id="rId36" Type="http://schemas.openxmlformats.org/officeDocument/2006/relationships/tags" Target="../tags/tag380.xml" /><Relationship Id="rId37" Type="http://schemas.openxmlformats.org/officeDocument/2006/relationships/tags" Target="../tags/tag381.xml" /><Relationship Id="rId38" Type="http://schemas.openxmlformats.org/officeDocument/2006/relationships/tags" Target="../tags/tag382.xml" /><Relationship Id="rId39" Type="http://schemas.openxmlformats.org/officeDocument/2006/relationships/tags" Target="../tags/tag383.xml" /><Relationship Id="rId4" Type="http://schemas.openxmlformats.org/officeDocument/2006/relationships/tags" Target="../tags/tag360.xml" /><Relationship Id="rId40" Type="http://schemas.openxmlformats.org/officeDocument/2006/relationships/tags" Target="../tags/tag384.xml" /><Relationship Id="rId41" Type="http://schemas.openxmlformats.org/officeDocument/2006/relationships/tags" Target="../tags/tag385.xml" /><Relationship Id="rId42" Type="http://schemas.openxmlformats.org/officeDocument/2006/relationships/oleObject" Target="../embeddings/oleObject31.bin" TargetMode="Internal" /><Relationship Id="rId43" Type="http://schemas.openxmlformats.org/officeDocument/2006/relationships/image" Target="../media/image42.wmf" /><Relationship Id="rId44" Type="http://schemas.openxmlformats.org/officeDocument/2006/relationships/tags" Target="../tags/tag386.xml" /><Relationship Id="rId45" Type="http://schemas.openxmlformats.org/officeDocument/2006/relationships/oleObject" Target="../embeddings/oleObject32.bin" TargetMode="Internal" /><Relationship Id="rId46" Type="http://schemas.openxmlformats.org/officeDocument/2006/relationships/image" Target="../media/image43.wmf" /><Relationship Id="rId47" Type="http://schemas.openxmlformats.org/officeDocument/2006/relationships/tags" Target="../tags/tag387.xml" /><Relationship Id="rId48" Type="http://schemas.openxmlformats.org/officeDocument/2006/relationships/oleObject" Target="../embeddings/oleObject33.bin" TargetMode="Internal" /><Relationship Id="rId49" Type="http://schemas.openxmlformats.org/officeDocument/2006/relationships/image" Target="../media/image44.wmf" /><Relationship Id="rId5" Type="http://schemas.openxmlformats.org/officeDocument/2006/relationships/tags" Target="../tags/tag361.xml" /><Relationship Id="rId50" Type="http://schemas.openxmlformats.org/officeDocument/2006/relationships/tags" Target="../tags/tag388.xml" /><Relationship Id="rId51" Type="http://schemas.openxmlformats.org/officeDocument/2006/relationships/tags" Target="../tags/tag389.xml" /><Relationship Id="rId52" Type="http://schemas.openxmlformats.org/officeDocument/2006/relationships/oleObject" Target="../embeddings/oleObject34.bin" TargetMode="Internal" /><Relationship Id="rId53" Type="http://schemas.openxmlformats.org/officeDocument/2006/relationships/image" Target="../media/image45.wmf" /><Relationship Id="rId54" Type="http://schemas.openxmlformats.org/officeDocument/2006/relationships/image" Target="../media/image46.png" /><Relationship Id="rId55" Type="http://schemas.openxmlformats.org/officeDocument/2006/relationships/tags" Target="../tags/tag390.xml" /><Relationship Id="rId56" Type="http://schemas.openxmlformats.org/officeDocument/2006/relationships/image" Target="../media/image47.png" /><Relationship Id="rId57" Type="http://schemas.openxmlformats.org/officeDocument/2006/relationships/tags" Target="../tags/tag391.xml" /><Relationship Id="rId58" Type="http://schemas.openxmlformats.org/officeDocument/2006/relationships/vmlDrawing" Target="../drawings/vmlDrawing8.vml" /><Relationship Id="rId6" Type="http://schemas.openxmlformats.org/officeDocument/2006/relationships/tags" Target="../tags/tag362.xml" /><Relationship Id="rId7" Type="http://schemas.openxmlformats.org/officeDocument/2006/relationships/tags" Target="../tags/tag363.xml" /><Relationship Id="rId8" Type="http://schemas.openxmlformats.org/officeDocument/2006/relationships/tags" Target="../tags/tag364.xml" /><Relationship Id="rId9" Type="http://schemas.openxmlformats.org/officeDocument/2006/relationships/tags" Target="../tags/tag365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399.xml" /><Relationship Id="rId11" Type="http://schemas.openxmlformats.org/officeDocument/2006/relationships/tags" Target="../tags/tag400.xml" /><Relationship Id="rId12" Type="http://schemas.openxmlformats.org/officeDocument/2006/relationships/oleObject" Target="../embeddings/oleObject35.bin" TargetMode="Internal" /><Relationship Id="rId13" Type="http://schemas.openxmlformats.org/officeDocument/2006/relationships/image" Target="../media/image48.emf" /><Relationship Id="rId14" Type="http://schemas.openxmlformats.org/officeDocument/2006/relationships/tags" Target="../tags/tag401.xml" /><Relationship Id="rId15" Type="http://schemas.openxmlformats.org/officeDocument/2006/relationships/tags" Target="../tags/tag402.xml" /><Relationship Id="rId16" Type="http://schemas.openxmlformats.org/officeDocument/2006/relationships/tags" Target="../tags/tag403.xml" /><Relationship Id="rId17" Type="http://schemas.openxmlformats.org/officeDocument/2006/relationships/oleObject" Target="../embeddings/oleObject36.bin" TargetMode="Internal" /><Relationship Id="rId18" Type="http://schemas.openxmlformats.org/officeDocument/2006/relationships/image" Target="../media/image49.emf" /><Relationship Id="rId19" Type="http://schemas.openxmlformats.org/officeDocument/2006/relationships/tags" Target="../tags/tag404.xml" /><Relationship Id="rId2" Type="http://schemas.openxmlformats.org/officeDocument/2006/relationships/tags" Target="../tags/tag392.xml" /><Relationship Id="rId20" Type="http://schemas.openxmlformats.org/officeDocument/2006/relationships/tags" Target="../tags/tag405.xml" /><Relationship Id="rId21" Type="http://schemas.openxmlformats.org/officeDocument/2006/relationships/tags" Target="../tags/tag406.xml" /><Relationship Id="rId22" Type="http://schemas.openxmlformats.org/officeDocument/2006/relationships/tags" Target="../tags/tag407.xml" /><Relationship Id="rId23" Type="http://schemas.openxmlformats.org/officeDocument/2006/relationships/tags" Target="../tags/tag408.xml" /><Relationship Id="rId24" Type="http://schemas.openxmlformats.org/officeDocument/2006/relationships/vmlDrawing" Target="../drawings/vmlDrawing9.vml" /><Relationship Id="rId3" Type="http://schemas.openxmlformats.org/officeDocument/2006/relationships/image" Target="../media/image4.png" /><Relationship Id="rId4" Type="http://schemas.openxmlformats.org/officeDocument/2006/relationships/tags" Target="../tags/tag393.xml" /><Relationship Id="rId5" Type="http://schemas.openxmlformats.org/officeDocument/2006/relationships/tags" Target="../tags/tag394.xml" /><Relationship Id="rId6" Type="http://schemas.openxmlformats.org/officeDocument/2006/relationships/tags" Target="../tags/tag395.xml" /><Relationship Id="rId7" Type="http://schemas.openxmlformats.org/officeDocument/2006/relationships/tags" Target="../tags/tag396.xml" /><Relationship Id="rId8" Type="http://schemas.openxmlformats.org/officeDocument/2006/relationships/tags" Target="../tags/tag397.xml" /><Relationship Id="rId9" Type="http://schemas.openxmlformats.org/officeDocument/2006/relationships/tags" Target="../tags/tag398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18.xml" /><Relationship Id="rId11" Type="http://schemas.openxmlformats.org/officeDocument/2006/relationships/oleObject" Target="../embeddings/oleObject37.bin" TargetMode="Internal" /><Relationship Id="rId12" Type="http://schemas.openxmlformats.org/officeDocument/2006/relationships/image" Target="../media/image50.wmf" /><Relationship Id="rId13" Type="http://schemas.openxmlformats.org/officeDocument/2006/relationships/tags" Target="../tags/tag419.xml" /><Relationship Id="rId14" Type="http://schemas.openxmlformats.org/officeDocument/2006/relationships/oleObject" Target="../embeddings/oleObject38.bin" TargetMode="Internal" /><Relationship Id="rId15" Type="http://schemas.openxmlformats.org/officeDocument/2006/relationships/image" Target="../media/image51.wmf" /><Relationship Id="rId16" Type="http://schemas.openxmlformats.org/officeDocument/2006/relationships/tags" Target="../tags/tag420.xml" /><Relationship Id="rId17" Type="http://schemas.openxmlformats.org/officeDocument/2006/relationships/oleObject" Target="../embeddings/oleObject39.bin" TargetMode="Internal" /><Relationship Id="rId18" Type="http://schemas.openxmlformats.org/officeDocument/2006/relationships/image" Target="../media/image52.wmf" /><Relationship Id="rId19" Type="http://schemas.openxmlformats.org/officeDocument/2006/relationships/tags" Target="../tags/tag421.xml" /><Relationship Id="rId2" Type="http://schemas.openxmlformats.org/officeDocument/2006/relationships/notesSlide" Target="../notesSlides/notesSlide1.xml" /><Relationship Id="rId20" Type="http://schemas.openxmlformats.org/officeDocument/2006/relationships/vmlDrawing" Target="../drawings/vmlDrawing10.vml" /><Relationship Id="rId3" Type="http://schemas.openxmlformats.org/officeDocument/2006/relationships/tags" Target="../tags/tag412.xml" /><Relationship Id="rId4" Type="http://schemas.openxmlformats.org/officeDocument/2006/relationships/image" Target="../media/image4.png" /><Relationship Id="rId5" Type="http://schemas.openxmlformats.org/officeDocument/2006/relationships/tags" Target="../tags/tag413.xml" /><Relationship Id="rId6" Type="http://schemas.openxmlformats.org/officeDocument/2006/relationships/tags" Target="../tags/tag414.xml" /><Relationship Id="rId7" Type="http://schemas.openxmlformats.org/officeDocument/2006/relationships/tags" Target="../tags/tag415.xml" /><Relationship Id="rId8" Type="http://schemas.openxmlformats.org/officeDocument/2006/relationships/tags" Target="../tags/tag416.xml" /><Relationship Id="rId9" Type="http://schemas.openxmlformats.org/officeDocument/2006/relationships/tags" Target="../tags/tag417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29.xml" /><Relationship Id="rId11" Type="http://schemas.openxmlformats.org/officeDocument/2006/relationships/tags" Target="../tags/tag430.xml" /><Relationship Id="rId12" Type="http://schemas.openxmlformats.org/officeDocument/2006/relationships/tags" Target="../tags/tag431.xml" /><Relationship Id="rId13" Type="http://schemas.openxmlformats.org/officeDocument/2006/relationships/oleObject" Target="../embeddings/oleObject40.bin" TargetMode="Internal" /><Relationship Id="rId14" Type="http://schemas.openxmlformats.org/officeDocument/2006/relationships/image" Target="../media/image53.wmf" /><Relationship Id="rId15" Type="http://schemas.openxmlformats.org/officeDocument/2006/relationships/tags" Target="../tags/tag432.xml" /><Relationship Id="rId16" Type="http://schemas.openxmlformats.org/officeDocument/2006/relationships/tags" Target="../tags/tag433.xml" /><Relationship Id="rId17" Type="http://schemas.openxmlformats.org/officeDocument/2006/relationships/tags" Target="../tags/tag434.xml" /><Relationship Id="rId18" Type="http://schemas.openxmlformats.org/officeDocument/2006/relationships/oleObject" Target="../embeddings/oleObject41.bin" TargetMode="Internal" /><Relationship Id="rId19" Type="http://schemas.openxmlformats.org/officeDocument/2006/relationships/image" Target="../media/image54.wmf" /><Relationship Id="rId2" Type="http://schemas.openxmlformats.org/officeDocument/2006/relationships/tags" Target="../tags/tag422.xml" /><Relationship Id="rId20" Type="http://schemas.openxmlformats.org/officeDocument/2006/relationships/tags" Target="../tags/tag435.xml" /><Relationship Id="rId21" Type="http://schemas.openxmlformats.org/officeDocument/2006/relationships/tags" Target="../tags/tag436.xml" /><Relationship Id="rId22" Type="http://schemas.openxmlformats.org/officeDocument/2006/relationships/tags" Target="../tags/tag437.xml" /><Relationship Id="rId23" Type="http://schemas.openxmlformats.org/officeDocument/2006/relationships/oleObject" Target="../embeddings/oleObject42.bin" TargetMode="Internal" /><Relationship Id="rId24" Type="http://schemas.openxmlformats.org/officeDocument/2006/relationships/image" Target="../media/image55.wmf" /><Relationship Id="rId25" Type="http://schemas.openxmlformats.org/officeDocument/2006/relationships/tags" Target="../tags/tag438.xml" /><Relationship Id="rId26" Type="http://schemas.openxmlformats.org/officeDocument/2006/relationships/tags" Target="../tags/tag439.xml" /><Relationship Id="rId27" Type="http://schemas.openxmlformats.org/officeDocument/2006/relationships/tags" Target="../tags/tag440.xml" /><Relationship Id="rId28" Type="http://schemas.openxmlformats.org/officeDocument/2006/relationships/oleObject" Target="../embeddings/oleObject43.bin" TargetMode="Internal" /><Relationship Id="rId29" Type="http://schemas.openxmlformats.org/officeDocument/2006/relationships/image" Target="../media/image56.wmf" /><Relationship Id="rId3" Type="http://schemas.openxmlformats.org/officeDocument/2006/relationships/image" Target="../media/image4.png" /><Relationship Id="rId30" Type="http://schemas.openxmlformats.org/officeDocument/2006/relationships/tags" Target="../tags/tag441.xml" /><Relationship Id="rId31" Type="http://schemas.openxmlformats.org/officeDocument/2006/relationships/tags" Target="../tags/tag442.xml" /><Relationship Id="rId32" Type="http://schemas.openxmlformats.org/officeDocument/2006/relationships/tags" Target="../tags/tag443.xml" /><Relationship Id="rId33" Type="http://schemas.openxmlformats.org/officeDocument/2006/relationships/oleObject" Target="../embeddings/oleObject44.bin" TargetMode="Internal" /><Relationship Id="rId34" Type="http://schemas.openxmlformats.org/officeDocument/2006/relationships/image" Target="../media/image57.wmf" /><Relationship Id="rId35" Type="http://schemas.openxmlformats.org/officeDocument/2006/relationships/tags" Target="../tags/tag444.xml" /><Relationship Id="rId36" Type="http://schemas.openxmlformats.org/officeDocument/2006/relationships/tags" Target="../tags/tag445.xml" /><Relationship Id="rId37" Type="http://schemas.openxmlformats.org/officeDocument/2006/relationships/tags" Target="../tags/tag446.xml" /><Relationship Id="rId38" Type="http://schemas.openxmlformats.org/officeDocument/2006/relationships/oleObject" Target="../embeddings/oleObject45.bin" TargetMode="Internal" /><Relationship Id="rId39" Type="http://schemas.openxmlformats.org/officeDocument/2006/relationships/image" Target="../media/image58.wmf" /><Relationship Id="rId4" Type="http://schemas.openxmlformats.org/officeDocument/2006/relationships/tags" Target="../tags/tag423.xml" /><Relationship Id="rId40" Type="http://schemas.openxmlformats.org/officeDocument/2006/relationships/tags" Target="../tags/tag447.xml" /><Relationship Id="rId41" Type="http://schemas.openxmlformats.org/officeDocument/2006/relationships/tags" Target="../tags/tag448.xml" /><Relationship Id="rId42" Type="http://schemas.openxmlformats.org/officeDocument/2006/relationships/tags" Target="../tags/tag449.xml" /><Relationship Id="rId43" Type="http://schemas.openxmlformats.org/officeDocument/2006/relationships/oleObject" Target="../embeddings/oleObject46.bin" TargetMode="Internal" /><Relationship Id="rId44" Type="http://schemas.openxmlformats.org/officeDocument/2006/relationships/image" Target="../media/image59.wmf" /><Relationship Id="rId45" Type="http://schemas.openxmlformats.org/officeDocument/2006/relationships/tags" Target="../tags/tag450.xml" /><Relationship Id="rId46" Type="http://schemas.openxmlformats.org/officeDocument/2006/relationships/tags" Target="../tags/tag451.xml" /><Relationship Id="rId47" Type="http://schemas.openxmlformats.org/officeDocument/2006/relationships/vmlDrawing" Target="../drawings/vmlDrawing11.vml" /><Relationship Id="rId5" Type="http://schemas.openxmlformats.org/officeDocument/2006/relationships/tags" Target="../tags/tag424.xml" /><Relationship Id="rId6" Type="http://schemas.openxmlformats.org/officeDocument/2006/relationships/tags" Target="../tags/tag425.xml" /><Relationship Id="rId7" Type="http://schemas.openxmlformats.org/officeDocument/2006/relationships/tags" Target="../tags/tag426.xml" /><Relationship Id="rId8" Type="http://schemas.openxmlformats.org/officeDocument/2006/relationships/tags" Target="../tags/tag427.xml" /><Relationship Id="rId9" Type="http://schemas.openxmlformats.org/officeDocument/2006/relationships/tags" Target="../tags/tag428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59.xml" /><Relationship Id="rId2" Type="http://schemas.openxmlformats.org/officeDocument/2006/relationships/tags" Target="../tags/tag452.xml" /><Relationship Id="rId3" Type="http://schemas.openxmlformats.org/officeDocument/2006/relationships/image" Target="../media/image4.png" /><Relationship Id="rId4" Type="http://schemas.openxmlformats.org/officeDocument/2006/relationships/tags" Target="../tags/tag453.xml" /><Relationship Id="rId5" Type="http://schemas.openxmlformats.org/officeDocument/2006/relationships/tags" Target="../tags/tag454.xml" /><Relationship Id="rId6" Type="http://schemas.openxmlformats.org/officeDocument/2006/relationships/tags" Target="../tags/tag455.xml" /><Relationship Id="rId7" Type="http://schemas.openxmlformats.org/officeDocument/2006/relationships/tags" Target="../tags/tag456.xml" /><Relationship Id="rId8" Type="http://schemas.openxmlformats.org/officeDocument/2006/relationships/tags" Target="../tags/tag457.xml" /><Relationship Id="rId9" Type="http://schemas.openxmlformats.org/officeDocument/2006/relationships/tags" Target="../tags/tag458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oleObject" Target="../embeddings/oleObject47.bin" TargetMode="Internal" /><Relationship Id="rId11" Type="http://schemas.openxmlformats.org/officeDocument/2006/relationships/image" Target="../media/image60.emf" /><Relationship Id="rId12" Type="http://schemas.openxmlformats.org/officeDocument/2006/relationships/tags" Target="../tags/tag467.xml" /><Relationship Id="rId13" Type="http://schemas.openxmlformats.org/officeDocument/2006/relationships/tags" Target="../tags/tag468.xml" /><Relationship Id="rId14" Type="http://schemas.openxmlformats.org/officeDocument/2006/relationships/tags" Target="../tags/tag469.xml" /><Relationship Id="rId15" Type="http://schemas.openxmlformats.org/officeDocument/2006/relationships/oleObject" Target="../embeddings/oleObject48.bin" TargetMode="Internal" /><Relationship Id="rId16" Type="http://schemas.openxmlformats.org/officeDocument/2006/relationships/image" Target="../media/image61.emf" /><Relationship Id="rId17" Type="http://schemas.openxmlformats.org/officeDocument/2006/relationships/tags" Target="../tags/tag470.xml" /><Relationship Id="rId18" Type="http://schemas.openxmlformats.org/officeDocument/2006/relationships/vmlDrawing" Target="../drawings/vmlDrawing12.vml" /><Relationship Id="rId2" Type="http://schemas.openxmlformats.org/officeDocument/2006/relationships/tags" Target="../tags/tag460.xml" /><Relationship Id="rId3" Type="http://schemas.openxmlformats.org/officeDocument/2006/relationships/image" Target="../media/image4.png" /><Relationship Id="rId4" Type="http://schemas.openxmlformats.org/officeDocument/2006/relationships/tags" Target="../tags/tag461.xml" /><Relationship Id="rId5" Type="http://schemas.openxmlformats.org/officeDocument/2006/relationships/tags" Target="../tags/tag462.xml" /><Relationship Id="rId6" Type="http://schemas.openxmlformats.org/officeDocument/2006/relationships/tags" Target="../tags/tag463.xml" /><Relationship Id="rId7" Type="http://schemas.openxmlformats.org/officeDocument/2006/relationships/tags" Target="../tags/tag464.xml" /><Relationship Id="rId8" Type="http://schemas.openxmlformats.org/officeDocument/2006/relationships/tags" Target="../tags/tag465.xml" /><Relationship Id="rId9" Type="http://schemas.openxmlformats.org/officeDocument/2006/relationships/tags" Target="../tags/tag466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80.xml" /><Relationship Id="rId11" Type="http://schemas.openxmlformats.org/officeDocument/2006/relationships/oleObject" Target="../embeddings/oleObject49.bin" TargetMode="Internal" /><Relationship Id="rId12" Type="http://schemas.openxmlformats.org/officeDocument/2006/relationships/image" Target="../media/image62.wmf" /><Relationship Id="rId13" Type="http://schemas.openxmlformats.org/officeDocument/2006/relationships/tags" Target="../tags/tag481.xml" /><Relationship Id="rId14" Type="http://schemas.openxmlformats.org/officeDocument/2006/relationships/tags" Target="../tags/tag482.xml" /><Relationship Id="rId15" Type="http://schemas.openxmlformats.org/officeDocument/2006/relationships/tags" Target="../tags/tag483.xml" /><Relationship Id="rId16" Type="http://schemas.openxmlformats.org/officeDocument/2006/relationships/oleObject" Target="../embeddings/oleObject50.bin" TargetMode="Internal" /><Relationship Id="rId17" Type="http://schemas.openxmlformats.org/officeDocument/2006/relationships/image" Target="../media/image63.wmf" /><Relationship Id="rId18" Type="http://schemas.openxmlformats.org/officeDocument/2006/relationships/tags" Target="../tags/tag484.xml" /><Relationship Id="rId19" Type="http://schemas.openxmlformats.org/officeDocument/2006/relationships/tags" Target="../tags/tag485.xml" /><Relationship Id="rId2" Type="http://schemas.openxmlformats.org/officeDocument/2006/relationships/notesSlide" Target="../notesSlides/notesSlide2.xml" /><Relationship Id="rId20" Type="http://schemas.openxmlformats.org/officeDocument/2006/relationships/tags" Target="../tags/tag486.xml" /><Relationship Id="rId21" Type="http://schemas.openxmlformats.org/officeDocument/2006/relationships/vmlDrawing" Target="../drawings/vmlDrawing13.vml" /><Relationship Id="rId3" Type="http://schemas.openxmlformats.org/officeDocument/2006/relationships/tags" Target="../tags/tag474.xml" /><Relationship Id="rId4" Type="http://schemas.openxmlformats.org/officeDocument/2006/relationships/image" Target="../media/image4.png" /><Relationship Id="rId5" Type="http://schemas.openxmlformats.org/officeDocument/2006/relationships/tags" Target="../tags/tag475.xml" /><Relationship Id="rId6" Type="http://schemas.openxmlformats.org/officeDocument/2006/relationships/tags" Target="../tags/tag476.xml" /><Relationship Id="rId7" Type="http://schemas.openxmlformats.org/officeDocument/2006/relationships/tags" Target="../tags/tag477.xml" /><Relationship Id="rId8" Type="http://schemas.openxmlformats.org/officeDocument/2006/relationships/tags" Target="../tags/tag478.xml" /><Relationship Id="rId9" Type="http://schemas.openxmlformats.org/officeDocument/2006/relationships/tags" Target="../tags/tag479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496.xml" /><Relationship Id="rId11" Type="http://schemas.openxmlformats.org/officeDocument/2006/relationships/tags" Target="../tags/tag497.xml" /><Relationship Id="rId12" Type="http://schemas.openxmlformats.org/officeDocument/2006/relationships/tags" Target="../tags/tag498.xml" /><Relationship Id="rId13" Type="http://schemas.openxmlformats.org/officeDocument/2006/relationships/tags" Target="../tags/tag499.xml" /><Relationship Id="rId14" Type="http://schemas.openxmlformats.org/officeDocument/2006/relationships/oleObject" Target="../embeddings/oleObject51.bin" TargetMode="Internal" /><Relationship Id="rId15" Type="http://schemas.openxmlformats.org/officeDocument/2006/relationships/image" Target="../media/image64.emf" /><Relationship Id="rId16" Type="http://schemas.openxmlformats.org/officeDocument/2006/relationships/tags" Target="../tags/tag500.xml" /><Relationship Id="rId17" Type="http://schemas.openxmlformats.org/officeDocument/2006/relationships/oleObject" Target="../embeddings/oleObject52.bin" TargetMode="Internal" /><Relationship Id="rId18" Type="http://schemas.openxmlformats.org/officeDocument/2006/relationships/image" Target="../media/image65.emf" /><Relationship Id="rId19" Type="http://schemas.openxmlformats.org/officeDocument/2006/relationships/tags" Target="../tags/tag501.xml" /><Relationship Id="rId2" Type="http://schemas.openxmlformats.org/officeDocument/2006/relationships/notesSlide" Target="../notesSlides/notesSlide3.xml" /><Relationship Id="rId20" Type="http://schemas.openxmlformats.org/officeDocument/2006/relationships/tags" Target="../tags/tag502.xml" /><Relationship Id="rId21" Type="http://schemas.openxmlformats.org/officeDocument/2006/relationships/oleObject" Target="../embeddings/oleObject53.bin" TargetMode="Internal" /><Relationship Id="rId22" Type="http://schemas.openxmlformats.org/officeDocument/2006/relationships/image" Target="../media/image66.emf" /><Relationship Id="rId23" Type="http://schemas.openxmlformats.org/officeDocument/2006/relationships/tags" Target="../tags/tag503.xml" /><Relationship Id="rId24" Type="http://schemas.openxmlformats.org/officeDocument/2006/relationships/tags" Target="../tags/tag504.xml" /><Relationship Id="rId25" Type="http://schemas.openxmlformats.org/officeDocument/2006/relationships/tags" Target="../tags/tag505.xml" /><Relationship Id="rId26" Type="http://schemas.openxmlformats.org/officeDocument/2006/relationships/image" Target="../media/image67.jpeg" /><Relationship Id="rId27" Type="http://schemas.openxmlformats.org/officeDocument/2006/relationships/tags" Target="../tags/tag506.xml" /><Relationship Id="rId28" Type="http://schemas.openxmlformats.org/officeDocument/2006/relationships/tags" Target="../tags/tag507.xml" /><Relationship Id="rId29" Type="http://schemas.openxmlformats.org/officeDocument/2006/relationships/tags" Target="../tags/tag508.xml" /><Relationship Id="rId3" Type="http://schemas.openxmlformats.org/officeDocument/2006/relationships/tags" Target="../tags/tag490.xml" /><Relationship Id="rId30" Type="http://schemas.openxmlformats.org/officeDocument/2006/relationships/vmlDrawing" Target="../drawings/vmlDrawing14.vml" /><Relationship Id="rId4" Type="http://schemas.openxmlformats.org/officeDocument/2006/relationships/image" Target="../media/image4.png" /><Relationship Id="rId5" Type="http://schemas.openxmlformats.org/officeDocument/2006/relationships/tags" Target="../tags/tag491.xml" /><Relationship Id="rId6" Type="http://schemas.openxmlformats.org/officeDocument/2006/relationships/tags" Target="../tags/tag492.xml" /><Relationship Id="rId7" Type="http://schemas.openxmlformats.org/officeDocument/2006/relationships/tags" Target="../tags/tag493.xml" /><Relationship Id="rId8" Type="http://schemas.openxmlformats.org/officeDocument/2006/relationships/tags" Target="../tags/tag494.xml" /><Relationship Id="rId9" Type="http://schemas.openxmlformats.org/officeDocument/2006/relationships/tags" Target="../tags/tag495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516.xml" /><Relationship Id="rId11" Type="http://schemas.openxmlformats.org/officeDocument/2006/relationships/tags" Target="../tags/tag517.xml" /><Relationship Id="rId12" Type="http://schemas.openxmlformats.org/officeDocument/2006/relationships/tags" Target="../tags/tag518.xml" /><Relationship Id="rId13" Type="http://schemas.openxmlformats.org/officeDocument/2006/relationships/tags" Target="../tags/tag519.xml" /><Relationship Id="rId14" Type="http://schemas.openxmlformats.org/officeDocument/2006/relationships/tags" Target="../tags/tag520.xml" /><Relationship Id="rId15" Type="http://schemas.openxmlformats.org/officeDocument/2006/relationships/tags" Target="../tags/tag521.xml" /><Relationship Id="rId16" Type="http://schemas.openxmlformats.org/officeDocument/2006/relationships/tags" Target="../tags/tag522.xml" /><Relationship Id="rId17" Type="http://schemas.openxmlformats.org/officeDocument/2006/relationships/tags" Target="../tags/tag523.xml" /><Relationship Id="rId18" Type="http://schemas.openxmlformats.org/officeDocument/2006/relationships/tags" Target="../tags/tag524.xml" /><Relationship Id="rId19" Type="http://schemas.openxmlformats.org/officeDocument/2006/relationships/tags" Target="../tags/tag525.xml" /><Relationship Id="rId2" Type="http://schemas.openxmlformats.org/officeDocument/2006/relationships/tags" Target="../tags/tag509.xml" /><Relationship Id="rId20" Type="http://schemas.openxmlformats.org/officeDocument/2006/relationships/tags" Target="../tags/tag526.xml" /><Relationship Id="rId21" Type="http://schemas.openxmlformats.org/officeDocument/2006/relationships/tags" Target="../tags/tag527.xml" /><Relationship Id="rId22" Type="http://schemas.openxmlformats.org/officeDocument/2006/relationships/tags" Target="../tags/tag528.xml" /><Relationship Id="rId23" Type="http://schemas.openxmlformats.org/officeDocument/2006/relationships/tags" Target="../tags/tag529.xml" /><Relationship Id="rId24" Type="http://schemas.openxmlformats.org/officeDocument/2006/relationships/tags" Target="../tags/tag530.xml" /><Relationship Id="rId25" Type="http://schemas.openxmlformats.org/officeDocument/2006/relationships/tags" Target="../tags/tag531.xml" /><Relationship Id="rId26" Type="http://schemas.openxmlformats.org/officeDocument/2006/relationships/tags" Target="../tags/tag532.xml" /><Relationship Id="rId27" Type="http://schemas.openxmlformats.org/officeDocument/2006/relationships/tags" Target="../tags/tag533.xml" /><Relationship Id="rId28" Type="http://schemas.openxmlformats.org/officeDocument/2006/relationships/tags" Target="../tags/tag534.xml" /><Relationship Id="rId29" Type="http://schemas.openxmlformats.org/officeDocument/2006/relationships/tags" Target="../tags/tag535.xml" /><Relationship Id="rId3" Type="http://schemas.openxmlformats.org/officeDocument/2006/relationships/image" Target="../media/image5.png" /><Relationship Id="rId30" Type="http://schemas.openxmlformats.org/officeDocument/2006/relationships/tags" Target="../tags/tag536.xml" /><Relationship Id="rId31" Type="http://schemas.openxmlformats.org/officeDocument/2006/relationships/tags" Target="../tags/tag537.xml" /><Relationship Id="rId32" Type="http://schemas.openxmlformats.org/officeDocument/2006/relationships/tags" Target="../tags/tag538.xml" /><Relationship Id="rId33" Type="http://schemas.openxmlformats.org/officeDocument/2006/relationships/tags" Target="../tags/tag539.xml" /><Relationship Id="rId34" Type="http://schemas.openxmlformats.org/officeDocument/2006/relationships/tags" Target="../tags/tag540.xml" /><Relationship Id="rId35" Type="http://schemas.openxmlformats.org/officeDocument/2006/relationships/tags" Target="../tags/tag541.xml" /><Relationship Id="rId36" Type="http://schemas.openxmlformats.org/officeDocument/2006/relationships/tags" Target="../tags/tag542.xml" /><Relationship Id="rId4" Type="http://schemas.openxmlformats.org/officeDocument/2006/relationships/tags" Target="../tags/tag510.xml" /><Relationship Id="rId5" Type="http://schemas.openxmlformats.org/officeDocument/2006/relationships/tags" Target="../tags/tag511.xml" /><Relationship Id="rId6" Type="http://schemas.openxmlformats.org/officeDocument/2006/relationships/tags" Target="../tags/tag512.xml" /><Relationship Id="rId7" Type="http://schemas.openxmlformats.org/officeDocument/2006/relationships/tags" Target="../tags/tag513.xml" /><Relationship Id="rId8" Type="http://schemas.openxmlformats.org/officeDocument/2006/relationships/tags" Target="../tags/tag514.xml" /><Relationship Id="rId9" Type="http://schemas.openxmlformats.org/officeDocument/2006/relationships/tags" Target="../tags/tag515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552.xml" /><Relationship Id="rId11" Type="http://schemas.openxmlformats.org/officeDocument/2006/relationships/tags" Target="../tags/tag553.xml" /><Relationship Id="rId12" Type="http://schemas.openxmlformats.org/officeDocument/2006/relationships/tags" Target="../tags/tag554.xml" /><Relationship Id="rId13" Type="http://schemas.openxmlformats.org/officeDocument/2006/relationships/tags" Target="../tags/tag555.xml" /><Relationship Id="rId14" Type="http://schemas.openxmlformats.org/officeDocument/2006/relationships/tags" Target="../tags/tag556.xml" /><Relationship Id="rId15" Type="http://schemas.openxmlformats.org/officeDocument/2006/relationships/oleObject" Target="../embeddings/oleObject54.bin" TargetMode="Internal" /><Relationship Id="rId16" Type="http://schemas.openxmlformats.org/officeDocument/2006/relationships/image" Target="../media/image68.emf" /><Relationship Id="rId17" Type="http://schemas.openxmlformats.org/officeDocument/2006/relationships/tags" Target="../tags/tag557.xml" /><Relationship Id="rId18" Type="http://schemas.openxmlformats.org/officeDocument/2006/relationships/oleObject" Target="../embeddings/oleObject55.bin" TargetMode="Internal" /><Relationship Id="rId19" Type="http://schemas.openxmlformats.org/officeDocument/2006/relationships/image" Target="../media/image57.wmf" /><Relationship Id="rId2" Type="http://schemas.openxmlformats.org/officeDocument/2006/relationships/notesSlide" Target="../notesSlides/notesSlide4.xml" /><Relationship Id="rId20" Type="http://schemas.openxmlformats.org/officeDocument/2006/relationships/tags" Target="../tags/tag558.xml" /><Relationship Id="rId21" Type="http://schemas.openxmlformats.org/officeDocument/2006/relationships/oleObject" Target="../embeddings/oleObject56.bin" TargetMode="Internal" /><Relationship Id="rId22" Type="http://schemas.openxmlformats.org/officeDocument/2006/relationships/tags" Target="../tags/tag559.xml" /><Relationship Id="rId23" Type="http://schemas.openxmlformats.org/officeDocument/2006/relationships/tags" Target="../tags/tag560.xml" /><Relationship Id="rId24" Type="http://schemas.openxmlformats.org/officeDocument/2006/relationships/tags" Target="../tags/tag561.xml" /><Relationship Id="rId25" Type="http://schemas.openxmlformats.org/officeDocument/2006/relationships/oleObject" Target="../embeddings/oleObject57.bin" TargetMode="Internal" /><Relationship Id="rId26" Type="http://schemas.openxmlformats.org/officeDocument/2006/relationships/image" Target="../media/image69.emf" /><Relationship Id="rId27" Type="http://schemas.openxmlformats.org/officeDocument/2006/relationships/tags" Target="../tags/tag562.xml" /><Relationship Id="rId28" Type="http://schemas.openxmlformats.org/officeDocument/2006/relationships/oleObject" Target="../embeddings/oleObject58.bin" TargetMode="Internal" /><Relationship Id="rId29" Type="http://schemas.openxmlformats.org/officeDocument/2006/relationships/tags" Target="../tags/tag563.xml" /><Relationship Id="rId3" Type="http://schemas.openxmlformats.org/officeDocument/2006/relationships/tags" Target="../tags/tag546.xml" /><Relationship Id="rId30" Type="http://schemas.openxmlformats.org/officeDocument/2006/relationships/tags" Target="../tags/tag564.xml" /><Relationship Id="rId31" Type="http://schemas.openxmlformats.org/officeDocument/2006/relationships/tags" Target="../tags/tag565.xml" /><Relationship Id="rId32" Type="http://schemas.openxmlformats.org/officeDocument/2006/relationships/vmlDrawing" Target="../drawings/vmlDrawing15.vml" /><Relationship Id="rId4" Type="http://schemas.openxmlformats.org/officeDocument/2006/relationships/image" Target="../media/image4.png" /><Relationship Id="rId5" Type="http://schemas.openxmlformats.org/officeDocument/2006/relationships/tags" Target="../tags/tag547.xml" /><Relationship Id="rId6" Type="http://schemas.openxmlformats.org/officeDocument/2006/relationships/tags" Target="../tags/tag548.xml" /><Relationship Id="rId7" Type="http://schemas.openxmlformats.org/officeDocument/2006/relationships/tags" Target="../tags/tag549.xml" /><Relationship Id="rId8" Type="http://schemas.openxmlformats.org/officeDocument/2006/relationships/tags" Target="../tags/tag550.xml" /><Relationship Id="rId9" Type="http://schemas.openxmlformats.org/officeDocument/2006/relationships/tags" Target="../tags/tag551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575.xml" /><Relationship Id="rId11" Type="http://schemas.openxmlformats.org/officeDocument/2006/relationships/tags" Target="../tags/tag576.xml" /><Relationship Id="rId12" Type="http://schemas.openxmlformats.org/officeDocument/2006/relationships/tags" Target="../tags/tag577.xml" /><Relationship Id="rId13" Type="http://schemas.openxmlformats.org/officeDocument/2006/relationships/tags" Target="../tags/tag578.xml" /><Relationship Id="rId14" Type="http://schemas.openxmlformats.org/officeDocument/2006/relationships/oleObject" Target="../embeddings/oleObject59.bin" TargetMode="Internal" /><Relationship Id="rId15" Type="http://schemas.openxmlformats.org/officeDocument/2006/relationships/image" Target="../media/image70.emf" /><Relationship Id="rId16" Type="http://schemas.openxmlformats.org/officeDocument/2006/relationships/tags" Target="../tags/tag579.xml" /><Relationship Id="rId17" Type="http://schemas.openxmlformats.org/officeDocument/2006/relationships/oleObject" Target="../embeddings/oleObject60.bin" TargetMode="Internal" /><Relationship Id="rId18" Type="http://schemas.openxmlformats.org/officeDocument/2006/relationships/image" Target="../media/image71.emf" /><Relationship Id="rId19" Type="http://schemas.openxmlformats.org/officeDocument/2006/relationships/tags" Target="../tags/tag580.xml" /><Relationship Id="rId2" Type="http://schemas.openxmlformats.org/officeDocument/2006/relationships/notesSlide" Target="../notesSlides/notesSlide5.xml" /><Relationship Id="rId20" Type="http://schemas.openxmlformats.org/officeDocument/2006/relationships/tags" Target="../tags/tag581.xml" /><Relationship Id="rId21" Type="http://schemas.openxmlformats.org/officeDocument/2006/relationships/oleObject" Target="../embeddings/oleObject61.bin" TargetMode="Internal" /><Relationship Id="rId22" Type="http://schemas.openxmlformats.org/officeDocument/2006/relationships/image" Target="../media/image72.emf" /><Relationship Id="rId23" Type="http://schemas.openxmlformats.org/officeDocument/2006/relationships/vmlDrawing" Target="../drawings/vmlDrawing16.vml" /><Relationship Id="rId3" Type="http://schemas.openxmlformats.org/officeDocument/2006/relationships/tags" Target="../tags/tag569.xml" /><Relationship Id="rId4" Type="http://schemas.openxmlformats.org/officeDocument/2006/relationships/image" Target="../media/image4.png" /><Relationship Id="rId5" Type="http://schemas.openxmlformats.org/officeDocument/2006/relationships/tags" Target="../tags/tag570.xml" /><Relationship Id="rId6" Type="http://schemas.openxmlformats.org/officeDocument/2006/relationships/tags" Target="../tags/tag571.xml" /><Relationship Id="rId7" Type="http://schemas.openxmlformats.org/officeDocument/2006/relationships/tags" Target="../tags/tag572.xml" /><Relationship Id="rId8" Type="http://schemas.openxmlformats.org/officeDocument/2006/relationships/tags" Target="../tags/tag573.xml" /><Relationship Id="rId9" Type="http://schemas.openxmlformats.org/officeDocument/2006/relationships/tags" Target="../tags/tag574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591.xml" /><Relationship Id="rId11" Type="http://schemas.openxmlformats.org/officeDocument/2006/relationships/tags" Target="../tags/tag592.xml" /><Relationship Id="rId12" Type="http://schemas.openxmlformats.org/officeDocument/2006/relationships/tags" Target="../tags/tag593.xml" /><Relationship Id="rId13" Type="http://schemas.openxmlformats.org/officeDocument/2006/relationships/tags" Target="../tags/tag594.xml" /><Relationship Id="rId14" Type="http://schemas.openxmlformats.org/officeDocument/2006/relationships/tags" Target="../tags/tag595.xml" /><Relationship Id="rId15" Type="http://schemas.openxmlformats.org/officeDocument/2006/relationships/tags" Target="../tags/tag596.xml" /><Relationship Id="rId16" Type="http://schemas.openxmlformats.org/officeDocument/2006/relationships/tags" Target="../tags/tag597.xml" /><Relationship Id="rId17" Type="http://schemas.openxmlformats.org/officeDocument/2006/relationships/tags" Target="../tags/tag598.xml" /><Relationship Id="rId18" Type="http://schemas.openxmlformats.org/officeDocument/2006/relationships/tags" Target="../tags/tag599.xml" /><Relationship Id="rId19" Type="http://schemas.openxmlformats.org/officeDocument/2006/relationships/oleObject" Target="../embeddings/oleObject62.bin" TargetMode="Internal" /><Relationship Id="rId2" Type="http://schemas.openxmlformats.org/officeDocument/2006/relationships/notesSlide" Target="../notesSlides/notesSlide6.xml" /><Relationship Id="rId20" Type="http://schemas.openxmlformats.org/officeDocument/2006/relationships/image" Target="../media/image73.emf" /><Relationship Id="rId21" Type="http://schemas.openxmlformats.org/officeDocument/2006/relationships/tags" Target="../tags/tag600.xml" /><Relationship Id="rId22" Type="http://schemas.openxmlformats.org/officeDocument/2006/relationships/tags" Target="../tags/tag601.xml" /><Relationship Id="rId23" Type="http://schemas.openxmlformats.org/officeDocument/2006/relationships/oleObject" Target="../embeddings/oleObject63.bin" TargetMode="Internal" /><Relationship Id="rId24" Type="http://schemas.openxmlformats.org/officeDocument/2006/relationships/image" Target="../media/image74.emf" /><Relationship Id="rId25" Type="http://schemas.openxmlformats.org/officeDocument/2006/relationships/tags" Target="../tags/tag602.xml" /><Relationship Id="rId26" Type="http://schemas.openxmlformats.org/officeDocument/2006/relationships/oleObject" Target="../embeddings/oleObject64.bin" TargetMode="Internal" /><Relationship Id="rId27" Type="http://schemas.openxmlformats.org/officeDocument/2006/relationships/image" Target="../media/image75.wmf" /><Relationship Id="rId28" Type="http://schemas.openxmlformats.org/officeDocument/2006/relationships/tags" Target="../tags/tag603.xml" /><Relationship Id="rId29" Type="http://schemas.openxmlformats.org/officeDocument/2006/relationships/tags" Target="../tags/tag604.xml" /><Relationship Id="rId3" Type="http://schemas.openxmlformats.org/officeDocument/2006/relationships/tags" Target="../tags/tag585.xml" /><Relationship Id="rId30" Type="http://schemas.openxmlformats.org/officeDocument/2006/relationships/tags" Target="../tags/tag605.xml" /><Relationship Id="rId31" Type="http://schemas.openxmlformats.org/officeDocument/2006/relationships/tags" Target="../tags/tag606.xml" /><Relationship Id="rId32" Type="http://schemas.openxmlformats.org/officeDocument/2006/relationships/oleObject" Target="../embeddings/oleObject65.bin" TargetMode="Internal" /><Relationship Id="rId33" Type="http://schemas.openxmlformats.org/officeDocument/2006/relationships/image" Target="../media/image76.wmf" /><Relationship Id="rId34" Type="http://schemas.openxmlformats.org/officeDocument/2006/relationships/tags" Target="../tags/tag607.xml" /><Relationship Id="rId35" Type="http://schemas.openxmlformats.org/officeDocument/2006/relationships/tags" Target="../tags/tag608.xml" /><Relationship Id="rId36" Type="http://schemas.openxmlformats.org/officeDocument/2006/relationships/tags" Target="../tags/tag609.xml" /><Relationship Id="rId37" Type="http://schemas.openxmlformats.org/officeDocument/2006/relationships/tags" Target="../tags/tag610.xml" /><Relationship Id="rId38" Type="http://schemas.openxmlformats.org/officeDocument/2006/relationships/tags" Target="../tags/tag611.xml" /><Relationship Id="rId39" Type="http://schemas.openxmlformats.org/officeDocument/2006/relationships/tags" Target="../tags/tag612.xml" /><Relationship Id="rId4" Type="http://schemas.openxmlformats.org/officeDocument/2006/relationships/image" Target="../media/image4.png" /><Relationship Id="rId40" Type="http://schemas.openxmlformats.org/officeDocument/2006/relationships/tags" Target="../tags/tag613.xml" /><Relationship Id="rId41" Type="http://schemas.openxmlformats.org/officeDocument/2006/relationships/tags" Target="../tags/tag614.xml" /><Relationship Id="rId42" Type="http://schemas.openxmlformats.org/officeDocument/2006/relationships/tags" Target="../tags/tag615.xml" /><Relationship Id="rId43" Type="http://schemas.openxmlformats.org/officeDocument/2006/relationships/tags" Target="../tags/tag616.xml" /><Relationship Id="rId44" Type="http://schemas.openxmlformats.org/officeDocument/2006/relationships/tags" Target="../tags/tag617.xml" /><Relationship Id="rId45" Type="http://schemas.openxmlformats.org/officeDocument/2006/relationships/oleObject" Target="../embeddings/oleObject66.bin" TargetMode="Internal" /><Relationship Id="rId46" Type="http://schemas.openxmlformats.org/officeDocument/2006/relationships/image" Target="../media/image77.wmf" /><Relationship Id="rId47" Type="http://schemas.openxmlformats.org/officeDocument/2006/relationships/tags" Target="../tags/tag618.xml" /><Relationship Id="rId48" Type="http://schemas.openxmlformats.org/officeDocument/2006/relationships/oleObject" Target="../embeddings/oleObject67.bin" TargetMode="Internal" /><Relationship Id="rId49" Type="http://schemas.openxmlformats.org/officeDocument/2006/relationships/image" Target="../media/image78.wmf" /><Relationship Id="rId5" Type="http://schemas.openxmlformats.org/officeDocument/2006/relationships/tags" Target="../tags/tag586.xml" /><Relationship Id="rId50" Type="http://schemas.openxmlformats.org/officeDocument/2006/relationships/tags" Target="../tags/tag619.xml" /><Relationship Id="rId51" Type="http://schemas.openxmlformats.org/officeDocument/2006/relationships/tags" Target="../tags/tag620.xml" /><Relationship Id="rId52" Type="http://schemas.openxmlformats.org/officeDocument/2006/relationships/vmlDrawing" Target="../drawings/vmlDrawing17.vml" /><Relationship Id="rId6" Type="http://schemas.openxmlformats.org/officeDocument/2006/relationships/tags" Target="../tags/tag587.xml" /><Relationship Id="rId7" Type="http://schemas.openxmlformats.org/officeDocument/2006/relationships/tags" Target="../tags/tag588.xml" /><Relationship Id="rId8" Type="http://schemas.openxmlformats.org/officeDocument/2006/relationships/tags" Target="../tags/tag589.xml" /><Relationship Id="rId9" Type="http://schemas.openxmlformats.org/officeDocument/2006/relationships/tags" Target="../tags/tag590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628.xml" /><Relationship Id="rId11" Type="http://schemas.openxmlformats.org/officeDocument/2006/relationships/tags" Target="../tags/tag629.xml" /><Relationship Id="rId12" Type="http://schemas.openxmlformats.org/officeDocument/2006/relationships/tags" Target="../tags/tag630.xml" /><Relationship Id="rId13" Type="http://schemas.openxmlformats.org/officeDocument/2006/relationships/tags" Target="../tags/tag631.xml" /><Relationship Id="rId14" Type="http://schemas.openxmlformats.org/officeDocument/2006/relationships/tags" Target="../tags/tag632.xml" /><Relationship Id="rId15" Type="http://schemas.openxmlformats.org/officeDocument/2006/relationships/tags" Target="../tags/tag633.xml" /><Relationship Id="rId16" Type="http://schemas.openxmlformats.org/officeDocument/2006/relationships/tags" Target="../tags/tag634.xml" /><Relationship Id="rId17" Type="http://schemas.openxmlformats.org/officeDocument/2006/relationships/tags" Target="../tags/tag635.xml" /><Relationship Id="rId18" Type="http://schemas.openxmlformats.org/officeDocument/2006/relationships/tags" Target="../tags/tag636.xml" /><Relationship Id="rId19" Type="http://schemas.openxmlformats.org/officeDocument/2006/relationships/tags" Target="../tags/tag637.xml" /><Relationship Id="rId2" Type="http://schemas.openxmlformats.org/officeDocument/2006/relationships/tags" Target="../tags/tag621.xml" /><Relationship Id="rId20" Type="http://schemas.openxmlformats.org/officeDocument/2006/relationships/tags" Target="../tags/tag638.xml" /><Relationship Id="rId21" Type="http://schemas.openxmlformats.org/officeDocument/2006/relationships/tags" Target="../tags/tag639.xml" /><Relationship Id="rId22" Type="http://schemas.openxmlformats.org/officeDocument/2006/relationships/tags" Target="../tags/tag640.xml" /><Relationship Id="rId23" Type="http://schemas.openxmlformats.org/officeDocument/2006/relationships/tags" Target="../tags/tag641.xml" /><Relationship Id="rId24" Type="http://schemas.openxmlformats.org/officeDocument/2006/relationships/tags" Target="../tags/tag642.xml" /><Relationship Id="rId25" Type="http://schemas.openxmlformats.org/officeDocument/2006/relationships/tags" Target="../tags/tag643.xml" /><Relationship Id="rId26" Type="http://schemas.openxmlformats.org/officeDocument/2006/relationships/tags" Target="../tags/tag644.xml" /><Relationship Id="rId27" Type="http://schemas.openxmlformats.org/officeDocument/2006/relationships/tags" Target="../tags/tag645.xml" /><Relationship Id="rId28" Type="http://schemas.openxmlformats.org/officeDocument/2006/relationships/tags" Target="../tags/tag646.xml" /><Relationship Id="rId29" Type="http://schemas.openxmlformats.org/officeDocument/2006/relationships/tags" Target="../tags/tag647.xml" /><Relationship Id="rId3" Type="http://schemas.openxmlformats.org/officeDocument/2006/relationships/image" Target="../media/image5.png" /><Relationship Id="rId30" Type="http://schemas.openxmlformats.org/officeDocument/2006/relationships/tags" Target="../tags/tag648.xml" /><Relationship Id="rId31" Type="http://schemas.openxmlformats.org/officeDocument/2006/relationships/tags" Target="../tags/tag649.xml" /><Relationship Id="rId32" Type="http://schemas.openxmlformats.org/officeDocument/2006/relationships/tags" Target="../tags/tag650.xml" /><Relationship Id="rId33" Type="http://schemas.openxmlformats.org/officeDocument/2006/relationships/tags" Target="../tags/tag651.xml" /><Relationship Id="rId34" Type="http://schemas.openxmlformats.org/officeDocument/2006/relationships/tags" Target="../tags/tag652.xml" /><Relationship Id="rId35" Type="http://schemas.openxmlformats.org/officeDocument/2006/relationships/tags" Target="../tags/tag653.xml" /><Relationship Id="rId36" Type="http://schemas.openxmlformats.org/officeDocument/2006/relationships/tags" Target="../tags/tag654.xml" /><Relationship Id="rId4" Type="http://schemas.openxmlformats.org/officeDocument/2006/relationships/tags" Target="../tags/tag622.xml" /><Relationship Id="rId5" Type="http://schemas.openxmlformats.org/officeDocument/2006/relationships/tags" Target="../tags/tag623.xml" /><Relationship Id="rId6" Type="http://schemas.openxmlformats.org/officeDocument/2006/relationships/tags" Target="../tags/tag624.xml" /><Relationship Id="rId7" Type="http://schemas.openxmlformats.org/officeDocument/2006/relationships/tags" Target="../tags/tag625.xml" /><Relationship Id="rId8" Type="http://schemas.openxmlformats.org/officeDocument/2006/relationships/tags" Target="../tags/tag626.xml" /><Relationship Id="rId9" Type="http://schemas.openxmlformats.org/officeDocument/2006/relationships/tags" Target="../tags/tag627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664.xml" /><Relationship Id="rId11" Type="http://schemas.openxmlformats.org/officeDocument/2006/relationships/tags" Target="../tags/tag665.xml" /><Relationship Id="rId12" Type="http://schemas.openxmlformats.org/officeDocument/2006/relationships/tags" Target="../tags/tag666.xml" /><Relationship Id="rId13" Type="http://schemas.openxmlformats.org/officeDocument/2006/relationships/tags" Target="../tags/tag667.xml" /><Relationship Id="rId14" Type="http://schemas.openxmlformats.org/officeDocument/2006/relationships/tags" Target="../tags/tag668.xml" /><Relationship Id="rId15" Type="http://schemas.openxmlformats.org/officeDocument/2006/relationships/tags" Target="../tags/tag669.xml" /><Relationship Id="rId16" Type="http://schemas.openxmlformats.org/officeDocument/2006/relationships/tags" Target="../tags/tag670.xml" /><Relationship Id="rId17" Type="http://schemas.openxmlformats.org/officeDocument/2006/relationships/tags" Target="../tags/tag671.xml" /><Relationship Id="rId18" Type="http://schemas.openxmlformats.org/officeDocument/2006/relationships/tags" Target="../tags/tag672.xml" /><Relationship Id="rId19" Type="http://schemas.openxmlformats.org/officeDocument/2006/relationships/tags" Target="../tags/tag673.xml" /><Relationship Id="rId2" Type="http://schemas.openxmlformats.org/officeDocument/2006/relationships/notesSlide" Target="../notesSlides/notesSlide7.xml" /><Relationship Id="rId20" Type="http://schemas.openxmlformats.org/officeDocument/2006/relationships/tags" Target="../tags/tag674.xml" /><Relationship Id="rId21" Type="http://schemas.openxmlformats.org/officeDocument/2006/relationships/tags" Target="../tags/tag675.xml" /><Relationship Id="rId22" Type="http://schemas.openxmlformats.org/officeDocument/2006/relationships/tags" Target="../tags/tag676.xml" /><Relationship Id="rId23" Type="http://schemas.openxmlformats.org/officeDocument/2006/relationships/tags" Target="../tags/tag677.xml" /><Relationship Id="rId24" Type="http://schemas.openxmlformats.org/officeDocument/2006/relationships/tags" Target="../tags/tag678.xml" /><Relationship Id="rId25" Type="http://schemas.openxmlformats.org/officeDocument/2006/relationships/tags" Target="../tags/tag679.xml" /><Relationship Id="rId26" Type="http://schemas.openxmlformats.org/officeDocument/2006/relationships/tags" Target="../tags/tag680.xml" /><Relationship Id="rId27" Type="http://schemas.openxmlformats.org/officeDocument/2006/relationships/tags" Target="../tags/tag681.xml" /><Relationship Id="rId28" Type="http://schemas.openxmlformats.org/officeDocument/2006/relationships/tags" Target="../tags/tag682.xml" /><Relationship Id="rId29" Type="http://schemas.openxmlformats.org/officeDocument/2006/relationships/tags" Target="../tags/tag683.xml" /><Relationship Id="rId3" Type="http://schemas.openxmlformats.org/officeDocument/2006/relationships/tags" Target="../tags/tag658.xml" /><Relationship Id="rId30" Type="http://schemas.openxmlformats.org/officeDocument/2006/relationships/tags" Target="../tags/tag684.xml" /><Relationship Id="rId31" Type="http://schemas.openxmlformats.org/officeDocument/2006/relationships/tags" Target="../tags/tag685.xml" /><Relationship Id="rId32" Type="http://schemas.openxmlformats.org/officeDocument/2006/relationships/tags" Target="../tags/tag686.xml" /><Relationship Id="rId4" Type="http://schemas.openxmlformats.org/officeDocument/2006/relationships/image" Target="../media/image4.png" /><Relationship Id="rId5" Type="http://schemas.openxmlformats.org/officeDocument/2006/relationships/tags" Target="../tags/tag659.xml" /><Relationship Id="rId6" Type="http://schemas.openxmlformats.org/officeDocument/2006/relationships/tags" Target="../tags/tag660.xml" /><Relationship Id="rId7" Type="http://schemas.openxmlformats.org/officeDocument/2006/relationships/tags" Target="../tags/tag661.xml" /><Relationship Id="rId8" Type="http://schemas.openxmlformats.org/officeDocument/2006/relationships/tags" Target="../tags/tag662.xml" /><Relationship Id="rId9" Type="http://schemas.openxmlformats.org/officeDocument/2006/relationships/tags" Target="../tags/tag663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696.xml" /><Relationship Id="rId11" Type="http://schemas.openxmlformats.org/officeDocument/2006/relationships/tags" Target="../tags/tag697.xml" /><Relationship Id="rId12" Type="http://schemas.openxmlformats.org/officeDocument/2006/relationships/image" Target="../media/image79.png" /><Relationship Id="rId13" Type="http://schemas.openxmlformats.org/officeDocument/2006/relationships/tags" Target="../tags/tag698.xml" /><Relationship Id="rId14" Type="http://schemas.openxmlformats.org/officeDocument/2006/relationships/tags" Target="../tags/tag699.xml" /><Relationship Id="rId15" Type="http://schemas.openxmlformats.org/officeDocument/2006/relationships/tags" Target="../tags/tag700.xml" /><Relationship Id="rId16" Type="http://schemas.openxmlformats.org/officeDocument/2006/relationships/tags" Target="../tags/tag701.xml" /><Relationship Id="rId17" Type="http://schemas.openxmlformats.org/officeDocument/2006/relationships/tags" Target="../tags/tag702.xml" /><Relationship Id="rId2" Type="http://schemas.openxmlformats.org/officeDocument/2006/relationships/notesSlide" Target="../notesSlides/notesSlide8.xml" /><Relationship Id="rId3" Type="http://schemas.openxmlformats.org/officeDocument/2006/relationships/tags" Target="../tags/tag690.xml" /><Relationship Id="rId4" Type="http://schemas.openxmlformats.org/officeDocument/2006/relationships/image" Target="../media/image4.png" /><Relationship Id="rId5" Type="http://schemas.openxmlformats.org/officeDocument/2006/relationships/tags" Target="../tags/tag691.xml" /><Relationship Id="rId6" Type="http://schemas.openxmlformats.org/officeDocument/2006/relationships/tags" Target="../tags/tag692.xml" /><Relationship Id="rId7" Type="http://schemas.openxmlformats.org/officeDocument/2006/relationships/tags" Target="../tags/tag693.xml" /><Relationship Id="rId8" Type="http://schemas.openxmlformats.org/officeDocument/2006/relationships/tags" Target="../tags/tag694.xml" /><Relationship Id="rId9" Type="http://schemas.openxmlformats.org/officeDocument/2006/relationships/tags" Target="../tags/tag695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710.xml" /><Relationship Id="rId11" Type="http://schemas.openxmlformats.org/officeDocument/2006/relationships/tags" Target="../tags/tag711.xml" /><Relationship Id="rId12" Type="http://schemas.openxmlformats.org/officeDocument/2006/relationships/tags" Target="../tags/tag712.xml" /><Relationship Id="rId13" Type="http://schemas.openxmlformats.org/officeDocument/2006/relationships/tags" Target="../tags/tag713.xml" /><Relationship Id="rId14" Type="http://schemas.openxmlformats.org/officeDocument/2006/relationships/tags" Target="../tags/tag714.xml" /><Relationship Id="rId15" Type="http://schemas.openxmlformats.org/officeDocument/2006/relationships/tags" Target="../tags/tag715.xml" /><Relationship Id="rId16" Type="http://schemas.openxmlformats.org/officeDocument/2006/relationships/tags" Target="../tags/tag716.xml" /><Relationship Id="rId17" Type="http://schemas.openxmlformats.org/officeDocument/2006/relationships/tags" Target="../tags/tag717.xml" /><Relationship Id="rId18" Type="http://schemas.openxmlformats.org/officeDocument/2006/relationships/tags" Target="../tags/tag718.xml" /><Relationship Id="rId19" Type="http://schemas.openxmlformats.org/officeDocument/2006/relationships/tags" Target="../tags/tag719.xml" /><Relationship Id="rId2" Type="http://schemas.openxmlformats.org/officeDocument/2006/relationships/tags" Target="../tags/tag703.xml" /><Relationship Id="rId20" Type="http://schemas.openxmlformats.org/officeDocument/2006/relationships/tags" Target="../tags/tag720.xml" /><Relationship Id="rId21" Type="http://schemas.openxmlformats.org/officeDocument/2006/relationships/tags" Target="../tags/tag721.xml" /><Relationship Id="rId22" Type="http://schemas.openxmlformats.org/officeDocument/2006/relationships/tags" Target="../tags/tag722.xml" /><Relationship Id="rId23" Type="http://schemas.openxmlformats.org/officeDocument/2006/relationships/tags" Target="../tags/tag723.xml" /><Relationship Id="rId24" Type="http://schemas.openxmlformats.org/officeDocument/2006/relationships/tags" Target="../tags/tag724.xml" /><Relationship Id="rId25" Type="http://schemas.openxmlformats.org/officeDocument/2006/relationships/tags" Target="../tags/tag725.xml" /><Relationship Id="rId26" Type="http://schemas.openxmlformats.org/officeDocument/2006/relationships/tags" Target="../tags/tag726.xml" /><Relationship Id="rId27" Type="http://schemas.openxmlformats.org/officeDocument/2006/relationships/tags" Target="../tags/tag727.xml" /><Relationship Id="rId28" Type="http://schemas.openxmlformats.org/officeDocument/2006/relationships/tags" Target="../tags/tag728.xml" /><Relationship Id="rId29" Type="http://schemas.openxmlformats.org/officeDocument/2006/relationships/tags" Target="../tags/tag729.xml" /><Relationship Id="rId3" Type="http://schemas.openxmlformats.org/officeDocument/2006/relationships/image" Target="../media/image5.png" /><Relationship Id="rId30" Type="http://schemas.openxmlformats.org/officeDocument/2006/relationships/tags" Target="../tags/tag730.xml" /><Relationship Id="rId31" Type="http://schemas.openxmlformats.org/officeDocument/2006/relationships/tags" Target="../tags/tag731.xml" /><Relationship Id="rId32" Type="http://schemas.openxmlformats.org/officeDocument/2006/relationships/tags" Target="../tags/tag732.xml" /><Relationship Id="rId33" Type="http://schemas.openxmlformats.org/officeDocument/2006/relationships/tags" Target="../tags/tag733.xml" /><Relationship Id="rId34" Type="http://schemas.openxmlformats.org/officeDocument/2006/relationships/tags" Target="../tags/tag734.xml" /><Relationship Id="rId35" Type="http://schemas.openxmlformats.org/officeDocument/2006/relationships/tags" Target="../tags/tag735.xml" /><Relationship Id="rId36" Type="http://schemas.openxmlformats.org/officeDocument/2006/relationships/tags" Target="../tags/tag736.xml" /><Relationship Id="rId4" Type="http://schemas.openxmlformats.org/officeDocument/2006/relationships/tags" Target="../tags/tag704.xml" /><Relationship Id="rId5" Type="http://schemas.openxmlformats.org/officeDocument/2006/relationships/tags" Target="../tags/tag705.xml" /><Relationship Id="rId6" Type="http://schemas.openxmlformats.org/officeDocument/2006/relationships/tags" Target="../tags/tag706.xml" /><Relationship Id="rId7" Type="http://schemas.openxmlformats.org/officeDocument/2006/relationships/tags" Target="../tags/tag707.xml" /><Relationship Id="rId8" Type="http://schemas.openxmlformats.org/officeDocument/2006/relationships/tags" Target="../tags/tag708.xml" /><Relationship Id="rId9" Type="http://schemas.openxmlformats.org/officeDocument/2006/relationships/tags" Target="../tags/tag709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746.xml" /><Relationship Id="rId11" Type="http://schemas.openxmlformats.org/officeDocument/2006/relationships/oleObject" Target="../embeddings/oleObject68.bin" TargetMode="Internal" /><Relationship Id="rId12" Type="http://schemas.openxmlformats.org/officeDocument/2006/relationships/image" Target="../media/image80.wmf" /><Relationship Id="rId13" Type="http://schemas.openxmlformats.org/officeDocument/2006/relationships/tags" Target="../tags/tag747.xml" /><Relationship Id="rId14" Type="http://schemas.openxmlformats.org/officeDocument/2006/relationships/oleObject" Target="../embeddings/oleObject69.bin" TargetMode="Internal" /><Relationship Id="rId15" Type="http://schemas.openxmlformats.org/officeDocument/2006/relationships/image" Target="../media/image81.wmf" /><Relationship Id="rId16" Type="http://schemas.openxmlformats.org/officeDocument/2006/relationships/tags" Target="../tags/tag748.xml" /><Relationship Id="rId17" Type="http://schemas.openxmlformats.org/officeDocument/2006/relationships/oleObject" Target="../embeddings/oleObject70.bin" TargetMode="Internal" /><Relationship Id="rId18" Type="http://schemas.openxmlformats.org/officeDocument/2006/relationships/image" Target="../media/image82.wmf" /><Relationship Id="rId19" Type="http://schemas.openxmlformats.org/officeDocument/2006/relationships/tags" Target="../tags/tag749.xml" /><Relationship Id="rId2" Type="http://schemas.openxmlformats.org/officeDocument/2006/relationships/notesSlide" Target="../notesSlides/notesSlide9.xml" /><Relationship Id="rId20" Type="http://schemas.openxmlformats.org/officeDocument/2006/relationships/oleObject" Target="../embeddings/oleObject71.bin" TargetMode="Internal" /><Relationship Id="rId21" Type="http://schemas.openxmlformats.org/officeDocument/2006/relationships/image" Target="../media/image83.wmf" /><Relationship Id="rId22" Type="http://schemas.openxmlformats.org/officeDocument/2006/relationships/tags" Target="../tags/tag750.xml" /><Relationship Id="rId23" Type="http://schemas.openxmlformats.org/officeDocument/2006/relationships/oleObject" Target="../embeddings/oleObject72.bin" TargetMode="Internal" /><Relationship Id="rId24" Type="http://schemas.openxmlformats.org/officeDocument/2006/relationships/image" Target="../media/image84.wmf" /><Relationship Id="rId25" Type="http://schemas.openxmlformats.org/officeDocument/2006/relationships/tags" Target="../tags/tag751.xml" /><Relationship Id="rId26" Type="http://schemas.openxmlformats.org/officeDocument/2006/relationships/tags" Target="../tags/tag752.xml" /><Relationship Id="rId27" Type="http://schemas.openxmlformats.org/officeDocument/2006/relationships/oleObject" Target="../embeddings/oleObject73.bin" TargetMode="Internal" /><Relationship Id="rId28" Type="http://schemas.openxmlformats.org/officeDocument/2006/relationships/image" Target="../media/image85.wmf" /><Relationship Id="rId29" Type="http://schemas.openxmlformats.org/officeDocument/2006/relationships/tags" Target="../tags/tag753.xml" /><Relationship Id="rId3" Type="http://schemas.openxmlformats.org/officeDocument/2006/relationships/tags" Target="../tags/tag740.xml" /><Relationship Id="rId30" Type="http://schemas.openxmlformats.org/officeDocument/2006/relationships/oleObject" Target="../embeddings/oleObject74.bin" TargetMode="Internal" /><Relationship Id="rId31" Type="http://schemas.openxmlformats.org/officeDocument/2006/relationships/tags" Target="../tags/tag754.xml" /><Relationship Id="rId32" Type="http://schemas.openxmlformats.org/officeDocument/2006/relationships/vmlDrawing" Target="../drawings/vmlDrawing18.vml" /><Relationship Id="rId4" Type="http://schemas.openxmlformats.org/officeDocument/2006/relationships/image" Target="../media/image4.png" /><Relationship Id="rId5" Type="http://schemas.openxmlformats.org/officeDocument/2006/relationships/tags" Target="../tags/tag741.xml" /><Relationship Id="rId6" Type="http://schemas.openxmlformats.org/officeDocument/2006/relationships/tags" Target="../tags/tag742.xml" /><Relationship Id="rId7" Type="http://schemas.openxmlformats.org/officeDocument/2006/relationships/tags" Target="../tags/tag743.xml" /><Relationship Id="rId8" Type="http://schemas.openxmlformats.org/officeDocument/2006/relationships/tags" Target="../tags/tag744.xml" /><Relationship Id="rId9" Type="http://schemas.openxmlformats.org/officeDocument/2006/relationships/tags" Target="../tags/tag745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764.xml" /><Relationship Id="rId11" Type="http://schemas.openxmlformats.org/officeDocument/2006/relationships/oleObject" Target="../embeddings/oleObject75.bin" TargetMode="Internal" /><Relationship Id="rId12" Type="http://schemas.openxmlformats.org/officeDocument/2006/relationships/image" Target="../media/image86.wmf" /><Relationship Id="rId13" Type="http://schemas.openxmlformats.org/officeDocument/2006/relationships/tags" Target="../tags/tag765.xml" /><Relationship Id="rId14" Type="http://schemas.openxmlformats.org/officeDocument/2006/relationships/oleObject" Target="../embeddings/oleObject76.bin" TargetMode="Internal" /><Relationship Id="rId15" Type="http://schemas.openxmlformats.org/officeDocument/2006/relationships/image" Target="../media/image87.wmf" /><Relationship Id="rId16" Type="http://schemas.openxmlformats.org/officeDocument/2006/relationships/tags" Target="../tags/tag766.xml" /><Relationship Id="rId17" Type="http://schemas.openxmlformats.org/officeDocument/2006/relationships/oleObject" Target="../embeddings/oleObject77.bin" TargetMode="Internal" /><Relationship Id="rId18" Type="http://schemas.openxmlformats.org/officeDocument/2006/relationships/image" Target="../media/image88.wmf" /><Relationship Id="rId19" Type="http://schemas.openxmlformats.org/officeDocument/2006/relationships/tags" Target="../tags/tag767.xml" /><Relationship Id="rId2" Type="http://schemas.openxmlformats.org/officeDocument/2006/relationships/notesSlide" Target="../notesSlides/notesSlide10.xml" /><Relationship Id="rId20" Type="http://schemas.openxmlformats.org/officeDocument/2006/relationships/oleObject" Target="../embeddings/oleObject78.bin" TargetMode="Internal" /><Relationship Id="rId21" Type="http://schemas.openxmlformats.org/officeDocument/2006/relationships/image" Target="../media/image89.wmf" /><Relationship Id="rId22" Type="http://schemas.openxmlformats.org/officeDocument/2006/relationships/tags" Target="../tags/tag768.xml" /><Relationship Id="rId23" Type="http://schemas.openxmlformats.org/officeDocument/2006/relationships/vmlDrawing" Target="../drawings/vmlDrawing19.vml" /><Relationship Id="rId3" Type="http://schemas.openxmlformats.org/officeDocument/2006/relationships/tags" Target="../tags/tag758.xml" /><Relationship Id="rId4" Type="http://schemas.openxmlformats.org/officeDocument/2006/relationships/image" Target="../media/image4.png" /><Relationship Id="rId5" Type="http://schemas.openxmlformats.org/officeDocument/2006/relationships/tags" Target="../tags/tag759.xml" /><Relationship Id="rId6" Type="http://schemas.openxmlformats.org/officeDocument/2006/relationships/tags" Target="../tags/tag760.xml" /><Relationship Id="rId7" Type="http://schemas.openxmlformats.org/officeDocument/2006/relationships/tags" Target="../tags/tag761.xml" /><Relationship Id="rId8" Type="http://schemas.openxmlformats.org/officeDocument/2006/relationships/tags" Target="../tags/tag762.xml" /><Relationship Id="rId9" Type="http://schemas.openxmlformats.org/officeDocument/2006/relationships/tags" Target="../tags/tag76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778.xml" /><Relationship Id="rId11" Type="http://schemas.openxmlformats.org/officeDocument/2006/relationships/oleObject" Target="../embeddings/oleObject79.bin" TargetMode="Internal" /><Relationship Id="rId12" Type="http://schemas.openxmlformats.org/officeDocument/2006/relationships/image" Target="../media/image90.wmf" /><Relationship Id="rId13" Type="http://schemas.openxmlformats.org/officeDocument/2006/relationships/tags" Target="../tags/tag779.xml" /><Relationship Id="rId14" Type="http://schemas.openxmlformats.org/officeDocument/2006/relationships/oleObject" Target="../embeddings/oleObject80.bin" TargetMode="Internal" /><Relationship Id="rId15" Type="http://schemas.openxmlformats.org/officeDocument/2006/relationships/image" Target="../media/image91.wmf" /><Relationship Id="rId16" Type="http://schemas.openxmlformats.org/officeDocument/2006/relationships/tags" Target="../tags/tag780.xml" /><Relationship Id="rId17" Type="http://schemas.openxmlformats.org/officeDocument/2006/relationships/oleObject" Target="../embeddings/oleObject81.bin" TargetMode="Internal" /><Relationship Id="rId18" Type="http://schemas.openxmlformats.org/officeDocument/2006/relationships/image" Target="../media/image92.wmf" /><Relationship Id="rId19" Type="http://schemas.openxmlformats.org/officeDocument/2006/relationships/tags" Target="../tags/tag781.xml" /><Relationship Id="rId2" Type="http://schemas.openxmlformats.org/officeDocument/2006/relationships/notesSlide" Target="../notesSlides/notesSlide11.xml" /><Relationship Id="rId20" Type="http://schemas.openxmlformats.org/officeDocument/2006/relationships/oleObject" Target="../embeddings/oleObject82.bin" TargetMode="Internal" /><Relationship Id="rId21" Type="http://schemas.openxmlformats.org/officeDocument/2006/relationships/tags" Target="../tags/tag782.xml" /><Relationship Id="rId22" Type="http://schemas.openxmlformats.org/officeDocument/2006/relationships/oleObject" Target="../embeddings/oleObject83.bin" TargetMode="Internal" /><Relationship Id="rId23" Type="http://schemas.openxmlformats.org/officeDocument/2006/relationships/image" Target="../media/image93.wmf" /><Relationship Id="rId24" Type="http://schemas.openxmlformats.org/officeDocument/2006/relationships/tags" Target="../tags/tag783.xml" /><Relationship Id="rId25" Type="http://schemas.openxmlformats.org/officeDocument/2006/relationships/oleObject" Target="../embeddings/oleObject84.bin" TargetMode="Internal" /><Relationship Id="rId26" Type="http://schemas.openxmlformats.org/officeDocument/2006/relationships/image" Target="../media/image94.wmf" /><Relationship Id="rId27" Type="http://schemas.openxmlformats.org/officeDocument/2006/relationships/tags" Target="../tags/tag784.xml" /><Relationship Id="rId28" Type="http://schemas.openxmlformats.org/officeDocument/2006/relationships/oleObject" Target="../embeddings/oleObject85.bin" TargetMode="Internal" /><Relationship Id="rId29" Type="http://schemas.openxmlformats.org/officeDocument/2006/relationships/image" Target="../media/image95.wmf" /><Relationship Id="rId3" Type="http://schemas.openxmlformats.org/officeDocument/2006/relationships/tags" Target="../tags/tag772.xml" /><Relationship Id="rId30" Type="http://schemas.openxmlformats.org/officeDocument/2006/relationships/tags" Target="../tags/tag785.xml" /><Relationship Id="rId31" Type="http://schemas.openxmlformats.org/officeDocument/2006/relationships/oleObject" Target="../embeddings/oleObject86.bin" TargetMode="Internal" /><Relationship Id="rId32" Type="http://schemas.openxmlformats.org/officeDocument/2006/relationships/image" Target="../media/image96.wmf" /><Relationship Id="rId33" Type="http://schemas.openxmlformats.org/officeDocument/2006/relationships/tags" Target="../tags/tag786.xml" /><Relationship Id="rId34" Type="http://schemas.openxmlformats.org/officeDocument/2006/relationships/oleObject" Target="../embeddings/oleObject87.bin" TargetMode="Internal" /><Relationship Id="rId35" Type="http://schemas.openxmlformats.org/officeDocument/2006/relationships/image" Target="../media/image97.wmf" /><Relationship Id="rId36" Type="http://schemas.openxmlformats.org/officeDocument/2006/relationships/tags" Target="../tags/tag787.xml" /><Relationship Id="rId37" Type="http://schemas.openxmlformats.org/officeDocument/2006/relationships/oleObject" Target="../embeddings/oleObject88.bin" TargetMode="Internal" /><Relationship Id="rId38" Type="http://schemas.openxmlformats.org/officeDocument/2006/relationships/image" Target="../media/image98.wmf" /><Relationship Id="rId39" Type="http://schemas.openxmlformats.org/officeDocument/2006/relationships/tags" Target="../tags/tag788.xml" /><Relationship Id="rId4" Type="http://schemas.openxmlformats.org/officeDocument/2006/relationships/image" Target="../media/image4.png" /><Relationship Id="rId40" Type="http://schemas.openxmlformats.org/officeDocument/2006/relationships/tags" Target="../tags/tag789.xml" /><Relationship Id="rId41" Type="http://schemas.openxmlformats.org/officeDocument/2006/relationships/oleObject" Target="../embeddings/oleObject89.bin" TargetMode="Internal" /><Relationship Id="rId42" Type="http://schemas.openxmlformats.org/officeDocument/2006/relationships/image" Target="../media/image99.wmf" /><Relationship Id="rId43" Type="http://schemas.openxmlformats.org/officeDocument/2006/relationships/tags" Target="../tags/tag790.xml" /><Relationship Id="rId44" Type="http://schemas.openxmlformats.org/officeDocument/2006/relationships/oleObject" Target="../embeddings/oleObject90.bin" TargetMode="Internal" /><Relationship Id="rId45" Type="http://schemas.openxmlformats.org/officeDocument/2006/relationships/image" Target="../media/image100.wmf" /><Relationship Id="rId46" Type="http://schemas.openxmlformats.org/officeDocument/2006/relationships/vmlDrawing" Target="../drawings/vmlDrawing20.vml" /><Relationship Id="rId5" Type="http://schemas.openxmlformats.org/officeDocument/2006/relationships/tags" Target="../tags/tag773.xml" /><Relationship Id="rId6" Type="http://schemas.openxmlformats.org/officeDocument/2006/relationships/tags" Target="../tags/tag774.xml" /><Relationship Id="rId7" Type="http://schemas.openxmlformats.org/officeDocument/2006/relationships/tags" Target="../tags/tag775.xml" /><Relationship Id="rId8" Type="http://schemas.openxmlformats.org/officeDocument/2006/relationships/tags" Target="../tags/tag776.xml" /><Relationship Id="rId9" Type="http://schemas.openxmlformats.org/officeDocument/2006/relationships/tags" Target="../tags/tag777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800.xml" /><Relationship Id="rId11" Type="http://schemas.openxmlformats.org/officeDocument/2006/relationships/oleObject" Target="../embeddings/oleObject91.bin" TargetMode="Internal" /><Relationship Id="rId12" Type="http://schemas.openxmlformats.org/officeDocument/2006/relationships/image" Target="../media/image101.wmf" /><Relationship Id="rId13" Type="http://schemas.openxmlformats.org/officeDocument/2006/relationships/tags" Target="../tags/tag801.xml" /><Relationship Id="rId14" Type="http://schemas.openxmlformats.org/officeDocument/2006/relationships/tags" Target="../tags/tag802.xml" /><Relationship Id="rId15" Type="http://schemas.openxmlformats.org/officeDocument/2006/relationships/tags" Target="../tags/tag803.xml" /><Relationship Id="rId16" Type="http://schemas.openxmlformats.org/officeDocument/2006/relationships/tags" Target="../tags/tag804.xml" /><Relationship Id="rId17" Type="http://schemas.openxmlformats.org/officeDocument/2006/relationships/tags" Target="../tags/tag805.xml" /><Relationship Id="rId18" Type="http://schemas.openxmlformats.org/officeDocument/2006/relationships/tags" Target="../tags/tag806.xml" /><Relationship Id="rId19" Type="http://schemas.openxmlformats.org/officeDocument/2006/relationships/tags" Target="../tags/tag807.xml" /><Relationship Id="rId2" Type="http://schemas.openxmlformats.org/officeDocument/2006/relationships/notesSlide" Target="../notesSlides/notesSlide12.xml" /><Relationship Id="rId20" Type="http://schemas.openxmlformats.org/officeDocument/2006/relationships/tags" Target="../tags/tag808.xml" /><Relationship Id="rId21" Type="http://schemas.openxmlformats.org/officeDocument/2006/relationships/oleObject" Target="../embeddings/oleObject92.bin" TargetMode="Internal" /><Relationship Id="rId22" Type="http://schemas.openxmlformats.org/officeDocument/2006/relationships/image" Target="../media/image102.wmf" /><Relationship Id="rId23" Type="http://schemas.openxmlformats.org/officeDocument/2006/relationships/vmlDrawing" Target="../drawings/vmlDrawing21.vml" /><Relationship Id="rId3" Type="http://schemas.openxmlformats.org/officeDocument/2006/relationships/tags" Target="../tags/tag794.xml" /><Relationship Id="rId4" Type="http://schemas.openxmlformats.org/officeDocument/2006/relationships/image" Target="../media/image4.png" /><Relationship Id="rId5" Type="http://schemas.openxmlformats.org/officeDocument/2006/relationships/tags" Target="../tags/tag795.xml" /><Relationship Id="rId6" Type="http://schemas.openxmlformats.org/officeDocument/2006/relationships/tags" Target="../tags/tag796.xml" /><Relationship Id="rId7" Type="http://schemas.openxmlformats.org/officeDocument/2006/relationships/tags" Target="../tags/tag797.xml" /><Relationship Id="rId8" Type="http://schemas.openxmlformats.org/officeDocument/2006/relationships/tags" Target="../tags/tag798.xml" /><Relationship Id="rId9" Type="http://schemas.openxmlformats.org/officeDocument/2006/relationships/tags" Target="../tags/tag799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818.xml" /><Relationship Id="rId11" Type="http://schemas.openxmlformats.org/officeDocument/2006/relationships/tags" Target="../tags/tag819.xml" /><Relationship Id="rId12" Type="http://schemas.openxmlformats.org/officeDocument/2006/relationships/tags" Target="../tags/tag820.xml" /><Relationship Id="rId13" Type="http://schemas.openxmlformats.org/officeDocument/2006/relationships/oleObject" Target="../embeddings/oleObject93.bin" TargetMode="Internal" /><Relationship Id="rId14" Type="http://schemas.openxmlformats.org/officeDocument/2006/relationships/image" Target="../media/image103.wmf" /><Relationship Id="rId15" Type="http://schemas.openxmlformats.org/officeDocument/2006/relationships/tags" Target="../tags/tag821.xml" /><Relationship Id="rId16" Type="http://schemas.openxmlformats.org/officeDocument/2006/relationships/tags" Target="../tags/tag822.xml" /><Relationship Id="rId17" Type="http://schemas.openxmlformats.org/officeDocument/2006/relationships/tags" Target="../tags/tag823.xml" /><Relationship Id="rId18" Type="http://schemas.openxmlformats.org/officeDocument/2006/relationships/tags" Target="../tags/tag824.xml" /><Relationship Id="rId19" Type="http://schemas.openxmlformats.org/officeDocument/2006/relationships/oleObject" Target="../embeddings/oleObject94.bin" TargetMode="Internal" /><Relationship Id="rId2" Type="http://schemas.openxmlformats.org/officeDocument/2006/relationships/notesSlide" Target="../notesSlides/notesSlide13.xml" /><Relationship Id="rId20" Type="http://schemas.openxmlformats.org/officeDocument/2006/relationships/image" Target="../media/image104.wmf" /><Relationship Id="rId21" Type="http://schemas.openxmlformats.org/officeDocument/2006/relationships/tags" Target="../tags/tag825.xml" /><Relationship Id="rId22" Type="http://schemas.openxmlformats.org/officeDocument/2006/relationships/tags" Target="../tags/tag826.xml" /><Relationship Id="rId23" Type="http://schemas.openxmlformats.org/officeDocument/2006/relationships/tags" Target="../tags/tag827.xml" /><Relationship Id="rId24" Type="http://schemas.openxmlformats.org/officeDocument/2006/relationships/oleObject" Target="../embeddings/oleObject95.bin" TargetMode="Internal" /><Relationship Id="rId25" Type="http://schemas.openxmlformats.org/officeDocument/2006/relationships/image" Target="../media/image105.wmf" /><Relationship Id="rId26" Type="http://schemas.openxmlformats.org/officeDocument/2006/relationships/tags" Target="../tags/tag828.xml" /><Relationship Id="rId27" Type="http://schemas.openxmlformats.org/officeDocument/2006/relationships/oleObject" Target="../embeddings/oleObject96.bin" TargetMode="Internal" /><Relationship Id="rId28" Type="http://schemas.openxmlformats.org/officeDocument/2006/relationships/image" Target="../media/image106.wmf" /><Relationship Id="rId29" Type="http://schemas.openxmlformats.org/officeDocument/2006/relationships/tags" Target="../tags/tag829.xml" /><Relationship Id="rId3" Type="http://schemas.openxmlformats.org/officeDocument/2006/relationships/tags" Target="../tags/tag812.xml" /><Relationship Id="rId30" Type="http://schemas.openxmlformats.org/officeDocument/2006/relationships/oleObject" Target="../embeddings/oleObject97.bin" TargetMode="Internal" /><Relationship Id="rId31" Type="http://schemas.openxmlformats.org/officeDocument/2006/relationships/image" Target="../media/image107.wmf" /><Relationship Id="rId32" Type="http://schemas.openxmlformats.org/officeDocument/2006/relationships/vmlDrawing" Target="../drawings/vmlDrawing22.vml" /><Relationship Id="rId4" Type="http://schemas.openxmlformats.org/officeDocument/2006/relationships/image" Target="../media/image4.png" /><Relationship Id="rId5" Type="http://schemas.openxmlformats.org/officeDocument/2006/relationships/tags" Target="../tags/tag813.xml" /><Relationship Id="rId6" Type="http://schemas.openxmlformats.org/officeDocument/2006/relationships/tags" Target="../tags/tag814.xml" /><Relationship Id="rId7" Type="http://schemas.openxmlformats.org/officeDocument/2006/relationships/tags" Target="../tags/tag815.xml" /><Relationship Id="rId8" Type="http://schemas.openxmlformats.org/officeDocument/2006/relationships/tags" Target="../tags/tag816.xml" /><Relationship Id="rId9" Type="http://schemas.openxmlformats.org/officeDocument/2006/relationships/tags" Target="../tags/tag817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839.xml" /><Relationship Id="rId11" Type="http://schemas.openxmlformats.org/officeDocument/2006/relationships/oleObject" Target="../embeddings/oleObject98.bin" TargetMode="Internal" /><Relationship Id="rId12" Type="http://schemas.openxmlformats.org/officeDocument/2006/relationships/image" Target="../media/image108.wmf" /><Relationship Id="rId13" Type="http://schemas.openxmlformats.org/officeDocument/2006/relationships/tags" Target="../tags/tag840.xml" /><Relationship Id="rId14" Type="http://schemas.openxmlformats.org/officeDocument/2006/relationships/tags" Target="../tags/tag841.xml" /><Relationship Id="rId15" Type="http://schemas.openxmlformats.org/officeDocument/2006/relationships/tags" Target="../tags/tag842.xml" /><Relationship Id="rId16" Type="http://schemas.openxmlformats.org/officeDocument/2006/relationships/oleObject" Target="../embeddings/oleObject99.bin" TargetMode="Internal" /><Relationship Id="rId17" Type="http://schemas.openxmlformats.org/officeDocument/2006/relationships/image" Target="../media/image109.wmf" /><Relationship Id="rId18" Type="http://schemas.openxmlformats.org/officeDocument/2006/relationships/vmlDrawing" Target="../drawings/vmlDrawing23.vml" /><Relationship Id="rId2" Type="http://schemas.openxmlformats.org/officeDocument/2006/relationships/notesSlide" Target="../notesSlides/notesSlide14.xml" /><Relationship Id="rId3" Type="http://schemas.openxmlformats.org/officeDocument/2006/relationships/tags" Target="../tags/tag833.xml" /><Relationship Id="rId4" Type="http://schemas.openxmlformats.org/officeDocument/2006/relationships/image" Target="../media/image4.png" /><Relationship Id="rId5" Type="http://schemas.openxmlformats.org/officeDocument/2006/relationships/tags" Target="../tags/tag834.xml" /><Relationship Id="rId6" Type="http://schemas.openxmlformats.org/officeDocument/2006/relationships/tags" Target="../tags/tag835.xml" /><Relationship Id="rId7" Type="http://schemas.openxmlformats.org/officeDocument/2006/relationships/tags" Target="../tags/tag836.xml" /><Relationship Id="rId8" Type="http://schemas.openxmlformats.org/officeDocument/2006/relationships/tags" Target="../tags/tag837.xml" /><Relationship Id="rId9" Type="http://schemas.openxmlformats.org/officeDocument/2006/relationships/tags" Target="../tags/tag838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852.xml" /><Relationship Id="rId11" Type="http://schemas.openxmlformats.org/officeDocument/2006/relationships/oleObject" Target="../embeddings/oleObject100.bin" TargetMode="Internal" /><Relationship Id="rId12" Type="http://schemas.openxmlformats.org/officeDocument/2006/relationships/image" Target="../media/image110.wmf" /><Relationship Id="rId13" Type="http://schemas.openxmlformats.org/officeDocument/2006/relationships/tags" Target="../tags/tag853.xml" /><Relationship Id="rId14" Type="http://schemas.openxmlformats.org/officeDocument/2006/relationships/tags" Target="../tags/tag854.xml" /><Relationship Id="rId15" Type="http://schemas.openxmlformats.org/officeDocument/2006/relationships/tags" Target="../tags/tag855.xml" /><Relationship Id="rId16" Type="http://schemas.openxmlformats.org/officeDocument/2006/relationships/oleObject" Target="../embeddings/oleObject101.bin" TargetMode="Internal" /><Relationship Id="rId17" Type="http://schemas.openxmlformats.org/officeDocument/2006/relationships/image" Target="../media/image111.wmf" /><Relationship Id="rId18" Type="http://schemas.openxmlformats.org/officeDocument/2006/relationships/tags" Target="../tags/tag856.xml" /><Relationship Id="rId19" Type="http://schemas.openxmlformats.org/officeDocument/2006/relationships/tags" Target="../tags/tag857.xml" /><Relationship Id="rId2" Type="http://schemas.openxmlformats.org/officeDocument/2006/relationships/notesSlide" Target="../notesSlides/notesSlide15.xml" /><Relationship Id="rId20" Type="http://schemas.openxmlformats.org/officeDocument/2006/relationships/tags" Target="../tags/tag858.xml" /><Relationship Id="rId21" Type="http://schemas.openxmlformats.org/officeDocument/2006/relationships/oleObject" Target="../embeddings/oleObject102.bin" TargetMode="Internal" /><Relationship Id="rId22" Type="http://schemas.openxmlformats.org/officeDocument/2006/relationships/image" Target="../media/image112.wmf" /><Relationship Id="rId23" Type="http://schemas.openxmlformats.org/officeDocument/2006/relationships/tags" Target="../tags/tag859.xml" /><Relationship Id="rId24" Type="http://schemas.openxmlformats.org/officeDocument/2006/relationships/tags" Target="../tags/tag860.xml" /><Relationship Id="rId25" Type="http://schemas.openxmlformats.org/officeDocument/2006/relationships/tags" Target="../tags/tag861.xml" /><Relationship Id="rId26" Type="http://schemas.openxmlformats.org/officeDocument/2006/relationships/tags" Target="../tags/tag862.xml" /><Relationship Id="rId27" Type="http://schemas.openxmlformats.org/officeDocument/2006/relationships/tags" Target="../tags/tag863.xml" /><Relationship Id="rId28" Type="http://schemas.openxmlformats.org/officeDocument/2006/relationships/tags" Target="../tags/tag864.xml" /><Relationship Id="rId29" Type="http://schemas.openxmlformats.org/officeDocument/2006/relationships/tags" Target="../tags/tag865.xml" /><Relationship Id="rId3" Type="http://schemas.openxmlformats.org/officeDocument/2006/relationships/tags" Target="../tags/tag846.xml" /><Relationship Id="rId30" Type="http://schemas.openxmlformats.org/officeDocument/2006/relationships/tags" Target="../tags/tag866.xml" /><Relationship Id="rId31" Type="http://schemas.openxmlformats.org/officeDocument/2006/relationships/tags" Target="../tags/tag867.xml" /><Relationship Id="rId32" Type="http://schemas.openxmlformats.org/officeDocument/2006/relationships/tags" Target="../tags/tag868.xml" /><Relationship Id="rId33" Type="http://schemas.openxmlformats.org/officeDocument/2006/relationships/tags" Target="../tags/tag869.xml" /><Relationship Id="rId34" Type="http://schemas.openxmlformats.org/officeDocument/2006/relationships/tags" Target="../tags/tag870.xml" /><Relationship Id="rId35" Type="http://schemas.openxmlformats.org/officeDocument/2006/relationships/tags" Target="../tags/tag871.xml" /><Relationship Id="rId36" Type="http://schemas.openxmlformats.org/officeDocument/2006/relationships/tags" Target="../tags/tag872.xml" /><Relationship Id="rId37" Type="http://schemas.openxmlformats.org/officeDocument/2006/relationships/tags" Target="../tags/tag873.xml" /><Relationship Id="rId38" Type="http://schemas.openxmlformats.org/officeDocument/2006/relationships/tags" Target="../tags/tag874.xml" /><Relationship Id="rId39" Type="http://schemas.openxmlformats.org/officeDocument/2006/relationships/tags" Target="../tags/tag875.xml" /><Relationship Id="rId4" Type="http://schemas.openxmlformats.org/officeDocument/2006/relationships/image" Target="../media/image4.png" /><Relationship Id="rId40" Type="http://schemas.openxmlformats.org/officeDocument/2006/relationships/tags" Target="../tags/tag876.xml" /><Relationship Id="rId41" Type="http://schemas.openxmlformats.org/officeDocument/2006/relationships/tags" Target="../tags/tag877.xml" /><Relationship Id="rId42" Type="http://schemas.openxmlformats.org/officeDocument/2006/relationships/vmlDrawing" Target="../drawings/vmlDrawing24.vml" /><Relationship Id="rId5" Type="http://schemas.openxmlformats.org/officeDocument/2006/relationships/tags" Target="../tags/tag847.xml" /><Relationship Id="rId6" Type="http://schemas.openxmlformats.org/officeDocument/2006/relationships/tags" Target="../tags/tag848.xml" /><Relationship Id="rId7" Type="http://schemas.openxmlformats.org/officeDocument/2006/relationships/tags" Target="../tags/tag849.xml" /><Relationship Id="rId8" Type="http://schemas.openxmlformats.org/officeDocument/2006/relationships/tags" Target="../tags/tag850.xml" /><Relationship Id="rId9" Type="http://schemas.openxmlformats.org/officeDocument/2006/relationships/tags" Target="../tags/tag851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tags" Target="../tags/tag885.xml" /><Relationship Id="rId11" Type="http://schemas.openxmlformats.org/officeDocument/2006/relationships/tags" Target="../tags/tag886.xml" /><Relationship Id="rId12" Type="http://schemas.openxmlformats.org/officeDocument/2006/relationships/tags" Target="../tags/tag887.xml" /><Relationship Id="rId13" Type="http://schemas.openxmlformats.org/officeDocument/2006/relationships/tags" Target="../tags/tag888.xml" /><Relationship Id="rId14" Type="http://schemas.openxmlformats.org/officeDocument/2006/relationships/tags" Target="../tags/tag889.xml" /><Relationship Id="rId15" Type="http://schemas.openxmlformats.org/officeDocument/2006/relationships/tags" Target="../tags/tag890.xml" /><Relationship Id="rId16" Type="http://schemas.openxmlformats.org/officeDocument/2006/relationships/tags" Target="../tags/tag891.xml" /><Relationship Id="rId17" Type="http://schemas.openxmlformats.org/officeDocument/2006/relationships/tags" Target="../tags/tag892.xml" /><Relationship Id="rId18" Type="http://schemas.openxmlformats.org/officeDocument/2006/relationships/tags" Target="../tags/tag893.xml" /><Relationship Id="rId19" Type="http://schemas.openxmlformats.org/officeDocument/2006/relationships/tags" Target="../tags/tag894.xml" /><Relationship Id="rId2" Type="http://schemas.openxmlformats.org/officeDocument/2006/relationships/tags" Target="../tags/tag878.xml" /><Relationship Id="rId20" Type="http://schemas.openxmlformats.org/officeDocument/2006/relationships/tags" Target="../tags/tag895.xml" /><Relationship Id="rId21" Type="http://schemas.openxmlformats.org/officeDocument/2006/relationships/tags" Target="../tags/tag896.xml" /><Relationship Id="rId22" Type="http://schemas.openxmlformats.org/officeDocument/2006/relationships/tags" Target="../tags/tag897.xml" /><Relationship Id="rId23" Type="http://schemas.openxmlformats.org/officeDocument/2006/relationships/image" Target="../media/image3.png" /><Relationship Id="rId24" Type="http://schemas.openxmlformats.org/officeDocument/2006/relationships/tags" Target="../tags/tag898.xml" /><Relationship Id="rId25" Type="http://schemas.openxmlformats.org/officeDocument/2006/relationships/tags" Target="../tags/tag899.xml" /><Relationship Id="rId26" Type="http://schemas.openxmlformats.org/officeDocument/2006/relationships/tags" Target="../tags/tag900.xml" /><Relationship Id="rId27" Type="http://schemas.openxmlformats.org/officeDocument/2006/relationships/tags" Target="../tags/tag901.xml" /><Relationship Id="rId3" Type="http://schemas.openxmlformats.org/officeDocument/2006/relationships/image" Target="../media/image2.png" /><Relationship Id="rId4" Type="http://schemas.openxmlformats.org/officeDocument/2006/relationships/tags" Target="../tags/tag879.xml" /><Relationship Id="rId5" Type="http://schemas.openxmlformats.org/officeDocument/2006/relationships/tags" Target="../tags/tag880.xml" /><Relationship Id="rId6" Type="http://schemas.openxmlformats.org/officeDocument/2006/relationships/tags" Target="../tags/tag881.xml" /><Relationship Id="rId7" Type="http://schemas.openxmlformats.org/officeDocument/2006/relationships/tags" Target="../tags/tag882.xml" /><Relationship Id="rId8" Type="http://schemas.openxmlformats.org/officeDocument/2006/relationships/tags" Target="../tags/tag883.xml" /><Relationship Id="rId9" Type="http://schemas.openxmlformats.org/officeDocument/2006/relationships/tags" Target="../tags/tag884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8" name="图片 7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10" r="10"/>
          <a:stretch>
            <a:fillRect/>
          </a:stretch>
        </p:blipFill>
        <p:spPr>
          <a:xfrm>
            <a:off x="2540" y="0"/>
            <a:ext cx="1218946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gradFill>
              <a:gsLst>
                <a:gs pos="52000">
                  <a:srgbClr val="FFFFFF">
                    <a:alpha val="100000"/>
                  </a:srgbClr>
                </a:gs>
                <a:gs pos="0">
                  <a:schemeClr val="bg1">
                    <a:alpha val="78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8109821" y="1460500"/>
              <a:ext cx="2393079" cy="2163898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5A5F8">
                    <a:alpha val="48000"/>
                  </a:srgbClr>
                </a:gs>
                <a:gs pos="100000">
                  <a:srgbClr val="D3F2E9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文本框 24" title=""/>
          <p:cNvSpPr txBox="1"/>
          <p:nvPr>
            <p:custDataLst>
              <p:tags r:id="rId8"/>
            </p:custDataLst>
          </p:nvPr>
        </p:nvSpPr>
        <p:spPr>
          <a:xfrm>
            <a:off x="0" y="2034540"/>
            <a:ext cx="12191365" cy="167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4800" b="1">
                <a:solidFill>
                  <a:srgbClr val="068B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4800" b="1">
                <a:solidFill>
                  <a:srgbClr val="4175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集合与常用逻辑用语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: 圆角 30" title=""/>
          <p:cNvSpPr/>
          <p:nvPr>
            <p:custDataLst>
              <p:tags r:id="rId9"/>
            </p:custDataLst>
          </p:nvPr>
        </p:nvSpPr>
        <p:spPr>
          <a:xfrm flipV="1">
            <a:off x="8349137" y="2657103"/>
            <a:ext cx="1674812" cy="4762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7F9"/>
              </a:gs>
              <a:gs pos="100000">
                <a:srgbClr val="DDE69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 title=""/>
          <p:cNvGrpSpPr/>
          <p:nvPr>
            <p:custDataLst>
              <p:tags r:id="rId10"/>
            </p:custDataLst>
          </p:nvPr>
        </p:nvGrpSpPr>
        <p:grpSpPr>
          <a:xfrm flipH="1">
            <a:off x="10644249" y="180093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33" name="组合 32"/>
            <p:cNvGrpSpPr/>
            <p:nvPr>
              <p:custDataLst>
                <p:tags r:id="rId11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7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8" name="文本框 57" title=""/>
          <p:cNvSpPr txBox="1"/>
          <p:nvPr>
            <p:custDataLst>
              <p:tags r:id="rId23"/>
            </p:custDataLst>
          </p:nvPr>
        </p:nvSpPr>
        <p:spPr>
          <a:xfrm>
            <a:off x="4414463" y="5061188"/>
            <a:ext cx="336307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人教A版2019必修第一册</a:t>
            </a:r>
            <a:endParaRPr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" name="组合 2" title=""/>
          <p:cNvGrpSpPr/>
          <p:nvPr>
            <p:custDataLst>
              <p:tags r:id="rId24"/>
            </p:custDataLst>
          </p:nvPr>
        </p:nvGrpSpPr>
        <p:grpSpPr>
          <a:xfrm>
            <a:off x="3850640" y="3700145"/>
            <a:ext cx="4545872" cy="674370"/>
            <a:chOff x="3349" y="5979"/>
            <a:chExt cx="8726" cy="1062"/>
          </a:xfrm>
        </p:grpSpPr>
        <p:sp>
          <p:nvSpPr>
            <p:cNvPr id="30" name="矩形: 圆角 29"/>
            <p:cNvSpPr/>
            <p:nvPr>
              <p:custDataLst>
                <p:tags r:id="rId25"/>
              </p:custDataLst>
            </p:nvPr>
          </p:nvSpPr>
          <p:spPr>
            <a:xfrm rot="10800000" flipV="1">
              <a:off x="3349" y="5979"/>
              <a:ext cx="8588" cy="106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59CEB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/>
            <p:cNvSpPr txBox="1"/>
            <p:nvPr>
              <p:custDataLst>
                <p:tags r:id="rId26"/>
              </p:custDataLst>
            </p:nvPr>
          </p:nvSpPr>
          <p:spPr>
            <a:xfrm>
              <a:off x="3693" y="6049"/>
              <a:ext cx="8382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3200" b="1">
                  <a:solidFill>
                    <a:srgbClr val="FCFDFE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1.2</a:t>
              </a:r>
              <a:r>
                <a:rPr lang="zh-CN" altLang="en-US" sz="3200" b="1">
                  <a:solidFill>
                    <a:srgbClr val="FCFDFE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集合间的基本关系</a:t>
              </a:r>
              <a:endParaRPr lang="zh-CN" altLang="en-US" sz="3200" b="1">
                <a:solidFill>
                  <a:srgbClr val="FCFDF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4" name="图片 3" title=""/>
          <p:cNvPicPr>
            <a:picLocks noChangeAspect="1"/>
          </p:cNvPicPr>
          <p:nvPr userDrawn="1">
            <p:custDataLst>
              <p:tags r:id="rId28"/>
            </p:custDataLst>
          </p:nvPr>
        </p:nvPicPr>
        <p:blipFill>
          <a:blip r:embed="rId27"/>
          <a:srcRect t="193" b="193"/>
          <a:stretch>
            <a:fillRect/>
          </a:stretch>
        </p:blipFill>
        <p:spPr>
          <a:xfrm>
            <a:off x="267335" y="262890"/>
            <a:ext cx="1640840" cy="520700"/>
          </a:xfrm>
          <a:prstGeom prst="rect">
            <a:avLst/>
          </a:prstGeom>
        </p:spPr>
      </p:pic>
      <p:sp>
        <p:nvSpPr>
          <p:cNvPr id="9" name="矩形: 圆角 13" title=""/>
          <p:cNvSpPr/>
          <p:nvPr>
            <p:custDataLst>
              <p:tags r:id="rId29"/>
            </p:custDataLst>
          </p:nvPr>
        </p:nvSpPr>
        <p:spPr>
          <a:xfrm>
            <a:off x="2645410" y="740410"/>
            <a:ext cx="3089910" cy="27241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6F7"/>
              </a:gs>
              <a:gs pos="100000">
                <a:srgbClr val="DCE69E">
                  <a:alpha val="63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14" title=""/>
          <p:cNvSpPr/>
          <p:nvPr>
            <p:custDataLst>
              <p:tags r:id="rId30"/>
            </p:custDataLst>
          </p:nvPr>
        </p:nvSpPr>
        <p:spPr>
          <a:xfrm>
            <a:off x="5070475" y="5845175"/>
            <a:ext cx="4208145" cy="2781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7F8"/>
              </a:gs>
              <a:gs pos="100000">
                <a:srgbClr val="DCE69E">
                  <a:alpha val="55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7" dur="25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2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9" name="图片 8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4" name="组合 3" title=""/>
          <p:cNvGrpSpPr/>
          <p:nvPr>
            <p:custDataLst>
              <p:tags r:id="rId5"/>
            </p:custDataLst>
          </p:nvPr>
        </p:nvGrpSpPr>
        <p:grpSpPr>
          <a:xfrm>
            <a:off x="703036" y="716625"/>
            <a:ext cx="2047422" cy="3312449"/>
            <a:chOff x="17236" y="716625"/>
            <a:chExt cx="2047422" cy="3312449"/>
          </a:xfrm>
        </p:grpSpPr>
        <p:sp>
          <p:nvSpPr>
            <p:cNvPr id="2" name="文本框 1"/>
            <p:cNvSpPr txBox="1"/>
            <p:nvPr>
              <p:custDataLst>
                <p:tags r:id="rId6"/>
              </p:custDataLst>
            </p:nvPr>
          </p:nvSpPr>
          <p:spPr>
            <a:xfrm>
              <a:off x="17236" y="716625"/>
              <a:ext cx="2008414" cy="2553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目录</a:t>
              </a:r>
              <a:endParaRPr lang="zh-CN" altLang="en-US" sz="8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7"/>
              </p:custDataLst>
            </p:nvPr>
          </p:nvSpPr>
          <p:spPr>
            <a:xfrm>
              <a:off x="1604918" y="1625599"/>
              <a:ext cx="459740" cy="240347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en-US" altLang="zh-CN">
                  <a:latin typeface="Times New Roman" panose="02020603050405020304" pitchFamily="18" charset="0"/>
                  <a:ea typeface="思源黑体 CN Heavy" panose="020b0a00000000000000" pitchFamily="34" charset="-122"/>
                  <a:cs typeface="Times New Roman" panose="02020603050405020304" pitchFamily="18" charset="0"/>
                </a:rPr>
                <a:t>CATALOG</a:t>
              </a:r>
              <a:endParaRPr lang="en-US" altLang="zh-CN">
                <a:latin typeface="Times New Roman" panose="02020603050405020304" pitchFamily="18" charset="0"/>
                <a:ea typeface="思源黑体 CN Heavy" panose="020b0a00000000000000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18" title=""/>
          <p:cNvGrpSpPr/>
          <p:nvPr>
            <p:custDataLst>
              <p:tags r:id="rId8"/>
            </p:custDataLst>
          </p:nvPr>
        </p:nvGrpSpPr>
        <p:grpSpPr>
          <a:xfrm>
            <a:off x="4895850" y="787400"/>
            <a:ext cx="5391150" cy="749300"/>
            <a:chOff x="4718050" y="609600"/>
            <a:chExt cx="5391150" cy="749300"/>
          </a:xfrm>
        </p:grpSpPr>
        <p:sp>
          <p:nvSpPr>
            <p:cNvPr id="5" name="矩形: 圆角 4"/>
            <p:cNvSpPr/>
            <p:nvPr>
              <p:custDataLst>
                <p:tags r:id="rId9"/>
              </p:custDataLst>
            </p:nvPr>
          </p:nvSpPr>
          <p:spPr>
            <a:xfrm flipH="1">
              <a:off x="4718050" y="609600"/>
              <a:ext cx="5391150" cy="749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">
                  <a:srgbClr val="DCE69E"/>
                </a:gs>
                <a:gs pos="100000">
                  <a:srgbClr val="15A5F9">
                    <a:alpha val="0"/>
                  </a:srgbClr>
                </a:gs>
                <a:gs pos="100000">
                  <a:srgbClr val="17A6F7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0"/>
              </p:custDataLst>
            </p:nvPr>
          </p:nvSpPr>
          <p:spPr>
            <a:xfrm>
              <a:off x="5035550" y="694581"/>
              <a:ext cx="500380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01.</a:t>
              </a:r>
              <a:r>
                <a:rPr lang="zh-CN" altLang="en-US" sz="32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两个集合之间的关系</a:t>
              </a:r>
              <a:endParaRPr lang="zh-CN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" name="组合 14" title=""/>
          <p:cNvGrpSpPr/>
          <p:nvPr>
            <p:custDataLst>
              <p:tags r:id="rId11"/>
            </p:custDataLst>
          </p:nvPr>
        </p:nvGrpSpPr>
        <p:grpSpPr>
          <a:xfrm>
            <a:off x="4895850" y="3620135"/>
            <a:ext cx="5391150" cy="749300"/>
            <a:chOff x="7710" y="5701"/>
            <a:chExt cx="8490" cy="1180"/>
          </a:xfrm>
        </p:grpSpPr>
        <p:sp>
          <p:nvSpPr>
            <p:cNvPr id="13" name="矩形: 圆角 4"/>
            <p:cNvSpPr/>
            <p:nvPr>
              <p:custDataLst>
                <p:tags r:id="rId12"/>
              </p:custDataLst>
            </p:nvPr>
          </p:nvSpPr>
          <p:spPr>
            <a:xfrm flipH="1">
              <a:off x="7710" y="5701"/>
              <a:ext cx="8490" cy="11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">
                  <a:srgbClr val="DCE69E"/>
                </a:gs>
                <a:gs pos="100000">
                  <a:srgbClr val="15A5F9">
                    <a:alpha val="0"/>
                  </a:srgbClr>
                </a:gs>
                <a:gs pos="100000">
                  <a:srgbClr val="17A6F7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13"/>
              </p:custDataLst>
            </p:nvPr>
          </p:nvSpPr>
          <p:spPr>
            <a:xfrm>
              <a:off x="8210" y="5840"/>
              <a:ext cx="788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03.</a:t>
              </a:r>
              <a:r>
                <a:rPr lang="zh-CN" altLang="en-US" sz="32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典型例题分析</a:t>
              </a:r>
              <a:endParaRPr lang="zh-CN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3" name="组合 22" title=""/>
          <p:cNvGrpSpPr/>
          <p:nvPr>
            <p:custDataLst>
              <p:tags r:id="rId14"/>
            </p:custDataLst>
          </p:nvPr>
        </p:nvGrpSpPr>
        <p:grpSpPr>
          <a:xfrm>
            <a:off x="5899150" y="2201333"/>
            <a:ext cx="5391150" cy="749300"/>
            <a:chOff x="6534150" y="2137833"/>
            <a:chExt cx="5391150" cy="749300"/>
          </a:xfrm>
        </p:grpSpPr>
        <p:sp>
          <p:nvSpPr>
            <p:cNvPr id="6" name="矩形: 圆角 5"/>
            <p:cNvSpPr/>
            <p:nvPr>
              <p:custDataLst>
                <p:tags r:id="rId15"/>
              </p:custDataLst>
            </p:nvPr>
          </p:nvSpPr>
          <p:spPr>
            <a:xfrm flipH="1">
              <a:off x="6534150" y="2137833"/>
              <a:ext cx="5391150" cy="7493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68BD8"/>
                </a:gs>
                <a:gs pos="100000">
                  <a:srgbClr val="17A6F7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6"/>
              </p:custDataLst>
            </p:nvPr>
          </p:nvSpPr>
          <p:spPr>
            <a:xfrm>
              <a:off x="6762750" y="2234456"/>
              <a:ext cx="500380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02.</a:t>
              </a:r>
              <a:r>
                <a:rPr lang="zh-CN" altLang="en-US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子集与真子集</a:t>
              </a:r>
              <a:endPara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" name="组合 15" title=""/>
          <p:cNvGrpSpPr/>
          <p:nvPr>
            <p:custDataLst>
              <p:tags r:id="rId17"/>
            </p:custDataLst>
          </p:nvPr>
        </p:nvGrpSpPr>
        <p:grpSpPr>
          <a:xfrm>
            <a:off x="5899150" y="5049520"/>
            <a:ext cx="5391150" cy="749300"/>
            <a:chOff x="9290" y="7952"/>
            <a:chExt cx="8490" cy="1180"/>
          </a:xfrm>
        </p:grpSpPr>
        <p:sp>
          <p:nvSpPr>
            <p:cNvPr id="14" name="矩形: 圆角 5"/>
            <p:cNvSpPr/>
            <p:nvPr>
              <p:custDataLst>
                <p:tags r:id="rId18"/>
              </p:custDataLst>
            </p:nvPr>
          </p:nvSpPr>
          <p:spPr>
            <a:xfrm flipH="1">
              <a:off x="9290" y="7952"/>
              <a:ext cx="8490" cy="11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68BD8"/>
                </a:gs>
                <a:gs pos="100000">
                  <a:srgbClr val="17A6F7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19"/>
              </p:custDataLst>
            </p:nvPr>
          </p:nvSpPr>
          <p:spPr>
            <a:xfrm>
              <a:off x="9650" y="8099"/>
              <a:ext cx="788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04.</a:t>
              </a:r>
              <a:r>
                <a:rPr lang="zh-CN" altLang="en-US" sz="3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小结及随堂练习</a:t>
              </a:r>
              <a:endPara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grpSp>
        <p:nvGrpSpPr>
          <p:cNvPr id="13" name="组合 12" title=""/>
          <p:cNvGrpSpPr/>
          <p:nvPr>
            <p:custDataLst>
              <p:tags r:id="rId3"/>
            </p:custDataLst>
          </p:nvPr>
        </p:nvGrpSpPr>
        <p:grpSpPr>
          <a:xfrm>
            <a:off x="-635" y="0"/>
            <a:ext cx="12192635" cy="6858000"/>
            <a:chOff x="-635" y="0"/>
            <a:chExt cx="12192635" cy="6858000"/>
          </a:xfrm>
        </p:grpSpPr>
        <p:pic>
          <p:nvPicPr>
            <p:cNvPr id="12" name="图片 11" descr="C:/Users/DELL/Desktop/图片1.png图片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4"/>
            <a:srcRect l="26" r="26"/>
            <a:stretch>
              <a:fillRect/>
            </a:stretch>
          </p:blipFill>
          <p:spPr>
            <a:xfrm>
              <a:off x="-635" y="0"/>
              <a:ext cx="12192635" cy="6858000"/>
            </a:xfrm>
            <a:custGeom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9" name="矩形: 圆顶角 8"/>
            <p:cNvSpPr/>
            <p:nvPr>
              <p:custDataLst>
                <p:tags r:id="rId6"/>
              </p:custDataLst>
            </p:nvPr>
          </p:nvSpPr>
          <p:spPr>
            <a:xfrm flipH="1">
              <a:off x="330200" y="342900"/>
              <a:ext cx="11515090" cy="6224270"/>
            </a:xfrm>
            <a:prstGeom prst="round2DiagRect">
              <a:avLst/>
            </a:prstGeom>
            <a:gradFill flip="none" rotWithShape="1">
              <a:gsLst>
                <a:gs pos="0">
                  <a:srgbClr val="FCFDFE"/>
                </a:gs>
                <a:gs pos="100000">
                  <a:srgbClr val="FCFDFE">
                    <a:alpha val="78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 title=""/>
          <p:cNvGrpSpPr/>
          <p:nvPr>
            <p:custDataLst>
              <p:tags r:id="rId7"/>
            </p:custDataLst>
          </p:nvPr>
        </p:nvGrpSpPr>
        <p:grpSpPr>
          <a:xfrm>
            <a:off x="854711" y="628541"/>
            <a:ext cx="5197474" cy="521970"/>
            <a:chOff x="330201" y="576471"/>
            <a:chExt cx="5197474" cy="521970"/>
          </a:xfrm>
        </p:grpSpPr>
        <p:sp>
          <p:nvSpPr>
            <p:cNvPr id="14" name="文本框 13"/>
            <p:cNvSpPr txBox="1"/>
            <p:nvPr>
              <p:custDataLst>
                <p:tags r:id="rId8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学习目标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25" name="文本框 24" title=""/>
          <p:cNvSpPr txBox="1"/>
          <p:nvPr>
            <p:custDataLst>
              <p:tags r:id="rId10"/>
            </p:custDataLst>
          </p:nvPr>
        </p:nvSpPr>
        <p:spPr>
          <a:xfrm>
            <a:off x="3618230" y="1908810"/>
            <a:ext cx="4938395" cy="33991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342900" indent="-342900" algn="l" fontAlgn="auto">
              <a:lnSpc>
                <a:spcPct val="200000"/>
              </a:lnSpc>
              <a:buClr>
                <a:srgbClr val="068BD8"/>
              </a:buClr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理解集合之间</a:t>
            </a:r>
            <a:r>
              <a:rPr lang="zh-CN" altLang="en-US" sz="2400" b="1">
                <a:solidFill>
                  <a:srgbClr val="0174C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包含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与</a:t>
            </a:r>
            <a:r>
              <a:rPr lang="zh-CN" altLang="en-US" sz="2400" b="1">
                <a:solidFill>
                  <a:srgbClr val="0174C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相等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的含义；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Clr>
                <a:srgbClr val="068BD8"/>
              </a:buClr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理解</a:t>
            </a:r>
            <a:r>
              <a:rPr lang="zh-CN" altLang="en-US" sz="2400" b="1">
                <a:solidFill>
                  <a:srgbClr val="0174D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子集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</a:t>
            </a:r>
            <a:r>
              <a:rPr lang="zh-CN" altLang="en-US" sz="2400" b="1">
                <a:solidFill>
                  <a:srgbClr val="0174D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真子集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的概念；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Clr>
                <a:srgbClr val="068BD8"/>
              </a:buClr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能利用</a:t>
            </a:r>
            <a:r>
              <a:rPr lang="zh-CN" altLang="en-US" sz="2400" b="1">
                <a:solidFill>
                  <a:srgbClr val="0174D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韦恩图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表达集合间的关系；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indent="-342900" algn="l" fontAlgn="auto">
              <a:lnSpc>
                <a:spcPct val="200000"/>
              </a:lnSpc>
              <a:buClr>
                <a:srgbClr val="068BD8"/>
              </a:buClr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了解</a:t>
            </a:r>
            <a:r>
              <a:rPr lang="zh-CN" altLang="en-US" sz="2400" b="1">
                <a:solidFill>
                  <a:srgbClr val="0174D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空集</a:t>
            </a:r>
            <a:r>
              <a:rPr lang="zh-CN" altLang="en-US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的含义．</a:t>
            </a: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grpSp>
        <p:nvGrpSpPr>
          <p:cNvPr id="6" name="组合 5" title=""/>
          <p:cNvGrpSpPr/>
          <p:nvPr>
            <p:custDataLst>
              <p:tags r:id="rId11"/>
            </p:custDataLst>
          </p:nvPr>
        </p:nvGrpSpPr>
        <p:grpSpPr>
          <a:xfrm rot="16200000" flipH="1">
            <a:off x="10828399" y="5261685"/>
            <a:ext cx="176150" cy="780068"/>
            <a:chOff x="8290832" y="4887686"/>
            <a:chExt cx="296617" cy="1313542"/>
          </a:xfrm>
          <a:solidFill>
            <a:srgbClr val="17A6F7"/>
          </a:solidFill>
        </p:grpSpPr>
        <p:grpSp>
          <p:nvGrpSpPr>
            <p:cNvPr id="7" name="组合 6"/>
            <p:cNvGrpSpPr/>
            <p:nvPr>
              <p:custDataLst>
                <p:tags r:id="rId1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1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10" name="等腰三角形 9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2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1" name="矩形: 圆角 13" title=""/>
          <p:cNvSpPr/>
          <p:nvPr>
            <p:custDataLst>
              <p:tags r:id="rId24"/>
            </p:custDataLst>
          </p:nvPr>
        </p:nvSpPr>
        <p:spPr>
          <a:xfrm>
            <a:off x="8764905" y="5964555"/>
            <a:ext cx="2736850" cy="22796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6F7"/>
              </a:gs>
              <a:gs pos="100000">
                <a:srgbClr val="DCE69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7B5F9">
                    <a:alpha val="48000"/>
                  </a:srgbClr>
                </a:gs>
                <a:gs pos="100000">
                  <a:srgbClr val="D5E69E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8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33" name="组合 32"/>
            <p:cNvGrpSpPr/>
            <p:nvPr>
              <p:custDataLst>
                <p:tags r:id="rId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1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46" name="组合 45"/>
            <p:cNvGrpSpPr/>
            <p:nvPr>
              <p:custDataLst>
                <p:tags r:id="rId2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2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 title=""/>
          <p:cNvSpPr txBox="1"/>
          <p:nvPr>
            <p:custDataLst>
              <p:tags r:id="rId34"/>
            </p:custDataLst>
          </p:nvPr>
        </p:nvSpPr>
        <p:spPr>
          <a:xfrm>
            <a:off x="2029460" y="2222500"/>
            <a:ext cx="50596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0">
                <a:solidFill>
                  <a:srgbClr val="0BA4F5"/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lang="en-US" altLang="zh-CN" sz="18000">
              <a:solidFill>
                <a:srgbClr val="0BA4F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 title=""/>
          <p:cNvSpPr txBox="1"/>
          <p:nvPr>
            <p:custDataLst>
              <p:tags r:id="rId35"/>
            </p:custDataLst>
          </p:nvPr>
        </p:nvSpPr>
        <p:spPr>
          <a:xfrm>
            <a:off x="4592320" y="3123565"/>
            <a:ext cx="59620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两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合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之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间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关</a:t>
            </a:r>
            <a:r>
              <a:rPr lang="zh-CN" altLang="en-US" sz="4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系</a:t>
            </a:r>
            <a:endParaRPr lang="zh-CN" altLang="en-US" sz="4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36"/>
            </p:custDataLst>
          </p:nvPr>
        </p:nvSpPr>
        <p:spPr>
          <a:xfrm>
            <a:off x="4416425" y="1657350"/>
            <a:ext cx="3359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集合间的基本关系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5197474" cy="521970"/>
            <a:chOff x="330201" y="576471"/>
            <a:chExt cx="5197474" cy="521970"/>
          </a:xfrm>
        </p:grpSpPr>
        <p:sp>
          <p:nvSpPr>
            <p:cNvPr id="14" name="文本框 13"/>
            <p:cNvSpPr txBox="1"/>
            <p:nvPr>
              <p:custDataLst>
                <p:tags r:id="rId7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导入新知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6" name="文本框 18" title=""/>
          <p:cNvSpPr txBox="1"/>
          <p:nvPr>
            <p:custDataLst>
              <p:tags r:id="rId9"/>
            </p:custDataLst>
          </p:nvPr>
        </p:nvSpPr>
        <p:spPr>
          <a:xfrm>
            <a:off x="705485" y="962025"/>
            <a:ext cx="10782300" cy="18637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R="0" indent="539750" algn="just" defTabSz="91440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我们知道，两个实数之间有相等关系，大小关系，如</a:t>
            </a:r>
            <a:r>
              <a:rPr kumimoji="0" lang="en-US" altLang="zh-CN" sz="2400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5=5</a:t>
            </a:r>
            <a:r>
              <a:rPr kumimoji="0" lang="zh-CN" altLang="en-US" sz="2400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5&lt;7</a:t>
            </a:r>
            <a:r>
              <a:rPr kumimoji="0" lang="zh-CN" altLang="en-US" sz="2400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5&gt;3</a:t>
            </a:r>
            <a:r>
              <a:rPr kumimoji="0" lang="zh-CN" altLang="en-US" sz="2400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，等等。两个集合之间是否也有类似的关系呢</a:t>
            </a:r>
            <a:r>
              <a:rPr kumimoji="0" lang="en-US" altLang="zh-CN" sz="2400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?</a:t>
            </a:r>
            <a:endParaRPr kumimoji="0" lang="en-US" altLang="zh-CN" sz="2400" kern="1200" cap="none" spc="0" normalizeH="0" baseline="0" noProof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R="0" indent="539750" algn="just" defTabSz="91440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问题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4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观察下面的例子，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类比</a:t>
            </a:r>
            <a:r>
              <a:rPr lang="zh-CN" altLang="en-US" sz="2400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实数间的大小或相等关系</a:t>
            </a:r>
            <a:r>
              <a:rPr lang="zh-CN" altLang="en-US" sz="24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，试说说每组的两个集合间有何关系?</a:t>
            </a:r>
            <a:endParaRPr kumimoji="0" lang="en-US" altLang="zh-CN" sz="2400" kern="1200" cap="none" spc="0" normalizeH="0" baseline="0" noProof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21" name="组合 20" title=""/>
          <p:cNvGrpSpPr/>
          <p:nvPr>
            <p:custDataLst>
              <p:tags r:id="rId10"/>
            </p:custDataLst>
          </p:nvPr>
        </p:nvGrpSpPr>
        <p:grpSpPr>
          <a:xfrm>
            <a:off x="3905250" y="2809875"/>
            <a:ext cx="7353300" cy="1924050"/>
            <a:chOff x="6150" y="4425"/>
            <a:chExt cx="11580" cy="3030"/>
          </a:xfrm>
        </p:grpSpPr>
        <p:sp>
          <p:nvSpPr>
            <p:cNvPr id="10" name="同侧圆角矩形 9"/>
            <p:cNvSpPr/>
            <p:nvPr>
              <p:custDataLst>
                <p:tags r:id="rId11"/>
              </p:custDataLst>
            </p:nvPr>
          </p:nvSpPr>
          <p:spPr>
            <a:xfrm rot="5400000">
              <a:off x="10425" y="150"/>
              <a:ext cx="3031" cy="11580"/>
            </a:xfrm>
            <a:prstGeom prst="round2SameRect">
              <a:avLst/>
            </a:prstGeom>
            <a:gradFill>
              <a:gsLst>
                <a:gs pos="31000">
                  <a:srgbClr val="069DF4"/>
                </a:gs>
                <a:gs pos="0">
                  <a:srgbClr val="0591E1"/>
                </a:gs>
                <a:gs pos="68000">
                  <a:srgbClr val="76CECC">
                    <a:alpha val="17000"/>
                  </a:srgbClr>
                </a:gs>
                <a:gs pos="100000">
                  <a:srgbClr val="D5E69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>
              <p:custDataLst>
                <p:tags r:id="rId12"/>
              </p:custDataLst>
            </p:nvPr>
          </p:nvSpPr>
          <p:spPr>
            <a:xfrm>
              <a:off x="13939" y="5027"/>
              <a:ext cx="3325" cy="18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r>
                <a:rPr lang="zh-CN" altLang="en-US" sz="3600" b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集合</a:t>
              </a:r>
              <a:r>
                <a:rPr lang="en-US" altLang="zh-CN" sz="3600" b="1" i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A</a:t>
              </a:r>
              <a:r>
                <a:rPr lang="zh-CN" altLang="en-US" sz="3600" b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小</a:t>
              </a:r>
              <a:endParaRPr lang="zh-CN" altLang="en-US" sz="36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endParaRPr>
            </a:p>
            <a:p>
              <a:pPr marL="0" lvl="0" indent="0" algn="ctr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r>
                <a:rPr lang="zh-CN" altLang="en-US" sz="3600" b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集合</a:t>
              </a:r>
              <a:r>
                <a:rPr lang="en-US" altLang="zh-CN" sz="3600" b="1" i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B</a:t>
              </a:r>
              <a:r>
                <a:rPr lang="zh-CN" altLang="en-US" sz="3600" b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大</a:t>
              </a:r>
              <a:endParaRPr lang="zh-CN" altLang="en-US" sz="36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endParaRPr>
            </a:p>
          </p:txBody>
        </p:sp>
      </p:grpSp>
      <p:grpSp>
        <p:nvGrpSpPr>
          <p:cNvPr id="22" name="组合 21" title=""/>
          <p:cNvGrpSpPr/>
          <p:nvPr>
            <p:custDataLst>
              <p:tags r:id="rId13"/>
            </p:custDataLst>
          </p:nvPr>
        </p:nvGrpSpPr>
        <p:grpSpPr>
          <a:xfrm>
            <a:off x="3906520" y="4820285"/>
            <a:ext cx="7353300" cy="872490"/>
            <a:chOff x="6152" y="7591"/>
            <a:chExt cx="11580" cy="1374"/>
          </a:xfrm>
        </p:grpSpPr>
        <p:sp>
          <p:nvSpPr>
            <p:cNvPr id="18" name="同侧圆角矩形 17"/>
            <p:cNvSpPr/>
            <p:nvPr>
              <p:custDataLst>
                <p:tags r:id="rId14"/>
              </p:custDataLst>
            </p:nvPr>
          </p:nvSpPr>
          <p:spPr>
            <a:xfrm rot="5400000">
              <a:off x="11255" y="2488"/>
              <a:ext cx="1374" cy="11580"/>
            </a:xfrm>
            <a:prstGeom prst="round2SameRect">
              <a:avLst>
                <a:gd name="adj1" fmla="val 31950"/>
                <a:gd name="adj2" fmla="val 0"/>
              </a:avLst>
            </a:prstGeom>
            <a:gradFill>
              <a:gsLst>
                <a:gs pos="31000">
                  <a:srgbClr val="069DF4"/>
                </a:gs>
                <a:gs pos="0">
                  <a:srgbClr val="068BD8"/>
                </a:gs>
                <a:gs pos="68000">
                  <a:srgbClr val="76CECC">
                    <a:alpha val="17000"/>
                  </a:srgbClr>
                </a:gs>
                <a:gs pos="100000">
                  <a:srgbClr val="D5E69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>
              <p:custDataLst>
                <p:tags r:id="rId15"/>
              </p:custDataLst>
            </p:nvPr>
          </p:nvSpPr>
          <p:spPr>
            <a:xfrm>
              <a:off x="13940" y="7746"/>
              <a:ext cx="3324" cy="10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algn="r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r>
                <a:rPr lang="zh-CN" altLang="en-US" sz="3600" b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集合相等</a:t>
              </a:r>
              <a:endParaRPr lang="zh-CN" altLang="en-US" sz="36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endParaRPr>
            </a:p>
          </p:txBody>
        </p:sp>
      </p:grpSp>
      <p:sp>
        <p:nvSpPr>
          <p:cNvPr id="189444" name="文本框 3" title=""/>
          <p:cNvSpPr txBox="1"/>
          <p:nvPr>
            <p:custDataLst>
              <p:tags r:id="rId16"/>
            </p:custDataLst>
          </p:nvPr>
        </p:nvSpPr>
        <p:spPr>
          <a:xfrm>
            <a:off x="1243965" y="2870835"/>
            <a:ext cx="6957060" cy="28308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(1)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A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={1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2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3}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，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B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={1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2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3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4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5}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；</a:t>
            </a: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黑体" panose="02010609060101010101" charset="-122"/>
            </a:endParaRPr>
          </a:p>
          <a:p>
            <a:pPr marL="0" lvl="0" indent="0" algn="just" ea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(2)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A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为</a:t>
            </a:r>
            <a:r>
              <a:rPr lang="zh-CN" altLang="en-US" sz="2400">
                <a:solidFill>
                  <a:srgbClr val="30303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立德中学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高一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(2)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班</a:t>
            </a:r>
            <a:r>
              <a:rPr lang="en-US" altLang="en-US"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全体女生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组成的集合，   </a:t>
            </a: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黑体" panose="02010609060101010101" charset="-122"/>
            </a:endParaRPr>
          </a:p>
          <a:p>
            <a:pPr marL="0" lvl="0" indent="0" algn="just" ea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   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B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为</a:t>
            </a:r>
            <a:r>
              <a:rPr lang="zh-CN" altLang="en-US" sz="2400">
                <a:solidFill>
                  <a:srgbClr val="30303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立德中学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高一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(2)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班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全体学生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组成的集合；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黑体" panose="02010609060101010101" charset="-122"/>
            </a:endParaRPr>
          </a:p>
          <a:p>
            <a:pPr marL="0" lvl="0" indent="0" algn="just" ea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(3)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A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等边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三角形}，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等腰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三角形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}；</a:t>
            </a: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None/>
            </a:pPr>
            <a:endParaRPr lang="en-US" altLang="en-US" sz="6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(4)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6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8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}，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8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6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}；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(5)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</a:t>
            </a:r>
            <a:r>
              <a:rPr lang="en-US" altLang="en-US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∈Z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|&lt;2}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={-1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0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1}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 title=""/>
          <p:cNvSpPr txBox="1"/>
          <p:nvPr>
            <p:custDataLst>
              <p:tags r:id="rId17"/>
            </p:custDataLst>
          </p:nvPr>
        </p:nvSpPr>
        <p:spPr>
          <a:xfrm>
            <a:off x="1243965" y="5926455"/>
            <a:ext cx="10015855" cy="460375"/>
          </a:xfrm>
          <a:prstGeom prst="rect">
            <a:avLst/>
          </a:prstGeom>
          <a:solidFill>
            <a:srgbClr val="DDE69D">
              <a:alpha val="30000"/>
            </a:srgbClr>
          </a:solidFill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</a:rPr>
              <a:t>集合间的包含关系：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集合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A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中的任何一个元素都是集合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B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中的元素</a:t>
            </a: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。</a:t>
            </a: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  <p:cond evt="onBegin" delay="0">
                          <p:tn val="9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  <p:cond evt="onBegin" delay="0">
                          <p:tn val="14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89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  <p:cond evt="onBegin" delay="0">
                          <p:tn val="19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  <p:cond evt="onBegin" delay="0">
                          <p:tn val="24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  <p:cond evt="onBegin" delay="0">
                          <p:tn val="29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9444" grpId="0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7B5F9">
                    <a:alpha val="48000"/>
                  </a:srgbClr>
                </a:gs>
                <a:gs pos="100000">
                  <a:srgbClr val="D5E69E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8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33" name="组合 32"/>
            <p:cNvGrpSpPr/>
            <p:nvPr>
              <p:custDataLst>
                <p:tags r:id="rId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1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46" name="组合 45"/>
            <p:cNvGrpSpPr/>
            <p:nvPr>
              <p:custDataLst>
                <p:tags r:id="rId2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2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 title=""/>
          <p:cNvSpPr txBox="1"/>
          <p:nvPr>
            <p:custDataLst>
              <p:tags r:id="rId34"/>
            </p:custDataLst>
          </p:nvPr>
        </p:nvSpPr>
        <p:spPr>
          <a:xfrm>
            <a:off x="2469515" y="2222500"/>
            <a:ext cx="50596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0">
                <a:solidFill>
                  <a:srgbClr val="0BA4F5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  <a:endParaRPr lang="en-US" altLang="zh-CN" sz="18000">
              <a:solidFill>
                <a:srgbClr val="0BA4F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 title=""/>
          <p:cNvSpPr txBox="1"/>
          <p:nvPr>
            <p:custDataLst>
              <p:tags r:id="rId35"/>
            </p:custDataLst>
          </p:nvPr>
        </p:nvSpPr>
        <p:spPr>
          <a:xfrm>
            <a:off x="5606415" y="3123565"/>
            <a:ext cx="51073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子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集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真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子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集</a:t>
            </a:r>
            <a:endParaRPr lang="zh-CN" altLang="en-US" sz="4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36"/>
            </p:custDataLst>
          </p:nvPr>
        </p:nvSpPr>
        <p:spPr>
          <a:xfrm>
            <a:off x="4416425" y="1657350"/>
            <a:ext cx="3359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集合间的基本关系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5197474" cy="521970"/>
            <a:chOff x="330201" y="576471"/>
            <a:chExt cx="5197474" cy="521970"/>
          </a:xfrm>
        </p:grpSpPr>
        <p:sp>
          <p:nvSpPr>
            <p:cNvPr id="14" name="文本框 13"/>
            <p:cNvSpPr txBox="1"/>
            <p:nvPr>
              <p:custDataLst>
                <p:tags r:id="rId7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新知1.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包含关系与子集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91494" name="文本框 4" title=""/>
          <p:cNvSpPr txBox="1"/>
          <p:nvPr>
            <p:custDataLst>
              <p:tags r:id="rId9"/>
            </p:custDataLst>
          </p:nvPr>
        </p:nvSpPr>
        <p:spPr>
          <a:xfrm>
            <a:off x="844550" y="1004888"/>
            <a:ext cx="8613775" cy="1937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1.1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包含关系与子集的概念：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</a:t>
            </a:r>
            <a:endParaRPr lang="en-US" altLang="zh-CN" sz="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若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集合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中的任何一个元素都是集合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中的元素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则说集合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包含于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集合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或集合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包含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集合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).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并称集合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为集合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子集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91498" name="文本框 5" title=""/>
          <p:cNvSpPr txBox="1"/>
          <p:nvPr>
            <p:custDataLst>
              <p:tags r:id="rId10"/>
            </p:custDataLst>
          </p:nvPr>
        </p:nvSpPr>
        <p:spPr>
          <a:xfrm>
            <a:off x="1302385" y="2901315"/>
            <a:ext cx="820293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记作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⊆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⊇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).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读作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包含于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包含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).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91499" name="文本框 7" title=""/>
          <p:cNvSpPr txBox="1"/>
          <p:nvPr>
            <p:custDataLst>
              <p:tags r:id="rId11"/>
            </p:custDataLst>
          </p:nvPr>
        </p:nvSpPr>
        <p:spPr>
          <a:xfrm>
            <a:off x="1319530" y="3434080"/>
            <a:ext cx="3319780" cy="709295"/>
          </a:xfrm>
          <a:prstGeom prst="rect">
            <a:avLst/>
          </a:prstGeom>
          <a:solidFill>
            <a:srgbClr val="D5E69E">
              <a:alpha val="30000"/>
            </a:srgbClr>
          </a:solidFill>
          <a:ln w="9525">
            <a:noFill/>
          </a:ln>
        </p:spPr>
        <p:txBody>
          <a:bodyPr wrap="none" anchor="ctr" anchorCtr="0">
            <a:no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如：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{1,2}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⊆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{1,2,3,5}</a:t>
            </a:r>
            <a:r>
              <a:rPr lang="en-US" altLang="zh-CN" sz="2400">
                <a:solidFill>
                  <a:srgbClr val="068BD8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 </a:t>
            </a:r>
            <a:endParaRPr lang="en-US" altLang="zh-CN" sz="2400">
              <a:solidFill>
                <a:srgbClr val="068BD8"/>
              </a:solidFill>
              <a:latin typeface="Times New Roman" panose="02020603050405020304" pitchFamily="18" charset="0"/>
              <a:ea typeface="黑体" panose="02010609060101010101" charset="-122"/>
              <a:sym typeface="微软雅黑" panose="020b0503020204020204" charset="-122"/>
            </a:endParaRPr>
          </a:p>
        </p:txBody>
      </p:sp>
      <p:sp>
        <p:nvSpPr>
          <p:cNvPr id="191495" name="文本框 6" title=""/>
          <p:cNvSpPr txBox="1"/>
          <p:nvPr>
            <p:custDataLst>
              <p:tags r:id="rId12"/>
            </p:custDataLst>
          </p:nvPr>
        </p:nvSpPr>
        <p:spPr>
          <a:xfrm>
            <a:off x="844550" y="4190365"/>
            <a:ext cx="2246630" cy="4972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1.2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符号语言：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91496" name="文本框 7" title=""/>
          <p:cNvSpPr txBox="1"/>
          <p:nvPr>
            <p:custDataLst>
              <p:tags r:id="rId13"/>
            </p:custDataLst>
          </p:nvPr>
        </p:nvSpPr>
        <p:spPr>
          <a:xfrm>
            <a:off x="844550" y="4789805"/>
            <a:ext cx="2246630" cy="4972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1.3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rPr>
              <a:t>图形语言：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黑体" panose="02010609060101010101" charset="-122"/>
            </a:endParaRPr>
          </a:p>
        </p:txBody>
      </p:sp>
      <p:sp>
        <p:nvSpPr>
          <p:cNvPr id="7" name="文本框 6" title=""/>
          <p:cNvSpPr txBox="1"/>
          <p:nvPr>
            <p:custDataLst>
              <p:tags r:id="rId14"/>
            </p:custDataLst>
          </p:nvPr>
        </p:nvSpPr>
        <p:spPr>
          <a:xfrm>
            <a:off x="2860675" y="4210368"/>
            <a:ext cx="531241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对任意的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x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∈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A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，总有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x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∈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B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，则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A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⊆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B</a:t>
            </a:r>
            <a:endParaRPr lang="en-US" altLang="zh-CN" sz="2400" b="1" i="1">
              <a:solidFill>
                <a:srgbClr val="0061BC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grpSp>
        <p:nvGrpSpPr>
          <p:cNvPr id="22" name="组合 21" title=""/>
          <p:cNvGrpSpPr/>
          <p:nvPr>
            <p:custDataLst>
              <p:tags r:id="rId15"/>
            </p:custDataLst>
          </p:nvPr>
        </p:nvGrpSpPr>
        <p:grpSpPr>
          <a:xfrm>
            <a:off x="3090863" y="4855528"/>
            <a:ext cx="2159000" cy="1449387"/>
            <a:chOff x="8053" y="4182"/>
            <a:chExt cx="2777" cy="2777"/>
          </a:xfrm>
        </p:grpSpPr>
        <p:sp>
          <p:nvSpPr>
            <p:cNvPr id="15" name="椭圆 14"/>
            <p:cNvSpPr/>
            <p:nvPr>
              <p:custDataLst>
                <p:tags r:id="rId16"/>
              </p:custDataLst>
            </p:nvPr>
          </p:nvSpPr>
          <p:spPr>
            <a:xfrm>
              <a:off x="8053" y="4182"/>
              <a:ext cx="2777" cy="2777"/>
            </a:xfrm>
            <a:prstGeom prst="ellipse">
              <a:avLst/>
            </a:prstGeom>
            <a:solidFill>
              <a:srgbClr val="CAF2E9">
                <a:alpha val="80000"/>
              </a:srgbClr>
            </a:solidFill>
            <a:ln w="15875">
              <a:solidFill>
                <a:schemeClr val="dk1"/>
              </a:solidFill>
            </a:ln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91508" name="组合 15"/>
            <p:cNvGrpSpPr/>
            <p:nvPr>
              <p:custDataLst>
                <p:tags r:id="rId17"/>
              </p:custDataLst>
            </p:nvPr>
          </p:nvGrpSpPr>
          <p:grpSpPr>
            <a:xfrm>
              <a:off x="9004" y="4588"/>
              <a:ext cx="1458" cy="1660"/>
              <a:chOff x="2415" y="3896"/>
              <a:chExt cx="2702" cy="3079"/>
            </a:xfrm>
          </p:grpSpPr>
          <p:sp>
            <p:nvSpPr>
              <p:cNvPr id="17" name="椭圆 16"/>
              <p:cNvSpPr/>
              <p:nvPr>
                <p:custDataLst>
                  <p:tags r:id="rId18"/>
                </p:custDataLst>
              </p:nvPr>
            </p:nvSpPr>
            <p:spPr>
              <a:xfrm>
                <a:off x="2416" y="3888"/>
                <a:ext cx="2702" cy="3086"/>
              </a:xfrm>
              <a:prstGeom prst="ellipse">
                <a:avLst/>
              </a:prstGeom>
              <a:solidFill>
                <a:srgbClr val="E6F0C3"/>
              </a:solidFill>
              <a:ln w="15875">
                <a:solidFill>
                  <a:schemeClr val="dk1"/>
                </a:solidFill>
              </a:ln>
              <a:effectLst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1511" name="文本框 4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3086" y="3893"/>
                <a:ext cx="1563" cy="185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2286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/>
                  </a:tabLst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Aft>
                    <a:spcPct val="0"/>
                  </a:spcAft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</a:rPr>
                  <a:t>A</a:t>
                </a:r>
                <a:endPara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endParaRPr>
              </a:p>
            </p:txBody>
          </p:sp>
        </p:grpSp>
        <p:sp>
          <p:nvSpPr>
            <p:cNvPr id="191509" name="文本框 12"/>
            <p:cNvSpPr txBox="1"/>
            <p:nvPr>
              <p:custDataLst>
                <p:tags r:id="rId20"/>
              </p:custDataLst>
            </p:nvPr>
          </p:nvSpPr>
          <p:spPr>
            <a:xfrm>
              <a:off x="8323" y="5250"/>
              <a:ext cx="1217" cy="100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B</a:t>
              </a:r>
              <a:endPara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</p:grpSp>
      <p:grpSp>
        <p:nvGrpSpPr>
          <p:cNvPr id="21" name="组合 20" title=""/>
          <p:cNvGrpSpPr/>
          <p:nvPr>
            <p:custDataLst>
              <p:tags r:id="rId21"/>
            </p:custDataLst>
          </p:nvPr>
        </p:nvGrpSpPr>
        <p:grpSpPr>
          <a:xfrm>
            <a:off x="5665788" y="4850448"/>
            <a:ext cx="2227471" cy="1454150"/>
            <a:chOff x="11133" y="4182"/>
            <a:chExt cx="2778" cy="2777"/>
          </a:xfrm>
          <a:solidFill>
            <a:srgbClr val="D5E69E"/>
          </a:solidFill>
        </p:grpSpPr>
        <p:sp>
          <p:nvSpPr>
            <p:cNvPr id="18" name="椭圆 17"/>
            <p:cNvSpPr/>
            <p:nvPr>
              <p:custDataLst>
                <p:tags r:id="rId22"/>
              </p:custDataLst>
            </p:nvPr>
          </p:nvSpPr>
          <p:spPr>
            <a:xfrm>
              <a:off x="11133" y="4182"/>
              <a:ext cx="2778" cy="2777"/>
            </a:xfrm>
            <a:prstGeom prst="ellipse">
              <a:avLst/>
            </a:prstGeom>
            <a:solidFill>
              <a:srgbClr val="CAF2E9">
                <a:alpha val="80000"/>
              </a:srgbClr>
            </a:solidFill>
            <a:ln w="15875">
              <a:solidFill>
                <a:schemeClr val="dk1"/>
              </a:solidFill>
            </a:ln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91506" name="文本框 12"/>
            <p:cNvSpPr txBox="1"/>
            <p:nvPr>
              <p:custDataLst>
                <p:tags r:id="rId23"/>
              </p:custDataLst>
            </p:nvPr>
          </p:nvSpPr>
          <p:spPr>
            <a:xfrm>
              <a:off x="11569" y="4794"/>
              <a:ext cx="1622" cy="9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A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(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B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)</a:t>
              </a:r>
              <a:endPara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</p:grpSp>
      <p:grpSp>
        <p:nvGrpSpPr>
          <p:cNvPr id="23" name="组合 22" title=""/>
          <p:cNvGrpSpPr/>
          <p:nvPr>
            <p:custDataLst>
              <p:tags r:id="rId24"/>
            </p:custDataLst>
          </p:nvPr>
        </p:nvGrpSpPr>
        <p:grpSpPr>
          <a:xfrm>
            <a:off x="8441055" y="819150"/>
            <a:ext cx="2876550" cy="5411470"/>
            <a:chOff x="13293" y="1290"/>
            <a:chExt cx="4530" cy="8522"/>
          </a:xfrm>
        </p:grpSpPr>
        <p:pic>
          <p:nvPicPr>
            <p:cNvPr id="92169" name="图片 1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13293" y="1290"/>
              <a:ext cx="4529" cy="6054"/>
            </a:xfrm>
            <a:prstGeom prst="roundRect">
              <a:avLst>
                <a:gd name="adj" fmla="val 10383"/>
              </a:avLst>
            </a:prstGeom>
            <a:noFill/>
            <a:ln w="9525">
              <a:noFill/>
            </a:ln>
          </p:spPr>
        </p:pic>
        <p:sp>
          <p:nvSpPr>
            <p:cNvPr id="9" name="圆角矩形 8"/>
            <p:cNvSpPr/>
            <p:nvPr>
              <p:custDataLst>
                <p:tags r:id="rId27"/>
              </p:custDataLst>
            </p:nvPr>
          </p:nvSpPr>
          <p:spPr>
            <a:xfrm>
              <a:off x="13293" y="1290"/>
              <a:ext cx="4530" cy="6054"/>
            </a:xfrm>
            <a:prstGeom prst="roundRect">
              <a:avLst>
                <a:gd name="adj" fmla="val 9116"/>
              </a:avLst>
            </a:prstGeom>
            <a:gradFill>
              <a:gsLst>
                <a:gs pos="0">
                  <a:srgbClr val="FCFDFE">
                    <a:alpha val="0"/>
                  </a:srgbClr>
                </a:gs>
                <a:gs pos="100000">
                  <a:srgbClr val="0BA4F5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>
              <p:custDataLst>
                <p:tags r:id="rId28"/>
              </p:custDataLst>
            </p:nvPr>
          </p:nvSpPr>
          <p:spPr>
            <a:xfrm>
              <a:off x="13573" y="6054"/>
              <a:ext cx="3994" cy="10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1880年Venn首次采用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endParaRPr>
            </a:p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也称</a:t>
              </a:r>
              <a:r>
                <a:rPr lang="en-US" altLang="zh-CN" sz="1800" b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韦恩图</a:t>
              </a: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或</a:t>
              </a:r>
              <a:r>
                <a:rPr lang="en-US" altLang="zh-CN" sz="1800" b="1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文氏图</a:t>
              </a: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.</a:t>
              </a:r>
              <a:endParaRPr lang="zh-CN" altLang="en-US" sz="1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29"/>
              </p:custDataLst>
            </p:nvPr>
          </p:nvSpPr>
          <p:spPr>
            <a:xfrm>
              <a:off x="13312" y="7752"/>
              <a:ext cx="4491" cy="2061"/>
            </a:xfrm>
            <a:prstGeom prst="rect">
              <a:avLst/>
            </a:prstGeom>
            <a:noFill/>
            <a:ln w="15875" cap="flat" cmpd="sng">
              <a:solidFill>
                <a:srgbClr val="9FC157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10000"/>
                </a:lnSpc>
                <a:spcAft>
                  <a:spcPct val="0"/>
                </a:spcAft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Venn</a:t>
              </a:r>
              <a:r>
                <a:rPr lang="en-US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图：</a:t>
              </a:r>
              <a:endPara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endParaRPr>
            </a:p>
            <a:p>
              <a:pPr marL="0" lvl="0" indent="0" eaLnBrk="1" hangingPunct="1">
                <a:lnSpc>
                  <a:spcPct val="110000"/>
                </a:lnSpc>
                <a:spcAft>
                  <a:spcPct val="0"/>
                </a:spcAft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用平面上封闭曲线的内部代表集合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sym typeface="黑体" panose="02010609060101010101" charset="-122"/>
                </a:rPr>
                <a:t>.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endParaRPr>
            </a:p>
          </p:txBody>
        </p:sp>
      </p:grpSp>
      <p:grpSp>
        <p:nvGrpSpPr>
          <p:cNvPr id="19" name="组合 18" title=""/>
          <p:cNvGrpSpPr/>
          <p:nvPr>
            <p:custDataLst>
              <p:tags r:id="rId30"/>
            </p:custDataLst>
          </p:nvPr>
        </p:nvGrpSpPr>
        <p:grpSpPr>
          <a:xfrm>
            <a:off x="4639310" y="3436620"/>
            <a:ext cx="3281680" cy="772795"/>
            <a:chOff x="7306" y="5412"/>
            <a:chExt cx="5168" cy="1217"/>
          </a:xfrm>
        </p:grpSpPr>
        <p:sp>
          <p:nvSpPr>
            <p:cNvPr id="5" name="文本框 4"/>
            <p:cNvSpPr txBox="1"/>
            <p:nvPr>
              <p:custDataLst>
                <p:tags r:id="rId31"/>
              </p:custDataLst>
            </p:nvPr>
          </p:nvSpPr>
          <p:spPr>
            <a:xfrm>
              <a:off x="7306" y="5412"/>
              <a:ext cx="5168" cy="1110"/>
            </a:xfrm>
            <a:prstGeom prst="rect">
              <a:avLst/>
            </a:prstGeom>
            <a:solidFill>
              <a:srgbClr val="D5E69E">
                <a:alpha val="30000"/>
              </a:srgbClr>
            </a:solidFill>
            <a:ln w="9525">
              <a:noFill/>
            </a:ln>
          </p:spPr>
          <p:txBody>
            <a:bodyPr wrap="none">
              <a:no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sym typeface="微软雅黑" panose="020b0503020204020204" charset="-122"/>
                </a:rPr>
                <a:t>{0,1,2}</a:t>
              </a:r>
              <a:r>
                <a: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sym typeface="微软雅黑" panose="020b0503020204020204" charset="-122"/>
                </a:rPr>
                <a:t>⊆</a:t>
              </a: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sym typeface="微软雅黑" panose="020b0503020204020204" charset="-122"/>
                </a:rPr>
                <a:t>{</a:t>
              </a:r>
              <a:r>
                <a:rPr lang="en-US" altLang="zh-CN" sz="2400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sym typeface="微软雅黑" panose="020b0503020204020204" charset="-122"/>
                </a:rPr>
                <a:t>x</a:t>
              </a: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sym typeface="微软雅黑" panose="020b0503020204020204" charset="-122"/>
                </a:rPr>
                <a:t>∈N|</a:t>
              </a:r>
              <a:r>
                <a:rPr lang="en-US" altLang="zh-CN" sz="2400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sym typeface="微软雅黑" panose="020b0503020204020204" charset="-122"/>
                </a:rPr>
                <a:t>x</a:t>
              </a: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sym typeface="微软雅黑" panose="020b0503020204020204" charset="-122"/>
                </a:rPr>
                <a:t>&lt;3}</a:t>
              </a:r>
              <a:endParaRPr lang="en-US" altLang="zh-CN" sz="2400">
                <a:solidFill>
                  <a:srgbClr val="068BD8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32"/>
              </p:custDataLst>
            </p:nvPr>
          </p:nvSpPr>
          <p:spPr>
            <a:xfrm>
              <a:off x="9034" y="5893"/>
              <a:ext cx="762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no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r>
                <a:rPr 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sym typeface="微软雅黑" panose="020b0503020204020204" charset="-122"/>
                </a:rPr>
                <a:t>=</a:t>
              </a:r>
              <a:endParaRPr lang="en-US" sz="2800" b="1">
                <a:solidFill>
                  <a:srgbClr val="068BD8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 title=""/>
          <p:cNvGrpSpPr/>
          <p:nvPr>
            <p:custDataLst>
              <p:tags r:id="rId6"/>
            </p:custDataLst>
          </p:nvPr>
        </p:nvGrpSpPr>
        <p:grpSpPr>
          <a:xfrm>
            <a:off x="705485" y="962025"/>
            <a:ext cx="10782300" cy="1452245"/>
            <a:chOff x="1111" y="1515"/>
            <a:chExt cx="16980" cy="2287"/>
          </a:xfrm>
        </p:grpSpPr>
        <p:sp>
          <p:nvSpPr>
            <p:cNvPr id="4" name="矩形 3"/>
            <p:cNvSpPr/>
            <p:nvPr>
              <p:custDataLst>
                <p:tags r:id="rId7"/>
              </p:custDataLst>
            </p:nvPr>
          </p:nvSpPr>
          <p:spPr>
            <a:xfrm>
              <a:off x="2128" y="3009"/>
              <a:ext cx="15062" cy="793"/>
            </a:xfrm>
            <a:prstGeom prst="rect">
              <a:avLst/>
            </a:prstGeom>
            <a:solidFill>
              <a:srgbClr val="D5E69E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>
              <p:custDataLst>
                <p:tags r:id="rId8"/>
              </p:custDataLst>
            </p:nvPr>
          </p:nvGrpSpPr>
          <p:grpSpPr>
            <a:xfrm>
              <a:off x="1111" y="1515"/>
              <a:ext cx="16980" cy="2256"/>
              <a:chOff x="1111" y="1515"/>
              <a:chExt cx="16980" cy="2256"/>
            </a:xfrm>
          </p:grpSpPr>
          <p:sp>
            <p:nvSpPr>
              <p:cNvPr id="6" name="文本框 1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111" y="1515"/>
                <a:ext cx="16980" cy="15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marR="0" indent="539750" algn="just" defTabSz="914400" fontAlgn="auto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2400" b="1">
                    <a:solidFill>
                      <a:srgbClr val="0061BC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  <a:sym typeface="+mn-ea"/>
                  </a:rPr>
                  <a:t>问题</a:t>
                </a:r>
                <a:r>
                  <a:rPr lang="en-US" altLang="zh-CN" sz="2400" b="1">
                    <a:solidFill>
                      <a:srgbClr val="0061BC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  <a:sym typeface="+mn-ea"/>
                  </a:rPr>
                  <a:t>2</a:t>
                </a:r>
                <a:r>
                  <a:rPr lang="zh-CN" altLang="en-US" sz="2400" b="1">
                    <a:solidFill>
                      <a:srgbClr val="0061BC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  <a:sym typeface="+mn-ea"/>
                  </a:rPr>
                  <a:t>：</a:t>
                </a:r>
                <a:r>
                  <a:rPr lang="zh-CN" altLang="en-US" sz="2400">
                    <a:solidFill>
                      <a:schemeClr val="dk1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  <a:sym typeface="+mn-ea"/>
                  </a:rPr>
                  <a:t>观察下面几个例子，</a:t>
                </a:r>
                <a:r>
                  <a:rPr lang="zh-CN" altLang="en-US" sz="2400" b="1">
                    <a:solidFill>
                      <a:srgbClr val="0061BC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  <a:sym typeface="+mn-ea"/>
                  </a:rPr>
                  <a:t>类比</a:t>
                </a:r>
                <a:r>
                  <a:rPr lang="zh-CN" altLang="en-US" sz="2400" u="sng">
                    <a:solidFill>
                      <a:schemeClr val="dk1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  <a:sym typeface="+mn-ea"/>
                  </a:rPr>
                  <a:t>实数间的相等关系、大小关系</a:t>
                </a:r>
                <a:r>
                  <a:rPr lang="zh-CN" altLang="en-US" sz="2400">
                    <a:solidFill>
                      <a:schemeClr val="dk1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  <a:sym typeface="+mn-ea"/>
                  </a:rPr>
                  <a:t>，你能发现下面两个集合之间的关系吗?</a:t>
                </a:r>
                <a:endParaRPr kumimoji="0" lang="en-US" altLang="zh-CN" sz="2400" kern="1200" cap="none" spc="0" normalizeH="0" baseline="0" noProof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2292" name="对象 12291"/>
              <p:cNvGraphicFramePr>
                <a:graphicFrameLocks noChangeAspect="1"/>
              </p:cNvGraphicFramePr>
              <p:nvPr>
                <p:custDataLst>
                  <p:tags r:id="rId10"/>
                </p:custDataLst>
              </p:nvPr>
            </p:nvGraphicFramePr>
            <p:xfrm>
              <a:off x="2881" y="3082"/>
              <a:ext cx="13558" cy="689"/>
            </p:xfrm>
            <a:graphic>
              <a:graphicData uri="http://schemas.openxmlformats.org/presentationml/2006/ole">
                <mc:AlternateContent>
                  <mc:Choice xmlns:v="urn:schemas-microsoft-com:vml" Requires="v">
                    <p:oleObj spid="_x0000_s1038" r:id="rId11" imgW="3987800" imgH="215900" progId="Equation.DSMT4">
                      <p:embed/>
                    </p:oleObj>
                  </mc:Choice>
                  <mc:Fallback>
                    <p:oleObj r:id="rId11" imgW="3987800" imgH="215900" progId="Equation.DSMT4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881" y="3082"/>
                            <a:ext cx="13558" cy="68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2293" name="文本框 12292" title=""/>
          <p:cNvSpPr txBox="1"/>
          <p:nvPr>
            <p:custDataLst>
              <p:tags r:id="rId13"/>
            </p:custDataLst>
          </p:nvPr>
        </p:nvSpPr>
        <p:spPr>
          <a:xfrm>
            <a:off x="1351280" y="2436495"/>
            <a:ext cx="9565005" cy="1863725"/>
          </a:xfrm>
          <a:prstGeom prst="rect">
            <a:avLst/>
          </a:prstGeom>
          <a:noFill/>
          <a:ln w="15875">
            <a:solidFill>
              <a:srgbClr val="9FC157"/>
            </a:solidFill>
            <a:prstDash val="dash"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由于“两条边相等的三角形”是等腰三角形，因此，集合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E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都是由等腰三角形组成的集合．即集合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E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中任何一个元素都是集合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中的元素，同时，集合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中任何一个元素都是集合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E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中的元素．这样，集合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E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的元素与集合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的元素是一样的．</a:t>
            </a: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 title=""/>
          <p:cNvSpPr txBox="1"/>
          <p:nvPr>
            <p:custDataLst>
              <p:tags r:id="rId14"/>
            </p:custDataLst>
          </p:nvPr>
        </p:nvSpPr>
        <p:spPr>
          <a:xfrm>
            <a:off x="777875" y="4377690"/>
            <a:ext cx="10709910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一般的，如果集合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的任何一个元素都是集合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的元素，同时集合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的任何一个元素都是集合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的元素，那么集合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与集合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相等，记作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也就是说：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indent="457200" algn="ctr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⊆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，且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⊆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A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，则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A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=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B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rPr>
              <a:t>.</a:t>
            </a:r>
            <a:endParaRPr lang="en-US" altLang="zh-CN" sz="2400" b="1">
              <a:solidFill>
                <a:srgbClr val="0061BC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1" name="文本框 10" title=""/>
          <p:cNvSpPr txBox="1"/>
          <p:nvPr>
            <p:custDataLst>
              <p:tags r:id="rId15"/>
            </p:custDataLst>
          </p:nvPr>
        </p:nvSpPr>
        <p:spPr>
          <a:xfrm>
            <a:off x="1351280" y="5952490"/>
            <a:ext cx="9563735" cy="460375"/>
          </a:xfrm>
          <a:prstGeom prst="rect">
            <a:avLst/>
          </a:prstGeom>
          <a:solidFill>
            <a:srgbClr val="D5E69E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与实数中的结论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</a:rPr>
              <a:t>≥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，且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</a:rPr>
              <a:t>≥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，则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a=b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”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相类比，你有什么体会？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 title=""/>
          <p:cNvGrpSpPr/>
          <p:nvPr>
            <p:custDataLst>
              <p:tags r:id="rId16"/>
            </p:custDataLst>
          </p:nvPr>
        </p:nvGrpSpPr>
        <p:grpSpPr>
          <a:xfrm>
            <a:off x="584836" y="472966"/>
            <a:ext cx="5197474" cy="521970"/>
            <a:chOff x="330201" y="576471"/>
            <a:chExt cx="5197474" cy="521970"/>
          </a:xfrm>
        </p:grpSpPr>
        <p:sp>
          <p:nvSpPr>
            <p:cNvPr id="23" name="文本框 22"/>
            <p:cNvSpPr txBox="1"/>
            <p:nvPr>
              <p:custDataLst>
                <p:tags r:id="rId17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新知1.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包含关系与子集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1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 animBg="1"/>
      <p:bldP spid="9" grpId="0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5197474" cy="521970"/>
            <a:chOff x="330201" y="576471"/>
            <a:chExt cx="5197474" cy="521970"/>
          </a:xfrm>
        </p:grpSpPr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新知1.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包含关系与子集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5" name="组合 14" title=""/>
          <p:cNvGrpSpPr/>
          <p:nvPr>
            <p:custDataLst>
              <p:tags r:id="rId9"/>
            </p:custDataLst>
          </p:nvPr>
        </p:nvGrpSpPr>
        <p:grpSpPr>
          <a:xfrm>
            <a:off x="974090" y="1308068"/>
            <a:ext cx="10182860" cy="1437672"/>
            <a:chOff x="1344" y="1878"/>
            <a:chExt cx="16431" cy="2383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custDataLst>
                <p:tags r:id="rId10"/>
              </p:custDataLst>
            </p:nvPr>
          </p:nvGraphicFramePr>
          <p:xfrm>
            <a:off x="1344" y="1878"/>
            <a:ext cx="16431" cy="2343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39" r:id="rId11" imgW="4686300" imgH="711200" progId="Equation.DSMT4">
                    <p:embed/>
                  </p:oleObj>
                </mc:Choice>
                <mc:Fallback>
                  <p:oleObj r:id="rId11" imgW="4686300" imgH="7112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44" y="1878"/>
                          <a:ext cx="16431" cy="2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/>
            <p:cNvSpPr/>
            <p:nvPr>
              <p:custDataLst>
                <p:tags r:id="rId13"/>
              </p:custDataLst>
            </p:nvPr>
          </p:nvSpPr>
          <p:spPr>
            <a:xfrm>
              <a:off x="7271" y="3376"/>
              <a:ext cx="4022" cy="885"/>
            </a:xfrm>
            <a:prstGeom prst="rect">
              <a:avLst/>
            </a:prstGeom>
            <a:noFill/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149" name="Rectangle 7" title="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913765" y="2860675"/>
            <a:ext cx="10243185" cy="549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0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0">
                <a:solidFill>
                  <a:srgbClr val="002827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读作：“</a:t>
            </a:r>
            <a:r>
              <a:rPr lang="en-US" altLang="zh-CN" b="0" i="1">
                <a:solidFill>
                  <a:srgbClr val="002827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b="0">
                <a:solidFill>
                  <a:srgbClr val="002827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真包含于</a:t>
            </a:r>
            <a:r>
              <a:rPr lang="en-US" altLang="zh-CN" b="0" i="1">
                <a:solidFill>
                  <a:srgbClr val="002827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zh-CN" b="0">
                <a:solidFill>
                  <a:srgbClr val="002827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”</a:t>
            </a:r>
            <a:r>
              <a:rPr lang="zh-CN" altLang="en-US" b="0">
                <a:solidFill>
                  <a:srgbClr val="002827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（或“</a:t>
            </a:r>
            <a:r>
              <a:rPr lang="en-US" altLang="zh-CN" b="0" i="1">
                <a:solidFill>
                  <a:srgbClr val="002827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b="0">
                <a:solidFill>
                  <a:srgbClr val="002827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真包含</a:t>
            </a:r>
            <a:r>
              <a:rPr lang="en-US" altLang="zh-CN" b="0" i="1">
                <a:solidFill>
                  <a:srgbClr val="002827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b="0">
                <a:solidFill>
                  <a:srgbClr val="002827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”</a:t>
            </a:r>
            <a:r>
              <a:rPr lang="zh-CN" altLang="en-US" b="0">
                <a:solidFill>
                  <a:srgbClr val="002827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）</a:t>
            </a:r>
            <a:endParaRPr lang="zh-CN" altLang="en-US" b="0">
              <a:solidFill>
                <a:srgbClr val="002827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26" name="组合 25" title=""/>
          <p:cNvGrpSpPr/>
          <p:nvPr>
            <p:custDataLst>
              <p:tags r:id="rId15"/>
            </p:custDataLst>
          </p:nvPr>
        </p:nvGrpSpPr>
        <p:grpSpPr>
          <a:xfrm>
            <a:off x="974090" y="3546475"/>
            <a:ext cx="10182860" cy="1482090"/>
            <a:chOff x="1534" y="5585"/>
            <a:chExt cx="16036" cy="2334"/>
          </a:xfrm>
        </p:grpSpPr>
        <p:sp>
          <p:nvSpPr>
            <p:cNvPr id="22" name="圆角矩形 21"/>
            <p:cNvSpPr/>
            <p:nvPr>
              <p:custDataLst>
                <p:tags r:id="rId16"/>
              </p:custDataLst>
            </p:nvPr>
          </p:nvSpPr>
          <p:spPr>
            <a:xfrm>
              <a:off x="1534" y="5585"/>
              <a:ext cx="16036" cy="2334"/>
            </a:xfrm>
            <a:prstGeom prst="roundRect">
              <a:avLst/>
            </a:prstGeom>
            <a:solidFill>
              <a:srgbClr val="D5E69E">
                <a:alpha val="15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/>
            <p:cNvGrpSpPr/>
            <p:nvPr>
              <p:custDataLst>
                <p:tags r:id="rId17"/>
              </p:custDataLst>
            </p:nvPr>
          </p:nvGrpSpPr>
          <p:grpSpPr>
            <a:xfrm>
              <a:off x="3696" y="5602"/>
              <a:ext cx="11430" cy="2004"/>
              <a:chOff x="1739" y="5876"/>
              <a:chExt cx="11430" cy="2004"/>
            </a:xfrm>
          </p:grpSpPr>
          <mc:AlternateContent>
            <mc:Choice Requires="a14">
              <p:sp>
                <p:nvSpPr>
                  <p:cNvPr id="17" name="文本框 16"/>
                  <p:cNvSpPr txBox="1"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1739" y="5876"/>
                    <a:ext cx="11430" cy="200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spAutoFit/>
                  </a:bodyPr>
                  <a:lstStyle/>
                  <a:p>
                    <a:pPr>
                      <a:lnSpc>
                        <a:spcPct val="160000"/>
                      </a:lnSpc>
                    </a:pPr>
                    <a:r>
                      <a:rPr lang="zh-CN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例如，在</a:t>
                    </a:r>
                    <a:r>
                      <a:rPr lang="en-US" altLang="zh-CN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(1)</a:t>
                    </a:r>
                    <a:r>
                      <a:rPr lang="zh-CN" altLang="en-US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中，</a:t>
                    </a:r>
                    <a:r>
                      <a:rPr lang="en-US" altLang="zh-CN" sz="2400" i="1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微软雅黑" panose="020b0503020204020204" charset="-122"/>
                      </a:rPr>
                      <a:t>A</a:t>
                    </a:r>
                    <a:r>
                      <a:rPr lang="en-US" altLang="zh-CN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微软雅黑" panose="020b0503020204020204" charset="-122"/>
                      </a:rPr>
                      <a:t>={1，2，3}，</a:t>
                    </a:r>
                    <a:r>
                      <a:rPr lang="en-US" altLang="zh-CN" sz="2400" i="1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微软雅黑" panose="020b0503020204020204" charset="-122"/>
                      </a:rPr>
                      <a:t>B</a:t>
                    </a:r>
                    <a:r>
                      <a:rPr lang="en-US" altLang="zh-CN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微软雅黑" panose="020b0503020204020204" charset="-122"/>
                      </a:rPr>
                      <a:t>={1，2，3，4，5}</a:t>
                    </a:r>
                    <a:endParaRPr lang="en-US" altLang="zh-CN" sz="2400">
                      <a:latin typeface="Times New Roman" panose="02020603050405020304" pitchFamily="18" charset="0"/>
                      <a:ea typeface="黑体" panose="02010609060101010101" charset="-122"/>
                      <a:cs typeface="Times New Roman" panose="02020603050405020304" pitchFamily="18" charset="0"/>
                      <a:sym typeface="微软雅黑" panose="020b0503020204020204" charset="-122"/>
                    </a:endParaRPr>
                  </a:p>
                  <a:p>
                    <a:pPr>
                      <a:lnSpc>
                        <a:spcPct val="160000"/>
                      </a:lnSpc>
                    </a:pPr>
                    <a:r>
                      <a:rPr lang="zh-CN" altLang="en-US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我们有</a:t>
                    </a:r>
                    <a:r>
                      <a:rPr lang="en-US" altLang="zh-CN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4</a:t>
                    </a:r>
                    <a14:m>
                      <m:oMathPara>
                        <m:oMathParaPr>
                          <m:jc/>
                        </m:oMathParaPr>
                        <m:oMath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 </m:t>
                          </m:r>
                        </m:oMath>
                      </m:oMathPara>
                    </a14:m>
                    <a:r>
                      <a:rPr lang="en-US" altLang="zh-CN" sz="2400" i="1">
                        <a:latin typeface="Times New Roman" panose="02020603050405020304" pitchFamily="18" charset="0"/>
                        <a:ea typeface="黑体" panose="02010609060101010101" charset="-122"/>
                        <a:sym typeface="微软雅黑" panose="020b0503020204020204" charset="-122"/>
                      </a:rPr>
                      <a:t>B</a:t>
                    </a:r>
                    <a:r>
                      <a:rPr lang="zh-CN" altLang="en-US" sz="2400">
                        <a:latin typeface="Times New Roman" panose="02020603050405020304" pitchFamily="18" charset="0"/>
                        <a:ea typeface="黑体" panose="02010609060101010101" charset="-122"/>
                        <a:sym typeface="微软雅黑" panose="020b0503020204020204" charset="-122"/>
                      </a:rPr>
                      <a:t>，</a:t>
                    </a:r>
                    <a:r>
                      <a:rPr lang="en-US" altLang="zh-CN" sz="2400">
                        <a:latin typeface="Times New Roman" panose="02020603050405020304" pitchFamily="18" charset="0"/>
                        <a:ea typeface="黑体" panose="02010609060101010101" charset="-122"/>
                        <a:sym typeface="微软雅黑" panose="020b0503020204020204" charset="-122"/>
                      </a:rPr>
                      <a:t>4  </a:t>
                    </a:r>
                    <a14:m>
                      <m:oMathPara>
                        <m:oMathParaPr>
                          <m:jc/>
                        </m:oMathParaPr>
                        <m:oMath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∉</m:t>
                          </m:r>
                        </m:oMath>
                      </m:oMathPara>
                    </a14:m>
                    <a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a:t>  </a:t>
                    </a:r>
                    <a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a:t>A</a:t>
                    </a:r>
                    <a:r>
                      <a:rPr lang="zh-CN" altLang="en-US" sz="2400">
                        <a:solidFill>
                          <a:schemeClr val="tx1"/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a:t>；</a:t>
                    </a:r>
                    <a:r>
                      <a:rPr lang="zh-CN" altLang="en-US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我们还有</a:t>
                    </a:r>
                    <a:r>
                      <a:rPr lang="en-US" altLang="zh-CN" sz="2400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rPr>
                      <a:t>                               .</a:t>
                    </a:r>
                    <a:endParaRPr lang="zh-CN" altLang="en-US" sz="240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黑体" panose="02010609060101010101" charset="-122"/>
                      <a:cs typeface="Times New Roman" panose="02020603050405020304" pitchFamily="18" charset="0"/>
                      <a:sym typeface="+mn-ea"/>
                    </a:endParaRPr>
                  </a:p>
                </p:txBody>
              </p:sp>
            </mc:Choice>
            <mc:Fallback>
              <p:sp>
                <p:nvSpPr>
                  <p:cNvPr id="17" name="文本框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1739" y="5876"/>
                    <a:ext cx="11430" cy="2004"/>
                  </a:xfrm>
                  <a:prstGeom prst="rect">
                    <a:avLst/>
                  </a:prstGeom>
                  <a:blipFill rotWithShape="1"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aphicFrame>
            <p:nvGraphicFramePr>
              <p:cNvPr id="18" name="对象 17"/>
              <p:cNvGraphicFramePr>
                <a:graphicFrameLocks noChangeAspect="1"/>
              </p:cNvGraphicFramePr>
              <p:nvPr>
                <p:custDataLst>
                  <p:tags r:id="rId21"/>
                </p:custDataLst>
              </p:nvPr>
            </p:nvGraphicFramePr>
            <p:xfrm>
              <a:off x="8976" y="6964"/>
              <a:ext cx="3391" cy="838"/>
            </p:xfrm>
            <a:graphic>
              <a:graphicData uri="http://schemas.openxmlformats.org/presentationml/2006/ole">
                <mc:AlternateContent>
                  <mc:Choice xmlns:v="urn:schemas-microsoft-com:vml" Requires="v">
                    <p:oleObj spid="_x0000_s1040" r:id="rId22" imgW="990600" imgH="266700" progId="Equation.DSMT4">
                      <p:embed/>
                    </p:oleObj>
                  </mc:Choice>
                  <mc:Fallback>
                    <p:oleObj r:id="rId22" imgW="990600" imgH="266700" progId="Equation.DSMT4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8976" y="6964"/>
                            <a:ext cx="3391" cy="83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5" name="文本框 24" title=""/>
          <p:cNvSpPr txBox="1"/>
          <p:nvPr>
            <p:custDataLst>
              <p:tags r:id="rId24"/>
            </p:custDataLst>
          </p:nvPr>
        </p:nvSpPr>
        <p:spPr>
          <a:xfrm>
            <a:off x="974725" y="5230495"/>
            <a:ext cx="101822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所以集合</a:t>
            </a:r>
            <a:r>
              <a:rPr lang="en-US" altLang="zh-CN" sz="28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是集合</a:t>
            </a:r>
            <a:r>
              <a:rPr lang="en-US" altLang="zh-CN" sz="28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的真子集</a:t>
            </a:r>
            <a:r>
              <a:rPr lang="en-US" altLang="zh-CN" sz="28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solidFill>
                <a:srgbClr val="0061BC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 title=""/>
          <p:cNvGrpSpPr/>
          <p:nvPr>
            <p:custDataLst>
              <p:tags r:id="rId6"/>
            </p:custDataLst>
          </p:nvPr>
        </p:nvGrpSpPr>
        <p:grpSpPr>
          <a:xfrm>
            <a:off x="950595" y="4495165"/>
            <a:ext cx="10182860" cy="1346200"/>
            <a:chOff x="1497" y="7079"/>
            <a:chExt cx="16036" cy="2120"/>
          </a:xfrm>
        </p:grpSpPr>
        <p:graphicFrame>
          <p:nvGraphicFramePr>
            <p:cNvPr id="9" name="Object 4"/>
            <p:cNvGraphicFramePr>
              <a:graphicFrameLocks noChangeAspect="1"/>
            </p:cNvGraphicFramePr>
            <p:nvPr>
              <p:custDataLst>
                <p:tags r:id="rId7"/>
              </p:custDataLst>
            </p:nvPr>
          </p:nvGraphicFramePr>
          <p:xfrm>
            <a:off x="1497" y="7258"/>
            <a:ext cx="16036" cy="1941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41" name="Equation" r:id="rId8" imgW="4826000" imgH="609600" progId="Equation.DSMT4">
                    <p:embed/>
                  </p:oleObj>
                </mc:Choice>
                <mc:Fallback>
                  <p:oleObj name="Equation" r:id="rId8" imgW="4826000" imgH="6096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497" y="7258"/>
                          <a:ext cx="16036" cy="19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  <a:miter lim="800000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" name="组合 24"/>
            <p:cNvGrpSpPr/>
            <p:nvPr>
              <p:custDataLst>
                <p:tags r:id="rId10"/>
              </p:custDataLst>
            </p:nvPr>
          </p:nvGrpSpPr>
          <p:grpSpPr>
            <a:xfrm>
              <a:off x="1703" y="7079"/>
              <a:ext cx="1000" cy="962"/>
              <a:chOff x="1703" y="7079"/>
              <a:chExt cx="1000" cy="962"/>
            </a:xfrm>
          </p:grpSpPr>
          <p:sp>
            <p:nvSpPr>
              <p:cNvPr id="20" name="椭圆 19"/>
              <p:cNvSpPr/>
              <p:nvPr>
                <p:custDataLst>
                  <p:tags r:id="rId11"/>
                </p:custDataLst>
              </p:nvPr>
            </p:nvSpPr>
            <p:spPr>
              <a:xfrm>
                <a:off x="1703" y="7079"/>
                <a:ext cx="1000" cy="963"/>
              </a:xfrm>
              <a:prstGeom prst="ellipse">
                <a:avLst/>
              </a:prstGeom>
              <a:gradFill>
                <a:gsLst>
                  <a:gs pos="0">
                    <a:srgbClr val="DDE69D"/>
                  </a:gs>
                  <a:gs pos="50000">
                    <a:srgbClr val="14B2F7"/>
                  </a:gs>
                  <a:gs pos="100000">
                    <a:srgbClr val="0174D2"/>
                  </a:gs>
                </a:gsLst>
                <a:lin ang="306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pic>
            <p:nvPicPr>
              <p:cNvPr id="21" name="图片 20" descr="每周一练"/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1910" y="7245"/>
                <a:ext cx="610" cy="610"/>
              </a:xfrm>
              <a:prstGeom prst="rect">
                <a:avLst/>
              </a:prstGeom>
            </p:spPr>
          </p:pic>
        </p:grpSp>
      </p:grpSp>
      <p:grpSp>
        <p:nvGrpSpPr>
          <p:cNvPr id="13" name="组合 12" title=""/>
          <p:cNvGrpSpPr/>
          <p:nvPr>
            <p:custDataLst>
              <p:tags r:id="rId14"/>
            </p:custDataLst>
          </p:nvPr>
        </p:nvGrpSpPr>
        <p:grpSpPr>
          <a:xfrm>
            <a:off x="584836" y="472966"/>
            <a:ext cx="5197474" cy="521970"/>
            <a:chOff x="330201" y="576471"/>
            <a:chExt cx="5197474" cy="521970"/>
          </a:xfrm>
        </p:grpSpPr>
        <p:sp>
          <p:nvSpPr>
            <p:cNvPr id="23" name="文本框 22"/>
            <p:cNvSpPr txBox="1"/>
            <p:nvPr>
              <p:custDataLst>
                <p:tags r:id="rId15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新知1.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包含关系与子集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16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13318" name="对象 13317" title=""/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950595" y="1181735"/>
          <a:ext cx="10318115" cy="91567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2" r:id="rId18" imgW="4965700" imgH="457200" progId="Equation.DSMT4">
                  <p:embed/>
                </p:oleObj>
              </mc:Choice>
              <mc:Fallback>
                <p:oleObj r:id="rId18" imgW="4965700" imgH="457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50595" y="1181735"/>
                        <a:ext cx="10318115" cy="9156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对象 13318" title=""/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904240" y="2367915"/>
          <a:ext cx="10259060" cy="86804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3" r:id="rId21" imgW="4737100" imgH="431800" progId="Equation.DSMT4">
                  <p:embed/>
                </p:oleObj>
              </mc:Choice>
              <mc:Fallback>
                <p:oleObj r:id="rId21" imgW="4737100" imgH="4318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04240" y="2367915"/>
                        <a:ext cx="10259060" cy="8680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 title=""/>
          <p:cNvGrpSpPr/>
          <p:nvPr>
            <p:custDataLst>
              <p:tags r:id="rId23"/>
            </p:custDataLst>
          </p:nvPr>
        </p:nvGrpSpPr>
        <p:grpSpPr>
          <a:xfrm>
            <a:off x="974090" y="3571875"/>
            <a:ext cx="10182860" cy="648335"/>
            <a:chOff x="1534" y="5445"/>
            <a:chExt cx="16036" cy="1021"/>
          </a:xfrm>
        </p:grpSpPr>
        <p:sp>
          <p:nvSpPr>
            <p:cNvPr id="7" name="矩形 6"/>
            <p:cNvSpPr/>
            <p:nvPr>
              <p:custDataLst>
                <p:tags r:id="rId24"/>
              </p:custDataLst>
            </p:nvPr>
          </p:nvSpPr>
          <p:spPr>
            <a:xfrm>
              <a:off x="1534" y="5445"/>
              <a:ext cx="16036" cy="1021"/>
            </a:xfrm>
            <a:prstGeom prst="rect">
              <a:avLst/>
            </a:prstGeom>
            <a:solidFill>
              <a:srgbClr val="D5E69E">
                <a:alpha val="15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>
              <p:custDataLst>
                <p:tags r:id="rId25"/>
              </p:custDataLst>
            </p:nvPr>
          </p:nvSpPr>
          <p:spPr>
            <a:xfrm>
              <a:off x="3560" y="5522"/>
              <a:ext cx="12078" cy="84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342265" algn="ctr"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即</a:t>
              </a:r>
              <a:r>
                <a: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   </a:t>
              </a:r>
              <a:r>
                <a:rPr lang="zh-CN" altLang="en-US" sz="2400" b="1">
                  <a:solidFill>
                    <a:srgbClr val="0061BC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⊆</a:t>
              </a:r>
              <a:r>
                <a:rPr lang="en-US" altLang="zh-CN" sz="2400" b="1" i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en-US" altLang="zh-CN" sz="2400" b="1" i="1">
                  <a:solidFill>
                    <a:srgbClr val="068BD8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. </a:t>
              </a:r>
              <a:r>
                <a:rPr lang="zh-CN" altLang="en-US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是任何非空集合的真子集</a:t>
              </a:r>
              <a:r>
                <a:rPr lang="en-US" altLang="zh-CN" sz="24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. </a:t>
              </a:r>
              <a:endParaRPr lang="en-US" altLang="zh-CN" sz="2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custDataLst>
                <p:tags r:id="rId26"/>
              </p:custDataLst>
            </p:nvPr>
          </p:nvGraphicFramePr>
          <p:xfrm>
            <a:off x="6489" y="5664"/>
            <a:ext cx="545" cy="613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44" r:id="rId27" imgW="177165" imgH="177165" progId="Equation.DSMT4">
                    <p:embed/>
                  </p:oleObj>
                </mc:Choice>
                <mc:Fallback>
                  <p:oleObj r:id="rId27" imgW="177165" imgH="177165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489" y="5664"/>
                          <a:ext cx="545" cy="6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5" name="矩形 6" title="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4318248" y="5332307"/>
            <a:ext cx="4876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395">
                <a:solidFill>
                  <a:srgbClr val="0061BC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∈</a:t>
            </a:r>
            <a:endParaRPr lang="zh-CN" altLang="en-US" sz="2395">
              <a:solidFill>
                <a:srgbClr val="0061BC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177" name="Rectangle 5" title="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290310" y="5311775"/>
            <a:ext cx="414020" cy="481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rgbClr val="DDDDDD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1" i="0" u="none" baseline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eaLnBrk="1" hangingPunct="1"/>
            <a:r>
              <a:rPr lang="en-US" altLang="zh-CN" sz="2695">
                <a:solidFill>
                  <a:srgbClr val="0061B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∉</a:t>
            </a:r>
            <a:endParaRPr lang="en-US" altLang="zh-CN" sz="2695">
              <a:solidFill>
                <a:srgbClr val="0061BC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8" name="对象 17" title=""/>
          <p:cNvGraphicFramePr>
            <a:graphicFrameLocks noChangeAspect="1"/>
          </p:cNvGraphicFramePr>
          <p:nvPr>
            <p:custDataLst>
              <p:tags r:id="rId31"/>
            </p:custDataLst>
          </p:nvPr>
        </p:nvGraphicFramePr>
        <p:xfrm>
          <a:off x="8239443" y="5234940"/>
          <a:ext cx="331470" cy="55753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5" r:id="rId32" imgW="152400" imgH="279400" progId="Equation.DSMT4">
                  <p:embed/>
                </p:oleObj>
              </mc:Choice>
              <mc:Fallback>
                <p:oleObj r:id="rId32" imgW="152400" imgH="279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239443" y="5234940"/>
                        <a:ext cx="331470" cy="5575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 title=""/>
          <p:cNvGraphicFramePr>
            <a:graphicFrameLocks noChangeAspect="1"/>
          </p:cNvGraphicFramePr>
          <p:nvPr>
            <p:custDataLst>
              <p:tags r:id="rId34"/>
            </p:custDataLst>
          </p:nvPr>
        </p:nvGraphicFramePr>
        <p:xfrm>
          <a:off x="10253028" y="5234940"/>
          <a:ext cx="331470" cy="55753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6" r:id="rId35" imgW="152400" imgH="279400" progId="Equation.DSMT4">
                  <p:embed/>
                </p:oleObj>
              </mc:Choice>
              <mc:Fallback>
                <p:oleObj r:id="rId35" imgW="152400" imgH="279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0253028" y="5234940"/>
                        <a:ext cx="331470" cy="5575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25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25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" grpId="0"/>
      <p:bldP spid="717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5197474" cy="521970"/>
            <a:chOff x="330201" y="576471"/>
            <a:chExt cx="5197474" cy="521970"/>
          </a:xfrm>
        </p:grpSpPr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新知1.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包含关系与子集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3" name="对象 2" title="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816610" y="1120458"/>
          <a:ext cx="10241915" cy="42481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47" r:id="rId10" imgW="5092700" imgH="215900" progId="Equation.DSMT4">
                  <p:embed/>
                </p:oleObj>
              </mc:Choice>
              <mc:Fallback>
                <p:oleObj r:id="rId10" imgW="5092700" imgH="215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16610" y="1120458"/>
                        <a:ext cx="10241915" cy="4248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 title=""/>
          <p:cNvSpPr txBox="1"/>
          <p:nvPr>
            <p:custDataLst>
              <p:tags r:id="rId12"/>
            </p:custDataLst>
          </p:nvPr>
        </p:nvSpPr>
        <p:spPr>
          <a:xfrm>
            <a:off x="765810" y="1507490"/>
            <a:ext cx="7469505" cy="1245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注：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2400">
                <a:solidFill>
                  <a:srgbClr val="068BD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包含关系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刻画的是</a:t>
            </a:r>
            <a:r>
              <a:rPr lang="zh-CN" altLang="en-US"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集合与集合间的关系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；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    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而</a:t>
            </a:r>
            <a:r>
              <a:rPr lang="zh-CN" altLang="en-US"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属于关系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刻画的是</a:t>
            </a:r>
            <a:r>
              <a:rPr lang="zh-CN" altLang="en-US"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元素与集合间的关系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.</a:t>
            </a:r>
            <a:endParaRPr lang="en-US" altLang="zh-CN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grpSp>
        <p:nvGrpSpPr>
          <p:cNvPr id="29" name="组合 28" title=""/>
          <p:cNvGrpSpPr/>
          <p:nvPr>
            <p:custDataLst>
              <p:tags r:id="rId13"/>
            </p:custDataLst>
          </p:nvPr>
        </p:nvGrpSpPr>
        <p:grpSpPr>
          <a:xfrm>
            <a:off x="724535" y="3007995"/>
            <a:ext cx="10198735" cy="993775"/>
            <a:chOff x="1141" y="4737"/>
            <a:chExt cx="16061" cy="1565"/>
          </a:xfrm>
        </p:grpSpPr>
        <p:sp>
          <p:nvSpPr>
            <p:cNvPr id="28" name="同侧圆角矩形 27"/>
            <p:cNvSpPr/>
            <p:nvPr>
              <p:custDataLst>
                <p:tags r:id="rId14"/>
              </p:custDataLst>
            </p:nvPr>
          </p:nvSpPr>
          <p:spPr>
            <a:xfrm rot="16200000">
              <a:off x="3283" y="2595"/>
              <a:ext cx="883" cy="5167"/>
            </a:xfrm>
            <a:prstGeom prst="round2SameRect">
              <a:avLst>
                <a:gd name="adj1" fmla="val 31950"/>
                <a:gd name="adj2" fmla="val 0"/>
              </a:avLst>
            </a:prstGeom>
            <a:gradFill>
              <a:gsLst>
                <a:gs pos="31000">
                  <a:srgbClr val="47C2E3">
                    <a:alpha val="100000"/>
                  </a:srgbClr>
                </a:gs>
                <a:gs pos="0">
                  <a:srgbClr val="14A2F3"/>
                </a:gs>
                <a:gs pos="68000">
                  <a:srgbClr val="76CECC">
                    <a:alpha val="17000"/>
                  </a:srgbClr>
                </a:gs>
                <a:gs pos="100000">
                  <a:srgbClr val="D5E69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/>
            <p:cNvGrpSpPr/>
            <p:nvPr>
              <p:custDataLst>
                <p:tags r:id="rId15"/>
              </p:custDataLst>
            </p:nvPr>
          </p:nvGrpSpPr>
          <p:grpSpPr>
            <a:xfrm>
              <a:off x="1324" y="4848"/>
              <a:ext cx="15879" cy="1454"/>
              <a:chOff x="1324" y="4668"/>
              <a:chExt cx="15879" cy="1454"/>
            </a:xfrm>
          </p:grpSpPr>
          <p:graphicFrame>
            <p:nvGraphicFramePr>
              <p:cNvPr id="19457" name="内容占位符 164868"/>
              <p:cNvGraphicFramePr>
                <a:graphicFrameLocks noGrp="1" noChangeAspect="1"/>
              </p:cNvGraphicFramePr>
              <p:nvPr>
                <p:custDataLst>
                  <p:tags r:id="rId16"/>
                </p:custDataLst>
              </p:nvPr>
            </p:nvGraphicFramePr>
            <p:xfrm>
              <a:off x="1324" y="4697"/>
              <a:ext cx="15736" cy="1406"/>
            </p:xfrm>
            <a:graphic>
              <a:graphicData uri="http://schemas.openxmlformats.org/presentationml/2006/ole">
                <mc:AlternateContent>
                  <mc:Choice xmlns:v="urn:schemas-microsoft-com:vml" Requires="v">
                    <p:oleObj spid="_x0000_s1048" r:id="rId17" imgW="4483100" imgH="457200" progId="Equation.DSMT4">
                      <p:embed/>
                    </p:oleObj>
                  </mc:Choice>
                  <mc:Fallback>
                    <p:oleObj r:id="rId17" imgW="4483100" imgH="457200" progId="Equation.DSMT4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324" y="4697"/>
                            <a:ext cx="15736" cy="140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 lim="800000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矩形 21"/>
              <p:cNvSpPr/>
              <p:nvPr>
                <p:custDataLst>
                  <p:tags r:id="rId19"/>
                </p:custDataLst>
              </p:nvPr>
            </p:nvSpPr>
            <p:spPr>
              <a:xfrm>
                <a:off x="12642" y="4668"/>
                <a:ext cx="4561" cy="1454"/>
              </a:xfrm>
              <a:prstGeom prst="rect">
                <a:avLst/>
              </a:prstGeom>
              <a:solidFill>
                <a:srgbClr val="D5E69E">
                  <a:alpha val="15000"/>
                </a:srgbClr>
              </a:solidFill>
              <a:ln w="22225">
                <a:solidFill>
                  <a:srgbClr val="9FC157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0" name="组合 29" title=""/>
          <p:cNvGrpSpPr/>
          <p:nvPr>
            <p:custDataLst>
              <p:tags r:id="rId20"/>
            </p:custDataLst>
          </p:nvPr>
        </p:nvGrpSpPr>
        <p:grpSpPr>
          <a:xfrm>
            <a:off x="724535" y="4416425"/>
            <a:ext cx="10983595" cy="1610995"/>
            <a:chOff x="1141" y="6955"/>
            <a:chExt cx="17297" cy="2537"/>
          </a:xfrm>
        </p:grpSpPr>
        <p:sp>
          <p:nvSpPr>
            <p:cNvPr id="27" name="同侧圆角矩形 26"/>
            <p:cNvSpPr/>
            <p:nvPr>
              <p:custDataLst>
                <p:tags r:id="rId21"/>
              </p:custDataLst>
            </p:nvPr>
          </p:nvSpPr>
          <p:spPr>
            <a:xfrm rot="16200000">
              <a:off x="3283" y="4813"/>
              <a:ext cx="883" cy="5167"/>
            </a:xfrm>
            <a:prstGeom prst="round2SameRect">
              <a:avLst>
                <a:gd name="adj1" fmla="val 31950"/>
                <a:gd name="adj2" fmla="val 0"/>
              </a:avLst>
            </a:prstGeom>
            <a:gradFill>
              <a:gsLst>
                <a:gs pos="31000">
                  <a:srgbClr val="47C2E3">
                    <a:alpha val="100000"/>
                  </a:srgbClr>
                </a:gs>
                <a:gs pos="0">
                  <a:srgbClr val="14A2F3"/>
                </a:gs>
                <a:gs pos="68000">
                  <a:srgbClr val="76CECC">
                    <a:alpha val="17000"/>
                  </a:srgbClr>
                </a:gs>
                <a:gs pos="100000">
                  <a:srgbClr val="D5E69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" name="组合 24"/>
            <p:cNvGrpSpPr/>
            <p:nvPr>
              <p:custDataLst>
                <p:tags r:id="rId22"/>
              </p:custDataLst>
            </p:nvPr>
          </p:nvGrpSpPr>
          <p:grpSpPr>
            <a:xfrm>
              <a:off x="1266" y="7010"/>
              <a:ext cx="17172" cy="2482"/>
              <a:chOff x="1266" y="7010"/>
              <a:chExt cx="17172" cy="2482"/>
            </a:xfrm>
          </p:grpSpPr>
          <p:sp>
            <p:nvSpPr>
              <p:cNvPr id="21" name="矩形 20"/>
              <p:cNvSpPr/>
              <p:nvPr>
                <p:custDataLst>
                  <p:tags r:id="rId23"/>
                </p:custDataLst>
              </p:nvPr>
            </p:nvSpPr>
            <p:spPr>
              <a:xfrm>
                <a:off x="5383" y="7010"/>
                <a:ext cx="12900" cy="786"/>
              </a:xfrm>
              <a:prstGeom prst="rect">
                <a:avLst/>
              </a:prstGeom>
              <a:solidFill>
                <a:srgbClr val="D5E69E">
                  <a:alpha val="15000"/>
                </a:srgbClr>
              </a:solidFill>
              <a:ln w="22225">
                <a:solidFill>
                  <a:srgbClr val="9FC157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9459" name="对象 164871"/>
              <p:cNvGraphicFramePr>
                <a:graphicFrameLocks noChangeAspect="1"/>
              </p:cNvGraphicFramePr>
              <p:nvPr>
                <p:custDataLst>
                  <p:tags r:id="rId24"/>
                </p:custDataLst>
              </p:nvPr>
            </p:nvGraphicFramePr>
            <p:xfrm>
              <a:off x="1266" y="7078"/>
              <a:ext cx="17172" cy="2414"/>
            </p:xfrm>
            <a:graphic>
              <a:graphicData uri="http://schemas.openxmlformats.org/presentationml/2006/ole">
                <mc:AlternateContent>
                  <mc:Choice xmlns:v="urn:schemas-microsoft-com:vml" Requires="v">
                    <p:oleObj spid="_x0000_s1049" r:id="rId25" imgW="5600700" imgH="787400" progId="Equation.DSMT4">
                      <p:embed/>
                    </p:oleObj>
                  </mc:Choice>
                  <mc:Fallback>
                    <p:oleObj r:id="rId25" imgW="5600700" imgH="787400" progId="Equation.DSMT4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1266" y="7078"/>
                            <a:ext cx="17172" cy="241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 lim="800000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5197474" cy="521970"/>
            <a:chOff x="330201" y="576471"/>
            <a:chExt cx="5197474" cy="521970"/>
          </a:xfrm>
        </p:grpSpPr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深化概念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6" name="组合 5" title=""/>
          <p:cNvGrpSpPr/>
          <p:nvPr>
            <p:custDataLst>
              <p:tags r:id="rId9"/>
            </p:custDataLst>
          </p:nvPr>
        </p:nvGrpSpPr>
        <p:grpSpPr>
          <a:xfrm>
            <a:off x="778510" y="1233170"/>
            <a:ext cx="10584815" cy="521970"/>
            <a:chOff x="1226" y="1788"/>
            <a:chExt cx="16669" cy="822"/>
          </a:xfrm>
        </p:grpSpPr>
        <p:sp>
          <p:nvSpPr>
            <p:cNvPr id="5" name="圆角矩形 4"/>
            <p:cNvSpPr/>
            <p:nvPr>
              <p:custDataLst>
                <p:tags r:id="rId10"/>
              </p:custDataLst>
            </p:nvPr>
          </p:nvSpPr>
          <p:spPr>
            <a:xfrm>
              <a:off x="1226" y="1788"/>
              <a:ext cx="16669" cy="821"/>
            </a:xfrm>
            <a:prstGeom prst="roundRect">
              <a:avLst/>
            </a:prstGeom>
            <a:solidFill>
              <a:srgbClr val="D5E69E">
                <a:alpha val="15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1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226" y="1788"/>
              <a:ext cx="1666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1pPr>
              <a:lvl2pPr marL="742950" indent="-285750"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2pPr>
              <a:lvl3pPr marL="1143000" indent="-228600"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3pPr>
              <a:lvl4pPr marL="1600200" indent="-228600"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4pPr>
              <a:lvl5pPr marL="2057400" indent="-228600"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9pPr>
            </a:lstStyle>
            <a:p>
              <a:pPr algn="ctr" eaLnBrk="1" fontAlgn="ctr" hangingPunct="1"/>
              <a:r>
                <a:rPr kumimoji="1" lang="en-US" altLang="zh-CN" sz="2800">
                  <a:solidFill>
                    <a:srgbClr val="0061BC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0</a:t>
              </a:r>
              <a:r>
                <a:rPr kumimoji="1" lang="zh-CN" altLang="en-US" sz="2800">
                  <a:solidFill>
                    <a:srgbClr val="0061BC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，</a:t>
              </a:r>
              <a:r>
                <a:rPr kumimoji="1" lang="en-US" altLang="zh-CN" sz="2800">
                  <a:solidFill>
                    <a:srgbClr val="0061BC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{0}</a:t>
              </a:r>
              <a:r>
                <a:rPr kumimoji="1" lang="zh-CN" altLang="en-US" sz="2800">
                  <a:solidFill>
                    <a:srgbClr val="0061BC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，</a:t>
              </a:r>
              <a:r>
                <a:rPr lang="en-US" altLang="zh-CN" sz="2800">
                  <a:solidFill>
                    <a:srgbClr val="0061BC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Symbol" panose="05050102010706020507" pitchFamily="18" charset="2"/>
                </a:rPr>
                <a:t></a:t>
              </a:r>
              <a:r>
                <a:rPr kumimoji="1" lang="zh-CN" altLang="en-US" sz="2800" b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三者之间有什么关系</a:t>
              </a:r>
              <a:r>
                <a:rPr kumimoji="1" lang="en-US" altLang="zh-CN" sz="2800" b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?</a:t>
              </a:r>
              <a:endParaRPr kumimoji="1" lang="en-US" altLang="zh-CN" sz="2800" b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35842" name="Text Box 2" title="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797175" y="2351405"/>
            <a:ext cx="7722235" cy="3253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1pPr>
            <a:lvl2pPr marL="742950" indent="-285750"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2pPr>
            <a:lvl3pPr marL="1143000" indent="-228600"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3pPr>
            <a:lvl4pPr marL="1600200" indent="-228600"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4pPr>
            <a:lvl5pPr marL="2057400" indent="-228600"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9pPr>
          </a:lstStyle>
          <a:p>
            <a:pPr algn="l">
              <a:spcAft>
                <a:spcPts val="900"/>
              </a:spcAft>
            </a:pPr>
            <a:r>
              <a:rPr lang="en-US" altLang="zh-CN" sz="2800" b="0">
                <a:solidFill>
                  <a:srgbClr val="068BD8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例：在以下写法中，正确的</a:t>
            </a:r>
            <a:r>
              <a:rPr lang="zh-CN" altLang="en-US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个数为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(      ).</a:t>
            </a:r>
            <a:endParaRPr lang="zh-CN" altLang="en-US" sz="2800" b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lvl="1" algn="l">
              <a:spcAft>
                <a:spcPts val="900"/>
              </a:spcAft>
              <a:buClr>
                <a:schemeClr val="bg1"/>
              </a:buClr>
            </a:pP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①0</a:t>
            </a:r>
            <a:r>
              <a:rPr lang="zh-CN" altLang="en-US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＝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{0}	②0∈{0}         ③0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⊆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{0}</a:t>
            </a:r>
            <a:r>
              <a:rPr lang="zh-CN" altLang="en-US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；</a:t>
            </a:r>
            <a:endParaRPr lang="en-US" altLang="zh-CN" sz="2800" b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lvl="1" algn="l">
              <a:spcAft>
                <a:spcPts val="900"/>
              </a:spcAft>
              <a:buClr>
                <a:schemeClr val="bg1"/>
              </a:buClr>
            </a:pP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④0</a:t>
            </a:r>
            <a:r>
              <a:rPr lang="zh-CN" altLang="en-US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＝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   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	⑤0∈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	    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⑥0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⊆</a:t>
            </a:r>
            <a:r>
              <a:rPr lang="zh-CN" altLang="en-US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；</a:t>
            </a:r>
            <a:endParaRPr lang="en-US" altLang="zh-CN" sz="2800" b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lvl="1" algn="l">
              <a:spcAft>
                <a:spcPts val="900"/>
              </a:spcAft>
              <a:buClr>
                <a:schemeClr val="bg1"/>
              </a:buClr>
            </a:pP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⑦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＝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{0}	⑧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∈{0}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⑨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⊆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{0}</a:t>
            </a:r>
            <a:r>
              <a:rPr lang="zh-CN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．</a:t>
            </a:r>
            <a:endParaRPr lang="zh-CN" altLang="zh-CN" sz="2800" b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lvl="1" algn="l">
              <a:spcAft>
                <a:spcPts val="900"/>
              </a:spcAft>
              <a:buClr>
                <a:schemeClr val="bg1"/>
              </a:buClr>
            </a:pPr>
            <a:endParaRPr lang="en-US" altLang="zh-CN" sz="2800" b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>
              <a:spcAft>
                <a:spcPts val="900"/>
              </a:spcAft>
            </a:pPr>
            <a:r>
              <a:rPr lang="zh-CN" altLang="en-US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   A</a:t>
            </a:r>
            <a:r>
              <a:rPr lang="zh-CN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．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个    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．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个    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．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个    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zh-CN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．</a:t>
            </a:r>
            <a:r>
              <a:rPr lang="en-US" altLang="zh-CN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8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Symbol" panose="05050102010706020507" pitchFamily="18" charset="2"/>
              </a:rPr>
              <a:t>个</a:t>
            </a:r>
            <a:endParaRPr lang="en-US" altLang="zh-CN" sz="2800" b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8" title="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8537285" y="2286013"/>
            <a:ext cx="49882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1pPr>
            <a:lvl2pPr marL="742950" indent="-285750"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2pPr>
            <a:lvl3pPr marL="1143000" indent="-228600"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3pPr>
            <a:lvl4pPr marL="1600200" indent="-228600"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4pPr>
            <a:lvl5pPr marL="2057400" indent="-228600"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3595">
                <a:solidFill>
                  <a:srgbClr val="0061B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en-US" altLang="zh-CN" sz="3595">
              <a:solidFill>
                <a:srgbClr val="0061BC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5197474" cy="521970"/>
            <a:chOff x="330201" y="576471"/>
            <a:chExt cx="5197474" cy="521970"/>
          </a:xfrm>
        </p:grpSpPr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新知1.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包含关系与子集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91494" name="文本框 4" title=""/>
          <p:cNvSpPr txBox="1"/>
          <p:nvPr>
            <p:custDataLst>
              <p:tags r:id="rId9"/>
            </p:custDataLst>
          </p:nvPr>
        </p:nvSpPr>
        <p:spPr>
          <a:xfrm>
            <a:off x="844550" y="1004888"/>
            <a:ext cx="8613775" cy="1050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1.4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性质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</a:t>
            </a:r>
            <a:endParaRPr lang="en-US" altLang="zh-CN" sz="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 </a:t>
            </a:r>
            <a:r>
              <a:rPr 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①</a:t>
            </a:r>
            <a:r>
              <a:rPr 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任何一个集合是它本身的子集</a:t>
            </a:r>
            <a:r>
              <a:rPr 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.即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8921" name="对象 24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6437630" y="1549400"/>
          <a:ext cx="1087120" cy="4591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50" r:id="rId11" imgW="419100" imgH="177165" progId="Equation.KSEE3">
                  <p:embed/>
                </p:oleObj>
              </mc:Choice>
              <mc:Fallback>
                <p:oleObj r:id="rId11" imgW="4191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37630" y="1549400"/>
                        <a:ext cx="1087120" cy="459105"/>
                      </a:xfrm>
                      <a:prstGeom prst="rect">
                        <a:avLst/>
                      </a:prstGeom>
                      <a:solidFill>
                        <a:srgbClr val="D5E69E">
                          <a:alpha val="50000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 title=""/>
          <p:cNvSpPr txBox="1"/>
          <p:nvPr>
            <p:custDataLst>
              <p:tags r:id="rId13"/>
            </p:custDataLst>
          </p:nvPr>
        </p:nvSpPr>
        <p:spPr>
          <a:xfrm>
            <a:off x="1311593" y="2066290"/>
            <a:ext cx="7539037" cy="4972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en-US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②</a:t>
            </a:r>
            <a:r>
              <a:rPr lang="en-US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规定：</a:t>
            </a:r>
            <a:r>
              <a:rPr lang="en-US" altLang="en-US"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空集是任何集合的子集</a:t>
            </a:r>
            <a:r>
              <a:rPr 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en-US" sz="24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即</a:t>
            </a:r>
            <a:endParaRPr lang="en-US" altLang="en-US" sz="240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19" name="对象 24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6453823" y="2108200"/>
          <a:ext cx="1054100" cy="44577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51" r:id="rId15" imgW="419100" imgH="177165" progId="Equation.KSEE3">
                  <p:embed/>
                </p:oleObj>
              </mc:Choice>
              <mc:Fallback>
                <p:oleObj r:id="rId15" imgW="4191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53823" y="2108200"/>
                        <a:ext cx="1054100" cy="445770"/>
                      </a:xfrm>
                      <a:prstGeom prst="rect">
                        <a:avLst/>
                      </a:prstGeom>
                      <a:solidFill>
                        <a:srgbClr val="D5E69E">
                          <a:alpha val="50000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 title=""/>
          <p:cNvGrpSpPr/>
          <p:nvPr>
            <p:custDataLst>
              <p:tags r:id="rId17"/>
            </p:custDataLst>
          </p:nvPr>
        </p:nvGrpSpPr>
        <p:grpSpPr>
          <a:xfrm>
            <a:off x="1632903" y="2555875"/>
            <a:ext cx="5916930" cy="553086"/>
            <a:chOff x="2298" y="4757"/>
            <a:chExt cx="9318" cy="870"/>
          </a:xfrm>
        </p:grpSpPr>
        <p:sp>
          <p:nvSpPr>
            <p:cNvPr id="193556" name="文本框 12"/>
            <p:cNvSpPr txBox="1"/>
            <p:nvPr>
              <p:custDataLst>
                <p:tags r:id="rId18"/>
              </p:custDataLst>
            </p:nvPr>
          </p:nvSpPr>
          <p:spPr>
            <a:xfrm>
              <a:off x="2298" y="4757"/>
              <a:ext cx="9318" cy="87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r>
                <a:rPr lang="en-US" altLang="en-US" sz="3000">
                  <a:solidFill>
                    <a:srgbClr val="9FC157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▲</a:t>
              </a:r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空集：不含任何元素的集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合，记作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    .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graphicFrame>
          <p:nvGraphicFramePr>
            <p:cNvPr id="193557" name="对象 24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19"/>
              </p:custDataLst>
            </p:nvPr>
          </p:nvGraphicFramePr>
          <p:xfrm>
            <a:off x="10747" y="4902"/>
            <a:ext cx="601" cy="644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2" r:id="rId20" imgW="165100" imgH="177165" progId="Equation.KSEE3">
                    <p:embed/>
                  </p:oleObj>
                </mc:Choice>
                <mc:Fallback>
                  <p:oleObj r:id="rId20" imgW="1651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0747" y="4902"/>
                          <a:ext cx="601" cy="6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文本框 4" title=""/>
          <p:cNvSpPr txBox="1"/>
          <p:nvPr>
            <p:custDataLst>
              <p:tags r:id="rId22"/>
            </p:custDataLst>
          </p:nvPr>
        </p:nvSpPr>
        <p:spPr>
          <a:xfrm>
            <a:off x="1306830" y="3090545"/>
            <a:ext cx="8081645" cy="4972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③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</a:rPr>
              <a:t>传递性：若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A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⊆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B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，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B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⊆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C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，则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A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⊆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C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.</a:t>
            </a:r>
            <a:endParaRPr lang="en-US" altLang="zh-CN" sz="2400" b="1">
              <a:solidFill>
                <a:srgbClr val="0061BC"/>
              </a:solidFill>
              <a:latin typeface="Times New Roman" panose="02020603050405020304" pitchFamily="18" charset="0"/>
              <a:ea typeface="黑体" panose="02010609060101010101" charset="-122"/>
              <a:sym typeface="+mn-ea"/>
            </a:endParaRPr>
          </a:p>
        </p:txBody>
      </p:sp>
      <p:sp>
        <p:nvSpPr>
          <p:cNvPr id="33" name="文本框 32" title=""/>
          <p:cNvSpPr txBox="1"/>
          <p:nvPr>
            <p:custDataLst>
              <p:tags r:id="rId23"/>
            </p:custDataLst>
          </p:nvPr>
        </p:nvSpPr>
        <p:spPr>
          <a:xfrm>
            <a:off x="4542155" y="4370705"/>
            <a:ext cx="2717165" cy="839470"/>
          </a:xfrm>
          <a:prstGeom prst="rect">
            <a:avLst/>
          </a:prstGeom>
          <a:gradFill>
            <a:gsLst>
              <a:gs pos="0">
                <a:srgbClr val="D5E69E">
                  <a:alpha val="48000"/>
                </a:srgbClr>
              </a:gs>
              <a:gs pos="100000">
                <a:srgbClr val="0BA4F5">
                  <a:alpha val="44000"/>
                </a:srgbClr>
              </a:gs>
            </a:gsLst>
            <a:lin ang="10860000" scaled="0"/>
          </a:gradFill>
          <a:ln w="9525">
            <a:noFill/>
          </a:ln>
        </p:spPr>
        <p:txBody>
          <a:bodyPr wrap="none">
            <a:no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2400" i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B</a:t>
            </a:r>
            <a:r>
              <a:rPr lang="en-US" altLang="zh-CN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={1,2,4,8}</a:t>
            </a:r>
            <a:endParaRPr lang="en-US" altLang="zh-CN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pSp>
        <p:nvGrpSpPr>
          <p:cNvPr id="34" name="组合 33" title=""/>
          <p:cNvGrpSpPr/>
          <p:nvPr>
            <p:custDataLst>
              <p:tags r:id="rId24"/>
            </p:custDataLst>
          </p:nvPr>
        </p:nvGrpSpPr>
        <p:grpSpPr>
          <a:xfrm>
            <a:off x="977265" y="3825875"/>
            <a:ext cx="12129770" cy="2218690"/>
            <a:chOff x="1539" y="6025"/>
            <a:chExt cx="19102" cy="3494"/>
          </a:xfrm>
        </p:grpSpPr>
        <p:grpSp>
          <p:nvGrpSpPr>
            <p:cNvPr id="7" name="组合 6"/>
            <p:cNvGrpSpPr/>
            <p:nvPr>
              <p:custDataLst>
                <p:tags r:id="rId25"/>
              </p:custDataLst>
            </p:nvPr>
          </p:nvGrpSpPr>
          <p:grpSpPr>
            <a:xfrm>
              <a:off x="1539" y="6025"/>
              <a:ext cx="10898" cy="798"/>
              <a:chOff x="1517" y="6137"/>
              <a:chExt cx="10898" cy="798"/>
            </a:xfrm>
          </p:grpSpPr>
          <p:sp>
            <p:nvSpPr>
              <p:cNvPr id="22" name="文本框 21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173" y="6152"/>
                <a:ext cx="10242" cy="78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2286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/>
                  </a:tabLst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10000"/>
                  </a:lnSpc>
                  <a:spcAft>
                    <a:spcPct val="0"/>
                  </a:spcAft>
                  <a:buNone/>
                </a:pPr>
                <a:r>
                  <a: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【</a:t>
                </a:r>
                <a:r>
                  <a:rPr lang="en-US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练习</a:t>
                </a:r>
                <a:r>
                  <a:rPr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】</a:t>
                </a:r>
                <a:r>
                  <a: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写出集合</a:t>
                </a: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{</a:t>
                </a:r>
                <a:r>
                  <a:rPr lang="en-US" altLang="zh-CN" sz="24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4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}</a:t>
                </a:r>
                <a:r>
                  <a: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的所有子集</a:t>
                </a: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.</a:t>
                </a:r>
                <a:endPara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" name="组合 5"/>
              <p:cNvGrpSpPr/>
              <p:nvPr>
                <p:custDataLst>
                  <p:tags r:id="rId27"/>
                </p:custDataLst>
              </p:nvPr>
            </p:nvGrpSpPr>
            <p:grpSpPr>
              <a:xfrm>
                <a:off x="1517" y="6137"/>
                <a:ext cx="820" cy="790"/>
                <a:chOff x="1517" y="6137"/>
                <a:chExt cx="820" cy="790"/>
              </a:xfrm>
            </p:grpSpPr>
            <p:sp>
              <p:nvSpPr>
                <p:cNvPr id="20" name="椭圆 19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517" y="6137"/>
                  <a:ext cx="820" cy="790"/>
                </a:xfrm>
                <a:prstGeom prst="ellipse">
                  <a:avLst/>
                </a:prstGeom>
                <a:gradFill>
                  <a:gsLst>
                    <a:gs pos="0">
                      <a:srgbClr val="DDE69D"/>
                    </a:gs>
                    <a:gs pos="50000">
                      <a:srgbClr val="14B2F7"/>
                    </a:gs>
                    <a:gs pos="100000">
                      <a:srgbClr val="0174D2"/>
                    </a:gs>
                  </a:gsLst>
                  <a:lin ang="306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>
                    <a:latin typeface="思源黑体 CN Normal" panose="020b0400000000000000" pitchFamily="34" charset="-122"/>
                    <a:ea typeface="思源黑体 CN Normal" panose="020b0400000000000000" pitchFamily="34" charset="-122"/>
                    <a:sym typeface="思源黑体 CN Normal" panose="020b0400000000000000" pitchFamily="34" charset="-122"/>
                  </a:endParaRPr>
                </a:p>
              </p:txBody>
            </p:sp>
            <p:pic>
              <p:nvPicPr>
                <p:cNvPr id="21" name="图片 20" descr="每周一练"/>
                <p:cNvPicPr>
                  <a:picLocks noChangeAspect="1"/>
                </p:cNvPicPr>
                <p:nvPr>
                  <p:custDataLst>
                    <p:tags r:id="rId30"/>
                  </p:custDataLst>
                </p:nvPr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89" y="6271"/>
                  <a:ext cx="500" cy="5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" name="组合 9"/>
            <p:cNvGrpSpPr/>
            <p:nvPr>
              <p:custDataLst>
                <p:tags r:id="rId31"/>
              </p:custDataLst>
            </p:nvPr>
          </p:nvGrpSpPr>
          <p:grpSpPr>
            <a:xfrm>
              <a:off x="1539" y="7414"/>
              <a:ext cx="820" cy="790"/>
              <a:chOff x="1539" y="7414"/>
              <a:chExt cx="820" cy="790"/>
            </a:xfrm>
          </p:grpSpPr>
          <p:sp>
            <p:nvSpPr>
              <p:cNvPr id="8" name="椭圆 7"/>
              <p:cNvSpPr/>
              <p:nvPr>
                <p:custDataLst>
                  <p:tags r:id="rId32"/>
                </p:custDataLst>
              </p:nvPr>
            </p:nvSpPr>
            <p:spPr>
              <a:xfrm>
                <a:off x="1539" y="7414"/>
                <a:ext cx="820" cy="790"/>
              </a:xfrm>
              <a:prstGeom prst="ellipse">
                <a:avLst/>
              </a:prstGeom>
              <a:gradFill>
                <a:gsLst>
                  <a:gs pos="0">
                    <a:srgbClr val="DDE69D"/>
                  </a:gs>
                  <a:gs pos="50000">
                    <a:srgbClr val="14B2F7"/>
                  </a:gs>
                  <a:gs pos="100000">
                    <a:srgbClr val="0174D2"/>
                  </a:gs>
                </a:gsLst>
                <a:lin ang="306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pic>
            <p:nvPicPr>
              <p:cNvPr id="9" name="图片 8" descr="判断"/>
              <p:cNvPicPr>
                <a:picLocks noChangeAspect="1"/>
              </p:cNvPicPr>
              <p:nvPr>
                <p:custDataLst>
                  <p:tags r:id="rId34"/>
                </p:custDataLst>
              </p:nvPr>
            </p:nvPicPr>
            <p:blipFill>
              <a:blip r:embed="rId33"/>
              <a:stretch>
                <a:fillRect/>
              </a:stretch>
            </p:blipFill>
            <p:spPr>
              <a:xfrm>
                <a:off x="1711" y="7567"/>
                <a:ext cx="476" cy="476"/>
              </a:xfrm>
              <a:prstGeom prst="rect">
                <a:avLst/>
              </a:prstGeom>
            </p:spPr>
          </p:pic>
        </p:grpSp>
        <p:sp>
          <p:nvSpPr>
            <p:cNvPr id="26" name="文本框 25"/>
            <p:cNvSpPr txBox="1"/>
            <p:nvPr>
              <p:custDataLst>
                <p:tags r:id="rId35"/>
              </p:custDataLst>
            </p:nvPr>
          </p:nvSpPr>
          <p:spPr>
            <a:xfrm>
              <a:off x="2187" y="7459"/>
              <a:ext cx="18454" cy="20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10000"/>
                </a:lnSpc>
                <a:spcAft>
                  <a:spcPct val="0"/>
                </a:spcAft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【</a:t>
              </a:r>
              <a:r>
                <a:rPr lang="en-US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判断</a:t>
              </a: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】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①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={1,2,3},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={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|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x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8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的约数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},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B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的子集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.(      )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10000"/>
                </a:lnSpc>
                <a:spcAft>
                  <a:spcPct val="0"/>
                </a:spcAft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              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②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={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|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x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是长方形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},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={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|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x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是两条对角线相等的平行四边形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}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,           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  <a:p>
              <a:pPr marL="0" lvl="0" indent="0" eaLnBrk="1" hangingPunct="1">
                <a:lnSpc>
                  <a:spcPct val="110000"/>
                </a:lnSpc>
                <a:spcAft>
                  <a:spcPct val="0"/>
                </a:spcAft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             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则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是</a:t>
              </a: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B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的子集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.(      )</a:t>
              </a:r>
              <a:endPara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25" name="组合 24" title=""/>
          <p:cNvGrpSpPr/>
          <p:nvPr>
            <p:custDataLst>
              <p:tags r:id="rId36"/>
            </p:custDataLst>
          </p:nvPr>
        </p:nvGrpSpPr>
        <p:grpSpPr>
          <a:xfrm>
            <a:off x="6739255" y="3827145"/>
            <a:ext cx="2649220" cy="510540"/>
            <a:chOff x="10613" y="6083"/>
            <a:chExt cx="4172" cy="804"/>
          </a:xfrm>
        </p:grpSpPr>
        <p:sp>
          <p:nvSpPr>
            <p:cNvPr id="16" name="矩形 15"/>
            <p:cNvSpPr/>
            <p:nvPr>
              <p:custDataLst>
                <p:tags r:id="rId37"/>
              </p:custDataLst>
            </p:nvPr>
          </p:nvSpPr>
          <p:spPr>
            <a:xfrm>
              <a:off x="10613" y="6086"/>
              <a:ext cx="819" cy="801"/>
            </a:xfrm>
            <a:prstGeom prst="rect">
              <a:avLst/>
            </a:prstGeom>
            <a:solidFill>
              <a:srgbClr val="D5E69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38"/>
              </p:custDataLst>
            </p:nvPr>
          </p:nvSpPr>
          <p:spPr>
            <a:xfrm>
              <a:off x="13453" y="6083"/>
              <a:ext cx="1332" cy="801"/>
            </a:xfrm>
            <a:prstGeom prst="rect">
              <a:avLst/>
            </a:prstGeom>
            <a:solidFill>
              <a:srgbClr val="D5E69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 title=""/>
          <p:cNvGrpSpPr/>
          <p:nvPr>
            <p:custDataLst>
              <p:tags r:id="rId39"/>
            </p:custDataLst>
          </p:nvPr>
        </p:nvGrpSpPr>
        <p:grpSpPr>
          <a:xfrm>
            <a:off x="6825615" y="3853815"/>
            <a:ext cx="2581910" cy="478790"/>
            <a:chOff x="10720" y="6071"/>
            <a:chExt cx="4066" cy="754"/>
          </a:xfrm>
        </p:grpSpPr>
        <p:graphicFrame>
          <p:nvGraphicFramePr>
            <p:cNvPr id="14" name="对象 24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40"/>
              </p:custDataLst>
            </p:nvPr>
          </p:nvGraphicFramePr>
          <p:xfrm>
            <a:off x="10720" y="6129"/>
            <a:ext cx="616" cy="660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3" r:id="rId41" imgW="165100" imgH="177165" progId="Equation.KSEE3">
                    <p:embed/>
                  </p:oleObj>
                </mc:Choice>
                <mc:Fallback>
                  <p:oleObj r:id="rId41" imgW="1651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0720" y="6129"/>
                          <a:ext cx="616" cy="6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24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42"/>
              </p:custDataLst>
            </p:nvPr>
          </p:nvGraphicFramePr>
          <p:xfrm>
            <a:off x="11337" y="6071"/>
            <a:ext cx="3449" cy="754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4" r:id="rId43" imgW="927100" imgH="203200" progId="Equation.KSEE3">
                    <p:embed/>
                  </p:oleObj>
                </mc:Choice>
                <mc:Fallback>
                  <p:oleObj r:id="rId43" imgW="927100" imgH="203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11337" y="6071"/>
                          <a:ext cx="3449" cy="7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1" name="图片 30" title=""/>
          <p:cNvPicPr>
            <a:picLocks noGrp="1" noChangeAspect="1"/>
          </p:cNvPicPr>
          <p:nvPr>
            <p:custDataLst>
              <p:tags r:id="rId46"/>
            </p:custDataLst>
          </p:nvPr>
        </p:nvPicPr>
        <p:blipFill>
          <a:blip r:embed="rId45">
            <a:biLevel thresh="50000"/>
          </a:blip>
          <a:stretch>
            <a:fillRect/>
          </a:stretch>
        </p:blipFill>
        <p:spPr>
          <a:xfrm>
            <a:off x="5166043" y="5682933"/>
            <a:ext cx="361950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" name="图片 31" title=""/>
          <p:cNvPicPr>
            <a:picLocks noGrp="1" noChangeAspect="1"/>
          </p:cNvPicPr>
          <p:nvPr>
            <p:custDataLst>
              <p:tags r:id="rId48"/>
            </p:custDataLst>
          </p:nvPr>
        </p:nvPicPr>
        <p:blipFill>
          <a:blip r:embed="rId47">
            <a:biLevel thresh="50000"/>
          </a:blip>
          <a:stretch>
            <a:fillRect/>
          </a:stretch>
        </p:blipFill>
        <p:spPr>
          <a:xfrm>
            <a:off x="9647238" y="4813618"/>
            <a:ext cx="358775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3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49"/>
          <a:stretch>
            <a:fillRect/>
          </a:stretch>
        </p:blipFill>
        <p:spPr>
          <a:xfrm flipH="1">
            <a:off x="10934700" y="105283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0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" grpId="0"/>
      <p:bldP spid="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5197474" cy="521970"/>
            <a:chOff x="330201" y="576471"/>
            <a:chExt cx="5197474" cy="521970"/>
          </a:xfrm>
        </p:grpSpPr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523875" y="576471"/>
              <a:ext cx="50038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新知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.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集合相等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95590" name="文本框 3" title=""/>
          <p:cNvSpPr txBox="1"/>
          <p:nvPr>
            <p:custDataLst>
              <p:tags r:id="rId9"/>
            </p:custDataLst>
          </p:nvPr>
        </p:nvSpPr>
        <p:spPr>
          <a:xfrm>
            <a:off x="788670" y="1065530"/>
            <a:ext cx="8613775" cy="19735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2.1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集合相等的概念：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6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若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集合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中的任何一个元素都是集合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中的元素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且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集合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中的任何一个元素都是集合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中的元素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，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则说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集合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与集合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相等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记作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95591" name="文本框 6" title=""/>
          <p:cNvSpPr txBox="1"/>
          <p:nvPr>
            <p:custDataLst>
              <p:tags r:id="rId10"/>
            </p:custDataLst>
          </p:nvPr>
        </p:nvSpPr>
        <p:spPr>
          <a:xfrm>
            <a:off x="854075" y="3971925"/>
            <a:ext cx="2246630" cy="4972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2.2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符号语言：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95592" name="文本框 7" title=""/>
          <p:cNvSpPr txBox="1"/>
          <p:nvPr>
            <p:custDataLst>
              <p:tags r:id="rId11"/>
            </p:custDataLst>
          </p:nvPr>
        </p:nvSpPr>
        <p:spPr>
          <a:xfrm>
            <a:off x="854075" y="4863148"/>
            <a:ext cx="2246630" cy="4972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2.3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图形语言：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pSp>
        <p:nvGrpSpPr>
          <p:cNvPr id="9" name="组合 8" title=""/>
          <p:cNvGrpSpPr/>
          <p:nvPr>
            <p:custDataLst>
              <p:tags r:id="rId12"/>
            </p:custDataLst>
          </p:nvPr>
        </p:nvGrpSpPr>
        <p:grpSpPr>
          <a:xfrm>
            <a:off x="8047990" y="1649095"/>
            <a:ext cx="1884680" cy="461010"/>
            <a:chOff x="12674" y="2597"/>
            <a:chExt cx="2968" cy="726"/>
          </a:xfrm>
        </p:grpSpPr>
        <p:graphicFrame>
          <p:nvGraphicFramePr>
            <p:cNvPr id="43013" name="对象 5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13"/>
              </p:custDataLst>
            </p:nvPr>
          </p:nvGraphicFramePr>
          <p:xfrm>
            <a:off x="13878" y="2597"/>
            <a:ext cx="1765" cy="726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5" r:id="rId14" imgW="431800" imgH="177165" progId="Equation.KSEE3">
                    <p:embed/>
                  </p:oleObj>
                </mc:Choice>
                <mc:Fallback>
                  <p:oleObj r:id="rId14" imgW="4318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3878" y="2597"/>
                          <a:ext cx="1765" cy="7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5" name="右箭头 10"/>
            <p:cNvSpPr/>
            <p:nvPr>
              <p:custDataLst>
                <p:tags r:id="rId16"/>
              </p:custDataLst>
            </p:nvPr>
          </p:nvSpPr>
          <p:spPr>
            <a:xfrm>
              <a:off x="12674" y="2735"/>
              <a:ext cx="1117" cy="465"/>
            </a:xfrm>
            <a:prstGeom prst="rightArrow">
              <a:avLst>
                <a:gd name="adj1" fmla="val 34839"/>
                <a:gd name="adj2" fmla="val 63655"/>
              </a:avLst>
            </a:prstGeom>
            <a:solidFill>
              <a:srgbClr val="9FC157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endPara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</p:grpSp>
      <p:grpSp>
        <p:nvGrpSpPr>
          <p:cNvPr id="10" name="组合 9" title=""/>
          <p:cNvGrpSpPr/>
          <p:nvPr>
            <p:custDataLst>
              <p:tags r:id="rId17"/>
            </p:custDataLst>
          </p:nvPr>
        </p:nvGrpSpPr>
        <p:grpSpPr>
          <a:xfrm>
            <a:off x="8047990" y="2110105"/>
            <a:ext cx="1884680" cy="433070"/>
            <a:chOff x="12674" y="3323"/>
            <a:chExt cx="2968" cy="682"/>
          </a:xfrm>
        </p:grpSpPr>
        <p:graphicFrame>
          <p:nvGraphicFramePr>
            <p:cNvPr id="43014" name="对象 8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18"/>
              </p:custDataLst>
            </p:nvPr>
          </p:nvGraphicFramePr>
          <p:xfrm>
            <a:off x="13978" y="3323"/>
            <a:ext cx="1665" cy="683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6" r:id="rId19" imgW="431800" imgH="177165" progId="Equation.KSEE3">
                    <p:embed/>
                  </p:oleObj>
                </mc:Choice>
                <mc:Fallback>
                  <p:oleObj r:id="rId19" imgW="4318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3978" y="3323"/>
                          <a:ext cx="1665" cy="6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6" name="右箭头 13"/>
            <p:cNvSpPr/>
            <p:nvPr>
              <p:custDataLst>
                <p:tags r:id="rId21"/>
              </p:custDataLst>
            </p:nvPr>
          </p:nvSpPr>
          <p:spPr>
            <a:xfrm>
              <a:off x="12674" y="3444"/>
              <a:ext cx="1117" cy="462"/>
            </a:xfrm>
            <a:prstGeom prst="rightArrow">
              <a:avLst>
                <a:gd name="adj1" fmla="val 36648"/>
                <a:gd name="adj2" fmla="val 59675"/>
              </a:avLst>
            </a:prstGeom>
            <a:solidFill>
              <a:srgbClr val="9FC157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endPara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</p:grpSp>
      <p:grpSp>
        <p:nvGrpSpPr>
          <p:cNvPr id="8" name="组合 7" title=""/>
          <p:cNvGrpSpPr/>
          <p:nvPr>
            <p:custDataLst>
              <p:tags r:id="rId22"/>
            </p:custDataLst>
          </p:nvPr>
        </p:nvGrpSpPr>
        <p:grpSpPr>
          <a:xfrm>
            <a:off x="974090" y="3102610"/>
            <a:ext cx="10182860" cy="648335"/>
            <a:chOff x="1534" y="4886"/>
            <a:chExt cx="16036" cy="1021"/>
          </a:xfrm>
        </p:grpSpPr>
        <p:sp>
          <p:nvSpPr>
            <p:cNvPr id="7" name="矩形 6"/>
            <p:cNvSpPr/>
            <p:nvPr>
              <p:custDataLst>
                <p:tags r:id="rId23"/>
              </p:custDataLst>
            </p:nvPr>
          </p:nvSpPr>
          <p:spPr>
            <a:xfrm>
              <a:off x="1534" y="4886"/>
              <a:ext cx="16036" cy="1021"/>
            </a:xfrm>
            <a:prstGeom prst="rect">
              <a:avLst/>
            </a:prstGeom>
            <a:solidFill>
              <a:srgbClr val="D5E69E">
                <a:alpha val="15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>
              <p:custDataLst>
                <p:tags r:id="rId24"/>
              </p:custDataLst>
            </p:nvPr>
          </p:nvSpPr>
          <p:spPr>
            <a:xfrm>
              <a:off x="1853" y="5032"/>
              <a:ext cx="15435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r>
                <a: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如：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{</a:t>
              </a: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x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|</a:t>
              </a:r>
              <a:r>
                <a:rPr lang="en-US" altLang="zh-CN" sz="2400" b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|</a:t>
              </a:r>
              <a:r>
                <a:rPr lang="en-US" altLang="zh-CN" sz="2400" b="1" i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x|</a:t>
              </a:r>
              <a:r>
                <a:rPr lang="en-US" altLang="zh-CN" sz="2400" b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=1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}={</a:t>
              </a: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x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|</a:t>
              </a:r>
              <a:r>
                <a:rPr lang="en-US" altLang="zh-CN" sz="2400" b="1" i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x</a:t>
              </a:r>
              <a:r>
                <a:rPr lang="en-US" altLang="zh-CN" sz="2400" b="1" baseline="30000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2</a:t>
              </a:r>
              <a:r>
                <a:rPr lang="en-US" altLang="zh-CN" sz="2400" b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=1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微软雅黑" panose="020b0503020204020204" charset="-122"/>
                </a:rPr>
                <a:t>} 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微软雅黑" panose="020b0503020204020204" charset="-122"/>
              </a:endParaRPr>
            </a:p>
          </p:txBody>
        </p:sp>
      </p:grpSp>
      <p:sp>
        <p:nvSpPr>
          <p:cNvPr id="6" name="文本框 5" title=""/>
          <p:cNvSpPr txBox="1"/>
          <p:nvPr>
            <p:custDataLst>
              <p:tags r:id="rId25"/>
            </p:custDataLst>
          </p:nvPr>
        </p:nvSpPr>
        <p:spPr>
          <a:xfrm>
            <a:off x="2940050" y="3990023"/>
            <a:ext cx="37528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若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A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⊆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B</a:t>
            </a:r>
            <a:r>
              <a:rPr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且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B</a:t>
            </a:r>
            <a:r>
              <a:rPr lang="en-US" altLang="zh-CN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⊇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A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，则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A=B.</a:t>
            </a:r>
            <a:endParaRPr lang="en-US" altLang="zh-CN" sz="2400" b="1" i="1">
              <a:solidFill>
                <a:srgbClr val="0061BC"/>
              </a:solidFill>
              <a:latin typeface="Times New Roman" panose="02020603050405020304" pitchFamily="18" charset="0"/>
              <a:ea typeface="黑体" panose="02010609060101010101" charset="-122"/>
              <a:sym typeface="微软雅黑" panose="020b0503020204020204" charset="-122"/>
            </a:endParaRPr>
          </a:p>
        </p:txBody>
      </p:sp>
      <p:grpSp>
        <p:nvGrpSpPr>
          <p:cNvPr id="21" name="组合 20" title=""/>
          <p:cNvGrpSpPr/>
          <p:nvPr>
            <p:custDataLst>
              <p:tags r:id="rId26"/>
            </p:custDataLst>
          </p:nvPr>
        </p:nvGrpSpPr>
        <p:grpSpPr>
          <a:xfrm>
            <a:off x="3048953" y="4845368"/>
            <a:ext cx="2227471" cy="1454150"/>
            <a:chOff x="11133" y="4182"/>
            <a:chExt cx="2778" cy="2777"/>
          </a:xfrm>
          <a:solidFill>
            <a:srgbClr val="D0F4ED"/>
          </a:solidFill>
        </p:grpSpPr>
        <p:sp>
          <p:nvSpPr>
            <p:cNvPr id="18" name="椭圆 17"/>
            <p:cNvSpPr/>
            <p:nvPr>
              <p:custDataLst>
                <p:tags r:id="rId27"/>
              </p:custDataLst>
            </p:nvPr>
          </p:nvSpPr>
          <p:spPr>
            <a:xfrm>
              <a:off x="11133" y="4182"/>
              <a:ext cx="2778" cy="2777"/>
            </a:xfrm>
            <a:prstGeom prst="ellipse">
              <a:avLst/>
            </a:prstGeom>
            <a:solidFill>
              <a:srgbClr val="CAF2E9">
                <a:alpha val="80000"/>
              </a:srgbClr>
            </a:solidFill>
            <a:ln w="15875">
              <a:solidFill>
                <a:schemeClr val="dk1"/>
              </a:solidFill>
            </a:ln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191506" name="文本框 12"/>
            <p:cNvSpPr txBox="1"/>
            <p:nvPr>
              <p:custDataLst>
                <p:tags r:id="rId28"/>
              </p:custDataLst>
            </p:nvPr>
          </p:nvSpPr>
          <p:spPr>
            <a:xfrm>
              <a:off x="11569" y="4794"/>
              <a:ext cx="1622" cy="9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A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(</a:t>
              </a: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B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)</a:t>
              </a:r>
              <a:endPara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新知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.</a:t>
              </a:r>
              <a:r>
                <a:rPr lang="en-US" altLang="zh-CN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真包含关系与真子集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5" name="对象 4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2884170" y="3846830"/>
          <a:ext cx="5366385" cy="93535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57" r:id="rId10" imgW="2476500" imgH="431800" progId="Equation.KSEE3">
                  <p:embed/>
                </p:oleObj>
              </mc:Choice>
              <mc:Fallback>
                <p:oleObj r:id="rId10" imgW="2476500" imgH="4318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84170" y="3846830"/>
                        <a:ext cx="5366385" cy="9353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638" name="文本框 6" title=""/>
          <p:cNvSpPr txBox="1"/>
          <p:nvPr>
            <p:custDataLst>
              <p:tags r:id="rId12"/>
            </p:custDataLst>
          </p:nvPr>
        </p:nvSpPr>
        <p:spPr>
          <a:xfrm>
            <a:off x="788670" y="1022350"/>
            <a:ext cx="8613775" cy="2343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3.1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真包含关系与真子集的概念：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   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若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</a:rPr>
              <a:t>集合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</a:rPr>
              <a:t>A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</a:rPr>
              <a:t>中的任何一个元素都是集合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</a:rPr>
              <a:t>B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</a:rPr>
              <a:t>中的元素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，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     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</a:rPr>
              <a:t>但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集合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B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中存在一些元素不是集合</a:t>
            </a:r>
            <a:r>
              <a:rPr lang="en-US" altLang="zh-CN" sz="2400" b="1" i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A</a:t>
            </a:r>
            <a:r>
              <a:rPr lang="en-US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中的元素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，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    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则说</a:t>
            </a:r>
            <a:r>
              <a:rPr lang="en-US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集合</a:t>
            </a:r>
            <a:r>
              <a:rPr lang="en-US" altLang="zh-CN" sz="2400" b="1" i="1" u="sng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A</a:t>
            </a:r>
            <a:r>
              <a:rPr lang="en-US" altLang="en-US" sz="2400" b="1" u="sng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真包含于</a:t>
            </a:r>
            <a:r>
              <a:rPr lang="en-US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集合</a:t>
            </a:r>
            <a:r>
              <a:rPr lang="en-US" altLang="zh-CN" sz="2400" b="1" i="1" u="sng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B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(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或</a:t>
            </a:r>
            <a:r>
              <a:rPr lang="en-US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集合</a:t>
            </a:r>
            <a:r>
              <a:rPr lang="en-US" altLang="zh-CN" sz="2400" b="1" i="1" u="sng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B</a:t>
            </a:r>
            <a:r>
              <a:rPr lang="en-US" altLang="en-US" sz="2400" b="1" u="sng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真包含</a:t>
            </a:r>
            <a:r>
              <a:rPr lang="en-US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集合</a:t>
            </a:r>
            <a:r>
              <a:rPr lang="en-US" altLang="zh-CN" sz="2400" b="1" i="1" u="sng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A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)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.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     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并称</a:t>
            </a:r>
            <a:r>
              <a:rPr lang="en-US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集合</a:t>
            </a:r>
            <a:r>
              <a:rPr lang="en-US" altLang="zh-CN" sz="2400" b="1" i="1" u="sng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A</a:t>
            </a:r>
            <a:r>
              <a:rPr lang="en-US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是集合</a:t>
            </a:r>
            <a:r>
              <a:rPr lang="en-US" altLang="zh-CN" sz="2400" b="1" i="1" u="sng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B</a:t>
            </a:r>
            <a:r>
              <a:rPr lang="en-US" altLang="en-US" sz="2400" b="1" u="sng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的</a:t>
            </a:r>
            <a:r>
              <a:rPr lang="en-US" altLang="en-US" sz="2400" b="1" u="sng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</a:rPr>
              <a:t>真子集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.</a:t>
            </a:r>
            <a:endParaRPr lang="en-US" altLang="zh-CN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97639" name="文本框 6" title=""/>
          <p:cNvSpPr txBox="1"/>
          <p:nvPr>
            <p:custDataLst>
              <p:tags r:id="rId13"/>
            </p:custDataLst>
          </p:nvPr>
        </p:nvSpPr>
        <p:spPr>
          <a:xfrm>
            <a:off x="777875" y="4010025"/>
            <a:ext cx="2246630" cy="4972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3.2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符号语言：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197640" name="文本框 7" title=""/>
          <p:cNvSpPr txBox="1"/>
          <p:nvPr>
            <p:custDataLst>
              <p:tags r:id="rId14"/>
            </p:custDataLst>
          </p:nvPr>
        </p:nvSpPr>
        <p:spPr>
          <a:xfrm>
            <a:off x="777875" y="5122863"/>
            <a:ext cx="2246630" cy="4972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3.3</a:t>
            </a: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sym typeface="黑体" panose="02010609060101010101" charset="-122"/>
              </a:rPr>
              <a:t>图形语言：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sym typeface="黑体" panose="02010609060101010101" charset="-122"/>
            </a:endParaRPr>
          </a:p>
        </p:txBody>
      </p:sp>
      <p:grpSp>
        <p:nvGrpSpPr>
          <p:cNvPr id="9" name="组合 8" title=""/>
          <p:cNvGrpSpPr/>
          <p:nvPr>
            <p:custDataLst>
              <p:tags r:id="rId15"/>
            </p:custDataLst>
          </p:nvPr>
        </p:nvGrpSpPr>
        <p:grpSpPr>
          <a:xfrm>
            <a:off x="8214678" y="1632585"/>
            <a:ext cx="1869757" cy="437515"/>
            <a:chOff x="12937" y="2571"/>
            <a:chExt cx="2944" cy="689"/>
          </a:xfrm>
        </p:grpSpPr>
        <p:graphicFrame>
          <p:nvGraphicFramePr>
            <p:cNvPr id="8" name="对象 5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16"/>
              </p:custDataLst>
            </p:nvPr>
          </p:nvGraphicFramePr>
          <p:xfrm>
            <a:off x="14204" y="2571"/>
            <a:ext cx="1677" cy="689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58" r:id="rId17" imgW="431800" imgH="177165" progId="Equation.KSEE3">
                    <p:embed/>
                  </p:oleObj>
                </mc:Choice>
                <mc:Fallback>
                  <p:oleObj r:id="rId17" imgW="4318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204" y="2571"/>
                          <a:ext cx="1677" cy="6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右箭头 10"/>
            <p:cNvSpPr/>
            <p:nvPr>
              <p:custDataLst>
                <p:tags r:id="rId19"/>
              </p:custDataLst>
            </p:nvPr>
          </p:nvSpPr>
          <p:spPr>
            <a:xfrm>
              <a:off x="12937" y="2708"/>
              <a:ext cx="1118" cy="465"/>
            </a:xfrm>
            <a:prstGeom prst="rightArrow">
              <a:avLst>
                <a:gd name="adj1" fmla="val 35269"/>
                <a:gd name="adj2" fmla="val 56129"/>
              </a:avLst>
            </a:prstGeom>
            <a:solidFill>
              <a:srgbClr val="9FC157"/>
            </a:solidFill>
            <a:ln>
              <a:headEnd type="none" w="med" len="med"/>
              <a:tailEnd type="none" w="med" len="med"/>
            </a:ln>
            <a:effectLst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2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97644" name="对象 12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5452111" y="2640013"/>
          <a:ext cx="2827655" cy="92773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59" r:id="rId21" imgW="1358900" imgH="444500" progId="Equation.KSEE3">
                  <p:embed/>
                </p:oleObj>
              </mc:Choice>
              <mc:Fallback>
                <p:oleObj r:id="rId21" imgW="1358900" imgH="4445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52111" y="2640013"/>
                        <a:ext cx="2827655" cy="9277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 title=""/>
          <p:cNvSpPr txBox="1"/>
          <p:nvPr>
            <p:custDataLst>
              <p:tags r:id="rId23"/>
            </p:custDataLst>
          </p:nvPr>
        </p:nvSpPr>
        <p:spPr>
          <a:xfrm>
            <a:off x="5375910" y="5110480"/>
            <a:ext cx="6435725" cy="90297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zh-CN" sz="2400" b="1">
                <a:latin typeface="Times New Roman" panose="02020603050405020304" pitchFamily="18" charset="0"/>
                <a:ea typeface="黑体" panose="02010609060101010101" charset="-122"/>
              </a:rPr>
              <a:t>3.4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charset="-122"/>
              </a:rPr>
              <a:t>性质：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</a:rPr>
              <a:t>①空集是任何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</a:rPr>
              <a:t>非空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</a:rPr>
              <a:t>集合的真子集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charset="-122"/>
              </a:rPr>
              <a:t>.</a:t>
            </a:r>
            <a:endParaRPr lang="en-US" altLang="zh-CN" sz="2400">
              <a:latin typeface="Times New Roman" panose="02020603050405020304" pitchFamily="18" charset="0"/>
              <a:ea typeface="黑体" panose="02010609060101010101" charset="-122"/>
            </a:endParaRPr>
          </a:p>
          <a:p>
            <a:pPr marL="0" lvl="0" indent="0" eaLnBrk="1" hangingPunct="1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zh-CN" sz="2400">
                <a:latin typeface="Times New Roman" panose="02020603050405020304" pitchFamily="18" charset="0"/>
                <a:ea typeface="黑体" panose="02010609060101010101" charset="-122"/>
              </a:rPr>
              <a:t>               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</a:rPr>
              <a:t>②传递性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charset="-122"/>
              </a:rPr>
              <a:t>.</a:t>
            </a:r>
            <a:endParaRPr lang="en-US" altLang="zh-CN" sz="240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aphicFrame>
        <p:nvGraphicFramePr>
          <p:cNvPr id="7" name="对象 6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2896870" y="4309745"/>
          <a:ext cx="3536950" cy="91249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0" r:id="rId25" imgW="1676400" imgH="431800" progId="Equation.KSEE3">
                  <p:embed/>
                </p:oleObj>
              </mc:Choice>
              <mc:Fallback>
                <p:oleObj r:id="rId25" imgW="1676400" imgH="4318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896870" y="4309745"/>
                        <a:ext cx="3536950" cy="9124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 title=""/>
          <p:cNvGrpSpPr/>
          <p:nvPr>
            <p:custDataLst>
              <p:tags r:id="rId27"/>
            </p:custDataLst>
          </p:nvPr>
        </p:nvGrpSpPr>
        <p:grpSpPr>
          <a:xfrm>
            <a:off x="789305" y="3248025"/>
            <a:ext cx="10551160" cy="902335"/>
            <a:chOff x="1323" y="5115"/>
            <a:chExt cx="16616" cy="1421"/>
          </a:xfrm>
        </p:grpSpPr>
        <p:sp>
          <p:nvSpPr>
            <p:cNvPr id="10" name="矩形 9"/>
            <p:cNvSpPr/>
            <p:nvPr>
              <p:custDataLst>
                <p:tags r:id="rId28"/>
              </p:custDataLst>
            </p:nvPr>
          </p:nvSpPr>
          <p:spPr>
            <a:xfrm>
              <a:off x="1323" y="5381"/>
              <a:ext cx="16616" cy="857"/>
            </a:xfrm>
            <a:prstGeom prst="rect">
              <a:avLst/>
            </a:prstGeom>
            <a:solidFill>
              <a:srgbClr val="D5E69E">
                <a:alpha val="15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6" name="对象 15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29"/>
              </p:custDataLst>
            </p:nvPr>
          </p:nvGraphicFramePr>
          <p:xfrm>
            <a:off x="7740" y="5115"/>
            <a:ext cx="3881" cy="1421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61" r:id="rId30" imgW="1181100" imgH="431800" progId="Equation.KSEE3">
                    <p:embed/>
                  </p:oleObj>
                </mc:Choice>
                <mc:Fallback>
                  <p:oleObj r:id="rId30" imgW="1181100" imgH="4318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7740" y="5115"/>
                          <a:ext cx="3881" cy="14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 title=""/>
          <p:cNvGrpSpPr/>
          <p:nvPr>
            <p:custDataLst>
              <p:tags r:id="rId32"/>
            </p:custDataLst>
          </p:nvPr>
        </p:nvGrpSpPr>
        <p:grpSpPr>
          <a:xfrm>
            <a:off x="2895283" y="5136198"/>
            <a:ext cx="2159000" cy="1449387"/>
            <a:chOff x="8053" y="4182"/>
            <a:chExt cx="2777" cy="2777"/>
          </a:xfrm>
        </p:grpSpPr>
        <p:sp>
          <p:nvSpPr>
            <p:cNvPr id="18" name="椭圆 17"/>
            <p:cNvSpPr/>
            <p:nvPr>
              <p:custDataLst>
                <p:tags r:id="rId33"/>
              </p:custDataLst>
            </p:nvPr>
          </p:nvSpPr>
          <p:spPr>
            <a:xfrm>
              <a:off x="8053" y="4182"/>
              <a:ext cx="2777" cy="2777"/>
            </a:xfrm>
            <a:prstGeom prst="ellipse">
              <a:avLst/>
            </a:prstGeom>
            <a:solidFill>
              <a:srgbClr val="CAF2E9">
                <a:alpha val="80000"/>
              </a:srgbClr>
            </a:solidFill>
            <a:ln w="15875">
              <a:solidFill>
                <a:schemeClr val="dk1"/>
              </a:solidFill>
            </a:ln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91508" name="组合 15"/>
            <p:cNvGrpSpPr/>
            <p:nvPr>
              <p:custDataLst>
                <p:tags r:id="rId34"/>
              </p:custDataLst>
            </p:nvPr>
          </p:nvGrpSpPr>
          <p:grpSpPr>
            <a:xfrm>
              <a:off x="9004" y="4588"/>
              <a:ext cx="1458" cy="1660"/>
              <a:chOff x="2415" y="3896"/>
              <a:chExt cx="2702" cy="3079"/>
            </a:xfrm>
          </p:grpSpPr>
          <p:sp>
            <p:nvSpPr>
              <p:cNvPr id="19" name="椭圆 18"/>
              <p:cNvSpPr/>
              <p:nvPr>
                <p:custDataLst>
                  <p:tags r:id="rId35"/>
                </p:custDataLst>
              </p:nvPr>
            </p:nvSpPr>
            <p:spPr>
              <a:xfrm>
                <a:off x="2416" y="3888"/>
                <a:ext cx="2702" cy="3086"/>
              </a:xfrm>
              <a:prstGeom prst="ellipse">
                <a:avLst/>
              </a:prstGeom>
              <a:solidFill>
                <a:srgbClr val="E6F0C3"/>
              </a:solidFill>
              <a:ln w="15875">
                <a:solidFill>
                  <a:schemeClr val="dk1"/>
                </a:solidFill>
              </a:ln>
              <a:effectLst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1511" name="文本框 4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3086" y="3893"/>
                <a:ext cx="1563" cy="185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2286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/>
                  </a:tabLst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Aft>
                    <a:spcPct val="0"/>
                  </a:spcAft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</a:rPr>
                  <a:t>A</a:t>
                </a:r>
                <a:endPara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endParaRPr>
              </a:p>
            </p:txBody>
          </p:sp>
        </p:grpSp>
        <p:sp>
          <p:nvSpPr>
            <p:cNvPr id="191509" name="文本框 12"/>
            <p:cNvSpPr txBox="1"/>
            <p:nvPr>
              <p:custDataLst>
                <p:tags r:id="rId37"/>
              </p:custDataLst>
            </p:nvPr>
          </p:nvSpPr>
          <p:spPr>
            <a:xfrm>
              <a:off x="8323" y="5250"/>
              <a:ext cx="1217" cy="100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B</a:t>
              </a:r>
              <a:endPara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3" name="表格 2" title="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568960" y="1127125"/>
          <a:ext cx="5412105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465"/>
                <a:gridCol w="2707640"/>
              </a:tblGrid>
              <a:tr h="520065"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元素与集合的关系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8BD8">
                        <a:alpha val="38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集合与集合的关系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8BD8">
                        <a:alpha val="38000"/>
                      </a:srgbClr>
                    </a:solidFill>
                  </a:tcPr>
                </a:tc>
              </a:tr>
              <a:tr h="520065">
                <a:tc rowSpan="2"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endParaRPr lang="zh-CN" altLang="en-US" sz="2400" b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8BD8">
                        <a:alpha val="17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endParaRPr lang="zh-CN" altLang="en-US" sz="24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8BD8">
                        <a:alpha val="17000"/>
                      </a:srgbClr>
                    </a:solidFill>
                  </a:tcPr>
                </a:tc>
              </a:tr>
              <a:tr h="260350">
                <a:tc vMerge="1">
                  <a:txBody>
                    <a:bodyPr vert="horz" wrap="square"/>
                    <a:lstStyle/>
                    <a:p/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8BD8">
                        <a:alpha val="17000"/>
                      </a:srgbClr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endParaRPr lang="zh-CN" altLang="en-US" sz="2400" b="0">
                        <a:latin typeface="黑体" panose="02010609060101010101" charset="-122"/>
                        <a:ea typeface="黑体" panose="02010609060101010101" charset="-122"/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8BD8">
                        <a:alpha val="5000"/>
                      </a:srgbClr>
                    </a:solidFill>
                  </a:tcPr>
                </a:tc>
              </a:tr>
              <a:tr h="259715">
                <a:tc rowSpan="2"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endParaRPr lang="zh-CN" altLang="en-US" sz="2400" b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8BD8">
                        <a:alpha val="17000"/>
                      </a:srgbClr>
                    </a:solidFill>
                  </a:tcPr>
                </a:tc>
                <a:tc vMerge="1">
                  <a:txBody>
                    <a:bodyPr vert="horz" wrap="square"/>
                    <a:lstStyle/>
                    <a:p/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rgbClr val="068BD8"/>
                      </a:solidFill>
                      <a:prstDash val="sysDash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8BD8">
                        <a:alpha val="5000"/>
                      </a:srgbClr>
                    </a:solidFill>
                  </a:tcPr>
                </a:tc>
              </a:tr>
              <a:tr h="520065">
                <a:tc vMerge="1">
                  <a:txBody>
                    <a:bodyPr vert="horz" wrap="square"/>
                    <a:lstStyle/>
                    <a:p/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rgbClr val="5178FA"/>
                      </a:solidFill>
                      <a:prstDash val="sysDot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8BD8">
                        <a:alpha val="17000"/>
                      </a:srgb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buNone/>
                      </a:pPr>
                      <a:endParaRPr lang="zh-CN" altLang="en-US" sz="2400" b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68BD8">
                        <a:alpha val="17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对象 5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970280" y="2569845"/>
          <a:ext cx="1892935" cy="42164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2" r:id="rId11" imgW="914400" imgH="203200" progId="Equation.KSEE3">
                  <p:embed/>
                </p:oleObj>
              </mc:Choice>
              <mc:Fallback>
                <p:oleObj r:id="rId11" imgW="9144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70280" y="2569845"/>
                        <a:ext cx="1892935" cy="4216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1129030" y="1833880"/>
          <a:ext cx="1573530" cy="41211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3" r:id="rId14" imgW="774065" imgH="203200" progId="Equation.KSEE3">
                  <p:embed/>
                </p:oleObj>
              </mc:Choice>
              <mc:Fallback>
                <p:oleObj r:id="rId14" imgW="774065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29030" y="1833880"/>
                        <a:ext cx="1573530" cy="4121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3778250" y="1696085"/>
          <a:ext cx="1739900" cy="42862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4" r:id="rId17" imgW="825500" imgH="203200" progId="Equation.KSEE3">
                  <p:embed/>
                </p:oleObj>
              </mc:Choice>
              <mc:Fallback>
                <p:oleObj r:id="rId17" imgW="8255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78250" y="1696085"/>
                        <a:ext cx="1739900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3812540" y="2221865"/>
          <a:ext cx="1755775" cy="41084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5" r:id="rId20" imgW="800100" imgH="203200" progId="Equation.KSEE3">
                  <p:embed/>
                </p:oleObj>
              </mc:Choice>
              <mc:Fallback>
                <p:oleObj r:id="rId20" imgW="8001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12540" y="2221865"/>
                        <a:ext cx="1755775" cy="4108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3741420" y="2536825"/>
          <a:ext cx="1877695" cy="88519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66" r:id="rId23" imgW="914400" imgH="431800" progId="Equation.KSEE3">
                  <p:embed/>
                </p:oleObj>
              </mc:Choice>
              <mc:Fallback>
                <p:oleObj r:id="rId23" imgW="914400" imgH="4318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741420" y="2536825"/>
                        <a:ext cx="1877695" cy="8851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 title=""/>
          <p:cNvGrpSpPr/>
          <p:nvPr>
            <p:custDataLst>
              <p:tags r:id="rId25"/>
            </p:custDataLst>
          </p:nvPr>
        </p:nvGrpSpPr>
        <p:grpSpPr>
          <a:xfrm>
            <a:off x="5979795" y="1243965"/>
            <a:ext cx="5724525" cy="2028190"/>
            <a:chOff x="9417" y="1959"/>
            <a:chExt cx="9015" cy="3194"/>
          </a:xfrm>
        </p:grpSpPr>
        <p:graphicFrame>
          <p:nvGraphicFramePr>
            <p:cNvPr id="28" name="对象 27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26"/>
              </p:custDataLst>
            </p:nvPr>
          </p:nvGraphicFramePr>
          <p:xfrm>
            <a:off x="9417" y="2191"/>
            <a:ext cx="6538" cy="2963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67" r:id="rId27" imgW="1866900" imgH="838200" progId="Equation.KSEE3">
                    <p:embed/>
                  </p:oleObj>
                </mc:Choice>
                <mc:Fallback>
                  <p:oleObj r:id="rId27" imgW="1866900" imgH="838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9417" y="2191"/>
                          <a:ext cx="6538" cy="29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" name="组合 25"/>
            <p:cNvGrpSpPr/>
            <p:nvPr>
              <p:custDataLst>
                <p:tags r:id="rId29"/>
              </p:custDataLst>
            </p:nvPr>
          </p:nvGrpSpPr>
          <p:grpSpPr>
            <a:xfrm>
              <a:off x="16239" y="1959"/>
              <a:ext cx="2135" cy="1281"/>
              <a:chOff x="8053" y="4182"/>
              <a:chExt cx="2777" cy="2777"/>
            </a:xfrm>
          </p:grpSpPr>
          <p:sp>
            <p:nvSpPr>
              <p:cNvPr id="27" name="椭圆 26"/>
              <p:cNvSpPr/>
              <p:nvPr>
                <p:custDataLst>
                  <p:tags r:id="rId30"/>
                </p:custDataLst>
              </p:nvPr>
            </p:nvSpPr>
            <p:spPr>
              <a:xfrm>
                <a:off x="8053" y="4182"/>
                <a:ext cx="2777" cy="2777"/>
              </a:xfrm>
              <a:prstGeom prst="ellipse">
                <a:avLst/>
              </a:prstGeom>
              <a:solidFill>
                <a:srgbClr val="CAF2E9">
                  <a:alpha val="80000"/>
                </a:srgbClr>
              </a:solidFill>
              <a:ln w="15875">
                <a:solidFill>
                  <a:schemeClr val="dk1"/>
                </a:solidFill>
              </a:ln>
              <a:effectLst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9" name="组合 15"/>
              <p:cNvGrpSpPr/>
              <p:nvPr>
                <p:custDataLst>
                  <p:tags r:id="rId31"/>
                </p:custDataLst>
              </p:nvPr>
            </p:nvGrpSpPr>
            <p:grpSpPr>
              <a:xfrm>
                <a:off x="9199" y="4586"/>
                <a:ext cx="1276" cy="1782"/>
                <a:chOff x="2777" y="3893"/>
                <a:chExt cx="2365" cy="3305"/>
              </a:xfrm>
            </p:grpSpPr>
            <p:sp>
              <p:nvSpPr>
                <p:cNvPr id="30" name="椭圆 29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2777" y="4028"/>
                  <a:ext cx="2365" cy="3084"/>
                </a:xfrm>
                <a:prstGeom prst="ellipse">
                  <a:avLst/>
                </a:prstGeom>
                <a:solidFill>
                  <a:srgbClr val="E6F0C3"/>
                </a:solidFill>
                <a:ln w="15875">
                  <a:solidFill>
                    <a:schemeClr val="dk1"/>
                  </a:solidFill>
                </a:ln>
                <a:effectLst/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800" b="0" i="0" u="none" strike="noStrike" kern="1200" cap="none" spc="0" normalizeH="0" baseline="0" noProof="1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" name="文本框 4"/>
                <p:cNvSpPr txBox="1"/>
                <p:nvPr>
                  <p:custDataLst>
                    <p:tags r:id="rId33"/>
                  </p:custDataLst>
                </p:nvPr>
              </p:nvSpPr>
              <p:spPr>
                <a:xfrm>
                  <a:off x="3086" y="3893"/>
                  <a:ext cx="1563" cy="330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2286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6858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tabLst>
                      <a:tab pos="1609725"/>
                    </a:tabLst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Aft>
                      <a:spcPct val="0"/>
                    </a:spcAft>
                    <a:buNone/>
                  </a:pPr>
                  <a:r>
                    <a:rPr lang="en-US" altLang="zh-CN" sz="2800" b="1" i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charset="-122"/>
                    </a:rPr>
                    <a:t>A</a:t>
                  </a:r>
                  <a:endPara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</a:endParaRPr>
                </a:p>
              </p:txBody>
            </p:sp>
          </p:grpSp>
          <p:sp>
            <p:nvSpPr>
              <p:cNvPr id="32" name="文本框 12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8206" y="4631"/>
                <a:ext cx="983" cy="17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2286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/>
                  </a:tabLst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Aft>
                    <a:spcPct val="0"/>
                  </a:spcAft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</a:rPr>
                  <a:t>B</a:t>
                </a:r>
                <a:endPara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endParaRPr>
              </a:p>
            </p:txBody>
          </p:sp>
        </p:grpSp>
        <p:grpSp>
          <p:nvGrpSpPr>
            <p:cNvPr id="33" name="组合 32"/>
            <p:cNvGrpSpPr/>
            <p:nvPr>
              <p:custDataLst>
                <p:tags r:id="rId35"/>
              </p:custDataLst>
            </p:nvPr>
          </p:nvGrpSpPr>
          <p:grpSpPr>
            <a:xfrm>
              <a:off x="16228" y="3640"/>
              <a:ext cx="2205" cy="1270"/>
              <a:chOff x="11133" y="4182"/>
              <a:chExt cx="2778" cy="2556"/>
            </a:xfrm>
            <a:solidFill>
              <a:srgbClr val="D5E69E"/>
            </a:solidFill>
          </p:grpSpPr>
          <p:sp>
            <p:nvSpPr>
              <p:cNvPr id="34" name="椭圆 33"/>
              <p:cNvSpPr/>
              <p:nvPr>
                <p:custDataLst>
                  <p:tags r:id="rId36"/>
                </p:custDataLst>
              </p:nvPr>
            </p:nvSpPr>
            <p:spPr>
              <a:xfrm>
                <a:off x="11133" y="4182"/>
                <a:ext cx="2778" cy="2556"/>
              </a:xfrm>
              <a:prstGeom prst="ellipse">
                <a:avLst/>
              </a:prstGeom>
              <a:solidFill>
                <a:srgbClr val="CAF2E9">
                  <a:alpha val="80000"/>
                </a:srgbClr>
              </a:solidFill>
              <a:ln w="15875">
                <a:solidFill>
                  <a:schemeClr val="dk1"/>
                </a:solidFill>
              </a:ln>
              <a:effectLst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1506" name="文本框 12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11618" y="4554"/>
                <a:ext cx="2065" cy="16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2286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/>
                  </a:tabLst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1600" kern="1200" spc="15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cs"/>
                  </a:defRPr>
                </a:lvl5pPr>
              </a:lstStyle>
              <a:p>
                <a:pPr marL="0" lvl="0" indent="0" eaLnBrk="1" hangingPunct="1">
                  <a:lnSpc>
                    <a:spcPct val="100000"/>
                  </a:lnSpc>
                  <a:spcAft>
                    <a:spcPct val="0"/>
                  </a:spcAft>
                  <a:buNone/>
                </a:pP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</a:rPr>
                  <a:t>A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</a:rPr>
                  <a:t>(</a:t>
                </a:r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</a:rPr>
                  <a:t>B</a:t>
                </a: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charset="-122"/>
                  </a:rPr>
                  <a:t>)</a:t>
                </a:r>
                <a:endPara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</a:endParaRPr>
              </a:p>
            </p:txBody>
          </p:sp>
        </p:grpSp>
      </p:grpSp>
      <p:graphicFrame>
        <p:nvGraphicFramePr>
          <p:cNvPr id="36" name="表格 35" title=""/>
          <p:cNvGraphicFramePr>
            <a:graphicFrameLocks noGrp="1"/>
          </p:cNvGraphicFramePr>
          <p:nvPr>
            <p:custDataLst>
              <p:tags r:id="rId38"/>
            </p:custDataLst>
          </p:nvPr>
        </p:nvGraphicFramePr>
        <p:xfrm>
          <a:off x="568960" y="3339465"/>
          <a:ext cx="11097895" cy="3176905"/>
        </p:xfrm>
        <a:graphic>
          <a:graphicData uri="http://schemas.openxmlformats.org/drawingml/2006/table">
            <a:tbl>
              <a:tblPr/>
              <a:tblGrid>
                <a:gridCol w="5209540"/>
                <a:gridCol w="5888355"/>
              </a:tblGrid>
              <a:tr h="504190">
                <a:tc>
                  <a:txBody>
                    <a:bodyPr vert="horz" wrap="square"/>
                    <a:lstStyle>
                      <a:lvl1pPr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1pPr>
                      <a:lvl2pPr marL="742950" indent="-28575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tabLst>
                          <a:tab pos="1609725"/>
                        </a:tabLs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2pPr>
                      <a:lvl3pPr marL="11430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3pPr>
                      <a:lvl4pPr marL="16002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4pPr>
                      <a:lvl5pPr marL="20574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实数间的大小关系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anchor="ctr" horzOverflow="overflow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ED2EF"/>
                    </a:solidFill>
                  </a:tcPr>
                </a:tc>
                <a:tc>
                  <a:txBody>
                    <a:bodyPr vert="horz" wrap="square"/>
                    <a:lstStyle>
                      <a:lvl1pPr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1pPr>
                      <a:lvl2pPr marL="742950" indent="-28575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tabLst>
                          <a:tab pos="1609725"/>
                        </a:tabLs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2pPr>
                      <a:lvl3pPr marL="11430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3pPr>
                      <a:lvl4pPr marL="16002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4pPr>
                      <a:lvl5pPr marL="20574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集合间的关系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anchor="ctr" horzOverflow="overflow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ED2EF"/>
                    </a:solidFill>
                  </a:tcPr>
                </a:tc>
              </a:tr>
              <a:tr h="594995">
                <a:tc>
                  <a:txBody>
                    <a:bodyPr vert="horz" wrap="square"/>
                    <a:lstStyle>
                      <a:lvl1pPr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1pPr>
                      <a:lvl2pPr marL="742950" indent="-28575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tabLst>
                          <a:tab pos="1609725"/>
                        </a:tabLs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2pPr>
                      <a:lvl3pPr marL="11430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3pPr>
                      <a:lvl4pPr marL="16002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4pPr>
                      <a:lvl5pPr marL="20574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                   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kumimoji="0" lang="zh-CN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≤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>
                  <a:txBody>
                    <a:bodyPr vert="horz" wrap="square"/>
                    <a:lstStyle>
                      <a:lvl1pPr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1pPr>
                      <a:lvl2pPr marL="742950" indent="-28575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tabLst>
                          <a:tab pos="1609725"/>
                        </a:tabLs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2pPr>
                      <a:lvl3pPr marL="11430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3pPr>
                      <a:lvl4pPr marL="16002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4pPr>
                      <a:lvl5pPr marL="20574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</a:tr>
              <a:tr h="539115">
                <a:tc>
                  <a:txBody>
                    <a:bodyPr vert="horz" wrap="square"/>
                    <a:lstStyle>
                      <a:lvl1pPr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1pPr>
                      <a:lvl2pPr marL="742950" indent="-28575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tabLst>
                          <a:tab pos="1609725"/>
                        </a:tabLs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2pPr>
                      <a:lvl3pPr marL="11430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3pPr>
                      <a:lvl4pPr marL="16002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4pPr>
                      <a:lvl5pPr marL="20574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                a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F7FB"/>
                    </a:solidFill>
                  </a:tcPr>
                </a:tc>
                <a:tc>
                  <a:txBody>
                    <a:bodyPr vert="horz" wrap="square"/>
                    <a:lstStyle>
                      <a:lvl1pPr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1pPr>
                      <a:lvl2pPr marL="742950" indent="-28575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tabLst>
                          <a:tab pos="1609725"/>
                        </a:tabLs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2pPr>
                      <a:lvl3pPr marL="11430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3pPr>
                      <a:lvl4pPr marL="16002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4pPr>
                      <a:lvl5pPr marL="20574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F7FB"/>
                    </a:solidFill>
                  </a:tcPr>
                </a:tc>
              </a:tr>
              <a:tr h="513080">
                <a:tc>
                  <a:txBody>
                    <a:bodyPr vert="horz" wrap="square"/>
                    <a:lstStyle>
                      <a:lvl1pPr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1pPr>
                      <a:lvl2pPr marL="742950" indent="-28575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tabLst>
                          <a:tab pos="1609725"/>
                        </a:tabLs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2pPr>
                      <a:lvl3pPr marL="11430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3pPr>
                      <a:lvl4pPr marL="16002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4pPr>
                      <a:lvl5pPr marL="20574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≤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E9F7"/>
                    </a:solidFill>
                  </a:tcPr>
                </a:tc>
                <a:tc>
                  <a:txBody>
                    <a:bodyPr vert="horz" wrap="square"/>
                    <a:lstStyle>
                      <a:lvl1pPr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1pPr>
                      <a:lvl2pPr marL="742950" indent="-28575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tabLst>
                          <a:tab pos="1609725"/>
                        </a:tabLs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2pPr>
                      <a:lvl3pPr marL="11430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3pPr>
                      <a:lvl4pPr marL="16002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4pPr>
                      <a:lvl5pPr marL="20574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E9F7"/>
                    </a:solidFill>
                  </a:tcPr>
                </a:tc>
              </a:tr>
              <a:tr h="511810">
                <a:tc>
                  <a:txBody>
                    <a:bodyPr vert="horz" wrap="square"/>
                    <a:lstStyle>
                      <a:lvl1pPr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1pPr>
                      <a:lvl2pPr marL="742950" indent="-28575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tabLst>
                          <a:tab pos="1609725"/>
                        </a:tabLs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2pPr>
                      <a:lvl3pPr marL="11430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3pPr>
                      <a:lvl4pPr marL="16002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4pPr>
                      <a:lvl5pPr marL="20574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若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kumimoji="0" lang="zh-CN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≤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，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r>
                        <a:rPr kumimoji="0" lang="zh-CN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≤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，则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kumimoji="0" lang="zh-CN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charset="-122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≤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c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F7FB"/>
                    </a:solidFill>
                  </a:tcPr>
                </a:tc>
                <a:tc>
                  <a:txBody>
                    <a:bodyPr vert="horz" wrap="square"/>
                    <a:lstStyle>
                      <a:lvl1pPr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1pPr>
                      <a:lvl2pPr marL="742950" indent="-28575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tabLst>
                          <a:tab pos="1609725"/>
                        </a:tabLs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2pPr>
                      <a:lvl3pPr marL="11430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3pPr>
                      <a:lvl4pPr marL="16002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4pPr>
                      <a:lvl5pPr marL="20574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F7FB"/>
                    </a:solidFill>
                  </a:tcPr>
                </a:tc>
              </a:tr>
              <a:tr h="513715">
                <a:tc>
                  <a:txBody>
                    <a:bodyPr vert="horz" wrap="square"/>
                    <a:lstStyle>
                      <a:lvl1pPr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1pPr>
                      <a:lvl2pPr marL="742950" indent="-28575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tabLst>
                          <a:tab pos="1609725"/>
                        </a:tabLs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2pPr>
                      <a:lvl3pPr marL="11430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3pPr>
                      <a:lvl4pPr marL="16002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4pPr>
                      <a:lvl5pPr marL="20574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若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&lt; 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b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&lt; 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，则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&lt; </a:t>
                      </a: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>
                  <a:txBody>
                    <a:bodyPr vert="horz" wrap="square"/>
                    <a:lstStyle>
                      <a:lvl1pPr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1pPr>
                      <a:lvl2pPr marL="742950" indent="-28575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tabLst>
                          <a:tab pos="1609725"/>
                        </a:tabLs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2pPr>
                      <a:lvl3pPr marL="11430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3pPr>
                      <a:lvl4pPr marL="16002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4pPr>
                      <a:lvl5pPr marL="2057400" indent="-228600" eaLnBrk="0" hangingPunct="0">
                        <a:lnSpc>
                          <a:spcPct val="130000"/>
                        </a:lnSpc>
                        <a:spcAft>
                          <a:spcPts val="100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5pPr>
                      <a:lvl6pPr marL="25146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6pPr>
                      <a:lvl7pPr marL="29718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7pPr>
                      <a:lvl8pPr marL="34290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8pPr>
                      <a:lvl9pPr marL="3886200" indent="-228600" eaLnBrk="0" fontAlgn="base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</a:tr>
            </a:tbl>
          </a:graphicData>
        </a:graphic>
      </p:graphicFrame>
      <p:sp>
        <p:nvSpPr>
          <p:cNvPr id="37" name="文本框 36" title=""/>
          <p:cNvSpPr txBox="1"/>
          <p:nvPr>
            <p:custDataLst>
              <p:tags r:id="rId39"/>
            </p:custDataLst>
          </p:nvPr>
        </p:nvSpPr>
        <p:spPr>
          <a:xfrm>
            <a:off x="2647315" y="3876358"/>
            <a:ext cx="183642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kumimoji="0" lang="en-US" altLang="zh-CN" sz="2800" i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a</a:t>
            </a:r>
            <a:r>
              <a:rPr kumimoji="0" lang="en-US" sz="2800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=</a:t>
            </a:r>
            <a:r>
              <a:rPr kumimoji="0" lang="en-US" altLang="zh-CN" sz="2800" i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b</a:t>
            </a:r>
            <a:r>
              <a:rPr kumimoji="0" lang="zh-CN" altLang="en-US" sz="2400" kern="1200" cap="none" spc="0" normalizeH="0" baseline="0" noProof="1">
                <a:latin typeface="Times New Roman" panose="02020603050405020304" pitchFamily="18" charset="0"/>
                <a:ea typeface="黑体" panose="02010609060101010101" charset="-122"/>
                <a:cs typeface="+mn-cs"/>
                <a:sym typeface="+mn-ea"/>
              </a:rPr>
              <a:t>或</a:t>
            </a:r>
            <a:r>
              <a:rPr kumimoji="0" lang="en-US" altLang="zh-CN" sz="2800" i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a</a:t>
            </a:r>
            <a:r>
              <a:rPr kumimoji="0" lang="en-US" sz="2800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&lt;</a:t>
            </a:r>
            <a:r>
              <a:rPr kumimoji="0" lang="en-US" sz="2800" i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b</a:t>
            </a:r>
            <a:r>
              <a:rPr kumimoji="0" lang="en-US" altLang="zh-CN" sz="2800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endParaRPr kumimoji="0" lang="zh-CN" altLang="en-US" sz="2800" kern="1200" cap="none" spc="0" normalizeH="0" baseline="0" noProof="1"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pSp>
        <p:nvGrpSpPr>
          <p:cNvPr id="45" name="组合 44" title=""/>
          <p:cNvGrpSpPr/>
          <p:nvPr>
            <p:custDataLst>
              <p:tags r:id="rId40"/>
            </p:custDataLst>
          </p:nvPr>
        </p:nvGrpSpPr>
        <p:grpSpPr>
          <a:xfrm>
            <a:off x="7078980" y="3647440"/>
            <a:ext cx="3445510" cy="994410"/>
            <a:chOff x="11148" y="5744"/>
            <a:chExt cx="5426" cy="1566"/>
          </a:xfrm>
        </p:grpSpPr>
        <p:graphicFrame>
          <p:nvGraphicFramePr>
            <p:cNvPr id="63519" name="对象 -2147482548"/>
            <p:cNvGraphicFramePr>
              <a:graphicFrameLocks noChangeAspect="1"/>
            </p:cNvGraphicFramePr>
            <p:nvPr>
              <p:custDataLst>
                <p:tags r:id="rId41"/>
              </p:custDataLst>
            </p:nvPr>
          </p:nvGraphicFramePr>
          <p:xfrm>
            <a:off x="11148" y="6186"/>
            <a:ext cx="1507" cy="680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68" r:id="rId42" imgW="431800" imgH="190500" progId="Equation.KSEE3">
                    <p:embed/>
                  </p:oleObj>
                </mc:Choice>
                <mc:Fallback>
                  <p:oleObj r:id="rId42" imgW="431800" imgH="1905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3"/>
                        <a:stretch>
                          <a:fillRect/>
                        </a:stretch>
                      </p:blipFill>
                      <p:spPr>
                        <a:xfrm>
                          <a:off x="11148" y="6186"/>
                          <a:ext cx="1507" cy="6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44"/>
              </p:custDataLst>
            </p:nvPr>
          </p:nvGraphicFramePr>
          <p:xfrm>
            <a:off x="12678" y="5744"/>
            <a:ext cx="3896" cy="1566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69" r:id="rId45" imgW="1002665" imgH="431800" progId="Equation.KSEE3">
                    <p:embed/>
                  </p:oleObj>
                </mc:Choice>
                <mc:Fallback>
                  <p:oleObj r:id="rId45" imgW="1002665" imgH="4318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12678" y="5744"/>
                          <a:ext cx="3896" cy="15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对象 38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47"/>
            </p:custDataLst>
          </p:nvPr>
        </p:nvGraphicFramePr>
        <p:xfrm>
          <a:off x="7046595" y="4475798"/>
          <a:ext cx="3505835" cy="45085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0" r:id="rId48" imgW="1562100" imgH="203200" progId="Equation.KSEE3">
                  <p:embed/>
                </p:oleObj>
              </mc:Choice>
              <mc:Fallback>
                <p:oleObj r:id="rId48" imgW="15621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7046595" y="4475798"/>
                        <a:ext cx="3505835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39" title=""/>
          <p:cNvSpPr txBox="1"/>
          <p:nvPr>
            <p:custDataLst>
              <p:tags r:id="rId50"/>
            </p:custDataLst>
          </p:nvPr>
        </p:nvSpPr>
        <p:spPr>
          <a:xfrm>
            <a:off x="2390140" y="4450080"/>
            <a:ext cx="2585085" cy="4610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黑体" panose="02010609060101010101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en-US" sz="2800"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≤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sym typeface="+mn-ea"/>
              </a:rPr>
              <a:t>)</a:t>
            </a:r>
            <a:endParaRPr lang="en-US" altLang="en-US" sz="1800">
              <a:ea typeface="黑体" panose="02010609060101010101" charset="-122"/>
            </a:endParaRPr>
          </a:p>
        </p:txBody>
      </p:sp>
      <p:graphicFrame>
        <p:nvGraphicFramePr>
          <p:cNvPr id="41" name="对象 -2147482548" title=""/>
          <p:cNvGraphicFramePr>
            <a:graphicFrameLocks noChangeAspect="1"/>
          </p:cNvGraphicFramePr>
          <p:nvPr>
            <p:custDataLst>
              <p:tags r:id="rId51"/>
            </p:custDataLst>
          </p:nvPr>
        </p:nvGraphicFramePr>
        <p:xfrm>
          <a:off x="8062595" y="4990148"/>
          <a:ext cx="1058863" cy="468312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1" r:id="rId52" imgW="431800" imgH="190500" progId="Equation.KSEE3">
                  <p:embed/>
                </p:oleObj>
              </mc:Choice>
              <mc:Fallback>
                <p:oleObj r:id="rId52" imgW="431800" imgH="1905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8062595" y="4990148"/>
                        <a:ext cx="1058863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2" name="图片 41" title="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6806565" y="5517515"/>
            <a:ext cx="4017010" cy="5054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" name="图片 43" title="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6806565" y="6012180"/>
            <a:ext cx="3982720" cy="5041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4" name="组合 3" title=""/>
          <p:cNvGrpSpPr/>
          <p:nvPr>
            <p:custDataLst>
              <p:tags r:id="rId9"/>
            </p:custDataLst>
          </p:nvPr>
        </p:nvGrpSpPr>
        <p:grpSpPr>
          <a:xfrm>
            <a:off x="260985" y="1256665"/>
            <a:ext cx="6097905" cy="2697480"/>
            <a:chOff x="621" y="2009"/>
            <a:chExt cx="9603" cy="4248"/>
          </a:xfrm>
        </p:grpSpPr>
        <p:sp>
          <p:nvSpPr>
            <p:cNvPr id="3" name="标题 1"/>
            <p:cNvSpPr>
              <a:spLocks noGrp="1"/>
            </p:cNvSpPr>
            <p:nvPr>
              <p:custDataLst>
                <p:tags r:id="rId10"/>
              </p:custDataLst>
            </p:nvPr>
          </p:nvSpPr>
          <p:spPr>
            <a:xfrm>
              <a:off x="1446" y="2009"/>
              <a:ext cx="7929" cy="848"/>
            </a:xfrm>
            <a:prstGeom prst="rect">
              <a:avLst/>
            </a:prstGeom>
            <a:solidFill>
              <a:srgbClr val="E8F1CD"/>
            </a:solidFill>
            <a:ln w="6350">
              <a:solidFill>
                <a:schemeClr val="accent6"/>
              </a:solidFill>
              <a:prstDash val="dash"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</a:rPr>
                <a:t>空集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graphicFrame>
          <p:nvGraphicFramePr>
            <p:cNvPr id="6" name="对象 5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11"/>
              </p:custDataLst>
            </p:nvPr>
          </p:nvGraphicFramePr>
          <p:xfrm>
            <a:off x="621" y="2857"/>
            <a:ext cx="9603" cy="3400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72" r:id="rId12" imgW="6200775" imgH="2228850" progId="Word.Document.8">
                    <p:embed/>
                  </p:oleObj>
                </mc:Choice>
                <mc:Fallback>
                  <p:oleObj r:id="rId12" imgW="6200775" imgH="2228850" progId="Word.Document.8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621" y="2857"/>
                          <a:ext cx="9603" cy="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 title=""/>
          <p:cNvGrpSpPr/>
          <p:nvPr>
            <p:custDataLst>
              <p:tags r:id="rId14"/>
            </p:custDataLst>
          </p:nvPr>
        </p:nvGrpSpPr>
        <p:grpSpPr>
          <a:xfrm>
            <a:off x="5724525" y="1256665"/>
            <a:ext cx="6673215" cy="3084830"/>
            <a:chOff x="8355" y="2009"/>
            <a:chExt cx="10509" cy="4858"/>
          </a:xfrm>
        </p:grpSpPr>
        <p:sp>
          <p:nvSpPr>
            <p:cNvPr id="7" name="标题 1"/>
            <p:cNvSpPr>
              <a:spLocks noGrp="1"/>
            </p:cNvSpPr>
            <p:nvPr>
              <p:custDataLst>
                <p:tags r:id="rId15"/>
              </p:custDataLst>
            </p:nvPr>
          </p:nvSpPr>
          <p:spPr>
            <a:xfrm>
              <a:off x="9363" y="2009"/>
              <a:ext cx="8468" cy="848"/>
            </a:xfrm>
            <a:prstGeom prst="rect">
              <a:avLst/>
            </a:prstGeom>
            <a:solidFill>
              <a:srgbClr val="E8F1CD"/>
            </a:solidFill>
            <a:ln w="6350">
              <a:solidFill>
                <a:schemeClr val="accent6"/>
              </a:solidFill>
              <a:prstDash val="dash"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</a:rPr>
                <a:t>子集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</a:endParaRPr>
            </a:p>
          </p:txBody>
        </p:sp>
        <p:graphicFrame>
          <p:nvGraphicFramePr>
            <p:cNvPr id="5" name="对象 4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16"/>
              </p:custDataLst>
            </p:nvPr>
          </p:nvGraphicFramePr>
          <p:xfrm>
            <a:off x="8355" y="2857"/>
            <a:ext cx="10509" cy="4010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73" r:id="rId17" imgW="6200775" imgH="2291080" progId="Word.Document.8">
                    <p:embed/>
                  </p:oleObj>
                </mc:Choice>
                <mc:Fallback>
                  <p:oleObj r:id="rId17" imgW="6200775" imgH="2291080" progId="Word.Document.8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355" y="2857"/>
                          <a:ext cx="10509" cy="40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61" name="组合 14360" title=""/>
          <p:cNvGrpSpPr/>
          <p:nvPr>
            <p:custDataLst>
              <p:tags r:id="rId19"/>
            </p:custDataLst>
          </p:nvPr>
        </p:nvGrpSpPr>
        <p:grpSpPr>
          <a:xfrm>
            <a:off x="1440815" y="4080510"/>
            <a:ext cx="4011930" cy="2261870"/>
            <a:chOff x="3054" y="4189"/>
            <a:chExt cx="2483" cy="1030"/>
          </a:xfrm>
        </p:grpSpPr>
        <p:sp>
          <p:nvSpPr>
            <p:cNvPr id="14353" name="椭圆 14352"/>
            <p:cNvSpPr/>
            <p:nvPr>
              <p:custDataLst>
                <p:tags r:id="rId20"/>
              </p:custDataLst>
            </p:nvPr>
          </p:nvSpPr>
          <p:spPr>
            <a:xfrm>
              <a:off x="3054" y="4189"/>
              <a:ext cx="2483" cy="1030"/>
            </a:xfrm>
            <a:prstGeom prst="ellipse">
              <a:avLst/>
            </a:prstGeom>
            <a:solidFill>
              <a:srgbClr val="D0F4ED"/>
            </a:solidFill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l">
                <a:spcBef>
                  <a:spcPct val="0"/>
                </a:spcBef>
              </a:pPr>
              <a:r>
                <a:rPr lang="en-US" altLang="zh-CN" sz="3200" i="1">
                  <a:latin typeface="Times New Roman" panose="02020603050405020304" pitchFamily="18" charset="0"/>
                </a:rPr>
                <a:t>C</a:t>
              </a:r>
              <a:endParaRPr lang="en-US" altLang="zh-CN" sz="3200" i="1">
                <a:latin typeface="Times New Roman" panose="02020603050405020304" pitchFamily="18" charset="0"/>
              </a:endParaRPr>
            </a:p>
          </p:txBody>
        </p:sp>
        <p:sp>
          <p:nvSpPr>
            <p:cNvPr id="14354" name="椭圆 14353"/>
            <p:cNvSpPr/>
            <p:nvPr>
              <p:custDataLst>
                <p:tags r:id="rId21"/>
              </p:custDataLst>
            </p:nvPr>
          </p:nvSpPr>
          <p:spPr>
            <a:xfrm>
              <a:off x="3764" y="4447"/>
              <a:ext cx="1624" cy="515"/>
            </a:xfrm>
            <a:prstGeom prst="ellipse">
              <a:avLst/>
            </a:prstGeom>
            <a:solidFill>
              <a:srgbClr val="6BDDF9"/>
            </a:solidFill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l">
                <a:spcBef>
                  <a:spcPct val="0"/>
                </a:spcBef>
              </a:pPr>
              <a:r>
                <a:rPr lang="en-US" altLang="zh-CN" sz="2400" i="1">
                  <a:latin typeface="Times New Roman" panose="02020603050405020304" pitchFamily="18" charset="0"/>
                </a:rPr>
                <a:t>B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14355" name="椭圆 14354"/>
            <p:cNvSpPr/>
            <p:nvPr>
              <p:custDataLst>
                <p:tags r:id="rId22"/>
              </p:custDataLst>
            </p:nvPr>
          </p:nvSpPr>
          <p:spPr>
            <a:xfrm>
              <a:off x="4261" y="4557"/>
              <a:ext cx="881" cy="280"/>
            </a:xfrm>
            <a:prstGeom prst="ellipse">
              <a:avLst/>
            </a:prstGeom>
            <a:solidFill>
              <a:srgbClr val="00B0F0"/>
            </a:solidFill>
            <a:ln w="31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>
                <a:spcBef>
                  <a:spcPct val="0"/>
                </a:spcBef>
              </a:pPr>
              <a:r>
                <a:rPr lang="en-US" altLang="zh-CN" sz="2400" i="1">
                  <a:latin typeface="Times New Roman" panose="02020603050405020304" pitchFamily="18" charset="0"/>
                </a:rPr>
                <a:t>    A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文本框 9" title=""/>
          <p:cNvSpPr txBox="1"/>
          <p:nvPr>
            <p:custDataLst>
              <p:tags r:id="rId23"/>
            </p:custDataLst>
          </p:nvPr>
        </p:nvSpPr>
        <p:spPr>
          <a:xfrm>
            <a:off x="6359525" y="4594225"/>
            <a:ext cx="5382260" cy="1198880"/>
          </a:xfrm>
          <a:prstGeom prst="rect">
            <a:avLst/>
          </a:prstGeom>
          <a:ln w="9525"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Clr>
                <a:srgbClr val="70AD47"/>
              </a:buClr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空集是任何集合的子集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buClr>
                <a:srgbClr val="70AD47"/>
              </a:buClr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空集是任何非空集合的真子集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buClr>
                <a:srgbClr val="70AD47"/>
              </a:buClr>
              <a:buFont typeface="Wingdings" panose="05000000000000000000" charset="0"/>
              <a:buChar char="l"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任何一个集合是它本身的子集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15364" name="对象 15363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873760" y="1143635"/>
          <a:ext cx="8197215" cy="41973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4" r:id="rId11" imgW="3886200" imgH="215900" progId="Equation.DSMT4">
                  <p:embed/>
                </p:oleObj>
              </mc:Choice>
              <mc:Fallback>
                <p:oleObj r:id="rId11" imgW="3886200" imgH="215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73760" y="1143635"/>
                        <a:ext cx="8197215" cy="4197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对象 15364" title="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1603058" y="1661160"/>
          <a:ext cx="6200140" cy="40767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5" r:id="rId14" imgW="3022600" imgH="215900" progId="Equation.DSMT4">
                  <p:embed/>
                </p:oleObj>
              </mc:Choice>
              <mc:Fallback>
                <p:oleObj r:id="rId14" imgW="3022600" imgH="215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03058" y="1661160"/>
                        <a:ext cx="6200140" cy="4076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对象 15365" title=""/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4587875" y="2068830"/>
          <a:ext cx="2746375" cy="4064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76" r:id="rId17" imgW="1371600" imgH="215900" progId="Equation.DSMT4">
                  <p:embed/>
                </p:oleObj>
              </mc:Choice>
              <mc:Fallback>
                <p:oleObj r:id="rId17" imgW="1371600" imgH="215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87875" y="2068830"/>
                        <a:ext cx="2746375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文本框 99" title=""/>
          <p:cNvSpPr txBox="1"/>
          <p:nvPr>
            <p:custDataLst>
              <p:tags r:id="rId19"/>
            </p:custDataLst>
          </p:nvPr>
        </p:nvSpPr>
        <p:spPr>
          <a:xfrm>
            <a:off x="501015" y="2734945"/>
            <a:ext cx="10996295" cy="3622675"/>
          </a:xfrm>
          <a:prstGeom prst="rect">
            <a:avLst/>
          </a:prstGeom>
          <a:solidFill>
            <a:srgbClr val="E8F1CD">
              <a:alpha val="30000"/>
            </a:srgbClr>
          </a:solidFill>
          <a:ln w="1270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marL="0" indent="0" algn="ctr" eaLnBrk="0" latinLnBrk="1" hangingPunct="0">
              <a:lnSpc>
                <a:spcPct val="150000"/>
              </a:lnSpc>
              <a:spcBef>
                <a:spcPts val="235"/>
              </a:spcBef>
              <a:buNone/>
            </a:pPr>
            <a:r>
              <a:rPr lang="zh-CN" altLang="en-US" sz="2400" b="1" kern="0" smtClean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判断集合间关系的方法</a:t>
            </a: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00" kern="0" smtClean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(1)</a:t>
            </a:r>
            <a:r>
              <a:rPr lang="zh-CN" altLang="en-US" sz="2400" b="1" kern="0" smtClean="0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列举法:</a:t>
            </a:r>
            <a:r>
              <a:rPr lang="zh-CN" altLang="en-US" sz="2400" kern="0" smtClean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对于能用列举法表示的集合,先用列举法将两个(或多个)集合表示出来,再通过对比两个(或多个)集合中的元素来判断其关系.</a:t>
            </a: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00" kern="0" smtClean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(2)</a:t>
            </a:r>
            <a:r>
              <a:rPr lang="zh-CN" altLang="en-US" sz="2400" b="1" kern="0" smtClean="0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元素特征法:</a:t>
            </a:r>
            <a:r>
              <a:rPr lang="zh-CN" altLang="en-US" sz="2400" kern="0" smtClean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弄清集合中元素的限制条件,再利用限制条件来判断集合间的关系.</a:t>
            </a: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00" kern="0" smtClean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(3)</a:t>
            </a:r>
            <a:r>
              <a:rPr lang="zh-CN" altLang="en-US" sz="2400" b="1" kern="0" smtClean="0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图示法:</a:t>
            </a:r>
            <a:r>
              <a:rPr lang="zh-CN" altLang="en-US" sz="2400" kern="0" smtClean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利用数轴或Venn图表示集合,可直观地判断两个(或多个)集合间的关系.</a:t>
            </a:r>
            <a:endParaRPr lang="zh-CN" altLang="en-US" sz="2400" kern="0" smtClean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sz="80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99683" name="文本框 1" title=""/>
          <p:cNvSpPr txBox="1"/>
          <p:nvPr>
            <p:custDataLst>
              <p:tags r:id="rId9"/>
            </p:custDataLst>
          </p:nvPr>
        </p:nvSpPr>
        <p:spPr>
          <a:xfrm>
            <a:off x="778510" y="1007110"/>
            <a:ext cx="10304780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观察与推理</a:t>
            </a:r>
            <a:r>
              <a:rPr lang="en-US" altLang="zh-CN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——</a:t>
            </a:r>
            <a:r>
              <a:rPr lang="zh-CN" altLang="en-US" sz="2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元素个数与子集个数的关系</a:t>
            </a:r>
            <a:endParaRPr lang="zh-CN" altLang="en-US" sz="2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 pitchFamily="34" charset="0"/>
            </a:endParaRPr>
          </a:p>
        </p:txBody>
      </p:sp>
      <p:grpSp>
        <p:nvGrpSpPr>
          <p:cNvPr id="199684" name="组合 12" title=""/>
          <p:cNvGrpSpPr/>
          <p:nvPr>
            <p:custDataLst>
              <p:tags r:id="rId10"/>
            </p:custDataLst>
          </p:nvPr>
        </p:nvGrpSpPr>
        <p:grpSpPr>
          <a:xfrm>
            <a:off x="775970" y="1619250"/>
            <a:ext cx="5605463" cy="2359660"/>
            <a:chOff x="1627" y="1650"/>
            <a:chExt cx="8827" cy="3716"/>
          </a:xfrm>
        </p:grpSpPr>
        <p:sp>
          <p:nvSpPr>
            <p:cNvPr id="199696" name="文本框 3"/>
            <p:cNvSpPr txBox="1"/>
            <p:nvPr>
              <p:custDataLst>
                <p:tags r:id="rId11"/>
              </p:custDataLst>
            </p:nvPr>
          </p:nvSpPr>
          <p:spPr>
            <a:xfrm>
              <a:off x="1627" y="1737"/>
              <a:ext cx="8827" cy="36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algn="just" ea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(1)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写出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     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的所有子集；</a:t>
              </a: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endParaRPr>
            </a:p>
            <a:p>
              <a:pPr marL="0" lvl="0" indent="0" algn="just" ea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(2)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写出集合</a:t>
              </a:r>
              <a:r>
                <a:rPr lang="en-US" altLang="en-US" sz="2400" b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{</a:t>
              </a:r>
              <a:r>
                <a:rPr lang="en-US" altLang="en-US" sz="2400" b="1" i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a</a:t>
              </a:r>
              <a:r>
                <a:rPr lang="en-US" altLang="en-US" sz="2400" b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}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的所有子集；</a:t>
              </a: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endParaRPr>
            </a:p>
            <a:p>
              <a:pPr marL="0" lvl="0" indent="0" algn="just" ea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(3)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写出集合</a:t>
              </a:r>
              <a:r>
                <a:rPr lang="en-US" altLang="en-US" sz="2400" b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{</a:t>
              </a:r>
              <a:r>
                <a:rPr lang="en-US" altLang="en-US" sz="2400" b="1" i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a,b</a:t>
              </a:r>
              <a:r>
                <a:rPr lang="en-US" altLang="en-US" sz="2400" b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}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的所有子集;</a:t>
              </a: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endParaRPr>
            </a:p>
            <a:p>
              <a:pPr marL="0" lvl="0" indent="0" algn="just" ea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(4)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写出集合</a:t>
              </a:r>
              <a:r>
                <a:rPr lang="en-US" altLang="en-US" sz="2400" b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{</a:t>
              </a:r>
              <a:r>
                <a:rPr lang="en-US" altLang="en-US" sz="2400" b="1" i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a,b,c</a:t>
              </a:r>
              <a:r>
                <a:rPr lang="en-US" altLang="en-US" sz="2400" b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}</a:t>
              </a: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的所有子集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.</a:t>
              </a: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endParaRPr>
            </a:p>
            <a:p>
              <a:pPr lvl="0" algn="just" ea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A9D18E"/>
                </a:buClr>
                <a:buSzPct val="80000"/>
                <a:buFont typeface="Wingdings" panose="05000000000000000000" charset="0"/>
                <a:buChar char="l"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黑体" panose="02010609060101010101" charset="-122"/>
                </a:rPr>
                <a:t> 你从中发现了什么规律？</a:t>
              </a:r>
              <a:endParaRPr lang="en-US" altLang="en-US" sz="240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黑体" panose="02010609060101010101" charset="-122"/>
              </a:endParaRPr>
            </a:p>
          </p:txBody>
        </p:sp>
        <p:graphicFrame>
          <p:nvGraphicFramePr>
            <p:cNvPr id="199697" name="对象 2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12"/>
              </p:custDataLst>
            </p:nvPr>
          </p:nvGraphicFramePr>
          <p:xfrm>
            <a:off x="3471" y="1650"/>
            <a:ext cx="564" cy="667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77" r:id="rId13" imgW="165100" imgH="177165" progId="Equation.KSEE3">
                    <p:embed/>
                  </p:oleObj>
                </mc:Choice>
                <mc:Fallback>
                  <p:oleObj r:id="rId13" imgW="1651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471" y="1650"/>
                          <a:ext cx="564" cy="6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 title=""/>
          <p:cNvGrpSpPr/>
          <p:nvPr>
            <p:custDataLst>
              <p:tags r:id="rId15"/>
            </p:custDataLst>
          </p:nvPr>
        </p:nvGrpSpPr>
        <p:grpSpPr>
          <a:xfrm>
            <a:off x="5170170" y="2539365"/>
            <a:ext cx="6438900" cy="502920"/>
            <a:chOff x="8142" y="4017"/>
            <a:chExt cx="10140" cy="792"/>
          </a:xfrm>
        </p:grpSpPr>
        <p:sp>
          <p:nvSpPr>
            <p:cNvPr id="9" name="矩形 8"/>
            <p:cNvSpPr/>
            <p:nvPr>
              <p:custDataLst>
                <p:tags r:id="rId16"/>
              </p:custDataLst>
            </p:nvPr>
          </p:nvSpPr>
          <p:spPr>
            <a:xfrm>
              <a:off x="8142" y="4023"/>
              <a:ext cx="10140" cy="739"/>
            </a:xfrm>
            <a:prstGeom prst="rect">
              <a:avLst/>
            </a:prstGeom>
            <a:solidFill>
              <a:srgbClr val="D5E69E">
                <a:alpha val="15000"/>
              </a:srgbClr>
            </a:solidFill>
            <a:ln w="22225">
              <a:noFill/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4" name="对象 24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17"/>
              </p:custDataLst>
            </p:nvPr>
          </p:nvGraphicFramePr>
          <p:xfrm>
            <a:off x="8267" y="4017"/>
            <a:ext cx="4117" cy="792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78" r:id="rId18" imgW="1054100" imgH="203200" progId="Equation.KSEE3">
                    <p:embed/>
                  </p:oleObj>
                </mc:Choice>
                <mc:Fallback>
                  <p:oleObj r:id="rId18" imgW="1054100" imgH="203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8267" y="4017"/>
                          <a:ext cx="4117" cy="7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 title=""/>
          <p:cNvGrpSpPr/>
          <p:nvPr>
            <p:custDataLst>
              <p:tags r:id="rId20"/>
            </p:custDataLst>
          </p:nvPr>
        </p:nvGrpSpPr>
        <p:grpSpPr>
          <a:xfrm>
            <a:off x="5170170" y="2078355"/>
            <a:ext cx="6438900" cy="523240"/>
            <a:chOff x="8142" y="3273"/>
            <a:chExt cx="10140" cy="824"/>
          </a:xfrm>
        </p:grpSpPr>
        <p:sp>
          <p:nvSpPr>
            <p:cNvPr id="8" name="矩形 7"/>
            <p:cNvSpPr/>
            <p:nvPr>
              <p:custDataLst>
                <p:tags r:id="rId21"/>
              </p:custDataLst>
            </p:nvPr>
          </p:nvSpPr>
          <p:spPr>
            <a:xfrm>
              <a:off x="8142" y="3273"/>
              <a:ext cx="10140" cy="739"/>
            </a:xfrm>
            <a:prstGeom prst="rect">
              <a:avLst/>
            </a:prstGeom>
            <a:solidFill>
              <a:srgbClr val="D5E69E">
                <a:alpha val="15000"/>
              </a:srgbClr>
            </a:solidFill>
            <a:ln w="22225">
              <a:noFill/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" name="对象 24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22"/>
              </p:custDataLst>
            </p:nvPr>
          </p:nvGraphicFramePr>
          <p:xfrm>
            <a:off x="8299" y="3302"/>
            <a:ext cx="1638" cy="795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79" r:id="rId23" imgW="419100" imgH="203200" progId="Equation.KSEE3">
                    <p:embed/>
                  </p:oleObj>
                </mc:Choice>
                <mc:Fallback>
                  <p:oleObj r:id="rId23" imgW="419100" imgH="203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8299" y="3302"/>
                          <a:ext cx="1638" cy="7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 title=""/>
          <p:cNvGrpSpPr/>
          <p:nvPr>
            <p:custDataLst>
              <p:tags r:id="rId25"/>
            </p:custDataLst>
          </p:nvPr>
        </p:nvGrpSpPr>
        <p:grpSpPr>
          <a:xfrm>
            <a:off x="5170170" y="3016885"/>
            <a:ext cx="6438900" cy="504190"/>
            <a:chOff x="8142" y="4751"/>
            <a:chExt cx="10140" cy="794"/>
          </a:xfrm>
        </p:grpSpPr>
        <p:sp>
          <p:nvSpPr>
            <p:cNvPr id="10" name="矩形 9"/>
            <p:cNvSpPr/>
            <p:nvPr>
              <p:custDataLst>
                <p:tags r:id="rId26"/>
              </p:custDataLst>
            </p:nvPr>
          </p:nvSpPr>
          <p:spPr>
            <a:xfrm>
              <a:off x="8142" y="4754"/>
              <a:ext cx="10140" cy="739"/>
            </a:xfrm>
            <a:prstGeom prst="rect">
              <a:avLst/>
            </a:prstGeom>
            <a:solidFill>
              <a:srgbClr val="D5E69E">
                <a:alpha val="15000"/>
              </a:srgbClr>
            </a:solidFill>
            <a:ln w="22225">
              <a:noFill/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1" name="对象 24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27"/>
              </p:custDataLst>
            </p:nvPr>
          </p:nvGraphicFramePr>
          <p:xfrm>
            <a:off x="8267" y="4751"/>
            <a:ext cx="10015" cy="795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80" r:id="rId28" imgW="2565400" imgH="203200" progId="Equation.KSEE3">
                    <p:embed/>
                  </p:oleObj>
                </mc:Choice>
                <mc:Fallback>
                  <p:oleObj r:id="rId28" imgW="2565400" imgH="203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8267" y="4751"/>
                          <a:ext cx="10015" cy="7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 title=""/>
          <p:cNvGrpSpPr/>
          <p:nvPr>
            <p:custDataLst>
              <p:tags r:id="rId30"/>
            </p:custDataLst>
          </p:nvPr>
        </p:nvGrpSpPr>
        <p:grpSpPr>
          <a:xfrm>
            <a:off x="5170805" y="1613535"/>
            <a:ext cx="6438900" cy="469265"/>
            <a:chOff x="8143" y="2541"/>
            <a:chExt cx="10140" cy="739"/>
          </a:xfrm>
        </p:grpSpPr>
        <p:sp>
          <p:nvSpPr>
            <p:cNvPr id="7" name="矩形 6"/>
            <p:cNvSpPr/>
            <p:nvPr>
              <p:custDataLst>
                <p:tags r:id="rId31"/>
              </p:custDataLst>
            </p:nvPr>
          </p:nvSpPr>
          <p:spPr>
            <a:xfrm>
              <a:off x="8143" y="2541"/>
              <a:ext cx="10140" cy="739"/>
            </a:xfrm>
            <a:prstGeom prst="rect">
              <a:avLst/>
            </a:prstGeom>
            <a:solidFill>
              <a:srgbClr val="D5E69E">
                <a:alpha val="15000"/>
              </a:srgbClr>
            </a:solidFill>
            <a:ln w="22225">
              <a:noFill/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6" name="对象 24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32"/>
              </p:custDataLst>
            </p:nvPr>
          </p:nvGraphicFramePr>
          <p:xfrm>
            <a:off x="8322" y="2582"/>
            <a:ext cx="634" cy="680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81" r:id="rId33" imgW="165100" imgH="177165" progId="Equation.KSEE3">
                    <p:embed/>
                  </p:oleObj>
                </mc:Choice>
                <mc:Fallback>
                  <p:oleObj r:id="rId33" imgW="1651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8322" y="2582"/>
                          <a:ext cx="634" cy="6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表格 26" title=""/>
          <p:cNvGraphicFramePr>
            <a:graphicFrameLocks noGrp="1"/>
          </p:cNvGraphicFramePr>
          <p:nvPr>
            <p:custDataLst>
              <p:tags r:id="rId35"/>
            </p:custDataLst>
          </p:nvPr>
        </p:nvGraphicFramePr>
        <p:xfrm>
          <a:off x="5170170" y="3630295"/>
          <a:ext cx="6439535" cy="296608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38885"/>
                <a:gridCol w="1348740"/>
                <a:gridCol w="1325880"/>
                <a:gridCol w="1278255"/>
                <a:gridCol w="1247775"/>
              </a:tblGrid>
              <a:tr h="659765"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0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集合</a:t>
                      </a:r>
                      <a:endParaRPr lang="zh-CN" altLang="en-US" sz="2400" b="0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FCFE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u="none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元素个数</a:t>
                      </a:r>
                      <a:endParaRPr lang="zh-CN" altLang="en-US" sz="2400" u="none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FCFE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u="none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子集个数</a:t>
                      </a:r>
                      <a:endParaRPr lang="zh-CN" altLang="en-US" sz="2400" u="none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FCFE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真子集</a:t>
                      </a:r>
                      <a:endParaRPr lang="zh-CN" altLang="en-US" sz="2400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zh-CN" altLang="en-US" sz="2400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个数</a:t>
                      </a:r>
                      <a:endParaRPr lang="zh-CN" altLang="en-US" sz="2400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FCFE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非空子集</a:t>
                      </a:r>
                      <a:endParaRPr lang="zh-CN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个数</a:t>
                      </a:r>
                      <a:endParaRPr lang="zh-CN" altLang="en-US" sz="2400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FCFEF"/>
                    </a:solidFill>
                  </a:tcPr>
                </a:tc>
              </a:tr>
              <a:tr h="431800"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 hMerge="1">
                  <a:txBody>
                    <a:bodyPr vert="horz" wrap="square"/>
                    <a:lstStyle/>
                    <a:p/>
                  </a:txBody>
                  <a:tcPr marL="0" marR="0" marT="0" marB="1" anchor="ctr"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429260"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400" b="1" i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6F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6F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6FB"/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6FB"/>
                    </a:solidFill>
                  </a:tcPr>
                </a:tc>
                <a:tc hMerge="1">
                  <a:txBody>
                    <a:bodyPr vert="horz" wrap="square"/>
                    <a:lstStyle/>
                    <a:p/>
                  </a:txBody>
                  <a:tcPr marL="0" marR="0" marT="0" marB="1" anchor="ctr"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430530"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400" b="1" i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2400" b="1" i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 hMerge="1">
                  <a:txBody>
                    <a:bodyPr vert="horz" wrap="square"/>
                    <a:lstStyle/>
                    <a:p/>
                  </a:txBody>
                  <a:tcPr marL="0" marR="0" marT="0" marB="1" anchor="ctr"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429895"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400" b="1" i="1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,</a:t>
                      </a:r>
                      <a:r>
                        <a:rPr lang="en-US" altLang="zh-CN" sz="2400" b="1" i="1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,</a:t>
                      </a:r>
                      <a:r>
                        <a:rPr lang="en-US" altLang="zh-CN" sz="2400" b="1" i="1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c</a:t>
                      </a: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6F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6FB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6FB"/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F6FB"/>
                    </a:solidFill>
                  </a:tcPr>
                </a:tc>
                <a:tc hMerge="1">
                  <a:txBody>
                    <a:bodyPr vert="horz" wrap="square"/>
                    <a:lstStyle/>
                    <a:p/>
                  </a:txBody>
                  <a:tcPr marL="0" marR="0" marT="0" marB="1" anchor="ctr"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  <a:tr h="584835"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400" b="1" i="1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,</a:t>
                      </a:r>
                      <a:r>
                        <a:rPr lang="en-US" altLang="zh-CN" sz="2400" b="1" i="1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,</a:t>
                      </a:r>
                      <a:r>
                        <a:rPr lang="en-US" altLang="zh-CN" sz="2400" b="1" i="1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c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,…}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highlight>
                          <a:srgbClr val="BEBEBE"/>
                        </a:highlight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i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CN" sz="2400" b="1" i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endParaRPr lang="en-US" altLang="zh-CN" sz="2400" b="1" u="none">
                        <a:solidFill>
                          <a:schemeClr val="tx1"/>
                        </a:solidFill>
                        <a:highlight>
                          <a:srgbClr val="BEBEBE"/>
                        </a:highlight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marL="0" indent="0" algn="ctr">
                        <a:buNone/>
                      </a:pPr>
                      <a:endParaRPr lang="en-US" altLang="zh-CN" sz="2400" b="1" u="none">
                        <a:solidFill>
                          <a:schemeClr val="tx1"/>
                        </a:solidFill>
                        <a:highlight>
                          <a:srgbClr val="BEBEBE"/>
                        </a:highlight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9F6"/>
                    </a:solidFill>
                  </a:tcPr>
                </a:tc>
                <a:tc hMerge="1">
                  <a:txBody>
                    <a:bodyPr vert="horz" wrap="square"/>
                    <a:lstStyle/>
                    <a:p/>
                  </a:txBody>
                  <a:tcPr marL="0" marR="0" marT="0" marB="1" anchor="ctr"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9" name="组合 28" title=""/>
          <p:cNvGrpSpPr/>
          <p:nvPr>
            <p:custDataLst>
              <p:tags r:id="rId36"/>
            </p:custDataLst>
          </p:nvPr>
        </p:nvGrpSpPr>
        <p:grpSpPr>
          <a:xfrm>
            <a:off x="8255000" y="4272915"/>
            <a:ext cx="946150" cy="2266950"/>
            <a:chOff x="13000" y="6729"/>
            <a:chExt cx="1490" cy="3570"/>
          </a:xfrm>
        </p:grpSpPr>
        <p:graphicFrame>
          <p:nvGraphicFramePr>
            <p:cNvPr id="21" name="对象 24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37"/>
              </p:custDataLst>
            </p:nvPr>
          </p:nvGraphicFramePr>
          <p:xfrm>
            <a:off x="13000" y="9709"/>
            <a:ext cx="550" cy="591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82" r:id="rId38" imgW="177165" imgH="190500" progId="Equation.KSEE3">
                    <p:embed/>
                  </p:oleObj>
                </mc:Choice>
                <mc:Fallback>
                  <p:oleObj r:id="rId38" imgW="177165" imgH="1905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13000" y="9709"/>
                          <a:ext cx="550" cy="5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文本框 25"/>
            <p:cNvSpPr txBox="1"/>
            <p:nvPr>
              <p:custDataLst>
                <p:tags r:id="rId40"/>
              </p:custDataLst>
            </p:nvPr>
          </p:nvSpPr>
          <p:spPr>
            <a:xfrm>
              <a:off x="13014" y="6729"/>
              <a:ext cx="1477" cy="2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组合 31" title=""/>
          <p:cNvGrpSpPr/>
          <p:nvPr>
            <p:custDataLst>
              <p:tags r:id="rId41"/>
            </p:custDataLst>
          </p:nvPr>
        </p:nvGrpSpPr>
        <p:grpSpPr>
          <a:xfrm>
            <a:off x="9973310" y="4287520"/>
            <a:ext cx="1137920" cy="2251710"/>
            <a:chOff x="15706" y="6752"/>
            <a:chExt cx="1792" cy="3546"/>
          </a:xfrm>
        </p:grpSpPr>
        <p:graphicFrame>
          <p:nvGraphicFramePr>
            <p:cNvPr id="30" name="对象 24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42"/>
              </p:custDataLst>
            </p:nvPr>
          </p:nvGraphicFramePr>
          <p:xfrm>
            <a:off x="15706" y="9676"/>
            <a:ext cx="1283" cy="622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83" r:id="rId43" imgW="393700" imgH="190500" progId="Equation.KSEE3">
                    <p:embed/>
                  </p:oleObj>
                </mc:Choice>
                <mc:Fallback>
                  <p:oleObj r:id="rId43" imgW="393700" imgH="1905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15706" y="9676"/>
                          <a:ext cx="1283" cy="6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文本框 30"/>
            <p:cNvSpPr txBox="1"/>
            <p:nvPr>
              <p:custDataLst>
                <p:tags r:id="rId45"/>
              </p:custDataLst>
            </p:nvPr>
          </p:nvSpPr>
          <p:spPr>
            <a:xfrm>
              <a:off x="16021" y="6752"/>
              <a:ext cx="1477" cy="2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文本框 33" title=""/>
          <p:cNvSpPr txBox="1"/>
          <p:nvPr>
            <p:custDataLst>
              <p:tags r:id="rId46"/>
            </p:custDataLst>
          </p:nvPr>
        </p:nvSpPr>
        <p:spPr>
          <a:xfrm>
            <a:off x="885190" y="4129405"/>
            <a:ext cx="3949065" cy="2538730"/>
          </a:xfrm>
          <a:prstGeom prst="rect">
            <a:avLst/>
          </a:prstGeom>
          <a:solidFill>
            <a:srgbClr val="F4F8EF">
              <a:alpha val="54000"/>
            </a:srgbClr>
          </a:solidFill>
          <a:ln w="9525">
            <a:solidFill>
              <a:schemeClr val="accent6"/>
            </a:solidFill>
            <a:prstDash val="dash"/>
          </a:ln>
        </p:spPr>
        <p:txBody>
          <a:bodyPr wrap="square" anchor="ctr" anchorCtr="0">
            <a:no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集合</a:t>
            </a: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1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</a:rPr>
              <a:t>≥</a:t>
            </a:r>
            <a:r>
              <a:rPr lang="en-US" altLang="zh-CN"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0)</a:t>
            </a: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个元素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则</a:t>
            </a:r>
            <a:r>
              <a:rPr lang="en-US" altLang="zh-CN" sz="2400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的子集有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baseline="300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</a:t>
            </a:r>
            <a:r>
              <a:rPr lang="en-US" altLang="zh-CN" sz="24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24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真子集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或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非空子集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baseline="300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-1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非空真子集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baseline="300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-2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</a:t>
            </a:r>
            <a:r>
              <a:rPr lang="en-US" altLang="zh-CN"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</a:rPr>
              <a:t>≥</a:t>
            </a:r>
            <a:r>
              <a:rPr lang="en-US" altLang="zh-CN"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1)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40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99683" name="文本框 1" title=""/>
          <p:cNvSpPr txBox="1"/>
          <p:nvPr>
            <p:custDataLst>
              <p:tags r:id="rId9"/>
            </p:custDataLst>
          </p:nvPr>
        </p:nvSpPr>
        <p:spPr>
          <a:xfrm>
            <a:off x="764540" y="1049020"/>
            <a:ext cx="10304780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探究已知</a:t>
            </a:r>
            <a:r>
              <a:rPr lang="zh-CN"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Arial" panose="020b0604020202020204" pitchFamily="34" charset="0"/>
              </a:rPr>
              <a:t>集合的子集个数</a:t>
            </a:r>
            <a:endParaRPr lang="zh-CN" sz="2400" b="1">
              <a:solidFill>
                <a:srgbClr val="0061B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17" name="TextBox 2" title=""/>
          <p:cNvSpPr txBox="1"/>
          <p:nvPr>
            <p:custDataLst>
              <p:tags r:id="rId10"/>
            </p:custDataLst>
          </p:nvPr>
        </p:nvSpPr>
        <p:spPr>
          <a:xfrm>
            <a:off x="778510" y="1619885"/>
            <a:ext cx="11058525" cy="45250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235"/>
              </a:spcBef>
              <a:buNone/>
            </a:pP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1.假设集合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中含有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∈N</a:t>
            </a:r>
            <a:r>
              <a:rPr lang="zh-CN" altLang="en-US" sz="2400" b="1" kern="0" baseline="5900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)个元素,则:</a:t>
            </a:r>
            <a:endParaRPr lang="zh-CN" altLang="en-US" sz="24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(1)</a:t>
            </a:r>
            <a:r>
              <a:rPr lang="zh-CN" altLang="en-US" sz="2400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kern="0" smtClean="0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子集</a:t>
            </a: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个数是2</a:t>
            </a:r>
            <a:r>
              <a:rPr lang="zh-CN" altLang="en-US" sz="2400" i="1" kern="0" baseline="5900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;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(2)</a:t>
            </a:r>
            <a:r>
              <a:rPr lang="zh-CN" altLang="en-US" sz="2400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kern="0" smtClean="0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非空子集</a:t>
            </a: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个数是2</a:t>
            </a:r>
            <a:r>
              <a:rPr lang="zh-CN" altLang="en-US" sz="2400" i="1" kern="0" baseline="5900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-1;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(3)</a:t>
            </a:r>
            <a:r>
              <a:rPr lang="zh-CN" altLang="en-US" sz="2400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kern="0" smtClean="0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真子集</a:t>
            </a: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个数是2</a:t>
            </a:r>
            <a:r>
              <a:rPr lang="zh-CN" altLang="en-US" sz="2400" i="1" kern="0" baseline="5900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-1;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(4)</a:t>
            </a:r>
            <a:r>
              <a:rPr lang="zh-CN" altLang="en-US" sz="2400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kern="0" smtClean="0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非空真子集</a:t>
            </a: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个数是2</a:t>
            </a:r>
            <a:r>
              <a:rPr lang="zh-CN" altLang="en-US" sz="2400" i="1" kern="0" baseline="5900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zh-CN" altLang="en-US" sz="2400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-2.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2.含有限制条件的子集问题,一般可根据条件列出所有适合题意的子集,采用列举</a:t>
            </a:r>
            <a:br>
              <a:rPr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</a:b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法解决.特别地,设有限集合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中分别含有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个,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个元素(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∈N</a:t>
            </a:r>
            <a:r>
              <a:rPr lang="zh-CN" altLang="en-US" sz="2400" b="1" kern="0" baseline="5900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≤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),且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⊆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⊆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,则符合条件的有限集</a:t>
            </a:r>
            <a:r>
              <a:rPr lang="zh-CN" altLang="en-US" sz="2400" b="1" i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的个数为2</a:t>
            </a:r>
            <a:r>
              <a:rPr lang="zh-CN" altLang="en-US" sz="2400" b="1" i="1" kern="0" baseline="5900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kern="0" baseline="5900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i="1" kern="0" baseline="5900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kern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zh-CN" altLang="en-US" sz="2400" b="1" kern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5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6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8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5" name="对象 4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760095" y="1090295"/>
          <a:ext cx="14921864" cy="81089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4" r:id="rId10" imgW="9124950" imgH="495300" progId="Word.Document.8">
                  <p:embed/>
                </p:oleObj>
              </mc:Choice>
              <mc:Fallback>
                <p:oleObj r:id="rId10" imgW="9124950" imgH="4953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60095" y="1090295"/>
                        <a:ext cx="14921864" cy="810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 title=""/>
          <p:cNvSpPr txBox="1"/>
          <p:nvPr>
            <p:custDataLst>
              <p:tags r:id="rId12"/>
            </p:custDataLst>
          </p:nvPr>
        </p:nvSpPr>
        <p:spPr>
          <a:xfrm>
            <a:off x="724535" y="4939030"/>
            <a:ext cx="11062335" cy="1515745"/>
          </a:xfrm>
          <a:prstGeom prst="rect">
            <a:avLst/>
          </a:prstGeom>
          <a:solidFill>
            <a:srgbClr val="F4F8EF"/>
          </a:solidFill>
          <a:ln w="3175">
            <a:solidFill>
              <a:schemeClr val="accent6"/>
            </a:solidFill>
            <a:prstDash val="dash"/>
          </a:ln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反思感悟：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求集合的子集的两个关注点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(1)要注意两个特殊的子集：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∅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和自身．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</a:t>
            </a:r>
            <a:endParaRPr lang="en-US" altLang="zh-CN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(2)按集合中含有元素的个数由少到多，分类一一写出，保证不重不漏．</a:t>
            </a:r>
            <a:endParaRPr lang="zh-CN" altLang="en-US" sz="24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 title=""/>
          <p:cNvGrpSpPr/>
          <p:nvPr>
            <p:custDataLst>
              <p:tags r:id="rId13"/>
            </p:custDataLst>
          </p:nvPr>
        </p:nvGrpSpPr>
        <p:grpSpPr>
          <a:xfrm>
            <a:off x="764540" y="968375"/>
            <a:ext cx="14588489" cy="4127500"/>
            <a:chOff x="1204" y="1525"/>
            <a:chExt cx="22974" cy="6500"/>
          </a:xfrm>
        </p:grpSpPr>
        <p:graphicFrame>
          <p:nvGraphicFramePr>
            <p:cNvPr id="3" name="对象 2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14"/>
              </p:custDataLst>
            </p:nvPr>
          </p:nvGraphicFramePr>
          <p:xfrm>
            <a:off x="1204" y="2553"/>
            <a:ext cx="22975" cy="5473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85" r:id="rId15" imgW="9124950" imgH="2171700" progId="Word.Document.8">
                    <p:embed/>
                  </p:oleObj>
                </mc:Choice>
                <mc:Fallback>
                  <p:oleObj r:id="rId15" imgW="9124950" imgH="2171700" progId="Word.Document.8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204" y="2553"/>
                          <a:ext cx="22975" cy="547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8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2240" y="1525"/>
              <a:ext cx="786" cy="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1pPr>
              <a:lvl2pPr marL="742950" indent="-285750"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2pPr>
              <a:lvl3pPr marL="1143000" indent="-228600"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3pPr>
              <a:lvl4pPr marL="1600200" indent="-228600"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4pPr>
              <a:lvl5pPr marL="2057400" indent="-228600"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7200" b="1">
                  <a:solidFill>
                    <a:srgbClr val="FF0000"/>
                  </a:solidFill>
                  <a:latin typeface="方正舒体" panose="02010601030101010101" pitchFamily="2" charset="-122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solidFill>
                    <a:srgbClr val="0061B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lang="en-US" altLang="zh-CN" sz="3200">
                <a:solidFill>
                  <a:srgbClr val="0061B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18436" name="对象 18435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873125" y="1143635"/>
          <a:ext cx="9570720" cy="134302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86" r:id="rId11" imgW="4508500" imgH="698500" progId="Equation.DSMT4">
                  <p:embed/>
                </p:oleObj>
              </mc:Choice>
              <mc:Fallback>
                <p:oleObj r:id="rId11" imgW="4508500" imgH="6985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73125" y="1143635"/>
                        <a:ext cx="9570720" cy="1343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 title=""/>
          <p:cNvGrpSpPr/>
          <p:nvPr>
            <p:custDataLst>
              <p:tags r:id="rId13"/>
            </p:custDataLst>
          </p:nvPr>
        </p:nvGrpSpPr>
        <p:grpSpPr>
          <a:xfrm>
            <a:off x="789305" y="2912745"/>
            <a:ext cx="10551160" cy="890270"/>
            <a:chOff x="1243" y="4587"/>
            <a:chExt cx="16616" cy="1402"/>
          </a:xfrm>
        </p:grpSpPr>
        <p:sp>
          <p:nvSpPr>
            <p:cNvPr id="10" name="圆角矩形 9"/>
            <p:cNvSpPr/>
            <p:nvPr>
              <p:custDataLst>
                <p:tags r:id="rId14"/>
              </p:custDataLst>
            </p:nvPr>
          </p:nvSpPr>
          <p:spPr>
            <a:xfrm>
              <a:off x="1243" y="4587"/>
              <a:ext cx="16616" cy="1402"/>
            </a:xfrm>
            <a:prstGeom prst="roundRect">
              <a:avLst>
                <a:gd name="adj" fmla="val 26390"/>
              </a:avLst>
            </a:prstGeom>
            <a:solidFill>
              <a:srgbClr val="D5E69E">
                <a:alpha val="15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8437" name="对象 18436"/>
            <p:cNvGraphicFramePr>
              <a:graphicFrameLocks noChangeAspect="1"/>
            </p:cNvGraphicFramePr>
            <p:nvPr>
              <p:custDataLst>
                <p:tags r:id="rId15"/>
              </p:custDataLst>
            </p:nvPr>
          </p:nvGraphicFramePr>
          <p:xfrm>
            <a:off x="3402" y="4969"/>
            <a:ext cx="12482" cy="674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87" r:id="rId16" imgW="3606165" imgH="215900" progId="Equation.DSMT4">
                    <p:embed/>
                  </p:oleObj>
                </mc:Choice>
                <mc:Fallback>
                  <p:oleObj r:id="rId16" imgW="3606165" imgH="2159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402" y="4969"/>
                          <a:ext cx="12482" cy="6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 title=""/>
          <p:cNvGrpSpPr/>
          <p:nvPr>
            <p:custDataLst>
              <p:tags r:id="rId18"/>
            </p:custDataLst>
          </p:nvPr>
        </p:nvGrpSpPr>
        <p:grpSpPr>
          <a:xfrm>
            <a:off x="778510" y="3930015"/>
            <a:ext cx="10551160" cy="1322705"/>
            <a:chOff x="1226" y="6189"/>
            <a:chExt cx="16616" cy="2083"/>
          </a:xfrm>
        </p:grpSpPr>
        <p:sp>
          <p:nvSpPr>
            <p:cNvPr id="4" name="圆角矩形 3"/>
            <p:cNvSpPr/>
            <p:nvPr>
              <p:custDataLst>
                <p:tags r:id="rId19"/>
              </p:custDataLst>
            </p:nvPr>
          </p:nvSpPr>
          <p:spPr>
            <a:xfrm>
              <a:off x="1226" y="6189"/>
              <a:ext cx="16616" cy="2083"/>
            </a:xfrm>
            <a:prstGeom prst="roundRect">
              <a:avLst>
                <a:gd name="adj" fmla="val 19923"/>
              </a:avLst>
            </a:prstGeom>
            <a:solidFill>
              <a:srgbClr val="D5E69E">
                <a:alpha val="15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38" name="文本框 18437"/>
            <p:cNvSpPr txBox="1"/>
            <p:nvPr>
              <p:custDataLst>
                <p:tags r:id="rId20"/>
              </p:custDataLst>
            </p:nvPr>
          </p:nvSpPr>
          <p:spPr>
            <a:xfrm>
              <a:off x="2893" y="6552"/>
              <a:ext cx="13554" cy="1501"/>
            </a:xfrm>
            <a:prstGeom prst="roundRect">
              <a:avLst/>
            </a:prstGeom>
            <a:noFill/>
            <a:ln w="12700">
              <a:noFill/>
            </a:ln>
          </p:spPr>
          <p:txBody>
            <a:bodyPr>
              <a:noAutofit/>
            </a:bodyPr>
            <a:lstStyle/>
            <a:p>
              <a:pPr algn="l"/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）因为若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x </a:t>
              </a:r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是长方形，则</a:t>
              </a: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x </a:t>
              </a:r>
              <a:r>
                <a: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一定是两条对角线相等的平行四边形，所以</a:t>
              </a:r>
              <a:r>
                <a:rPr lang="zh-CN" altLang="en-US" sz="2400" b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集合</a:t>
              </a:r>
              <a:r>
                <a:rPr lang="en-US" altLang="zh-CN" sz="2400" b="1" i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b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是集合</a:t>
              </a:r>
              <a:r>
                <a:rPr lang="en-US" altLang="zh-CN" sz="2400" b="1" i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B</a:t>
              </a:r>
              <a:r>
                <a:rPr lang="zh-CN" altLang="en-US" sz="2400" b="1">
                  <a:solidFill>
                    <a:srgbClr val="0061BC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的子集．</a:t>
              </a:r>
              <a:endParaRPr lang="zh-CN" altLang="en-US" sz="2400" b="1"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应用新知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30" name="组合 29" title=""/>
          <p:cNvGrpSpPr/>
          <p:nvPr>
            <p:custDataLst>
              <p:tags r:id="rId10"/>
            </p:custDataLst>
          </p:nvPr>
        </p:nvGrpSpPr>
        <p:grpSpPr>
          <a:xfrm>
            <a:off x="585470" y="3486150"/>
            <a:ext cx="15368270" cy="2927350"/>
            <a:chOff x="922" y="5490"/>
            <a:chExt cx="24202" cy="4610"/>
          </a:xfrm>
        </p:grpSpPr>
        <p:grpSp>
          <p:nvGrpSpPr>
            <p:cNvPr id="19" name="组合 18"/>
            <p:cNvGrpSpPr/>
            <p:nvPr>
              <p:custDataLst>
                <p:tags r:id="rId11"/>
              </p:custDataLst>
            </p:nvPr>
          </p:nvGrpSpPr>
          <p:grpSpPr>
            <a:xfrm>
              <a:off x="922" y="5490"/>
              <a:ext cx="24203" cy="4611"/>
              <a:chOff x="922" y="5226"/>
              <a:chExt cx="24203" cy="4611"/>
            </a:xfrm>
          </p:grpSpPr>
          <p:sp>
            <p:nvSpPr>
              <p:cNvPr id="18" name="矩形 17"/>
              <p:cNvSpPr/>
              <p:nvPr>
                <p:custDataLst>
                  <p:tags r:id="rId12"/>
                </p:custDataLst>
              </p:nvPr>
            </p:nvSpPr>
            <p:spPr>
              <a:xfrm>
                <a:off x="922" y="5226"/>
                <a:ext cx="17216" cy="4576"/>
              </a:xfrm>
              <a:prstGeom prst="rect">
                <a:avLst/>
              </a:prstGeom>
              <a:solidFill>
                <a:srgbClr val="D5E69E">
                  <a:alpha val="15000"/>
                </a:srgbClr>
              </a:solidFill>
              <a:ln w="22225">
                <a:solidFill>
                  <a:srgbClr val="9FC157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11" name="对象 10">
                <a:hlinkClick action="ppaction://ole?verb="/>
              </p:cNvPr>
              <p:cNvGraphicFramePr>
                <a:graphicFrameLocks noChangeAspect="1"/>
              </p:cNvGraphicFramePr>
              <p:nvPr>
                <p:custDataLst>
                  <p:tags r:id="rId13"/>
                </p:custDataLst>
              </p:nvPr>
            </p:nvGraphicFramePr>
            <p:xfrm>
              <a:off x="1094" y="5350"/>
              <a:ext cx="15062" cy="4487"/>
            </p:xfrm>
            <a:graphic>
              <a:graphicData uri="http://schemas.openxmlformats.org/presentationml/2006/ole">
                <mc:AlternateContent>
                  <mc:Choice xmlns:v="urn:schemas-microsoft-com:vml" Requires="v">
                    <p:oleObj spid="_x0000_s1088" r:id="rId14" imgW="5286375" imgH="1543050" progId="Word.Document.8">
                      <p:embed/>
                    </p:oleObj>
                  </mc:Choice>
                  <mc:Fallback>
                    <p:oleObj r:id="rId14" imgW="5286375" imgH="1543050" progId="Word.Document.8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1094" y="5350"/>
                            <a:ext cx="15062" cy="448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>
                <a:hlinkClick action="ppaction://ole?verb="/>
              </p:cNvPr>
              <p:cNvGraphicFramePr>
                <a:graphicFrameLocks noChangeAspect="1"/>
              </p:cNvGraphicFramePr>
              <p:nvPr>
                <p:custDataLst>
                  <p:tags r:id="rId16"/>
                </p:custDataLst>
              </p:nvPr>
            </p:nvGraphicFramePr>
            <p:xfrm>
              <a:off x="10184" y="5312"/>
              <a:ext cx="14941" cy="4491"/>
            </p:xfrm>
            <a:graphic>
              <a:graphicData uri="http://schemas.openxmlformats.org/presentationml/2006/ole">
                <mc:AlternateContent>
                  <mc:Choice xmlns:v="urn:schemas-microsoft-com:vml" Requires="v">
                    <p:oleObj spid="_x0000_s1089" r:id="rId17" imgW="5286375" imgH="1495425" progId="Word.Document.8">
                      <p:embed/>
                    </p:oleObj>
                  </mc:Choice>
                  <mc:Fallback>
                    <p:oleObj r:id="rId17" imgW="5286375" imgH="1495425" progId="Word.Document.8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0184" y="5312"/>
                            <a:ext cx="14941" cy="449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9" name="直接连接符 28"/>
            <p:cNvCxnSpPr/>
            <p:nvPr>
              <p:custDataLst>
                <p:tags r:id="rId19"/>
              </p:custDataLst>
            </p:nvPr>
          </p:nvCxnSpPr>
          <p:spPr>
            <a:xfrm flipH="1" flipV="1">
              <a:off x="10034" y="5490"/>
              <a:ext cx="0" cy="4576"/>
            </a:xfrm>
            <a:prstGeom prst="line">
              <a:avLst/>
            </a:prstGeom>
            <a:ln w="15875">
              <a:solidFill>
                <a:schemeClr val="accent6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aphicFrame>
        <p:nvGraphicFramePr>
          <p:cNvPr id="5" name="对象 4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866140" y="1064895"/>
          <a:ext cx="8599805" cy="228028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0" r:id="rId21" imgW="5286375" imgH="1400175" progId="Word.Document.8">
                  <p:embed/>
                </p:oleObj>
              </mc:Choice>
              <mc:Fallback>
                <p:oleObj r:id="rId21" imgW="5286375" imgH="14001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66140" y="1064895"/>
                        <a:ext cx="8599805" cy="2280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 title=""/>
          <p:cNvGrpSpPr/>
          <p:nvPr>
            <p:custDataLst>
              <p:tags r:id="rId23"/>
            </p:custDataLst>
          </p:nvPr>
        </p:nvGrpSpPr>
        <p:grpSpPr>
          <a:xfrm>
            <a:off x="585470" y="3486785"/>
            <a:ext cx="10932160" cy="2905760"/>
            <a:chOff x="922" y="5463"/>
            <a:chExt cx="17216" cy="4576"/>
          </a:xfrm>
        </p:grpSpPr>
        <p:sp>
          <p:nvSpPr>
            <p:cNvPr id="20" name="矩形 19"/>
            <p:cNvSpPr/>
            <p:nvPr>
              <p:custDataLst>
                <p:tags r:id="rId24"/>
              </p:custDataLst>
            </p:nvPr>
          </p:nvSpPr>
          <p:spPr>
            <a:xfrm>
              <a:off x="922" y="5463"/>
              <a:ext cx="17216" cy="4576"/>
            </a:xfrm>
            <a:prstGeom prst="rect">
              <a:avLst/>
            </a:prstGeom>
            <a:solidFill>
              <a:srgbClr val="F0F6E4"/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" name="组合 25"/>
            <p:cNvGrpSpPr/>
            <p:nvPr>
              <p:custDataLst>
                <p:tags r:id="rId25"/>
              </p:custDataLst>
            </p:nvPr>
          </p:nvGrpSpPr>
          <p:grpSpPr>
            <a:xfrm>
              <a:off x="3286" y="5576"/>
              <a:ext cx="12870" cy="4304"/>
              <a:chOff x="3726" y="5576"/>
              <a:chExt cx="12870" cy="4304"/>
            </a:xfrm>
          </p:grpSpPr>
          <p:pic>
            <p:nvPicPr>
              <p:cNvPr id="21" name="图片 20"/>
              <p:cNvPicPr/>
              <p:nvPr>
                <p:custDataLst>
                  <p:tags r:id="rId27"/>
                </p:custDataLst>
              </p:nvPr>
            </p:nvPicPr>
            <p:blipFill>
              <a:blip r:embed="rId26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7254" y="5576"/>
                <a:ext cx="9343" cy="430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2" name="文本框 21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3726" y="6732"/>
                <a:ext cx="3068" cy="2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>
                    <a:latin typeface="黑体" panose="02010609060101010101" charset="-122"/>
                    <a:ea typeface="黑体" panose="02010609060101010101" charset="-122"/>
                  </a:rPr>
                  <a:t>判断集合间关系的常用方法</a:t>
                </a:r>
                <a:endParaRPr lang="zh-CN" altLang="en-US" sz="280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25" name="右箭头 24"/>
              <p:cNvSpPr/>
              <p:nvPr>
                <p:custDataLst>
                  <p:tags r:id="rId29"/>
                </p:custDataLst>
              </p:nvPr>
            </p:nvSpPr>
            <p:spPr>
              <a:xfrm>
                <a:off x="6514" y="7627"/>
                <a:ext cx="478" cy="390"/>
              </a:xfrm>
              <a:prstGeom prst="rightArrow">
                <a:avLst>
                  <a:gd name="adj1" fmla="val 30457"/>
                  <a:gd name="adj2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7B5F9">
                    <a:alpha val="48000"/>
                  </a:srgbClr>
                </a:gs>
                <a:gs pos="100000">
                  <a:srgbClr val="D5E69E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8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33" name="组合 32"/>
            <p:cNvGrpSpPr/>
            <p:nvPr>
              <p:custDataLst>
                <p:tags r:id="rId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1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46" name="组合 45"/>
            <p:cNvGrpSpPr/>
            <p:nvPr>
              <p:custDataLst>
                <p:tags r:id="rId2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2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 title=""/>
          <p:cNvSpPr txBox="1"/>
          <p:nvPr>
            <p:custDataLst>
              <p:tags r:id="rId34"/>
            </p:custDataLst>
          </p:nvPr>
        </p:nvSpPr>
        <p:spPr>
          <a:xfrm>
            <a:off x="2469515" y="2222500"/>
            <a:ext cx="50596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0">
                <a:solidFill>
                  <a:srgbClr val="0BA4F5"/>
                </a:solidFill>
                <a:latin typeface="黑体" panose="02010609060101010101" charset="-122"/>
                <a:ea typeface="黑体" panose="02010609060101010101" charset="-122"/>
              </a:rPr>
              <a:t>03</a:t>
            </a:r>
            <a:endParaRPr lang="en-US" altLang="zh-CN" sz="18000">
              <a:solidFill>
                <a:srgbClr val="0BA4F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 title=""/>
          <p:cNvSpPr txBox="1"/>
          <p:nvPr>
            <p:custDataLst>
              <p:tags r:id="rId35"/>
            </p:custDataLst>
          </p:nvPr>
        </p:nvSpPr>
        <p:spPr>
          <a:xfrm>
            <a:off x="5606415" y="3123565"/>
            <a:ext cx="51073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典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型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题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析</a:t>
            </a:r>
            <a:endParaRPr lang="zh-CN" altLang="en-US" sz="4800" b="1">
              <a:solidFill>
                <a:srgbClr val="0BA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36"/>
            </p:custDataLst>
          </p:nvPr>
        </p:nvSpPr>
        <p:spPr>
          <a:xfrm>
            <a:off x="4416425" y="1657350"/>
            <a:ext cx="3359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集合间的基本关系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能力提升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35" name="组合 34" title=""/>
          <p:cNvGrpSpPr/>
          <p:nvPr>
            <p:custDataLst>
              <p:tags r:id="rId10"/>
            </p:custDataLst>
          </p:nvPr>
        </p:nvGrpSpPr>
        <p:grpSpPr>
          <a:xfrm>
            <a:off x="577850" y="995045"/>
            <a:ext cx="10998835" cy="2272030"/>
            <a:chOff x="910" y="1567"/>
            <a:chExt cx="17479" cy="3578"/>
          </a:xfrm>
        </p:grpSpPr>
        <p:sp>
          <p:nvSpPr>
            <p:cNvPr id="3" name="圆角矩形 2"/>
            <p:cNvSpPr/>
            <p:nvPr>
              <p:custDataLst>
                <p:tags r:id="rId11"/>
              </p:custDataLst>
            </p:nvPr>
          </p:nvSpPr>
          <p:spPr>
            <a:xfrm>
              <a:off x="910" y="2115"/>
              <a:ext cx="17479" cy="3030"/>
            </a:xfrm>
            <a:prstGeom prst="roundRect">
              <a:avLst/>
            </a:prstGeom>
            <a:noFill/>
            <a:ln w="12700" cmpd="sng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>
              <p:custDataLst>
                <p:tags r:id="rId12"/>
              </p:custDataLst>
            </p:nvPr>
          </p:nvSpPr>
          <p:spPr>
            <a:xfrm>
              <a:off x="1463" y="1567"/>
              <a:ext cx="7067" cy="88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68BD8"/>
                </a:gs>
                <a:gs pos="100000">
                  <a:srgbClr val="85BC5C"/>
                </a:gs>
              </a:gsLst>
              <a:lin ang="144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题型一：</a:t>
              </a:r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 </a:t>
              </a:r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集合间的基本关系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pSp>
        <p:nvGrpSpPr>
          <p:cNvPr id="16" name="组合 15" title=""/>
          <p:cNvGrpSpPr/>
          <p:nvPr>
            <p:custDataLst>
              <p:tags r:id="rId13"/>
            </p:custDataLst>
          </p:nvPr>
        </p:nvGrpSpPr>
        <p:grpSpPr>
          <a:xfrm>
            <a:off x="186690" y="1608455"/>
            <a:ext cx="9191625" cy="1659890"/>
            <a:chOff x="294" y="2773"/>
            <a:chExt cx="14475" cy="2614"/>
          </a:xfrm>
        </p:grpSpPr>
        <p:graphicFrame>
          <p:nvGraphicFramePr>
            <p:cNvPr id="4" name="对象 3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14"/>
              </p:custDataLst>
            </p:nvPr>
          </p:nvGraphicFramePr>
          <p:xfrm>
            <a:off x="294" y="2773"/>
            <a:ext cx="14475" cy="2614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91" r:id="rId15" imgW="6496050" imgH="1171575" progId="Word.Document.8">
                    <p:embed/>
                  </p:oleObj>
                </mc:Choice>
                <mc:Fallback>
                  <p:oleObj r:id="rId15" imgW="6496050" imgH="1171575" progId="Word.Document.8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94" y="2773"/>
                          <a:ext cx="14475" cy="261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24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17"/>
              </p:custDataLst>
            </p:nvPr>
          </p:nvGraphicFramePr>
          <p:xfrm>
            <a:off x="11794" y="3463"/>
            <a:ext cx="499" cy="537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92" r:id="rId18" imgW="165100" imgH="177165" progId="Equation.KSEE3">
                    <p:embed/>
                  </p:oleObj>
                </mc:Choice>
                <mc:Fallback>
                  <p:oleObj r:id="rId18" imgW="1651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1794" y="3463"/>
                          <a:ext cx="499" cy="5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24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20"/>
              </p:custDataLst>
            </p:nvPr>
          </p:nvGraphicFramePr>
          <p:xfrm>
            <a:off x="3892" y="4081"/>
            <a:ext cx="519" cy="558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093" r:id="rId21" imgW="165100" imgH="177165" progId="Equation.KSEE3">
                    <p:embed/>
                  </p:oleObj>
                </mc:Choice>
                <mc:Fallback>
                  <p:oleObj r:id="rId21" imgW="165100" imgH="177165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892" y="4081"/>
                          <a:ext cx="519" cy="5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 title=""/>
          <p:cNvGrpSpPr/>
          <p:nvPr>
            <p:custDataLst>
              <p:tags r:id="rId22"/>
            </p:custDataLst>
          </p:nvPr>
        </p:nvGrpSpPr>
        <p:grpSpPr>
          <a:xfrm>
            <a:off x="655320" y="3279775"/>
            <a:ext cx="10840720" cy="3923030"/>
            <a:chOff x="1032" y="5165"/>
            <a:chExt cx="17072" cy="6178"/>
          </a:xfrm>
        </p:grpSpPr>
        <p:grpSp>
          <p:nvGrpSpPr>
            <p:cNvPr id="19" name="组合 18"/>
            <p:cNvGrpSpPr/>
            <p:nvPr>
              <p:custDataLst>
                <p:tags r:id="rId23"/>
              </p:custDataLst>
            </p:nvPr>
          </p:nvGrpSpPr>
          <p:grpSpPr>
            <a:xfrm>
              <a:off x="2482" y="5250"/>
              <a:ext cx="15622" cy="6093"/>
              <a:chOff x="1702" y="5230"/>
              <a:chExt cx="15622" cy="6093"/>
            </a:xfrm>
          </p:grpSpPr>
          <p:graphicFrame>
            <p:nvGraphicFramePr>
              <p:cNvPr id="11" name="对象 10">
                <a:hlinkClick action="ppaction://ole?verb="/>
              </p:cNvPr>
              <p:cNvGraphicFramePr>
                <a:graphicFrameLocks noChangeAspect="1"/>
              </p:cNvGraphicFramePr>
              <p:nvPr>
                <p:custDataLst>
                  <p:tags r:id="rId24"/>
                </p:custDataLst>
              </p:nvPr>
            </p:nvGraphicFramePr>
            <p:xfrm>
              <a:off x="1702" y="5230"/>
              <a:ext cx="15622" cy="6093"/>
            </p:xfrm>
            <a:graphic>
              <a:graphicData uri="http://schemas.openxmlformats.org/presentationml/2006/ole">
                <mc:AlternateContent>
                  <mc:Choice xmlns:v="urn:schemas-microsoft-com:vml" Requires="v">
                    <p:oleObj spid="_x0000_s1094" r:id="rId25" imgW="6496050" imgH="2628900" progId="Word.Document.8">
                      <p:embed/>
                    </p:oleObj>
                  </mc:Choice>
                  <mc:Fallback>
                    <p:oleObj r:id="rId25" imgW="6496050" imgH="2628900" progId="Word.Document.8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1702" y="5230"/>
                            <a:ext cx="15622" cy="609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对象 24">
                <a:hlinkClick action="ppaction://ole?verb="/>
              </p:cNvPr>
              <p:cNvGraphicFramePr>
                <a:graphicFrameLocks noChangeAspect="1"/>
              </p:cNvGraphicFramePr>
              <p:nvPr>
                <p:custDataLst>
                  <p:tags r:id="rId27"/>
                </p:custDataLst>
              </p:nvPr>
            </p:nvGraphicFramePr>
            <p:xfrm>
              <a:off x="5504" y="7787"/>
              <a:ext cx="519" cy="558"/>
            </p:xfrm>
            <a:graphic>
              <a:graphicData uri="http://schemas.openxmlformats.org/presentationml/2006/ole">
                <mc:AlternateContent>
                  <mc:Choice xmlns:v="urn:schemas-microsoft-com:vml" Requires="v">
                    <p:oleObj spid="_x0000_s1095" r:id="rId28" imgW="165100" imgH="177165" progId="Equation.KSEE3">
                      <p:embed/>
                    </p:oleObj>
                  </mc:Choice>
                  <mc:Fallback>
                    <p:oleObj r:id="rId28" imgW="165100" imgH="177165" progId="Equation.KSEE3">
                      <p:embed/>
                      <p:pic>
                        <p:nvPicPr>
                          <p:cNvPr id="0" name="OLE substitute image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5504" y="7787"/>
                            <a:ext cx="519" cy="55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" name="文本框 19"/>
            <p:cNvSpPr txBox="1"/>
            <p:nvPr>
              <p:custDataLst>
                <p:tags r:id="rId29"/>
              </p:custDataLst>
            </p:nvPr>
          </p:nvSpPr>
          <p:spPr>
            <a:xfrm>
              <a:off x="1032" y="5165"/>
              <a:ext cx="343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0061BC"/>
                  </a:solidFill>
                  <a:latin typeface="黑体" panose="02010609060101010101" charset="-122"/>
                  <a:ea typeface="黑体" panose="02010609060101010101" charset="-122"/>
                </a:rPr>
                <a:t>【解析】</a:t>
              </a:r>
              <a:endParaRPr lang="zh-CN" altLang="en-US"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sp>
        <p:nvSpPr>
          <p:cNvPr id="22" name="文本框 44033" title=""/>
          <p:cNvSpPr/>
          <p:nvPr>
            <p:custDataLst>
              <p:tags r:id="rId30"/>
            </p:custDataLst>
          </p:nvPr>
        </p:nvSpPr>
        <p:spPr>
          <a:xfrm>
            <a:off x="584835" y="3320415"/>
            <a:ext cx="10998835" cy="3246120"/>
          </a:xfrm>
          <a:prstGeom prst="roundRect">
            <a:avLst/>
          </a:prstGeom>
          <a:solidFill>
            <a:srgbClr val="F4F8EF"/>
          </a:solidFill>
          <a:ln w="12700">
            <a:solidFill>
              <a:schemeClr val="accent6"/>
            </a:solidFill>
            <a:prstDash val="dash"/>
            <a:miter lim="800000"/>
          </a:ln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</a:lstStyle>
          <a:p>
            <a:pPr algn="ctr"/>
            <a:r>
              <a:rPr lang="zh-CN" altLang="en-US" b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小结：</a:t>
            </a:r>
            <a:endParaRPr lang="zh-CN" altLang="en-US" b="1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Wingdings" panose="05000000000000000000" charset="0"/>
            </a:endParaRPr>
          </a:p>
          <a:p>
            <a:r>
              <a:rPr lang="en-US" altLang="zh-CN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                               </a:t>
            </a:r>
            <a:r>
              <a:rPr lang="zh-CN" altLang="en-US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1.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∅与{0}的区别：∅是不含任何元素的集合；</a:t>
            </a:r>
            <a:endParaRPr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Wingdings" panose="05000000000000000000" charset="0"/>
            </a:endParaRPr>
          </a:p>
          <a:p>
            <a:r>
              <a:rPr lang="en-US" altLang="zh-CN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                               2.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{0}是含有一个元素的集合；</a:t>
            </a:r>
            <a:endParaRPr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Wingdings" panose="05000000000000000000" charset="0"/>
            </a:endParaRPr>
          </a:p>
          <a:p>
            <a:r>
              <a:rPr lang="en-US" altLang="zh-CN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                               3.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空集是集合的真子集，所以∅⊆{0}；</a:t>
            </a:r>
            <a:endParaRPr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Wingdings" panose="05000000000000000000" charset="0"/>
            </a:endParaRPr>
          </a:p>
          <a:p>
            <a:r>
              <a:rPr lang="en-US" altLang="zh-CN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                               4.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空集是非空集合的真子集。</a:t>
            </a:r>
            <a:endParaRPr lang="en-US" altLang="zh-CN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Wingdings" panose="05000000000000000000" charset="0"/>
            </a:endParaRPr>
          </a:p>
        </p:txBody>
      </p:sp>
      <p:sp>
        <p:nvSpPr>
          <p:cNvPr id="7" name="Rectangle 8" title="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715345" y="1504328"/>
            <a:ext cx="49882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1pPr>
            <a:lvl2pPr marL="742950" indent="-285750"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2pPr>
            <a:lvl3pPr marL="1143000" indent="-228600"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3pPr>
            <a:lvl4pPr marL="1600200" indent="-228600"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4pPr>
            <a:lvl5pPr marL="2057400" indent="-228600"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200" b="1">
                <a:solidFill>
                  <a:srgbClr val="FF0000"/>
                </a:solidFill>
                <a:latin typeface="方正舒体" panose="02010601030101010101" pitchFamily="2" charset="-122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en-US" altLang="zh-CN" sz="320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能力提升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35" name="组合 34" title=""/>
          <p:cNvGrpSpPr/>
          <p:nvPr>
            <p:custDataLst>
              <p:tags r:id="rId10"/>
            </p:custDataLst>
          </p:nvPr>
        </p:nvGrpSpPr>
        <p:grpSpPr>
          <a:xfrm>
            <a:off x="577850" y="995045"/>
            <a:ext cx="10998835" cy="1570355"/>
            <a:chOff x="910" y="1567"/>
            <a:chExt cx="17479" cy="2473"/>
          </a:xfrm>
        </p:grpSpPr>
        <p:sp>
          <p:nvSpPr>
            <p:cNvPr id="3" name="圆角矩形 2"/>
            <p:cNvSpPr/>
            <p:nvPr>
              <p:custDataLst>
                <p:tags r:id="rId11"/>
              </p:custDataLst>
            </p:nvPr>
          </p:nvSpPr>
          <p:spPr>
            <a:xfrm>
              <a:off x="910" y="2115"/>
              <a:ext cx="17479" cy="1925"/>
            </a:xfrm>
            <a:prstGeom prst="roundRect">
              <a:avLst/>
            </a:prstGeom>
            <a:noFill/>
            <a:ln w="12700" cmpd="sng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>
              <p:custDataLst>
                <p:tags r:id="rId12"/>
              </p:custDataLst>
            </p:nvPr>
          </p:nvSpPr>
          <p:spPr>
            <a:xfrm>
              <a:off x="1463" y="1567"/>
              <a:ext cx="9771" cy="88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68BD8"/>
                </a:gs>
                <a:gs pos="100000">
                  <a:srgbClr val="85BC5C"/>
                </a:gs>
              </a:gsLst>
              <a:lin ang="144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题型二：</a:t>
              </a:r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 </a:t>
              </a:r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由集合间的关系解决参数问题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aphicFrame>
        <p:nvGraphicFramePr>
          <p:cNvPr id="6" name="对象 5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735330" y="1657033"/>
          <a:ext cx="9516745" cy="116776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6" r:id="rId14" imgW="6657975" imgH="790575" progId="Word.Document.8">
                  <p:embed/>
                </p:oleObj>
              </mc:Choice>
              <mc:Fallback>
                <p:oleObj r:id="rId14" imgW="6657975" imgH="7905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35330" y="1657033"/>
                        <a:ext cx="9516745" cy="1167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735013" y="2733040"/>
          <a:ext cx="10885170" cy="449961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7" r:id="rId17" imgW="6657975" imgH="2743200" progId="Word.Document.8">
                  <p:embed/>
                </p:oleObj>
              </mc:Choice>
              <mc:Fallback>
                <p:oleObj r:id="rId17" imgW="6657975" imgH="27432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35013" y="2733040"/>
                        <a:ext cx="10885170" cy="4499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4033" title=""/>
          <p:cNvSpPr/>
          <p:nvPr>
            <p:custDataLst>
              <p:tags r:id="rId19"/>
            </p:custDataLst>
          </p:nvPr>
        </p:nvSpPr>
        <p:spPr>
          <a:xfrm>
            <a:off x="7074535" y="2806700"/>
            <a:ext cx="4502150" cy="3468370"/>
          </a:xfrm>
          <a:prstGeom prst="roundRect">
            <a:avLst>
              <a:gd name="adj" fmla="val 10917"/>
            </a:avLst>
          </a:prstGeom>
          <a:solidFill>
            <a:srgbClr val="F4F8EF"/>
          </a:solidFill>
          <a:ln w="12700">
            <a:solidFill>
              <a:schemeClr val="accent6"/>
            </a:solidFill>
            <a:prstDash val="dash"/>
            <a:miter lim="800000"/>
          </a:ln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</a:lstStyle>
          <a:p>
            <a:pPr algn="ctr"/>
            <a:r>
              <a:rPr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利用集合间的关系</a:t>
            </a:r>
            <a:endParaRPr lang="zh-CN" altLang="en-US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ctr"/>
            <a:r>
              <a:rPr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求参数的关注点</a:t>
            </a:r>
            <a:endParaRPr lang="zh-CN" altLang="en-US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ctr"/>
            <a:endParaRPr lang="zh-CN" altLang="en-US" sz="8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/>
            <a:r>
              <a:rPr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(1)此类问题通常借助数轴，利用数轴分析法，将各个集合在数轴上表示出来，以形定数，还要注意验证端点值．</a:t>
            </a:r>
            <a:endParaRPr lang="zh-CN" altLang="en-US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 algn="l"/>
            <a:r>
              <a:rPr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(2)要注意“空集”的情况，空集是任何集合的子集．</a:t>
            </a:r>
            <a:endParaRPr lang="en-US" altLang="zh-CN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Wingdings" panose="05000000000000000000" charset="0"/>
            </a:endParaRPr>
          </a:p>
        </p:txBody>
      </p:sp>
      <p:graphicFrame>
        <p:nvGraphicFramePr>
          <p:cNvPr id="7" name="对象 6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6379210" y="2042795"/>
          <a:ext cx="12482830" cy="55689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8" r:id="rId21" imgW="6657975" imgH="295275" progId="Word.Document.8">
                  <p:embed/>
                </p:oleObj>
              </mc:Choice>
              <mc:Fallback>
                <p:oleObj r:id="rId21" imgW="6657975" imgH="295275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79210" y="2042795"/>
                        <a:ext cx="12482830" cy="556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 title=""/>
          <p:cNvGrpSpPr/>
          <p:nvPr>
            <p:custDataLst>
              <p:tags r:id="rId7"/>
            </p:custDataLst>
          </p:nvPr>
        </p:nvGrpSpPr>
        <p:grpSpPr>
          <a:xfrm>
            <a:off x="2880360" y="4260215"/>
            <a:ext cx="1957070" cy="1021080"/>
            <a:chOff x="4536" y="6709"/>
            <a:chExt cx="3082" cy="1608"/>
          </a:xfrm>
        </p:grpSpPr>
        <p:sp>
          <p:nvSpPr>
            <p:cNvPr id="36" name="矩形 35"/>
            <p:cNvSpPr/>
            <p:nvPr>
              <p:custDataLst>
                <p:tags r:id="rId8"/>
              </p:custDataLst>
            </p:nvPr>
          </p:nvSpPr>
          <p:spPr>
            <a:xfrm>
              <a:off x="4536" y="6709"/>
              <a:ext cx="3083" cy="1608"/>
            </a:xfrm>
            <a:prstGeom prst="rect">
              <a:avLst/>
            </a:prstGeom>
            <a:solidFill>
              <a:srgbClr val="F0F6E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3" name="组合 32"/>
            <p:cNvGrpSpPr/>
            <p:nvPr>
              <p:custDataLst>
                <p:tags r:id="rId9"/>
              </p:custDataLst>
            </p:nvPr>
          </p:nvGrpSpPr>
          <p:grpSpPr>
            <a:xfrm>
              <a:off x="5795" y="7222"/>
              <a:ext cx="549" cy="990"/>
              <a:chOff x="5795" y="7222"/>
              <a:chExt cx="549" cy="990"/>
            </a:xfrm>
          </p:grpSpPr>
          <p:cxnSp>
            <p:nvCxnSpPr>
              <p:cNvPr id="31" name="直接连接符 30"/>
              <p:cNvCxnSpPr/>
              <p:nvPr>
                <p:custDataLst>
                  <p:tags r:id="rId10"/>
                </p:custDataLst>
              </p:nvPr>
            </p:nvCxnSpPr>
            <p:spPr>
              <a:xfrm flipH="1">
                <a:off x="6090" y="7222"/>
                <a:ext cx="255" cy="135"/>
              </a:xfrm>
              <a:prstGeom prst="line">
                <a:avLst/>
              </a:prstGeom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>
                <p:custDataLst>
                  <p:tags r:id="rId11"/>
                </p:custDataLst>
              </p:nvPr>
            </p:nvCxnSpPr>
            <p:spPr>
              <a:xfrm flipH="1" flipV="1">
                <a:off x="5795" y="8082"/>
                <a:ext cx="250" cy="130"/>
              </a:xfrm>
              <a:prstGeom prst="line">
                <a:avLst/>
              </a:prstGeom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组合 12" title=""/>
          <p:cNvGrpSpPr/>
          <p:nvPr>
            <p:custDataLst>
              <p:tags r:id="rId12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13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能力提升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14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35" name="组合 34" title=""/>
          <p:cNvGrpSpPr/>
          <p:nvPr>
            <p:custDataLst>
              <p:tags r:id="rId15"/>
            </p:custDataLst>
          </p:nvPr>
        </p:nvGrpSpPr>
        <p:grpSpPr>
          <a:xfrm>
            <a:off x="577850" y="995045"/>
            <a:ext cx="10998835" cy="1570355"/>
            <a:chOff x="910" y="1567"/>
            <a:chExt cx="17479" cy="2473"/>
          </a:xfrm>
        </p:grpSpPr>
        <p:sp>
          <p:nvSpPr>
            <p:cNvPr id="3" name="圆角矩形 2"/>
            <p:cNvSpPr/>
            <p:nvPr>
              <p:custDataLst>
                <p:tags r:id="rId16"/>
              </p:custDataLst>
            </p:nvPr>
          </p:nvSpPr>
          <p:spPr>
            <a:xfrm>
              <a:off x="910" y="2115"/>
              <a:ext cx="17479" cy="1925"/>
            </a:xfrm>
            <a:prstGeom prst="roundRect">
              <a:avLst/>
            </a:prstGeom>
            <a:noFill/>
            <a:ln w="12700" cmpd="sng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>
              <p:custDataLst>
                <p:tags r:id="rId17"/>
              </p:custDataLst>
            </p:nvPr>
          </p:nvSpPr>
          <p:spPr>
            <a:xfrm>
              <a:off x="1463" y="1567"/>
              <a:ext cx="9771" cy="889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68BD8"/>
                </a:gs>
                <a:gs pos="100000">
                  <a:srgbClr val="85BC5C"/>
                </a:gs>
              </a:gsLst>
              <a:lin ang="144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题型二：</a:t>
              </a:r>
              <a:r>
                <a:rPr lang="en-US" altLang="zh-CN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 </a:t>
              </a:r>
              <a:r>
                <a:rPr lang="zh-CN" altLang="en-US" sz="2400" b="1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由集合间的关系解决参数问题</a:t>
              </a:r>
              <a:endParaRPr lang="zh-CN" alt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</p:grpSp>
      <p:graphicFrame>
        <p:nvGraphicFramePr>
          <p:cNvPr id="8" name="对象 7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778510" y="1612900"/>
          <a:ext cx="10998200" cy="100774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099" r:id="rId19" imgW="6657975" imgH="590550" progId="Word.Document.8">
                  <p:embed/>
                </p:oleObj>
              </mc:Choice>
              <mc:Fallback>
                <p:oleObj r:id="rId19" imgW="6657975" imgH="59055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78510" y="1612900"/>
                        <a:ext cx="10998200" cy="1007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 title=""/>
          <p:cNvGrpSpPr/>
          <p:nvPr>
            <p:custDataLst>
              <p:tags r:id="rId21"/>
            </p:custDataLst>
          </p:nvPr>
        </p:nvGrpSpPr>
        <p:grpSpPr>
          <a:xfrm>
            <a:off x="777875" y="2585085"/>
            <a:ext cx="10998200" cy="1097280"/>
            <a:chOff x="1225" y="4071"/>
            <a:chExt cx="17320" cy="1728"/>
          </a:xfrm>
        </p:grpSpPr>
        <p:graphicFrame>
          <p:nvGraphicFramePr>
            <p:cNvPr id="10" name="对象 9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22"/>
              </p:custDataLst>
            </p:nvPr>
          </p:nvGraphicFramePr>
          <p:xfrm>
            <a:off x="1225" y="4211"/>
            <a:ext cx="17320" cy="1588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100" r:id="rId23" imgW="6657975" imgH="590550" progId="Word.Document.8">
                    <p:embed/>
                  </p:oleObj>
                </mc:Choice>
                <mc:Fallback>
                  <p:oleObj r:id="rId23" imgW="6657975" imgH="590550" progId="Word.Document.8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225" y="4211"/>
                          <a:ext cx="17320" cy="1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/>
            <p:cNvGraphicFramePr>
              <a:graphicFrameLocks noChangeAspect="1"/>
            </p:cNvGraphicFramePr>
            <p:nvPr>
              <p:custDataLst>
                <p:tags r:id="rId25"/>
              </p:custDataLst>
            </p:nvPr>
          </p:nvGraphicFramePr>
          <p:xfrm>
            <a:off x="16863" y="4071"/>
            <a:ext cx="522" cy="878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101" r:id="rId26" imgW="152400" imgH="279400" progId="Equation.DSMT4">
                    <p:embed/>
                  </p:oleObj>
                </mc:Choice>
                <mc:Fallback>
                  <p:oleObj r:id="rId26" imgW="152400" imgH="2794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6863" y="4071"/>
                          <a:ext cx="522" cy="8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文本框 15" title=""/>
          <p:cNvSpPr txBox="1"/>
          <p:nvPr>
            <p:custDataLst>
              <p:tags r:id="rId28"/>
            </p:custDataLst>
          </p:nvPr>
        </p:nvSpPr>
        <p:spPr>
          <a:xfrm>
            <a:off x="4753293" y="2007553"/>
            <a:ext cx="117475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m</a:t>
            </a:r>
            <a:r>
              <a:rPr lang="en-US" altLang="zh-CN" sz="28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charset="-122"/>
              </a:rPr>
              <a:t>≤-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2</a:t>
            </a:r>
            <a:endParaRPr lang="en-US" altLang="zh-CN" sz="2800" b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charset="-122"/>
              <a:sym typeface="微软雅黑" panose="020b0503020204020204" charset="-122"/>
            </a:endParaRPr>
          </a:p>
        </p:txBody>
      </p:sp>
      <p:grpSp>
        <p:nvGrpSpPr>
          <p:cNvPr id="21" name="组合 20" title=""/>
          <p:cNvGrpSpPr/>
          <p:nvPr>
            <p:custDataLst>
              <p:tags r:id="rId29"/>
            </p:custDataLst>
          </p:nvPr>
        </p:nvGrpSpPr>
        <p:grpSpPr>
          <a:xfrm>
            <a:off x="885190" y="3648075"/>
            <a:ext cx="3968750" cy="1711325"/>
            <a:chOff x="1394" y="5745"/>
            <a:chExt cx="6250" cy="2695"/>
          </a:xfrm>
        </p:grpSpPr>
        <p:sp>
          <p:nvSpPr>
            <p:cNvPr id="20" name="圆角矩形 19"/>
            <p:cNvSpPr/>
            <p:nvPr>
              <p:custDataLst>
                <p:tags r:id="rId30"/>
              </p:custDataLst>
            </p:nvPr>
          </p:nvSpPr>
          <p:spPr>
            <a:xfrm>
              <a:off x="4536" y="5883"/>
              <a:ext cx="3083" cy="608"/>
            </a:xfrm>
            <a:prstGeom prst="roundRect">
              <a:avLst/>
            </a:prstGeom>
            <a:solidFill>
              <a:srgbClr val="F0F6E4"/>
            </a:solidFill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aphicFrame>
          <p:nvGraphicFramePr>
            <p:cNvPr id="17" name="对象 11">
              <a:hlinkClick action="ppaction://ole?verb="/>
            </p:cNvPr>
            <p:cNvGraphicFramePr>
              <a:graphicFrameLocks noChangeAspect="1"/>
            </p:cNvGraphicFramePr>
            <p:nvPr>
              <p:custDataLst>
                <p:tags r:id="rId31"/>
              </p:custDataLst>
            </p:nvPr>
          </p:nvGraphicFramePr>
          <p:xfrm>
            <a:off x="1394" y="5745"/>
            <a:ext cx="6250" cy="2695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102" r:id="rId32" imgW="1651000" imgH="711200" progId="Equation.KSEE3">
                    <p:embed/>
                  </p:oleObj>
                </mc:Choice>
                <mc:Fallback>
                  <p:oleObj r:id="rId32" imgW="1651000" imgH="711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1394" y="5745"/>
                          <a:ext cx="6250" cy="26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 title=""/>
          <p:cNvGrpSpPr/>
          <p:nvPr>
            <p:custDataLst>
              <p:tags r:id="rId34"/>
            </p:custDataLst>
          </p:nvPr>
        </p:nvGrpSpPr>
        <p:grpSpPr>
          <a:xfrm>
            <a:off x="4931410" y="3712845"/>
            <a:ext cx="6751955" cy="920115"/>
            <a:chOff x="7766" y="5847"/>
            <a:chExt cx="10633" cy="1449"/>
          </a:xfrm>
        </p:grpSpPr>
        <p:sp>
          <p:nvSpPr>
            <p:cNvPr id="22" name="右箭头 21"/>
            <p:cNvSpPr/>
            <p:nvPr>
              <p:custDataLst>
                <p:tags r:id="rId35"/>
              </p:custDataLst>
            </p:nvPr>
          </p:nvSpPr>
          <p:spPr>
            <a:xfrm>
              <a:off x="7766" y="5883"/>
              <a:ext cx="656" cy="599"/>
            </a:xfrm>
            <a:prstGeom prst="rightArrow">
              <a:avLst>
                <a:gd name="adj1" fmla="val 27545"/>
                <a:gd name="adj2" fmla="val 5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9" name="组合 28"/>
            <p:cNvGrpSpPr/>
            <p:nvPr>
              <p:custDataLst>
                <p:tags r:id="rId36"/>
              </p:custDataLst>
            </p:nvPr>
          </p:nvGrpSpPr>
          <p:grpSpPr>
            <a:xfrm>
              <a:off x="8493" y="5847"/>
              <a:ext cx="9906" cy="1449"/>
              <a:chOff x="8493" y="5847"/>
              <a:chExt cx="9906" cy="1449"/>
            </a:xfrm>
          </p:grpSpPr>
          <p:sp>
            <p:nvSpPr>
              <p:cNvPr id="28" name="矩形 27"/>
              <p:cNvSpPr/>
              <p:nvPr>
                <p:custDataLst>
                  <p:tags r:id="rId37"/>
                </p:custDataLst>
              </p:nvPr>
            </p:nvSpPr>
            <p:spPr>
              <a:xfrm>
                <a:off x="8493" y="5865"/>
                <a:ext cx="9662" cy="1431"/>
              </a:xfrm>
              <a:prstGeom prst="rect">
                <a:avLst/>
              </a:prstGeom>
              <a:solidFill>
                <a:srgbClr val="F0F6E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7" name="组合 26"/>
              <p:cNvGrpSpPr/>
              <p:nvPr>
                <p:custDataLst>
                  <p:tags r:id="rId38"/>
                </p:custDataLst>
              </p:nvPr>
            </p:nvGrpSpPr>
            <p:grpSpPr>
              <a:xfrm>
                <a:off x="8569" y="5847"/>
                <a:ext cx="9830" cy="1386"/>
                <a:chOff x="8517" y="4575"/>
                <a:chExt cx="9830" cy="1386"/>
              </a:xfrm>
            </p:grpSpPr>
            <p:sp>
              <p:nvSpPr>
                <p:cNvPr id="25" name="文本框 24"/>
                <p:cNvSpPr txBox="1"/>
                <p:nvPr>
                  <p:custDataLst>
                    <p:tags r:id="rId39"/>
                  </p:custDataLst>
                </p:nvPr>
              </p:nvSpPr>
              <p:spPr>
                <a:xfrm>
                  <a:off x="8517" y="4575"/>
                  <a:ext cx="9813" cy="86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noAutofit/>
                </a:bodyPr>
                <a:lstStyle>
                  <a:lvl1pPr marL="2286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6858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tabLst>
                      <a:tab pos="1609725"/>
                    </a:tabLst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Aft>
                      <a:spcPct val="0"/>
                    </a:spcAft>
                    <a:buFont typeface="Wingdings" panose="05000000000000000000" pitchFamily="2" charset="2"/>
                    <a:buNone/>
                  </a:pP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2</a:t>
                  </a:r>
                  <a:r>
                    <a:rPr lang="en-US" altLang="zh-CN" sz="2600" b="1" i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a</a:t>
                  </a: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-1=</a:t>
                  </a:r>
                  <a:r>
                    <a:rPr lang="zh-CN" altLang="en-US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﹣</a:t>
                  </a: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3</a:t>
                  </a:r>
                  <a:r>
                    <a:rPr lang="zh-CN" altLang="en-US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时，</a:t>
                  </a:r>
                  <a:r>
                    <a:rPr lang="en-US" altLang="zh-CN" sz="2600" b="1" i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a</a:t>
                  </a: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+3=2</a:t>
                  </a:r>
                  <a:r>
                    <a:rPr lang="zh-CN" altLang="en-US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，</a:t>
                  </a: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N={</a:t>
                  </a:r>
                  <a:r>
                    <a:rPr lang="en-US" altLang="zh-CN" sz="2600" b="1" i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x</a:t>
                  </a: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|</a:t>
                  </a:r>
                  <a:r>
                    <a:rPr lang="zh-CN" altLang="en-US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﹣</a:t>
                  </a: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3&lt;</a:t>
                  </a:r>
                  <a:r>
                    <a:rPr lang="en-US" altLang="zh-CN" sz="2600" b="1" i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x</a:t>
                  </a: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&lt;2};</a:t>
                  </a:r>
                  <a:endParaRPr lang="zh-CN" altLang="en-US" sz="1800">
                    <a:ea typeface="黑体" panose="02010609060101010101" charset="-122"/>
                  </a:endParaRPr>
                </a:p>
              </p:txBody>
            </p:sp>
            <p:sp>
              <p:nvSpPr>
                <p:cNvPr id="26" name="文本框 25"/>
                <p:cNvSpPr txBox="1"/>
                <p:nvPr>
                  <p:custDataLst>
                    <p:tags r:id="rId40"/>
                  </p:custDataLst>
                </p:nvPr>
              </p:nvSpPr>
              <p:spPr>
                <a:xfrm>
                  <a:off x="8533" y="5187"/>
                  <a:ext cx="9814" cy="7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>
                  <a:lvl1pPr marL="2286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6858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tabLst>
                      <a:tab pos="1609725"/>
                    </a:tabLst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11430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6002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2057400" indent="-228600" algn="l" rtl="0" eaLnBrk="0" fontAlgn="base" hangingPunct="0">
                    <a:lnSpc>
                      <a:spcPct val="130000"/>
                    </a:lnSpc>
                    <a:spcBef>
                      <a:spcPct val="0"/>
                    </a:spcBef>
                    <a:spcAft>
                      <a:spcPts val="1000"/>
                    </a:spcAft>
                    <a:buFont typeface="Arial" panose="020b0604020202020204" pitchFamily="34" charset="0"/>
                    <a:buChar char="•"/>
                    <a:defRPr sz="1600" kern="1200" spc="15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+mn-cs"/>
                    </a:defRPr>
                  </a:lvl5pPr>
                </a:lstStyle>
                <a:p>
                  <a:pPr marL="0" lvl="0" indent="0" eaLnBrk="1" hangingPunct="1">
                    <a:lnSpc>
                      <a:spcPct val="100000"/>
                    </a:lnSpc>
                    <a:spcAft>
                      <a:spcPct val="0"/>
                    </a:spcAft>
                    <a:buFont typeface="Wingdings" panose="05000000000000000000" pitchFamily="2" charset="2"/>
                    <a:buNone/>
                  </a:pPr>
                  <a:r>
                    <a:rPr lang="en-US" altLang="zh-CN" sz="2600" b="1" i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a</a:t>
                  </a: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+3=4</a:t>
                  </a:r>
                  <a:r>
                    <a:rPr lang="zh-CN" altLang="en-US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时，</a:t>
                  </a: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2</a:t>
                  </a:r>
                  <a:r>
                    <a:rPr lang="en-US" altLang="zh-CN" sz="2600" b="1" i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a</a:t>
                  </a:r>
                  <a:r>
                    <a:rPr lang="zh-CN" altLang="en-US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－</a:t>
                  </a: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1=1</a:t>
                  </a:r>
                  <a:r>
                    <a:rPr lang="zh-CN" altLang="en-US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，</a:t>
                  </a: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N={</a:t>
                  </a:r>
                  <a:r>
                    <a:rPr lang="en-US" altLang="zh-CN" sz="2600" b="1" i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x</a:t>
                  </a: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|1&lt;</a:t>
                  </a:r>
                  <a:r>
                    <a:rPr lang="en-US" altLang="zh-CN" sz="2600" b="1" i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x</a:t>
                  </a:r>
                  <a:r>
                    <a:rPr lang="en-US" altLang="zh-CN" sz="2600" b="1">
                      <a:solidFill>
                        <a:srgbClr val="0070C0"/>
                      </a:solidFill>
                      <a:latin typeface="Times New Roman" panose="02020603050405020304" pitchFamily="18" charset="0"/>
                      <a:ea typeface="黑体" panose="02010609060101010101" charset="-122"/>
                      <a:sym typeface="微软雅黑" panose="020b0503020204020204" charset="-122"/>
                    </a:rPr>
                    <a:t>&lt;4}.</a:t>
                  </a:r>
                  <a:endParaRPr lang="en-US" altLang="zh-CN" sz="2600" b="1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charset="-122"/>
                    <a:sym typeface="微软雅黑" panose="020b0503020204020204" charset="-122"/>
                  </a:endParaRPr>
                </a:p>
              </p:txBody>
            </p:sp>
          </p:grpSp>
        </p:grpSp>
      </p:grpSp>
      <p:grpSp>
        <p:nvGrpSpPr>
          <p:cNvPr id="40" name="组合 39" title=""/>
          <p:cNvGrpSpPr/>
          <p:nvPr>
            <p:custDataLst>
              <p:tags r:id="rId41"/>
            </p:custDataLst>
          </p:nvPr>
        </p:nvGrpSpPr>
        <p:grpSpPr>
          <a:xfrm>
            <a:off x="4931410" y="4811395"/>
            <a:ext cx="6597015" cy="491490"/>
            <a:chOff x="7766" y="7577"/>
            <a:chExt cx="10389" cy="774"/>
          </a:xfrm>
        </p:grpSpPr>
        <p:sp>
          <p:nvSpPr>
            <p:cNvPr id="34" name="右箭头 33"/>
            <p:cNvSpPr/>
            <p:nvPr>
              <p:custDataLst>
                <p:tags r:id="rId42"/>
              </p:custDataLst>
            </p:nvPr>
          </p:nvSpPr>
          <p:spPr>
            <a:xfrm>
              <a:off x="7766" y="7718"/>
              <a:ext cx="656" cy="599"/>
            </a:xfrm>
            <a:prstGeom prst="rightArrow">
              <a:avLst>
                <a:gd name="adj1" fmla="val 27545"/>
                <a:gd name="adj2" fmla="val 5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>
              <p:custDataLst>
                <p:tags r:id="rId43"/>
              </p:custDataLst>
            </p:nvPr>
          </p:nvSpPr>
          <p:spPr>
            <a:xfrm>
              <a:off x="8494" y="7577"/>
              <a:ext cx="9661" cy="774"/>
            </a:xfrm>
            <a:prstGeom prst="rect">
              <a:avLst/>
            </a:prstGeom>
            <a:solidFill>
              <a:srgbClr val="F0F6E4"/>
            </a:solidFill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1609725"/>
                </a:tabLst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defRPr sz="1600" kern="1200" spc="15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Aft>
                  <a:spcPct val="0"/>
                </a:spcAft>
                <a:buFont typeface="Wingdings" panose="05000000000000000000" pitchFamily="2" charset="2"/>
                <a:buNone/>
              </a:pPr>
              <a:r>
                <a:rPr lang="zh-CN" altLang="en-US" sz="2600" b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sym typeface="微软雅黑" panose="020b0503020204020204" charset="-122"/>
                </a:rPr>
                <a:t>解得﹣</a:t>
              </a:r>
              <a:r>
                <a:rPr lang="en-US" sz="2600" b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sym typeface="微软雅黑" panose="020b0503020204020204" charset="-122"/>
                </a:rPr>
                <a:t>1</a:t>
              </a:r>
              <a:r>
                <a:rPr lang="en-US" sz="2600" b="1">
                  <a:solidFill>
                    <a:srgbClr val="0070C0"/>
                  </a:solidFill>
                  <a:latin typeface="黑体" panose="02010609060101010101" charset="-122"/>
                  <a:ea typeface="黑体" panose="02010609060101010101" charset="-122"/>
                  <a:sym typeface="微软雅黑" panose="020b0503020204020204" charset="-122"/>
                </a:rPr>
                <a:t>≤</a:t>
              </a:r>
              <a:r>
                <a:rPr lang="en-US" altLang="zh-CN" sz="2600" b="1" i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sym typeface="微软雅黑" panose="020b0503020204020204" charset="-122"/>
                </a:rPr>
                <a:t>a</a:t>
              </a:r>
              <a:r>
                <a:rPr lang="en-US" sz="2600" b="1">
                  <a:solidFill>
                    <a:srgbClr val="0070C0"/>
                  </a:solidFill>
                  <a:latin typeface="黑体" panose="02010609060101010101" charset="-122"/>
                  <a:ea typeface="黑体" panose="02010609060101010101" charset="-122"/>
                  <a:sym typeface="微软雅黑" panose="020b0503020204020204" charset="-122"/>
                </a:rPr>
                <a:t>≤</a:t>
              </a:r>
              <a:r>
                <a:rPr lang="en-US" altLang="zh-CN" sz="2600" b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sym typeface="微软雅黑" panose="020b0503020204020204" charset="-122"/>
                </a:rPr>
                <a:t>1.</a:t>
              </a:r>
              <a:endParaRPr lang="en-US" altLang="zh-CN" sz="26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endParaRPr>
            </a:p>
          </p:txBody>
        </p:sp>
      </p:grpSp>
      <p:graphicFrame>
        <p:nvGraphicFramePr>
          <p:cNvPr id="41" name="对象 11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44"/>
            </p:custDataLst>
          </p:nvPr>
        </p:nvGraphicFramePr>
        <p:xfrm>
          <a:off x="908368" y="5396548"/>
          <a:ext cx="5372735" cy="48958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3" r:id="rId45" imgW="2234565" imgH="203200" progId="Equation.KSEE3">
                  <p:embed/>
                </p:oleObj>
              </mc:Choice>
              <mc:Fallback>
                <p:oleObj r:id="rId45" imgW="2234565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908368" y="5396548"/>
                        <a:ext cx="5372735" cy="4895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11" title="">
            <a:hlinkClick action="ppaction://ole?verb="/>
          </p:cNvPr>
          <p:cNvGraphicFramePr>
            <a:graphicFrameLocks noChangeAspect="1"/>
          </p:cNvGraphicFramePr>
          <p:nvPr>
            <p:custDataLst>
              <p:tags r:id="rId47"/>
            </p:custDataLst>
          </p:nvPr>
        </p:nvGraphicFramePr>
        <p:xfrm>
          <a:off x="885190" y="5979795"/>
          <a:ext cx="6664325" cy="47879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4" r:id="rId48" imgW="2831465" imgH="203200" progId="Equation.KSEE3">
                  <p:embed/>
                </p:oleObj>
              </mc:Choice>
              <mc:Fallback>
                <p:oleObj r:id="rId48" imgW="2831465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885190" y="5979795"/>
                        <a:ext cx="6664325" cy="4787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43" title=""/>
          <p:cNvSpPr txBox="1"/>
          <p:nvPr>
            <p:custDataLst>
              <p:tags r:id="rId50"/>
            </p:custDataLst>
          </p:nvPr>
        </p:nvSpPr>
        <p:spPr>
          <a:xfrm>
            <a:off x="5002530" y="3077210"/>
            <a:ext cx="380492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algn="l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28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charset="-122"/>
              </a:rPr>
              <a:t>-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1</a:t>
            </a:r>
            <a:r>
              <a:rPr lang="en-US" altLang="zh-CN" sz="28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charset="-122"/>
              </a:rPr>
              <a:t>≤</a:t>
            </a:r>
            <a:r>
              <a:rPr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a</a:t>
            </a:r>
            <a:r>
              <a:rPr lang="en-US" altLang="zh-CN" sz="28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charset="-122"/>
              </a:rPr>
              <a:t>≤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1</a:t>
            </a: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或</a:t>
            </a:r>
            <a:r>
              <a:rPr lang="en-US" altLang="zh-CN" sz="2800" b="1" i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a</a:t>
            </a:r>
            <a:r>
              <a:rPr lang="en-US" altLang="zh-CN" sz="28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charset="-122"/>
              </a:rPr>
              <a:t>≥4</a:t>
            </a:r>
            <a:endParaRPr lang="en-US" altLang="zh-CN" sz="2800" b="1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  <a:sym typeface="微软雅黑" panose="020b0503020204020204" charset="-122"/>
            </a:endParaRPr>
          </a:p>
        </p:txBody>
      </p:sp>
      <p:sp>
        <p:nvSpPr>
          <p:cNvPr id="46" name="文本框 44033" title=""/>
          <p:cNvSpPr/>
          <p:nvPr>
            <p:custDataLst>
              <p:tags r:id="rId51"/>
            </p:custDataLst>
          </p:nvPr>
        </p:nvSpPr>
        <p:spPr>
          <a:xfrm>
            <a:off x="577850" y="3691890"/>
            <a:ext cx="10998835" cy="2863850"/>
          </a:xfrm>
          <a:prstGeom prst="roundRect">
            <a:avLst>
              <a:gd name="adj" fmla="val 8536"/>
            </a:avLst>
          </a:prstGeom>
          <a:solidFill>
            <a:srgbClr val="F4F8EF"/>
          </a:solidFill>
          <a:ln w="12700">
            <a:solidFill>
              <a:schemeClr val="accent6"/>
            </a:solidFill>
            <a:prstDash val="dash"/>
            <a:miter lim="800000"/>
          </a:ln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2400" b="0" i="0" u="none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</a:lstStyle>
          <a:p>
            <a:pPr algn="ctr"/>
            <a:r>
              <a:rPr lang="zh-CN" altLang="en-US" b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关键：</a:t>
            </a:r>
            <a:endParaRPr lang="zh-CN" altLang="en-US" b="1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Wingdings" panose="05000000000000000000" charset="0"/>
            </a:endParaRPr>
          </a:p>
          <a:p>
            <a:pPr algn="ctr"/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1.</a:t>
            </a:r>
            <a:r>
              <a:rPr b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连续数集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借助</a:t>
            </a:r>
            <a:r>
              <a:rPr b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数轴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分析</a:t>
            </a:r>
            <a:endParaRPr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Wingdings" panose="05000000000000000000" charset="0"/>
            </a:endParaRPr>
          </a:p>
          <a:p>
            <a:pPr algn="ctr"/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2.考虑真子集是否为</a:t>
            </a:r>
            <a:r>
              <a:rPr b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空集</a:t>
            </a:r>
            <a:endParaRPr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61BC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Wingdings" panose="05000000000000000000" charset="0"/>
            </a:endParaRPr>
          </a:p>
          <a:p>
            <a:pPr algn="ctr"/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3.不等式</a:t>
            </a:r>
            <a:r>
              <a:rPr b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左右端点值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比较</a:t>
            </a:r>
            <a:endParaRPr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Wingdings" panose="05000000000000000000" charset="0"/>
            </a:endParaRPr>
          </a:p>
          <a:p>
            <a:pPr algn="ctr"/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4.判断</a:t>
            </a:r>
            <a:r>
              <a:rPr b="1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61BC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临界情况</a:t>
            </a:r>
            <a:r>
              <a:rPr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Wingdings" panose="05000000000000000000" charset="0"/>
              </a:rPr>
              <a:t>是否符合</a:t>
            </a:r>
            <a:endParaRPr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Wingdings" panose="05000000000000000000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4" grpId="0"/>
      <p:bldP spid="4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7B5F9">
                    <a:alpha val="48000"/>
                  </a:srgbClr>
                </a:gs>
                <a:gs pos="100000">
                  <a:srgbClr val="D5E69E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8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33" name="组合 32"/>
            <p:cNvGrpSpPr/>
            <p:nvPr>
              <p:custDataLst>
                <p:tags r:id="rId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1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46" name="组合 45"/>
            <p:cNvGrpSpPr/>
            <p:nvPr>
              <p:custDataLst>
                <p:tags r:id="rId2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2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 title=""/>
          <p:cNvSpPr txBox="1"/>
          <p:nvPr>
            <p:custDataLst>
              <p:tags r:id="rId34"/>
            </p:custDataLst>
          </p:nvPr>
        </p:nvSpPr>
        <p:spPr>
          <a:xfrm>
            <a:off x="2232025" y="2222500"/>
            <a:ext cx="50596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0">
                <a:solidFill>
                  <a:srgbClr val="0BA4F5"/>
                </a:solidFill>
                <a:latin typeface="黑体" panose="02010609060101010101" charset="-122"/>
                <a:ea typeface="黑体" panose="02010609060101010101" charset="-122"/>
              </a:rPr>
              <a:t>04</a:t>
            </a:r>
            <a:endParaRPr lang="en-US" altLang="zh-CN" sz="18000">
              <a:solidFill>
                <a:srgbClr val="0BA4F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 title=""/>
          <p:cNvSpPr txBox="1"/>
          <p:nvPr>
            <p:custDataLst>
              <p:tags r:id="rId35"/>
            </p:custDataLst>
          </p:nvPr>
        </p:nvSpPr>
        <p:spPr>
          <a:xfrm>
            <a:off x="5368925" y="3123565"/>
            <a:ext cx="51073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小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结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及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随</a:t>
            </a:r>
            <a:r>
              <a:rPr lang="zh-CN" altLang="en-US" sz="4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堂</a:t>
            </a:r>
            <a:r>
              <a:rPr lang="zh-CN" altLang="en-US" sz="48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练</a:t>
            </a:r>
            <a:r>
              <a:rPr lang="zh-CN" altLang="en-US" sz="4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习</a:t>
            </a:r>
            <a:endParaRPr lang="zh-CN" altLang="en-US" sz="4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 title=""/>
          <p:cNvSpPr txBox="1"/>
          <p:nvPr>
            <p:custDataLst>
              <p:tags r:id="rId36"/>
            </p:custDataLst>
          </p:nvPr>
        </p:nvSpPr>
        <p:spPr>
          <a:xfrm>
            <a:off x="4416425" y="1657350"/>
            <a:ext cx="3359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集合间的基本关系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课堂小结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27" name="组合 26" title=""/>
          <p:cNvGrpSpPr/>
          <p:nvPr>
            <p:custDataLst>
              <p:tags r:id="rId10"/>
            </p:custDataLst>
          </p:nvPr>
        </p:nvGrpSpPr>
        <p:grpSpPr>
          <a:xfrm>
            <a:off x="779145" y="2503805"/>
            <a:ext cx="10852150" cy="1351280"/>
            <a:chOff x="1227" y="3943"/>
            <a:chExt cx="17090" cy="2128"/>
          </a:xfrm>
        </p:grpSpPr>
        <p:sp>
          <p:nvSpPr>
            <p:cNvPr id="26" name="同侧圆角矩形 25"/>
            <p:cNvSpPr/>
            <p:nvPr>
              <p:custDataLst>
                <p:tags r:id="rId11"/>
              </p:custDataLst>
            </p:nvPr>
          </p:nvSpPr>
          <p:spPr>
            <a:xfrm rot="16200000">
              <a:off x="9375" y="-4206"/>
              <a:ext cx="793" cy="17090"/>
            </a:xfrm>
            <a:prstGeom prst="round2SameRect">
              <a:avLst>
                <a:gd name="adj1" fmla="val 31950"/>
                <a:gd name="adj2" fmla="val 0"/>
              </a:avLst>
            </a:prstGeom>
            <a:gradFill>
              <a:gsLst>
                <a:gs pos="31000">
                  <a:srgbClr val="47C2E3">
                    <a:alpha val="100000"/>
                  </a:srgbClr>
                </a:gs>
                <a:gs pos="0">
                  <a:srgbClr val="14A2F3"/>
                </a:gs>
                <a:gs pos="68000">
                  <a:srgbClr val="76CECC">
                    <a:alpha val="17000"/>
                  </a:srgbClr>
                </a:gs>
                <a:gs pos="100000">
                  <a:srgbClr val="D5E69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16"/>
            <p:cNvGrpSpPr/>
            <p:nvPr>
              <p:custDataLst>
                <p:tags r:id="rId12"/>
              </p:custDataLst>
            </p:nvPr>
          </p:nvGrpSpPr>
          <p:grpSpPr>
            <a:xfrm>
              <a:off x="1341" y="3988"/>
              <a:ext cx="6430" cy="2083"/>
              <a:chOff x="1341" y="3648"/>
              <a:chExt cx="6430" cy="2083"/>
            </a:xfrm>
          </p:grpSpPr>
          <p:sp>
            <p:nvSpPr>
              <p:cNvPr id="6" name="文本框 5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341" y="3648"/>
                <a:ext cx="3422" cy="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二、集合相等</a:t>
                </a:r>
                <a:r>
                  <a:rPr lang="en-US" altLang="zh-CN"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:</a:t>
                </a:r>
                <a:endParaRPr lang="en-US" altLang="zh-CN"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  <p:sp>
            <p:nvSpPr>
              <p:cNvPr id="7" name="文本框 6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2346" y="4424"/>
                <a:ext cx="5425" cy="1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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 b="1">
                    <a:solidFill>
                      <a:schemeClr val="accent2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pitchFamily="18" charset="0"/>
                  </a:rPr>
                  <a:t>且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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A, </a:t>
                </a:r>
                <a:r>
                  <a:rPr lang="zh-CN" altLang="en-US" sz="2400" b="1">
                    <a:solidFill>
                      <a:schemeClr val="accent2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pitchFamily="18" charset="0"/>
                    <a:sym typeface="+mn-ea"/>
                  </a:rPr>
                  <a:t>则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A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=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B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+mn-ea"/>
                  </a:rPr>
                  <a:t>.</a:t>
                </a:r>
                <a:endParaRPr lang="zh-CN" altLang="en-US" sz="2400" b="1">
                  <a:solidFill>
                    <a:schemeClr val="accent2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endParaRPr lang="en-US" altLang="zh-CN" sz="2400" b="1" i="1">
                  <a:solidFill>
                    <a:schemeClr val="accent2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9" name="组合 28" title=""/>
          <p:cNvGrpSpPr/>
          <p:nvPr>
            <p:custDataLst>
              <p:tags r:id="rId15"/>
            </p:custDataLst>
          </p:nvPr>
        </p:nvGrpSpPr>
        <p:grpSpPr>
          <a:xfrm>
            <a:off x="778510" y="3532505"/>
            <a:ext cx="10852785" cy="1414145"/>
            <a:chOff x="1226" y="5563"/>
            <a:chExt cx="17091" cy="2227"/>
          </a:xfrm>
        </p:grpSpPr>
        <p:sp>
          <p:nvSpPr>
            <p:cNvPr id="28" name="同侧圆角矩形 27"/>
            <p:cNvSpPr/>
            <p:nvPr>
              <p:custDataLst>
                <p:tags r:id="rId16"/>
              </p:custDataLst>
            </p:nvPr>
          </p:nvSpPr>
          <p:spPr>
            <a:xfrm rot="16200000">
              <a:off x="9375" y="-2586"/>
              <a:ext cx="793" cy="17090"/>
            </a:xfrm>
            <a:prstGeom prst="round2SameRect">
              <a:avLst>
                <a:gd name="adj1" fmla="val 31950"/>
                <a:gd name="adj2" fmla="val 0"/>
              </a:avLst>
            </a:prstGeom>
            <a:gradFill>
              <a:gsLst>
                <a:gs pos="31000">
                  <a:srgbClr val="47C2E3">
                    <a:alpha val="100000"/>
                  </a:srgbClr>
                </a:gs>
                <a:gs pos="0">
                  <a:srgbClr val="14A2F3"/>
                </a:gs>
                <a:gs pos="68000">
                  <a:srgbClr val="76CECC">
                    <a:alpha val="17000"/>
                  </a:srgbClr>
                </a:gs>
                <a:gs pos="100000">
                  <a:srgbClr val="D5E69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8" name="组合 17"/>
            <p:cNvGrpSpPr/>
            <p:nvPr>
              <p:custDataLst>
                <p:tags r:id="rId17"/>
              </p:custDataLst>
            </p:nvPr>
          </p:nvGrpSpPr>
          <p:grpSpPr>
            <a:xfrm>
              <a:off x="1341" y="5612"/>
              <a:ext cx="16976" cy="2178"/>
              <a:chOff x="1341" y="5052"/>
              <a:chExt cx="16976" cy="2178"/>
            </a:xfrm>
          </p:grpSpPr>
          <p:sp>
            <p:nvSpPr>
              <p:cNvPr id="9" name="文本框 8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363" y="5052"/>
                <a:ext cx="3178" cy="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pitchFamily="18" charset="0"/>
                  </a:rPr>
                  <a:t>三、真子集</a:t>
                </a:r>
                <a:r>
                  <a:rPr lang="en-US" altLang="zh-CN"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pitchFamily="18" charset="0"/>
                  </a:rPr>
                  <a:t>:</a:t>
                </a:r>
                <a:endParaRPr lang="en-US" altLang="zh-CN"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矩形 9"/>
              <p:cNvSpPr/>
              <p:nvPr>
                <p:custDataLst>
                  <p:tags r:id="rId19"/>
                </p:custDataLst>
              </p:nvPr>
            </p:nvSpPr>
            <p:spPr>
              <a:xfrm>
                <a:off x="1341" y="5875"/>
                <a:ext cx="16976" cy="13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en-US" sz="2595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如果集合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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，但存在元素</a:t>
                </a:r>
                <a:r>
                  <a:rPr lang="en-US" altLang="zh-CN" sz="2400" i="1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∈</a:t>
                </a:r>
                <a:r>
                  <a:rPr lang="en-US" altLang="zh-CN" sz="2400" i="1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且</a:t>
                </a:r>
                <a:r>
                  <a:rPr lang="en-US" altLang="zh-CN" sz="2400" i="1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</a:t>
                </a:r>
                <a:r>
                  <a:rPr lang="en-US" altLang="zh-CN" sz="2400" i="1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，就称集合</a:t>
                </a:r>
                <a:r>
                  <a:rPr lang="en-US" altLang="zh-CN" sz="2400" i="1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是集合</a:t>
                </a:r>
                <a:r>
                  <a:rPr lang="en-US" altLang="zh-CN" sz="2400" i="1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真子集</a:t>
                </a:r>
                <a:r>
                  <a:rPr lang="en-US" altLang="zh-CN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(proper subset)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记作</a:t>
                </a:r>
                <a:endPara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文本框 4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5737" y="6445"/>
                <a:ext cx="3354" cy="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Euclid Math Two" panose="02050601010101010101" pitchFamily="18" charset="2"/>
                  </a:rPr>
                  <a:t>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40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40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Euclid Math Two" panose="02050601010101010101" pitchFamily="18" charset="2"/>
                  </a:rPr>
                  <a:t>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en-US" sz="2400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1" name="组合 30" title=""/>
          <p:cNvGrpSpPr/>
          <p:nvPr>
            <p:custDataLst>
              <p:tags r:id="rId21"/>
            </p:custDataLst>
          </p:nvPr>
        </p:nvGrpSpPr>
        <p:grpSpPr>
          <a:xfrm>
            <a:off x="840105" y="5069205"/>
            <a:ext cx="10852150" cy="1418590"/>
            <a:chOff x="1323" y="7983"/>
            <a:chExt cx="17090" cy="2234"/>
          </a:xfrm>
        </p:grpSpPr>
        <p:sp>
          <p:nvSpPr>
            <p:cNvPr id="30" name="同侧圆角矩形 29"/>
            <p:cNvSpPr/>
            <p:nvPr>
              <p:custDataLst>
                <p:tags r:id="rId22"/>
              </p:custDataLst>
            </p:nvPr>
          </p:nvSpPr>
          <p:spPr>
            <a:xfrm rot="16200000">
              <a:off x="9471" y="-166"/>
              <a:ext cx="793" cy="17090"/>
            </a:xfrm>
            <a:prstGeom prst="round2SameRect">
              <a:avLst>
                <a:gd name="adj1" fmla="val 31950"/>
                <a:gd name="adj2" fmla="val 0"/>
              </a:avLst>
            </a:prstGeom>
            <a:gradFill>
              <a:gsLst>
                <a:gs pos="31000">
                  <a:srgbClr val="47C2E3">
                    <a:alpha val="100000"/>
                  </a:srgbClr>
                </a:gs>
                <a:gs pos="0">
                  <a:srgbClr val="14A2F3"/>
                </a:gs>
                <a:gs pos="68000">
                  <a:srgbClr val="76CECC">
                    <a:alpha val="17000"/>
                  </a:srgbClr>
                </a:gs>
                <a:gs pos="100000">
                  <a:srgbClr val="D5E69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/>
            <p:cNvGrpSpPr/>
            <p:nvPr>
              <p:custDataLst>
                <p:tags r:id="rId23"/>
              </p:custDataLst>
            </p:nvPr>
          </p:nvGrpSpPr>
          <p:grpSpPr>
            <a:xfrm>
              <a:off x="1341" y="8033"/>
              <a:ext cx="13349" cy="2184"/>
              <a:chOff x="1341" y="7233"/>
              <a:chExt cx="13349" cy="2184"/>
            </a:xfrm>
          </p:grpSpPr>
          <p:sp>
            <p:nvSpPr>
              <p:cNvPr id="22" name="文本框 21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1363" y="7233"/>
                <a:ext cx="3057" cy="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pitchFamily="18" charset="0"/>
                  </a:rPr>
                  <a:t>四、空集</a:t>
                </a:r>
                <a:r>
                  <a:rPr lang="en-US" altLang="zh-CN"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Times New Roman" panose="02020603050405020304" pitchFamily="18" charset="0"/>
                  </a:rPr>
                  <a:t>:</a:t>
                </a:r>
                <a:endParaRPr lang="en-US" altLang="zh-CN"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矩形 10"/>
              <p:cNvSpPr/>
              <p:nvPr>
                <p:custDataLst>
                  <p:tags r:id="rId25"/>
                </p:custDataLst>
              </p:nvPr>
            </p:nvSpPr>
            <p:spPr>
              <a:xfrm>
                <a:off x="1341" y="8001"/>
                <a:ext cx="13349" cy="7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en-US" sz="2595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不含任何元素的集合叫做</a:t>
                </a:r>
                <a:r>
                  <a:rPr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空集</a:t>
                </a:r>
                <a:r>
                  <a:rPr lang="en-US" altLang="zh-CN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(empty set)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记作</a:t>
                </a:r>
                <a:r>
                  <a:rPr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</a:t>
                </a:r>
                <a:r>
                  <a:rPr lang="en-US" altLang="zh-CN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.</a:t>
                </a:r>
                <a:endPara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282" y="8692"/>
                <a:ext cx="12408" cy="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>
                    <a:solidFill>
                      <a:srgbClr val="0BA4F5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规定：空集是任何集合的子集，是任何非空集合的真子集</a:t>
                </a:r>
                <a:r>
                  <a:rPr lang="en-US" altLang="zh-CN" sz="2400">
                    <a:solidFill>
                      <a:srgbClr val="0BA4F5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.</a:t>
                </a:r>
                <a:endParaRPr lang="en-US" altLang="zh-CN" sz="2400">
                  <a:solidFill>
                    <a:srgbClr val="0BA4F5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1" name="组合 20" title=""/>
          <p:cNvGrpSpPr/>
          <p:nvPr>
            <p:custDataLst>
              <p:tags r:id="rId27"/>
            </p:custDataLst>
          </p:nvPr>
        </p:nvGrpSpPr>
        <p:grpSpPr>
          <a:xfrm>
            <a:off x="778510" y="1056005"/>
            <a:ext cx="10852150" cy="1391920"/>
            <a:chOff x="1226" y="1663"/>
            <a:chExt cx="17090" cy="2192"/>
          </a:xfrm>
        </p:grpSpPr>
        <p:sp>
          <p:nvSpPr>
            <p:cNvPr id="20" name="同侧圆角矩形 19"/>
            <p:cNvSpPr/>
            <p:nvPr>
              <p:custDataLst>
                <p:tags r:id="rId28"/>
              </p:custDataLst>
            </p:nvPr>
          </p:nvSpPr>
          <p:spPr>
            <a:xfrm rot="16200000">
              <a:off x="9375" y="-6486"/>
              <a:ext cx="793" cy="17090"/>
            </a:xfrm>
            <a:prstGeom prst="round2SameRect">
              <a:avLst>
                <a:gd name="adj1" fmla="val 31950"/>
                <a:gd name="adj2" fmla="val 0"/>
              </a:avLst>
            </a:prstGeom>
            <a:gradFill>
              <a:gsLst>
                <a:gs pos="31000">
                  <a:srgbClr val="47C2E3">
                    <a:alpha val="100000"/>
                  </a:srgbClr>
                </a:gs>
                <a:gs pos="0">
                  <a:srgbClr val="14A2F3"/>
                </a:gs>
                <a:gs pos="68000">
                  <a:srgbClr val="76CECC">
                    <a:alpha val="17000"/>
                  </a:srgbClr>
                </a:gs>
                <a:gs pos="100000">
                  <a:srgbClr val="D5E69E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" name="组合 15"/>
            <p:cNvGrpSpPr/>
            <p:nvPr>
              <p:custDataLst>
                <p:tags r:id="rId29"/>
              </p:custDataLst>
            </p:nvPr>
          </p:nvGrpSpPr>
          <p:grpSpPr>
            <a:xfrm>
              <a:off x="1323" y="1707"/>
              <a:ext cx="16953" cy="2148"/>
              <a:chOff x="1323" y="1567"/>
              <a:chExt cx="16953" cy="2148"/>
            </a:xfrm>
          </p:grpSpPr>
          <p:sp>
            <p:nvSpPr>
              <p:cNvPr id="4" name="文本框 3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363" y="1567"/>
                <a:ext cx="2458" cy="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一、子集</a:t>
                </a:r>
                <a:r>
                  <a:rPr lang="en-US" altLang="zh-CN" sz="2400" b="1">
                    <a:solidFill>
                      <a:schemeClr val="bg1"/>
                    </a:solidFill>
                    <a:latin typeface="黑体" panose="02010609060101010101" charset="-122"/>
                    <a:ea typeface="黑体" panose="02010609060101010101" charset="-122"/>
                    <a:cs typeface="黑体" panose="02010609060101010101" charset="-122"/>
                  </a:rPr>
                  <a:t>:</a:t>
                </a:r>
                <a:endParaRPr lang="en-US" altLang="zh-CN" sz="2400" b="1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endParaRPr>
              </a:p>
            </p:txBody>
          </p:sp>
          <p:sp>
            <p:nvSpPr>
              <p:cNvPr id="25" name="文本框 24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323" y="2339"/>
                <a:ext cx="16953" cy="1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595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一般地，对于两个集合</a:t>
                </a:r>
                <a:r>
                  <a:rPr lang="en-US" altLang="zh-CN" sz="2400" i="1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i="1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，如果集合</a:t>
                </a:r>
                <a:r>
                  <a:rPr lang="en-US" altLang="zh-CN" sz="2400" i="1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中任意一个元素都是集合</a:t>
                </a:r>
                <a:r>
                  <a:rPr lang="en-US" altLang="zh-CN" sz="2400" i="1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的元素，就称集合</a:t>
                </a:r>
                <a:r>
                  <a:rPr lang="en-US" altLang="zh-CN" sz="2400" i="1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为集合</a:t>
                </a:r>
                <a:r>
                  <a:rPr lang="en-US" altLang="zh-CN" sz="2400" i="1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子集</a:t>
                </a:r>
                <a:r>
                  <a:rPr lang="en-US" altLang="zh-CN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(subset)</a:t>
                </a:r>
                <a:r>
                  <a:rPr lang="zh-CN" altLang="en-US" sz="2400">
                    <a:latin typeface="Times New Roman" panose="02020603050405020304" pitchFamily="18" charset="0"/>
                    <a:ea typeface="黑体" panose="02010609060101010101" charset="-122"/>
                    <a:cs typeface="Times New Roman" panose="02020603050405020304" pitchFamily="18" charset="0"/>
                  </a:rPr>
                  <a:t>，记作</a:t>
                </a:r>
                <a:endParaRPr lang="zh-CN" altLang="en-US" sz="2400"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文本框 14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9711" y="2990"/>
                <a:ext cx="4186" cy="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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400" b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Euclid Symbol" panose="05050102010706020507" pitchFamily="18" charset="2"/>
                  </a:rPr>
                  <a:t></a:t>
                </a:r>
                <a:r>
                  <a:rPr lang="en-US" altLang="zh-CN" sz="2400" b="1" i="1">
                    <a:solidFill>
                      <a:schemeClr val="accent2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).</a:t>
                </a: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课堂小结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4" name="组合 13" title=""/>
          <p:cNvGrpSpPr/>
          <p:nvPr>
            <p:custDataLst>
              <p:tags r:id="rId10"/>
            </p:custDataLst>
          </p:nvPr>
        </p:nvGrpSpPr>
        <p:grpSpPr>
          <a:xfrm>
            <a:off x="944880" y="888365"/>
            <a:ext cx="10302240" cy="5267960"/>
            <a:chOff x="1488" y="1399"/>
            <a:chExt cx="16224" cy="8296"/>
          </a:xfrm>
        </p:grpSpPr>
        <p:grpSp>
          <p:nvGrpSpPr>
            <p:cNvPr id="3" name="组合 2"/>
            <p:cNvGrpSpPr/>
            <p:nvPr>
              <p:custDataLst>
                <p:tags r:id="rId11"/>
              </p:custDataLst>
            </p:nvPr>
          </p:nvGrpSpPr>
          <p:grpSpPr>
            <a:xfrm>
              <a:off x="1488" y="1399"/>
              <a:ext cx="16224" cy="8296"/>
              <a:chOff x="1488" y="1470"/>
              <a:chExt cx="16224" cy="8296"/>
            </a:xfrm>
          </p:grpSpPr>
          <p:pic>
            <p:nvPicPr>
              <p:cNvPr id="5" name="图片 4" descr="集合间的基本关系2"/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12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rcRect b="5722"/>
              <a:stretch>
                <a:fillRect/>
              </a:stretch>
            </p:blipFill>
            <p:spPr>
              <a:xfrm>
                <a:off x="1488" y="1470"/>
                <a:ext cx="16224" cy="8297"/>
              </a:xfrm>
              <a:prstGeom prst="rect">
                <a:avLst/>
              </a:prstGeom>
            </p:spPr>
          </p:pic>
          <p:sp>
            <p:nvSpPr>
              <p:cNvPr id="6" name="左大括号 5"/>
              <p:cNvSpPr/>
              <p:nvPr>
                <p:custDataLst>
                  <p:tags r:id="rId14"/>
                </p:custDataLst>
              </p:nvPr>
            </p:nvSpPr>
            <p:spPr>
              <a:xfrm>
                <a:off x="10720" y="3161"/>
                <a:ext cx="652" cy="5977"/>
              </a:xfrm>
              <a:prstGeom prst="leftBrace">
                <a:avLst>
                  <a:gd name="adj1" fmla="val 268328"/>
                  <a:gd name="adj2" fmla="val 53438"/>
                </a:avLst>
              </a:prstGeom>
              <a:ln w="22225">
                <a:solidFill>
                  <a:srgbClr val="0BA4F5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左大括号 6"/>
              <p:cNvSpPr/>
              <p:nvPr>
                <p:custDataLst>
                  <p:tags r:id="rId15"/>
                </p:custDataLst>
              </p:nvPr>
            </p:nvSpPr>
            <p:spPr>
              <a:xfrm flipH="1">
                <a:off x="7527" y="3397"/>
                <a:ext cx="637" cy="5524"/>
              </a:xfrm>
              <a:prstGeom prst="leftBrace">
                <a:avLst>
                  <a:gd name="adj1" fmla="val 268328"/>
                  <a:gd name="adj2" fmla="val 53438"/>
                </a:avLst>
              </a:prstGeom>
              <a:ln w="22225">
                <a:solidFill>
                  <a:srgbClr val="0BA4F5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任意多边形 7"/>
            <p:cNvSpPr/>
            <p:nvPr>
              <p:custDataLst>
                <p:tags r:id="rId16"/>
              </p:custDataLst>
            </p:nvPr>
          </p:nvSpPr>
          <p:spPr>
            <a:xfrm>
              <a:off x="7565" y="6057"/>
              <a:ext cx="674" cy="226"/>
            </a:xfrm>
            <a:custGeom>
              <a:gdLst>
                <a:gd name="connisteX0" fmla="*/ 0 w 407035"/>
                <a:gd name="connsiteY0" fmla="*/ 0 h 143754"/>
                <a:gd name="connisteX1" fmla="*/ 142875 w 407035"/>
                <a:gd name="connsiteY1" fmla="*/ 40640 h 143754"/>
                <a:gd name="connisteX2" fmla="*/ 297815 w 407035"/>
                <a:gd name="connsiteY2" fmla="*/ 123825 h 143754"/>
                <a:gd name="connisteX3" fmla="*/ 374015 w 407035"/>
                <a:gd name="connsiteY3" fmla="*/ 142875 h 143754"/>
                <a:gd name="connisteX4" fmla="*/ 407035 w 407035"/>
                <a:gd name="connsiteY4" fmla="*/ 138430 h 143754"/>
              </a:gdLst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07034" h="143754">
                  <a:moveTo>
                    <a:pt x="0" y="0"/>
                  </a:moveTo>
                  <a:cubicBezTo>
                    <a:pt x="25400" y="6350"/>
                    <a:pt x="83185" y="15875"/>
                    <a:pt x="142875" y="40640"/>
                  </a:cubicBezTo>
                  <a:cubicBezTo>
                    <a:pt x="202565" y="65405"/>
                    <a:pt x="251460" y="103505"/>
                    <a:pt x="297815" y="123825"/>
                  </a:cubicBezTo>
                  <a:cubicBezTo>
                    <a:pt x="344170" y="144145"/>
                    <a:pt x="352425" y="139700"/>
                    <a:pt x="374015" y="142875"/>
                  </a:cubicBezTo>
                  <a:cubicBezTo>
                    <a:pt x="395605" y="146050"/>
                    <a:pt x="401955" y="139700"/>
                    <a:pt x="407035" y="138430"/>
                  </a:cubicBezTo>
                </a:path>
              </a:pathLst>
            </a:custGeom>
            <a:noFill/>
            <a:ln w="22225">
              <a:solidFill>
                <a:srgbClr val="0BA4F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17"/>
              </p:custDataLst>
            </p:nvPr>
          </p:nvSpPr>
          <p:spPr>
            <a:xfrm flipH="1">
              <a:off x="10719" y="6057"/>
              <a:ext cx="623" cy="226"/>
            </a:xfrm>
            <a:custGeom>
              <a:gdLst>
                <a:gd name="connisteX0" fmla="*/ 0 w 407035"/>
                <a:gd name="connsiteY0" fmla="*/ 0 h 143754"/>
                <a:gd name="connisteX1" fmla="*/ 142875 w 407035"/>
                <a:gd name="connsiteY1" fmla="*/ 40640 h 143754"/>
                <a:gd name="connisteX2" fmla="*/ 297815 w 407035"/>
                <a:gd name="connsiteY2" fmla="*/ 123825 h 143754"/>
                <a:gd name="connisteX3" fmla="*/ 374015 w 407035"/>
                <a:gd name="connsiteY3" fmla="*/ 142875 h 143754"/>
                <a:gd name="connisteX4" fmla="*/ 407035 w 407035"/>
                <a:gd name="connsiteY4" fmla="*/ 138430 h 143754"/>
              </a:gdLst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407034" h="143754">
                  <a:moveTo>
                    <a:pt x="0" y="0"/>
                  </a:moveTo>
                  <a:cubicBezTo>
                    <a:pt x="25400" y="6350"/>
                    <a:pt x="83185" y="15875"/>
                    <a:pt x="142875" y="40640"/>
                  </a:cubicBezTo>
                  <a:cubicBezTo>
                    <a:pt x="202565" y="65405"/>
                    <a:pt x="251460" y="103505"/>
                    <a:pt x="297815" y="123825"/>
                  </a:cubicBezTo>
                  <a:cubicBezTo>
                    <a:pt x="344170" y="144145"/>
                    <a:pt x="352425" y="139700"/>
                    <a:pt x="374015" y="142875"/>
                  </a:cubicBezTo>
                  <a:cubicBezTo>
                    <a:pt x="395605" y="146050"/>
                    <a:pt x="401955" y="139700"/>
                    <a:pt x="407035" y="138430"/>
                  </a:cubicBezTo>
                </a:path>
              </a:pathLst>
            </a:custGeom>
            <a:noFill/>
            <a:ln w="22225">
              <a:solidFill>
                <a:srgbClr val="0BA4F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solidFill>
              <a:schemeClr val="bg1"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7683500" y="1460500"/>
              <a:ext cx="2819400" cy="2565400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7B5F9">
                    <a:alpha val="48000"/>
                  </a:srgbClr>
                </a:gs>
                <a:gs pos="100000">
                  <a:srgbClr val="D5E69E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 title=""/>
          <p:cNvGrpSpPr/>
          <p:nvPr>
            <p:custDataLst>
              <p:tags r:id="rId8"/>
            </p:custDataLst>
          </p:nvPr>
        </p:nvGrpSpPr>
        <p:grpSpPr>
          <a:xfrm flipH="1">
            <a:off x="10644249" y="20301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33" name="组合 32"/>
            <p:cNvGrpSpPr/>
            <p:nvPr>
              <p:custDataLst>
                <p:tags r:id="rId9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0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5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6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5" name="组合 44" title=""/>
          <p:cNvGrpSpPr/>
          <p:nvPr>
            <p:custDataLst>
              <p:tags r:id="rId21"/>
            </p:custDataLst>
          </p:nvPr>
        </p:nvGrpSpPr>
        <p:grpSpPr>
          <a:xfrm flipH="1">
            <a:off x="1424049" y="4303470"/>
            <a:ext cx="176150" cy="780068"/>
            <a:chOff x="8290832" y="4887686"/>
            <a:chExt cx="296617" cy="1313542"/>
          </a:xfrm>
          <a:solidFill>
            <a:srgbClr val="15A5F9"/>
          </a:solidFill>
        </p:grpSpPr>
        <p:grpSp>
          <p:nvGrpSpPr>
            <p:cNvPr id="46" name="组合 45"/>
            <p:cNvGrpSpPr/>
            <p:nvPr>
              <p:custDataLst>
                <p:tags r:id="rId22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53" name="等腰三角形 52"/>
              <p:cNvSpPr/>
              <p:nvPr>
                <p:custDataLst>
                  <p:tags r:id="rId23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24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等腰三角形 54"/>
              <p:cNvSpPr/>
              <p:nvPr>
                <p:custDataLst>
                  <p:tags r:id="rId25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等腰三角形 55"/>
              <p:cNvSpPr/>
              <p:nvPr>
                <p:custDataLst>
                  <p:tags r:id="rId26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等腰三角形 56"/>
              <p:cNvSpPr/>
              <p:nvPr>
                <p:custDataLst>
                  <p:tags r:id="rId27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28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8" name="等腰三角形 47"/>
              <p:cNvSpPr/>
              <p:nvPr>
                <p:custDataLst>
                  <p:tags r:id="rId29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>
                <p:custDataLst>
                  <p:tags r:id="rId30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31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>
                <p:custDataLst>
                  <p:tags r:id="rId32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33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文本框 2" title=""/>
          <p:cNvSpPr txBox="1"/>
          <p:nvPr>
            <p:custDataLst>
              <p:tags r:id="rId34"/>
            </p:custDataLst>
          </p:nvPr>
        </p:nvSpPr>
        <p:spPr>
          <a:xfrm>
            <a:off x="4416425" y="1657350"/>
            <a:ext cx="335915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集合间的基本关系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3" title=""/>
          <p:cNvSpPr txBox="1"/>
          <p:nvPr>
            <p:custDataLst>
              <p:tags r:id="rId35"/>
            </p:custDataLst>
          </p:nvPr>
        </p:nvSpPr>
        <p:spPr>
          <a:xfrm>
            <a:off x="4601845" y="2774315"/>
            <a:ext cx="29883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作</a:t>
            </a:r>
            <a:r>
              <a:rPr lang="zh-CN" altLang="en-US" sz="6000" b="1">
                <a:solidFill>
                  <a:srgbClr val="0BA4F5"/>
                </a:solidFill>
                <a:latin typeface="微软雅黑" panose="020b0503020204020204" charset="-122"/>
                <a:ea typeface="微软雅黑" panose="020b0503020204020204" charset="-122"/>
              </a:rPr>
              <a:t>业</a:t>
            </a:r>
            <a:endParaRPr lang="zh-CN" altLang="en-US" sz="6000" b="1">
              <a:solidFill>
                <a:srgbClr val="0BA4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title=""/>
          <p:cNvSpPr txBox="1"/>
          <p:nvPr>
            <p:custDataLst>
              <p:tags r:id="rId36"/>
            </p:custDataLst>
          </p:nvPr>
        </p:nvSpPr>
        <p:spPr>
          <a:xfrm>
            <a:off x="914400" y="3927475"/>
            <a:ext cx="103638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教</a:t>
            </a:r>
            <a:r>
              <a:rPr 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科书</a:t>
            </a:r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习题1.</a:t>
            </a:r>
            <a:r>
              <a:rPr 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2 --- </a:t>
            </a:r>
            <a:r>
              <a:rPr lang="zh-CN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第</a:t>
            </a:r>
            <a:r>
              <a:rPr 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</a:t>
            </a:r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,</a:t>
            </a:r>
            <a:r>
              <a:rPr 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</a:t>
            </a:r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,</a:t>
            </a:r>
            <a:r>
              <a:rPr 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4</a:t>
            </a:r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,</a:t>
            </a:r>
            <a:r>
              <a:rPr lang="en-US"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</a:t>
            </a:r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题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练习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19461" name="对象 19460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778510" y="1268730"/>
          <a:ext cx="4512310" cy="47879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5" r:id="rId11" imgW="2082800" imgH="215900" progId="Equation.DSMT4">
                  <p:embed/>
                </p:oleObj>
              </mc:Choice>
              <mc:Fallback>
                <p:oleObj r:id="rId11" imgW="2082800" imgH="2159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8510" y="1268730"/>
                        <a:ext cx="4512310" cy="4787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对象 19461" title="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1169670" y="1932940"/>
          <a:ext cx="6910070" cy="46799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6" r:id="rId14" imgW="2667000" imgH="203200" progId="Equation.DSMT4">
                  <p:embed/>
                </p:oleObj>
              </mc:Choice>
              <mc:Fallback>
                <p:oleObj r:id="rId14" imgW="26670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69670" y="1932940"/>
                        <a:ext cx="6910070" cy="4679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对象 19462" title=""/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739140" y="2856548"/>
          <a:ext cx="10976610" cy="220980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7" r:id="rId17" imgW="5029200" imgH="1041400" progId="Equation.DSMT4">
                  <p:embed/>
                </p:oleObj>
              </mc:Choice>
              <mc:Fallback>
                <p:oleObj r:id="rId17" imgW="5029200" imgH="1041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39140" y="2856548"/>
                        <a:ext cx="10976610" cy="220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对象 19463" title=""/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1821815" y="3378200"/>
          <a:ext cx="372745" cy="43243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8" r:id="rId20" imgW="127000" imgH="127000" progId="Equation.DSMT4">
                  <p:embed/>
                </p:oleObj>
              </mc:Choice>
              <mc:Fallback>
                <p:oleObj r:id="rId20" imgW="127000" imgH="1270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821815" y="3378200"/>
                        <a:ext cx="372745" cy="4324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对象 19464" title=""/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7391400" y="3352165"/>
          <a:ext cx="495935" cy="45847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09" r:id="rId23" imgW="127000" imgH="127000" progId="Equation.DSMT4">
                  <p:embed/>
                </p:oleObj>
              </mc:Choice>
              <mc:Fallback>
                <p:oleObj r:id="rId23" imgW="127000" imgH="1270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91400" y="3352165"/>
                        <a:ext cx="495935" cy="4584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文本框 19465" title=""/>
          <p:cNvSpPr txBox="1"/>
          <p:nvPr>
            <p:custDataLst>
              <p:tags r:id="rId25"/>
            </p:custDataLst>
          </p:nvPr>
        </p:nvSpPr>
        <p:spPr>
          <a:xfrm>
            <a:off x="1949450" y="3978910"/>
            <a:ext cx="968375" cy="522605"/>
          </a:xfrm>
          <a:prstGeom prst="rect">
            <a:avLst/>
          </a:prstGeom>
          <a:noFill/>
          <a:ln w="28575">
            <a:noFill/>
          </a:ln>
        </p:spPr>
        <p:txBody>
          <a:bodyPr>
            <a:noAutofit/>
          </a:bodyPr>
          <a:lstStyle/>
          <a:p>
            <a:r>
              <a: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rPr>
              <a:t>＝</a:t>
            </a:r>
            <a:endParaRPr lang="zh-CN" altLang="en-US" sz="2400" b="1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19467" name="对象 19466" title=""/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7900035" y="3693160"/>
          <a:ext cx="497840" cy="80899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10" r:id="rId27" imgW="152400" imgH="279400" progId="Equation.DSMT4">
                  <p:embed/>
                </p:oleObj>
              </mc:Choice>
              <mc:Fallback>
                <p:oleObj r:id="rId27" imgW="152400" imgH="279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900035" y="3693160"/>
                        <a:ext cx="497840" cy="8089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对象 19467" title=""/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1964055" y="4255770"/>
          <a:ext cx="520700" cy="84328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11" r:id="rId30" imgW="152400" imgH="279400" progId="Equation.DSMT4">
                  <p:embed/>
                </p:oleObj>
              </mc:Choice>
              <mc:Fallback>
                <p:oleObj r:id="rId30" imgW="152400" imgH="279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964055" y="4255770"/>
                        <a:ext cx="520700" cy="8432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9" name="文本框 19468" title=""/>
          <p:cNvSpPr txBox="1"/>
          <p:nvPr>
            <p:custDataLst>
              <p:tags r:id="rId31"/>
            </p:custDataLst>
          </p:nvPr>
        </p:nvSpPr>
        <p:spPr>
          <a:xfrm>
            <a:off x="7925694" y="4565352"/>
            <a:ext cx="761802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rPr>
              <a:t>＝</a:t>
            </a:r>
            <a:endParaRPr lang="zh-CN" altLang="en-US" sz="2400" b="1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6" grpId="0"/>
      <p:bldP spid="1946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练习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20484" name="对象 20483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734060" y="1209675"/>
          <a:ext cx="9191625" cy="287655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12" r:id="rId11" imgW="4241800" imgH="1384300" progId="Equation.DSMT4">
                  <p:embed/>
                </p:oleObj>
              </mc:Choice>
              <mc:Fallback>
                <p:oleObj r:id="rId11" imgW="4241800" imgH="13843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34060" y="1209675"/>
                        <a:ext cx="9191625" cy="2876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对象 20484" title="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5595620" y="1591945"/>
          <a:ext cx="1000760" cy="62992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13" r:id="rId14" imgW="405765" imgH="279400" progId="Equation.DSMT4">
                  <p:embed/>
                </p:oleObj>
              </mc:Choice>
              <mc:Fallback>
                <p:oleObj r:id="rId14" imgW="405765" imgH="279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595620" y="1591945"/>
                        <a:ext cx="1000760" cy="6299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对象 20485" title=""/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7727315" y="2575560"/>
          <a:ext cx="1014730" cy="6496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14" r:id="rId17" imgW="405765" imgH="279400" progId="Equation.DSMT4">
                  <p:embed/>
                </p:oleObj>
              </mc:Choice>
              <mc:Fallback>
                <p:oleObj r:id="rId17" imgW="405765" imgH="279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727315" y="2575560"/>
                        <a:ext cx="1014730" cy="6496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对象 20486" title=""/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9989185" y="3615690"/>
          <a:ext cx="963295" cy="40322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15" r:id="rId20" imgW="431800" imgH="165100" progId="Equation.DSMT4">
                  <p:embed/>
                </p:oleObj>
              </mc:Choice>
              <mc:Fallback>
                <p:oleObj r:id="rId20" imgW="431800" imgH="1651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989185" y="3615690"/>
                        <a:ext cx="963295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44" title=""/>
          <p:cNvSpPr txBox="1"/>
          <p:nvPr>
            <p:custDataLst>
              <p:tags r:id="rId22"/>
            </p:custDataLst>
          </p:nvPr>
        </p:nvSpPr>
        <p:spPr>
          <a:xfrm>
            <a:off x="778510" y="4475480"/>
            <a:ext cx="10109835" cy="1786890"/>
          </a:xfrm>
          <a:prstGeom prst="rect">
            <a:avLst/>
          </a:prstGeom>
          <a:solidFill>
            <a:srgbClr val="F0F6E4">
              <a:alpha val="34000"/>
            </a:srgbClr>
          </a:solidFill>
          <a:ln w="9525">
            <a:solidFill>
              <a:schemeClr val="accent6"/>
            </a:solidFill>
            <a:prstDash val="dash"/>
          </a:ln>
        </p:spPr>
        <p:txBody>
          <a:bodyPr wrap="square" anchor="ctr" anchorCtr="0">
            <a:noAutofit/>
          </a:bodyPr>
          <a:lstStyle>
            <a:lvl1pPr marL="2286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/>
              </a:tabLst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 spc="15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Aft>
                <a:spcPct val="0"/>
              </a:spcAft>
              <a:buNone/>
            </a:pPr>
            <a:r>
              <a:rPr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sym typeface="微软雅黑" panose="020b0503020204020204" charset="-122"/>
              </a:rPr>
              <a:t>注：连续数集借助数轴分析</a:t>
            </a:r>
            <a:endParaRPr lang="zh-CN" altLang="en-US" sz="2800" b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练习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21508" name="对象 21507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840740" y="1195070"/>
          <a:ext cx="7571740" cy="432625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16" r:id="rId11" imgW="3733800" imgH="2197100" progId="Equation.DSMT4">
                  <p:embed/>
                </p:oleObj>
              </mc:Choice>
              <mc:Fallback>
                <p:oleObj r:id="rId11" imgW="3733800" imgH="21971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40740" y="1195070"/>
                        <a:ext cx="7571740" cy="43262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对象 21508" title="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1468033" y="2084887"/>
          <a:ext cx="360680" cy="4337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17" r:id="rId14" imgW="127000" imgH="152400" progId="Equation.DSMT4">
                  <p:embed/>
                </p:oleObj>
              </mc:Choice>
              <mc:Fallback>
                <p:oleObj r:id="rId14" imgW="127000" imgH="152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68033" y="2084887"/>
                        <a:ext cx="360680" cy="433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对象 21509" title=""/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840740" y="2828925"/>
          <a:ext cx="4930140" cy="44132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18" r:id="rId17" imgW="2247900" imgH="203200" progId="Equation.DSMT4">
                  <p:embed/>
                </p:oleObj>
              </mc:Choice>
              <mc:Fallback>
                <p:oleObj r:id="rId17" imgW="22479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40740" y="2828925"/>
                        <a:ext cx="4930140" cy="441325"/>
                      </a:xfrm>
                      <a:prstGeom prst="rect">
                        <a:avLst/>
                      </a:prstGeom>
                      <a:solidFill>
                        <a:srgbClr val="F0F6E4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对象 21510" title=""/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3248613" y="2084887"/>
          <a:ext cx="360680" cy="4337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19" r:id="rId20" imgW="127000" imgH="152400" progId="Equation.DSMT4">
                  <p:embed/>
                </p:oleObj>
              </mc:Choice>
              <mc:Fallback>
                <p:oleObj r:id="rId20" imgW="127000" imgH="152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248613" y="2084887"/>
                        <a:ext cx="360680" cy="433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对象 21511" title=""/>
          <p:cNvGraphicFramePr>
            <a:graphicFrameLocks noChangeAspect="1"/>
          </p:cNvGraphicFramePr>
          <p:nvPr>
            <p:custDataLst>
              <p:tags r:id="rId21"/>
            </p:custDataLst>
          </p:nvPr>
        </p:nvGraphicFramePr>
        <p:xfrm>
          <a:off x="4983480" y="1934210"/>
          <a:ext cx="360680" cy="65024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20" r:id="rId22" imgW="152400" imgH="279400" progId="Equation.DSMT4">
                  <p:embed/>
                </p:oleObj>
              </mc:Choice>
              <mc:Fallback>
                <p:oleObj r:id="rId22" imgW="152400" imgH="279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983480" y="1934210"/>
                        <a:ext cx="360680" cy="6502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对象 21512" title="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6571615" y="1962785"/>
          <a:ext cx="351155" cy="61912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21" r:id="rId25" imgW="152400" imgH="279400" progId="Equation.DSMT4">
                  <p:embed/>
                </p:oleObj>
              </mc:Choice>
              <mc:Fallback>
                <p:oleObj r:id="rId25" imgW="152400" imgH="279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571615" y="1962785"/>
                        <a:ext cx="351155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对象 21513" title=""/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840740" y="5624830"/>
          <a:ext cx="4109720" cy="47942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22" r:id="rId28" imgW="1816100" imgH="228600" progId="Equation.DSMT4">
                  <p:embed/>
                </p:oleObj>
              </mc:Choice>
              <mc:Fallback>
                <p:oleObj r:id="rId28" imgW="1816100" imgH="2286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40740" y="5624830"/>
                        <a:ext cx="4109720" cy="479425"/>
                      </a:xfrm>
                      <a:prstGeom prst="rect">
                        <a:avLst/>
                      </a:prstGeom>
                      <a:solidFill>
                        <a:srgbClr val="F0F6E4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对象 21514" title=""/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1369695" y="3999230"/>
          <a:ext cx="458470" cy="38227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23" r:id="rId31" imgW="127000" imgH="127000" progId="Equation.DSMT4">
                  <p:embed/>
                </p:oleObj>
              </mc:Choice>
              <mc:Fallback>
                <p:oleObj r:id="rId31" imgW="127000" imgH="1270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369695" y="3999230"/>
                        <a:ext cx="458470" cy="3822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对象 21515" title=""/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3353435" y="3810000"/>
          <a:ext cx="360680" cy="64643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24" r:id="rId34" imgW="152400" imgH="279400" progId="Equation.DSMT4">
                  <p:embed/>
                </p:oleObj>
              </mc:Choice>
              <mc:Fallback>
                <p:oleObj r:id="rId34" imgW="152400" imgH="279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353435" y="3810000"/>
                        <a:ext cx="360680" cy="6464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对象 21516" title=""/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5059045" y="3790950"/>
          <a:ext cx="360680" cy="68516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25" r:id="rId37" imgW="152400" imgH="279400" progId="Equation.DSMT4">
                  <p:embed/>
                </p:oleObj>
              </mc:Choice>
              <mc:Fallback>
                <p:oleObj r:id="rId37" imgW="152400" imgH="279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059045" y="3790950"/>
                        <a:ext cx="360680" cy="685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文本框 21517" title=""/>
          <p:cNvSpPr txBox="1"/>
          <p:nvPr>
            <p:custDataLst>
              <p:tags r:id="rId39"/>
            </p:custDataLst>
          </p:nvPr>
        </p:nvSpPr>
        <p:spPr>
          <a:xfrm>
            <a:off x="7257515" y="3995940"/>
            <a:ext cx="761802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rPr>
              <a:t>＝</a:t>
            </a:r>
            <a:endParaRPr lang="zh-CN" altLang="en-US" sz="2400" b="1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1519" name="对象 21518" title=""/>
          <p:cNvGraphicFramePr>
            <a:graphicFrameLocks noChangeAspect="1"/>
          </p:cNvGraphicFramePr>
          <p:nvPr>
            <p:custDataLst>
              <p:tags r:id="rId40"/>
            </p:custDataLst>
          </p:nvPr>
        </p:nvGraphicFramePr>
        <p:xfrm>
          <a:off x="3458210" y="4352925"/>
          <a:ext cx="417830" cy="62801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26" r:id="rId41" imgW="152400" imgH="279400" progId="Equation.DSMT4">
                  <p:embed/>
                </p:oleObj>
              </mc:Choice>
              <mc:Fallback>
                <p:oleObj r:id="rId41" imgW="152400" imgH="279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458210" y="4352925"/>
                        <a:ext cx="417830" cy="628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0" name="对象 21519" title=""/>
          <p:cNvGraphicFramePr>
            <a:graphicFrameLocks noChangeAspect="1"/>
          </p:cNvGraphicFramePr>
          <p:nvPr>
            <p:custDataLst>
              <p:tags r:id="rId43"/>
            </p:custDataLst>
          </p:nvPr>
        </p:nvGraphicFramePr>
        <p:xfrm>
          <a:off x="4086860" y="4824730"/>
          <a:ext cx="408305" cy="67627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27" r:id="rId44" imgW="152400" imgH="279400" progId="Equation.DSMT4">
                  <p:embed/>
                </p:oleObj>
              </mc:Choice>
              <mc:Fallback>
                <p:oleObj r:id="rId44" imgW="152400" imgH="2794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086860" y="4824730"/>
                        <a:ext cx="408305" cy="676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练习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22532" name="对象 22531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778510" y="1236345"/>
          <a:ext cx="9286240" cy="143891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28" r:id="rId11" imgW="4431665" imgH="698500" progId="Equation.DSMT4">
                  <p:embed/>
                </p:oleObj>
              </mc:Choice>
              <mc:Fallback>
                <p:oleObj r:id="rId11" imgW="4431665" imgH="6985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8510" y="1236345"/>
                        <a:ext cx="9286240" cy="14389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 title=""/>
          <p:cNvGrpSpPr/>
          <p:nvPr>
            <p:custDataLst>
              <p:tags r:id="rId13"/>
            </p:custDataLst>
          </p:nvPr>
        </p:nvGrpSpPr>
        <p:grpSpPr>
          <a:xfrm>
            <a:off x="1678305" y="3059260"/>
            <a:ext cx="8834120" cy="2952094"/>
            <a:chOff x="3973" y="4818"/>
            <a:chExt cx="13912" cy="4649"/>
          </a:xfrm>
        </p:grpSpPr>
        <p:grpSp>
          <p:nvGrpSpPr>
            <p:cNvPr id="6" name="组合 5"/>
            <p:cNvGrpSpPr/>
            <p:nvPr>
              <p:custDataLst>
                <p:tags r:id="rId14"/>
              </p:custDataLst>
            </p:nvPr>
          </p:nvGrpSpPr>
          <p:grpSpPr>
            <a:xfrm>
              <a:off x="9311" y="4818"/>
              <a:ext cx="8574" cy="4649"/>
              <a:chOff x="8174" y="5849"/>
              <a:chExt cx="8574" cy="4807"/>
            </a:xfrm>
          </p:grpSpPr>
          <p:sp>
            <p:nvSpPr>
              <p:cNvPr id="5" name="椭圆 4"/>
              <p:cNvSpPr/>
              <p:nvPr>
                <p:custDataLst>
                  <p:tags r:id="rId15"/>
                </p:custDataLst>
              </p:nvPr>
            </p:nvSpPr>
            <p:spPr>
              <a:xfrm flipH="1">
                <a:off x="8174" y="5849"/>
                <a:ext cx="8574" cy="4807"/>
              </a:xfrm>
              <a:prstGeom prst="ellipse">
                <a:avLst/>
              </a:prstGeom>
              <a:solidFill>
                <a:srgbClr val="F4F8EF">
                  <a:alpha val="65000"/>
                </a:srgbClr>
              </a:solidFill>
              <a:ln w="31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r">
                  <a:spcBef>
                    <a:spcPct val="0"/>
                  </a:spcBef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    D</a:t>
                </a:r>
                <a:endParaRPr lang="en-US" altLang="zh-CN" sz="2800" i="1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361" name="组合 14360"/>
              <p:cNvGrpSpPr/>
              <p:nvPr>
                <p:custDataLst>
                  <p:tags r:id="rId16"/>
                </p:custDataLst>
              </p:nvPr>
            </p:nvGrpSpPr>
            <p:grpSpPr>
              <a:xfrm flipH="1">
                <a:off x="8587" y="6474"/>
                <a:ext cx="6136" cy="3562"/>
                <a:chOff x="3054" y="4203"/>
                <a:chExt cx="2483" cy="1030"/>
              </a:xfrm>
            </p:grpSpPr>
            <p:sp>
              <p:nvSpPr>
                <p:cNvPr id="14353" name="椭圆 14352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3054" y="4203"/>
                  <a:ext cx="2483" cy="1030"/>
                </a:xfrm>
                <a:prstGeom prst="ellipse">
                  <a:avLst/>
                </a:prstGeom>
                <a:solidFill>
                  <a:srgbClr val="D0F4ED">
                    <a:alpha val="78000"/>
                  </a:srgbClr>
                </a:solidFill>
                <a:ln w="31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r">
                    <a:spcBef>
                      <a:spcPct val="0"/>
                    </a:spcBef>
                  </a:pPr>
                  <a:r>
                    <a:rPr lang="en-US" altLang="zh-CN" sz="2800" i="1">
                      <a:latin typeface="Times New Roman" panose="02020603050405020304" pitchFamily="18" charset="0"/>
                    </a:rPr>
                    <a:t>C</a:t>
                  </a:r>
                  <a:endParaRPr lang="en-US" altLang="zh-CN" sz="28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54" name="椭圆 14353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3764" y="4447"/>
                  <a:ext cx="1624" cy="515"/>
                </a:xfrm>
                <a:prstGeom prst="ellipse">
                  <a:avLst/>
                </a:prstGeom>
                <a:solidFill>
                  <a:srgbClr val="6BDDF9">
                    <a:alpha val="69000"/>
                  </a:srgbClr>
                </a:solidFill>
                <a:ln w="31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r">
                    <a:spcBef>
                      <a:spcPct val="0"/>
                    </a:spcBef>
                  </a:pPr>
                  <a:r>
                    <a:rPr lang="en-US" altLang="zh-CN" sz="2400" i="1">
                      <a:latin typeface="Times New Roman" panose="02020603050405020304" pitchFamily="18" charset="0"/>
                    </a:rPr>
                    <a:t>B</a:t>
                  </a:r>
                  <a:endParaRPr lang="en-US" altLang="zh-CN" sz="2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55" name="椭圆 14354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4261" y="4557"/>
                  <a:ext cx="881" cy="280"/>
                </a:xfrm>
                <a:prstGeom prst="ellipse">
                  <a:avLst/>
                </a:prstGeom>
                <a:solidFill>
                  <a:srgbClr val="00B0F0">
                    <a:alpha val="67000"/>
                  </a:srgbClr>
                </a:solidFill>
                <a:ln w="31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400" i="1">
                      <a:latin typeface="Times New Roman" panose="02020603050405020304" pitchFamily="18" charset="0"/>
                    </a:rPr>
                    <a:t>    A</a:t>
                  </a:r>
                  <a:endParaRPr lang="en-US" altLang="zh-CN" sz="2400" i="1">
                    <a:latin typeface="Times New Roman" panose="02020603050405020304" pitchFamily="18" charset="0"/>
                  </a:endParaRPr>
                </a:p>
              </p:txBody>
            </p:sp>
          </p:grpSp>
        </p:grpSp>
        <p:graphicFrame>
          <p:nvGraphicFramePr>
            <p:cNvPr id="22534" name="对象 22533"/>
            <p:cNvGraphicFramePr>
              <a:graphicFrameLocks noChangeAspect="1"/>
            </p:cNvGraphicFramePr>
            <p:nvPr>
              <p:custDataLst>
                <p:tags r:id="rId20"/>
              </p:custDataLst>
            </p:nvPr>
          </p:nvGraphicFramePr>
          <p:xfrm>
            <a:off x="3973" y="6239"/>
            <a:ext cx="3998" cy="1081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129" r:id="rId21" imgW="927100" imgH="279400" progId="Equation.DSMT4">
                    <p:embed/>
                  </p:oleObj>
                </mc:Choice>
                <mc:Fallback>
                  <p:oleObj r:id="rId21" imgW="927100" imgH="2794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973" y="6239"/>
                          <a:ext cx="3998" cy="10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 title=""/>
          <p:cNvSpPr/>
          <p:nvPr>
            <p:custDataLst>
              <p:tags r:id="rId7"/>
            </p:custDataLst>
          </p:nvPr>
        </p:nvSpPr>
        <p:spPr>
          <a:xfrm>
            <a:off x="781050" y="4850765"/>
            <a:ext cx="10592435" cy="639445"/>
          </a:xfrm>
          <a:prstGeom prst="rect">
            <a:avLst/>
          </a:prstGeom>
          <a:solidFill>
            <a:srgbClr val="F0F6E4">
              <a:alpha val="34000"/>
            </a:srgbClr>
          </a:solidFill>
          <a:ln w="22225">
            <a:solidFill>
              <a:srgbClr val="9FC157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 title=""/>
          <p:cNvSpPr/>
          <p:nvPr>
            <p:custDataLst>
              <p:tags r:id="rId8"/>
            </p:custDataLst>
          </p:nvPr>
        </p:nvSpPr>
        <p:spPr>
          <a:xfrm>
            <a:off x="781050" y="5613400"/>
            <a:ext cx="10592435" cy="639445"/>
          </a:xfrm>
          <a:prstGeom prst="rect">
            <a:avLst/>
          </a:prstGeom>
          <a:solidFill>
            <a:srgbClr val="F0F6E4">
              <a:alpha val="34000"/>
            </a:srgbClr>
          </a:solidFill>
          <a:ln w="22225">
            <a:solidFill>
              <a:srgbClr val="9FC157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9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10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练习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11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23556" name="对象 23555" title="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777558" y="1129030"/>
          <a:ext cx="10327640" cy="142684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30" r:id="rId13" imgW="4711700" imgH="685800" progId="Equation.DSMT4">
                  <p:embed/>
                </p:oleObj>
              </mc:Choice>
              <mc:Fallback>
                <p:oleObj r:id="rId13" imgW="4711700" imgH="6858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77558" y="1129030"/>
                        <a:ext cx="10327640" cy="14268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文本框 23556" title=""/>
          <p:cNvSpPr txBox="1"/>
          <p:nvPr>
            <p:custDataLst>
              <p:tags r:id="rId15"/>
            </p:custDataLst>
          </p:nvPr>
        </p:nvSpPr>
        <p:spPr>
          <a:xfrm>
            <a:off x="750570" y="2578100"/>
            <a:ext cx="10224770" cy="583565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b="1">
                <a:solidFill>
                  <a:srgbClr val="0061BC"/>
                </a:solidFill>
                <a:latin typeface="黑体" panose="02010609060101010101" charset="-122"/>
                <a:ea typeface="黑体" panose="02010609060101010101" charset="-122"/>
              </a:rPr>
              <a:t>答案不唯一，举出符合题意的一个子集即可．</a:t>
            </a:r>
            <a:r>
              <a:rPr lang="zh-CN" altLang="en-US" sz="3200">
                <a:solidFill>
                  <a:srgbClr val="0061BC"/>
                </a:solidFill>
                <a:latin typeface="Times New Roman" panose="02020603050405020304" pitchFamily="18" charset="0"/>
              </a:rPr>
              <a:t> </a:t>
            </a:r>
            <a:endParaRPr lang="zh-CN" altLang="en-US" sz="3200">
              <a:solidFill>
                <a:srgbClr val="0061B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" name="组合 8" title=""/>
          <p:cNvGrpSpPr/>
          <p:nvPr>
            <p:custDataLst>
              <p:tags r:id="rId16"/>
            </p:custDataLst>
          </p:nvPr>
        </p:nvGrpSpPr>
        <p:grpSpPr>
          <a:xfrm>
            <a:off x="781050" y="3319145"/>
            <a:ext cx="10592435" cy="639445"/>
            <a:chOff x="1230" y="5227"/>
            <a:chExt cx="16681" cy="1007"/>
          </a:xfrm>
        </p:grpSpPr>
        <p:sp>
          <p:nvSpPr>
            <p:cNvPr id="20" name="矩形 19"/>
            <p:cNvSpPr/>
            <p:nvPr>
              <p:custDataLst>
                <p:tags r:id="rId17"/>
              </p:custDataLst>
            </p:nvPr>
          </p:nvSpPr>
          <p:spPr>
            <a:xfrm>
              <a:off x="1230" y="5227"/>
              <a:ext cx="16681" cy="1007"/>
            </a:xfrm>
            <a:prstGeom prst="rect">
              <a:avLst/>
            </a:prstGeom>
            <a:solidFill>
              <a:srgbClr val="F0F6E4">
                <a:alpha val="34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3558" name="对象 23557"/>
            <p:cNvGraphicFramePr>
              <a:graphicFrameLocks noChangeAspect="1"/>
            </p:cNvGraphicFramePr>
            <p:nvPr>
              <p:custDataLst>
                <p:tags r:id="rId18"/>
              </p:custDataLst>
            </p:nvPr>
          </p:nvGraphicFramePr>
          <p:xfrm>
            <a:off x="1266" y="5389"/>
            <a:ext cx="8335" cy="724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131" r:id="rId19" imgW="2400300" imgH="215900" progId="Equation.DSMT4">
                    <p:embed/>
                  </p:oleObj>
                </mc:Choice>
                <mc:Fallback>
                  <p:oleObj r:id="rId19" imgW="2400300" imgH="2159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266" y="5389"/>
                          <a:ext cx="8335" cy="7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 title=""/>
          <p:cNvGrpSpPr/>
          <p:nvPr>
            <p:custDataLst>
              <p:tags r:id="rId21"/>
            </p:custDataLst>
          </p:nvPr>
        </p:nvGrpSpPr>
        <p:grpSpPr>
          <a:xfrm>
            <a:off x="781050" y="4084955"/>
            <a:ext cx="10591800" cy="638810"/>
            <a:chOff x="1230" y="6433"/>
            <a:chExt cx="16680" cy="1006"/>
          </a:xfrm>
        </p:grpSpPr>
        <p:sp>
          <p:nvSpPr>
            <p:cNvPr id="5" name="矩形 4"/>
            <p:cNvSpPr/>
            <p:nvPr>
              <p:custDataLst>
                <p:tags r:id="rId22"/>
              </p:custDataLst>
            </p:nvPr>
          </p:nvSpPr>
          <p:spPr>
            <a:xfrm>
              <a:off x="1230" y="6433"/>
              <a:ext cx="16681" cy="1007"/>
            </a:xfrm>
            <a:prstGeom prst="rect">
              <a:avLst/>
            </a:prstGeom>
            <a:solidFill>
              <a:srgbClr val="F0F6E4">
                <a:alpha val="34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3559" name="对象 23558"/>
            <p:cNvGraphicFramePr>
              <a:graphicFrameLocks noChangeAspect="1"/>
            </p:cNvGraphicFramePr>
            <p:nvPr>
              <p:custDataLst>
                <p:tags r:id="rId23"/>
              </p:custDataLst>
            </p:nvPr>
          </p:nvGraphicFramePr>
          <p:xfrm>
            <a:off x="1266" y="6631"/>
            <a:ext cx="5839" cy="696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132" r:id="rId24" imgW="1612900" imgH="215900" progId="Equation.DSMT4">
                    <p:embed/>
                  </p:oleObj>
                </mc:Choice>
                <mc:Fallback>
                  <p:oleObj r:id="rId24" imgW="1612900" imgH="2159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266" y="6631"/>
                          <a:ext cx="5839" cy="6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60" name="对象 23559" title=""/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803910" y="4956810"/>
          <a:ext cx="831215" cy="4464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33" r:id="rId27" imgW="393700" imgH="203200" progId="Equation.DSMT4">
                  <p:embed/>
                </p:oleObj>
              </mc:Choice>
              <mc:Fallback>
                <p:oleObj r:id="rId27" imgW="3937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03910" y="4956810"/>
                        <a:ext cx="831215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对象 23560" title=""/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803275" y="5724525"/>
          <a:ext cx="897890" cy="44640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34" r:id="rId30" imgW="431800" imgH="203200" progId="Equation.DSMT4">
                  <p:embed/>
                </p:oleObj>
              </mc:Choice>
              <mc:Fallback>
                <p:oleObj r:id="rId30" imgW="431800" imgH="2032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03275" y="5724525"/>
                        <a:ext cx="89789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练习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24580" name="对象 24579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781685" y="1537970"/>
          <a:ext cx="10626090" cy="1463675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35" r:id="rId11" imgW="5181600" imgH="749300" progId="Equation.DSMT4">
                  <p:embed/>
                </p:oleObj>
              </mc:Choice>
              <mc:Fallback>
                <p:oleObj r:id="rId11" imgW="5181600" imgH="7493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1685" y="1537970"/>
                        <a:ext cx="10626090" cy="1463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 title=""/>
          <p:cNvGrpSpPr/>
          <p:nvPr>
            <p:custDataLst>
              <p:tags r:id="rId13"/>
            </p:custDataLst>
          </p:nvPr>
        </p:nvGrpSpPr>
        <p:grpSpPr>
          <a:xfrm>
            <a:off x="781685" y="3662680"/>
            <a:ext cx="10592435" cy="1778000"/>
            <a:chOff x="1230" y="4248"/>
            <a:chExt cx="16681" cy="2800"/>
          </a:xfrm>
        </p:grpSpPr>
        <p:sp>
          <p:nvSpPr>
            <p:cNvPr id="20" name="矩形 19"/>
            <p:cNvSpPr/>
            <p:nvPr>
              <p:custDataLst>
                <p:tags r:id="rId14"/>
              </p:custDataLst>
            </p:nvPr>
          </p:nvSpPr>
          <p:spPr>
            <a:xfrm>
              <a:off x="1230" y="4248"/>
              <a:ext cx="16681" cy="2800"/>
            </a:xfrm>
            <a:prstGeom prst="rect">
              <a:avLst/>
            </a:prstGeom>
            <a:solidFill>
              <a:srgbClr val="F0F6E4">
                <a:alpha val="34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4581" name="对象 24580"/>
            <p:cNvGraphicFramePr>
              <a:graphicFrameLocks noChangeAspect="1"/>
            </p:cNvGraphicFramePr>
            <p:nvPr>
              <p:custDataLst>
                <p:tags r:id="rId15"/>
              </p:custDataLst>
            </p:nvPr>
          </p:nvGraphicFramePr>
          <p:xfrm>
            <a:off x="1892" y="4924"/>
            <a:ext cx="15357" cy="1493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136" r:id="rId16" imgW="4622800" imgH="482600" progId="Equation.DSMT4">
                    <p:embed/>
                  </p:oleObj>
                </mc:Choice>
                <mc:Fallback>
                  <p:oleObj r:id="rId16" imgW="4622800" imgH="4826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892" y="4924"/>
                          <a:ext cx="15357" cy="14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noFill/>
        <a:effectLst/>
      </p:bgPr>
    </p:bg>
    <p:spTree>
      <p:nvGrpSpPr>
        <p:cNvPr id="1" name=""/>
        <p:cNvGrpSpPr/>
        <p:nvPr>
          <p:custDataLst>
            <p:tags r:id="rId3"/>
          </p:custDataLst>
        </p:nvPr>
      </p:nvGrpSpPr>
      <p:grpSpPr>
        <a:xfrm>
          <a:off x="0" y="0"/>
          <a:ext cx="0" cy="0"/>
        </a:xfrm>
      </p:grpSpPr>
      <p:pic>
        <p:nvPicPr>
          <p:cNvPr id="12" name="图片 11" title="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26" r="26"/>
          <a:stretch>
            <a:fillRect/>
          </a:stretch>
        </p:blipFill>
        <p:spPr>
          <a:xfrm>
            <a:off x="-635" y="0"/>
            <a:ext cx="12192635" cy="6858000"/>
          </a:xfrm>
          <a:custGeom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: 圆顶角 8" title=""/>
          <p:cNvSpPr/>
          <p:nvPr>
            <p:custDataLst>
              <p:tags r:id="rId6"/>
            </p:custDataLst>
          </p:nvPr>
        </p:nvSpPr>
        <p:spPr>
          <a:xfrm>
            <a:off x="0" y="342900"/>
            <a:ext cx="12192000" cy="6515100"/>
          </a:xfrm>
          <a:prstGeom prst="round2SameRect">
            <a:avLst>
              <a:gd name="adj1" fmla="val 7374"/>
              <a:gd name="adj2" fmla="val 0"/>
            </a:avLst>
          </a:prstGeom>
          <a:gradFill flip="none" rotWithShape="1">
            <a:gsLst>
              <a:gs pos="0">
                <a:srgbClr val="FCFDFE"/>
              </a:gs>
              <a:gs pos="100000">
                <a:srgbClr val="FCFDFE">
                  <a:alpha val="7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 title=""/>
          <p:cNvGrpSpPr/>
          <p:nvPr>
            <p:custDataLst>
              <p:tags r:id="rId7"/>
            </p:custDataLst>
          </p:nvPr>
        </p:nvGrpSpPr>
        <p:grpSpPr>
          <a:xfrm>
            <a:off x="584836" y="472966"/>
            <a:ext cx="6221730" cy="521970"/>
            <a:chOff x="330201" y="576471"/>
            <a:chExt cx="6221730" cy="521970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23876" y="576471"/>
              <a:ext cx="602805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练习</a:t>
              </a:r>
              <a:endParaRPr lang="zh-CN" altLang="en-US" sz="28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矩形: 圆角 15"/>
            <p:cNvSpPr/>
            <p:nvPr>
              <p:custDataLst>
                <p:tags r:id="rId9"/>
              </p:custDataLst>
            </p:nvPr>
          </p:nvSpPr>
          <p:spPr>
            <a:xfrm>
              <a:off x="330201" y="656481"/>
              <a:ext cx="139700" cy="38036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1DE7D"/>
                </a:gs>
                <a:gs pos="70000">
                  <a:srgbClr val="068BD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aphicFrame>
        <p:nvGraphicFramePr>
          <p:cNvPr id="25604" name="对象 25603" title=""/>
          <p:cNvGraphicFramePr>
            <a:graphicFrameLocks noChangeAspect="1"/>
          </p:cNvGraphicFramePr>
          <p:nvPr>
            <p:custDataLst>
              <p:tags r:id="rId10"/>
            </p:custDataLst>
          </p:nvPr>
        </p:nvGraphicFramePr>
        <p:xfrm>
          <a:off x="826135" y="1250950"/>
          <a:ext cx="10509250" cy="1489710"/>
        </p:xfrm>
        <a:graphic>
          <a:graphicData uri="http://schemas.openxmlformats.org/presentationml/2006/ole">
            <mc:AlternateContent>
              <mc:Choice xmlns:v="urn:schemas-microsoft-com:vml" Requires="v">
                <p:oleObj spid="_x0000_s1137" r:id="rId11" imgW="4597400" imgH="673100" progId="Equation.DSMT4">
                  <p:embed/>
                </p:oleObj>
              </mc:Choice>
              <mc:Fallback>
                <p:oleObj r:id="rId11" imgW="4597400" imgH="673100" progId="Equation.DSMT4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6135" y="1250950"/>
                        <a:ext cx="10509250" cy="14897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 title=""/>
          <p:cNvGrpSpPr/>
          <p:nvPr>
            <p:custDataLst>
              <p:tags r:id="rId13"/>
            </p:custDataLst>
          </p:nvPr>
        </p:nvGrpSpPr>
        <p:grpSpPr>
          <a:xfrm>
            <a:off x="781685" y="2914650"/>
            <a:ext cx="10591800" cy="1207770"/>
            <a:chOff x="1231" y="4590"/>
            <a:chExt cx="16680" cy="1902"/>
          </a:xfrm>
        </p:grpSpPr>
        <p:sp>
          <p:nvSpPr>
            <p:cNvPr id="20" name="矩形 19"/>
            <p:cNvSpPr/>
            <p:nvPr>
              <p:custDataLst>
                <p:tags r:id="rId14"/>
              </p:custDataLst>
            </p:nvPr>
          </p:nvSpPr>
          <p:spPr>
            <a:xfrm>
              <a:off x="1231" y="4590"/>
              <a:ext cx="16681" cy="1902"/>
            </a:xfrm>
            <a:prstGeom prst="rect">
              <a:avLst/>
            </a:prstGeom>
            <a:solidFill>
              <a:srgbClr val="F0F6E4">
                <a:alpha val="34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5605" name="对象 25604"/>
            <p:cNvGraphicFramePr>
              <a:graphicFrameLocks noChangeAspect="1"/>
            </p:cNvGraphicFramePr>
            <p:nvPr>
              <p:custDataLst>
                <p:tags r:id="rId15"/>
              </p:custDataLst>
            </p:nvPr>
          </p:nvGraphicFramePr>
          <p:xfrm>
            <a:off x="1323" y="4730"/>
            <a:ext cx="10597" cy="1617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138" r:id="rId16" imgW="2959100" imgH="469900" progId="Equation.DSMT4">
                    <p:embed/>
                  </p:oleObj>
                </mc:Choice>
                <mc:Fallback>
                  <p:oleObj r:id="rId16" imgW="2959100" imgH="4699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323" y="4730"/>
                          <a:ext cx="10597" cy="16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 title=""/>
          <p:cNvGrpSpPr/>
          <p:nvPr>
            <p:custDataLst>
              <p:tags r:id="rId18"/>
            </p:custDataLst>
          </p:nvPr>
        </p:nvGrpSpPr>
        <p:grpSpPr>
          <a:xfrm>
            <a:off x="781685" y="4296410"/>
            <a:ext cx="10591800" cy="1991360"/>
            <a:chOff x="1231" y="6766"/>
            <a:chExt cx="16680" cy="3136"/>
          </a:xfrm>
        </p:grpSpPr>
        <p:sp>
          <p:nvSpPr>
            <p:cNvPr id="4" name="矩形 3"/>
            <p:cNvSpPr/>
            <p:nvPr>
              <p:custDataLst>
                <p:tags r:id="rId19"/>
              </p:custDataLst>
            </p:nvPr>
          </p:nvSpPr>
          <p:spPr>
            <a:xfrm>
              <a:off x="1231" y="6766"/>
              <a:ext cx="16681" cy="3136"/>
            </a:xfrm>
            <a:prstGeom prst="rect">
              <a:avLst/>
            </a:prstGeom>
            <a:solidFill>
              <a:srgbClr val="F0F6E4">
                <a:alpha val="34000"/>
              </a:srgbClr>
            </a:solidFill>
            <a:ln w="22225">
              <a:solidFill>
                <a:srgbClr val="9FC157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5606" name="对象 25605"/>
            <p:cNvGraphicFramePr>
              <a:graphicFrameLocks noChangeAspect="1"/>
            </p:cNvGraphicFramePr>
            <p:nvPr>
              <p:custDataLst>
                <p:tags r:id="rId20"/>
              </p:custDataLst>
            </p:nvPr>
          </p:nvGraphicFramePr>
          <p:xfrm>
            <a:off x="1323" y="6917"/>
            <a:ext cx="9729" cy="718"/>
          </p:xfrm>
          <a:graphic>
            <a:graphicData uri="http://schemas.openxmlformats.org/presentationml/2006/ole">
              <mc:AlternateContent>
                <mc:Choice xmlns:v="urn:schemas-microsoft-com:vml" Requires="v">
                  <p:oleObj spid="_x0000_s1139" r:id="rId21" imgW="2679700" imgH="215900" progId="Equation.DSMT4">
                    <p:embed/>
                  </p:oleObj>
                </mc:Choice>
                <mc:Fallback>
                  <p:oleObj r:id="rId21" imgW="2679700" imgH="2159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323" y="6917"/>
                          <a:ext cx="9729" cy="7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26" name="组合 25625"/>
            <p:cNvGrpSpPr/>
            <p:nvPr>
              <p:custDataLst>
                <p:tags r:id="rId23"/>
              </p:custDataLst>
            </p:nvPr>
          </p:nvGrpSpPr>
          <p:grpSpPr>
            <a:xfrm>
              <a:off x="2229" y="7865"/>
              <a:ext cx="7886" cy="1978"/>
              <a:chOff x="2305" y="3120"/>
              <a:chExt cx="4080" cy="1213"/>
            </a:xfrm>
          </p:grpSpPr>
          <p:sp>
            <p:nvSpPr>
              <p:cNvPr id="25608" name="直接连接符 25607"/>
              <p:cNvSpPr/>
              <p:nvPr>
                <p:custDataLst>
                  <p:tags r:id="rId24"/>
                </p:custDataLst>
              </p:nvPr>
            </p:nvSpPr>
            <p:spPr>
              <a:xfrm>
                <a:off x="2305" y="3840"/>
                <a:ext cx="37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lg" len="lg"/>
              </a:ln>
            </p:spPr>
            <p:txBody>
              <a:bodyPr/>
              <a:lstStyle/>
              <a:p/>
            </p:txBody>
          </p:sp>
          <p:sp>
            <p:nvSpPr>
              <p:cNvPr id="25609" name="直接连接符 25608"/>
              <p:cNvSpPr/>
              <p:nvPr>
                <p:custDataLst>
                  <p:tags r:id="rId25"/>
                </p:custDataLst>
              </p:nvPr>
            </p:nvSpPr>
            <p:spPr>
              <a:xfrm flipH="1" flipV="1">
                <a:off x="2929" y="3120"/>
                <a:ext cx="0" cy="72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/>
            </p:txBody>
          </p:sp>
          <p:sp>
            <p:nvSpPr>
              <p:cNvPr id="25610" name="直接连接符 25609"/>
              <p:cNvSpPr/>
              <p:nvPr>
                <p:custDataLst>
                  <p:tags r:id="rId26"/>
                </p:custDataLst>
              </p:nvPr>
            </p:nvSpPr>
            <p:spPr>
              <a:xfrm>
                <a:off x="2929" y="3120"/>
                <a:ext cx="240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/>
            </p:txBody>
          </p:sp>
          <p:sp>
            <p:nvSpPr>
              <p:cNvPr id="25611" name="直接连接符 25610"/>
              <p:cNvSpPr/>
              <p:nvPr>
                <p:custDataLst>
                  <p:tags r:id="rId27"/>
                </p:custDataLst>
              </p:nvPr>
            </p:nvSpPr>
            <p:spPr>
              <a:xfrm flipH="1">
                <a:off x="5329" y="3120"/>
                <a:ext cx="0" cy="72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/>
            </p:txBody>
          </p:sp>
          <p:sp>
            <p:nvSpPr>
              <p:cNvPr id="25612" name="直接连接符 25611"/>
              <p:cNvSpPr/>
              <p:nvPr>
                <p:custDataLst>
                  <p:tags r:id="rId28"/>
                </p:custDataLst>
              </p:nvPr>
            </p:nvSpPr>
            <p:spPr>
              <a:xfrm flipH="1">
                <a:off x="3745" y="3408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/>
            </p:txBody>
          </p:sp>
          <p:sp>
            <p:nvSpPr>
              <p:cNvPr id="25613" name="直接连接符 25612"/>
              <p:cNvSpPr/>
              <p:nvPr>
                <p:custDataLst>
                  <p:tags r:id="rId29"/>
                </p:custDataLst>
              </p:nvPr>
            </p:nvSpPr>
            <p:spPr>
              <a:xfrm>
                <a:off x="3745" y="3408"/>
                <a:ext cx="91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/>
            </p:txBody>
          </p:sp>
          <p:sp>
            <p:nvSpPr>
              <p:cNvPr id="25614" name="直接连接符 25613"/>
              <p:cNvSpPr/>
              <p:nvPr>
                <p:custDataLst>
                  <p:tags r:id="rId30"/>
                </p:custDataLst>
              </p:nvPr>
            </p:nvSpPr>
            <p:spPr>
              <a:xfrm flipH="1">
                <a:off x="4657" y="3408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/>
            </p:txBody>
          </p:sp>
          <p:sp>
            <p:nvSpPr>
              <p:cNvPr id="25615" name="椭圆 25614"/>
              <p:cNvSpPr/>
              <p:nvPr>
                <p:custDataLst>
                  <p:tags r:id="rId31"/>
                </p:custDataLst>
              </p:nvPr>
            </p:nvSpPr>
            <p:spPr>
              <a:xfrm>
                <a:off x="2881" y="379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6" name="椭圆 25615"/>
              <p:cNvSpPr/>
              <p:nvPr>
                <p:custDataLst>
                  <p:tags r:id="rId32"/>
                </p:custDataLst>
              </p:nvPr>
            </p:nvSpPr>
            <p:spPr>
              <a:xfrm>
                <a:off x="3697" y="379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7" name="椭圆 256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4609" y="379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8" name="椭圆 25617"/>
              <p:cNvSpPr/>
              <p:nvPr>
                <p:custDataLst>
                  <p:tags r:id="rId34"/>
                </p:custDataLst>
              </p:nvPr>
            </p:nvSpPr>
            <p:spPr>
              <a:xfrm>
                <a:off x="5281" y="3792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19" name="文本框 25618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2983" y="3146"/>
                <a:ext cx="528" cy="44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i="1">
                    <a:latin typeface="Times New Roman" panose="02020603050405020304" pitchFamily="18" charset="0"/>
                  </a:rPr>
                  <a:t>A</a:t>
                </a:r>
                <a:endParaRPr lang="en-US" altLang="zh-CN" sz="2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0" name="文本框 25619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3835" y="3401"/>
                <a:ext cx="528" cy="44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i="1">
                    <a:latin typeface="Times New Roman" panose="02020603050405020304" pitchFamily="18" charset="0"/>
                  </a:rPr>
                  <a:t>B</a:t>
                </a:r>
                <a:endParaRPr lang="en-US" altLang="zh-CN" sz="2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1" name="文本框 25620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6001" y="3443"/>
                <a:ext cx="384" cy="44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i="1">
                    <a:latin typeface="Times New Roman" panose="02020603050405020304" pitchFamily="18" charset="0"/>
                  </a:rPr>
                  <a:t>x</a:t>
                </a:r>
                <a:endParaRPr lang="en-US" altLang="zh-CN" sz="2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2" name="文本框 25621"/>
              <p:cNvSpPr txBox="1"/>
              <p:nvPr>
                <p:custDataLst>
                  <p:tags r:id="rId38"/>
                </p:custDataLst>
              </p:nvPr>
            </p:nvSpPr>
            <p:spPr>
              <a:xfrm>
                <a:off x="2806" y="3888"/>
                <a:ext cx="240" cy="44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>
                    <a:latin typeface="Times New Roman" panose="02020603050405020304" pitchFamily="18" charset="0"/>
                  </a:rPr>
                  <a:t>0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3" name="文本框 25622"/>
              <p:cNvSpPr txBox="1"/>
              <p:nvPr>
                <p:custDataLst>
                  <p:tags r:id="rId39"/>
                </p:custDataLst>
              </p:nvPr>
            </p:nvSpPr>
            <p:spPr>
              <a:xfrm>
                <a:off x="3601" y="3888"/>
                <a:ext cx="240" cy="44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>
                    <a:latin typeface="Times New Roman" panose="02020603050405020304" pitchFamily="18" charset="0"/>
                  </a:rPr>
                  <a:t>1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4" name="文本框 25623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4561" y="3888"/>
                <a:ext cx="240" cy="44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>
                    <a:latin typeface="Times New Roman" panose="02020603050405020304" pitchFamily="18" charset="0"/>
                  </a:rPr>
                  <a:t>2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5" name="文本框 25624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5185" y="3888"/>
                <a:ext cx="240" cy="44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i="1">
                    <a:latin typeface="Times New Roman" panose="02020603050405020304" pitchFamily="18" charset="0"/>
                  </a:rPr>
                  <a:t>a</a:t>
                </a:r>
                <a:endParaRPr lang="en-US" altLang="zh-CN" sz="2400" i="1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>
          <p:custDataLst>
            <p:tags r:id="rId2"/>
          </p:custDataLst>
        </p:nvPr>
      </p:nvGrpSpPr>
      <p:grpSpPr>
        <a:xfrm>
          <a:off x="0" y="0"/>
          <a:ext cx="0" cy="0"/>
        </a:xfrm>
      </p:grpSpPr>
      <p:pic>
        <p:nvPicPr>
          <p:cNvPr id="8" name="图片 7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rcRect l="10" r="10"/>
          <a:stretch>
            <a:fillRect/>
          </a:stretch>
        </p:blipFill>
        <p:spPr>
          <a:xfrm>
            <a:off x="2540" y="0"/>
            <a:ext cx="12189460" cy="6858000"/>
          </a:xfrm>
          <a:prstGeom prst="rect">
            <a:avLst/>
          </a:prstGeom>
        </p:spPr>
      </p:pic>
      <p:grpSp>
        <p:nvGrpSpPr>
          <p:cNvPr id="22" name="组合 21" title=""/>
          <p:cNvGrpSpPr/>
          <p:nvPr>
            <p:custDataLst>
              <p:tags r:id="rId5"/>
            </p:custDataLst>
          </p:nvPr>
        </p:nvGrpSpPr>
        <p:grpSpPr>
          <a:xfrm flipH="1">
            <a:off x="914400" y="1318230"/>
            <a:ext cx="10363200" cy="4221540"/>
            <a:chOff x="838200" y="1460500"/>
            <a:chExt cx="9664700" cy="3937000"/>
          </a:xfrm>
        </p:grpSpPr>
        <p:sp>
          <p:nvSpPr>
            <p:cNvPr id="13" name="矩形: 圆角 12"/>
            <p:cNvSpPr/>
            <p:nvPr>
              <p:custDataLst>
                <p:tags r:id="rId6"/>
              </p:custDataLst>
            </p:nvPr>
          </p:nvSpPr>
          <p:spPr>
            <a:xfrm>
              <a:off x="838200" y="1460500"/>
              <a:ext cx="9664700" cy="3937000"/>
            </a:xfrm>
            <a:prstGeom prst="roundRect">
              <a:avLst>
                <a:gd name="adj" fmla="val 9794"/>
              </a:avLst>
            </a:prstGeom>
            <a:gradFill>
              <a:gsLst>
                <a:gs pos="52000">
                  <a:srgbClr val="FFFFFF">
                    <a:alpha val="100000"/>
                  </a:srgbClr>
                </a:gs>
                <a:gs pos="0">
                  <a:schemeClr val="bg1">
                    <a:alpha val="7800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7"/>
              </p:custDataLst>
            </p:nvPr>
          </p:nvSpPr>
          <p:spPr>
            <a:xfrm>
              <a:off x="8109821" y="1460500"/>
              <a:ext cx="2393079" cy="2163898"/>
            </a:xfrm>
            <a:custGeom>
              <a:gdLst>
                <a:gd name="connsiteX0" fmla="*/ 29127 w 2819400"/>
                <a:gd name="connsiteY0" fmla="*/ 0 h 2565400"/>
                <a:gd name="connsiteX1" fmla="*/ 2433810 w 2819400"/>
                <a:gd name="connsiteY1" fmla="*/ 0 h 2565400"/>
                <a:gd name="connsiteX2" fmla="*/ 2819400 w 2819400"/>
                <a:gd name="connsiteY2" fmla="*/ 385590 h 2565400"/>
                <a:gd name="connsiteX3" fmla="*/ 2819400 w 2819400"/>
                <a:gd name="connsiteY3" fmla="*/ 2481938 h 2565400"/>
                <a:gd name="connsiteX4" fmla="*/ 2670411 w 2819400"/>
                <a:gd name="connsiteY4" fmla="*/ 2520247 h 2565400"/>
                <a:gd name="connsiteX5" fmla="*/ 2222500 w 2819400"/>
                <a:gd name="connsiteY5" fmla="*/ 2565400 h 2565400"/>
                <a:gd name="connsiteX6" fmla="*/ 0 w 2819400"/>
                <a:gd name="connsiteY6" fmla="*/ 342900 h 2565400"/>
                <a:gd name="connsiteX7" fmla="*/ 11475 w 2819400"/>
                <a:gd name="connsiteY7" fmla="*/ 115662 h 2565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19400" h="2565400">
                  <a:moveTo>
                    <a:pt x="29127" y="0"/>
                  </a:moveTo>
                  <a:lnTo>
                    <a:pt x="2433810" y="0"/>
                  </a:lnTo>
                  <a:cubicBezTo>
                    <a:pt x="2646765" y="0"/>
                    <a:pt x="2819400" y="172635"/>
                    <a:pt x="2819400" y="385590"/>
                  </a:cubicBezTo>
                  <a:lnTo>
                    <a:pt x="2819400" y="2481938"/>
                  </a:lnTo>
                  <a:lnTo>
                    <a:pt x="2670411" y="2520247"/>
                  </a:lnTo>
                  <a:cubicBezTo>
                    <a:pt x="2525732" y="2549852"/>
                    <a:pt x="2375932" y="2565400"/>
                    <a:pt x="2222500" y="2565400"/>
                  </a:cubicBezTo>
                  <a:cubicBezTo>
                    <a:pt x="995047" y="2565400"/>
                    <a:pt x="0" y="1570353"/>
                    <a:pt x="0" y="342900"/>
                  </a:cubicBezTo>
                  <a:cubicBezTo>
                    <a:pt x="0" y="266184"/>
                    <a:pt x="3887" y="190376"/>
                    <a:pt x="11475" y="11566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5A5F8">
                    <a:alpha val="48000"/>
                  </a:srgbClr>
                </a:gs>
                <a:gs pos="100000">
                  <a:srgbClr val="D3F2E9">
                    <a:alpha val="34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矩形: 圆角 30" title=""/>
          <p:cNvSpPr/>
          <p:nvPr>
            <p:custDataLst>
              <p:tags r:id="rId8"/>
            </p:custDataLst>
          </p:nvPr>
        </p:nvSpPr>
        <p:spPr>
          <a:xfrm flipV="1">
            <a:off x="8349137" y="2657103"/>
            <a:ext cx="1674812" cy="4762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7F9"/>
              </a:gs>
              <a:gs pos="100000">
                <a:srgbClr val="DDE69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 title=""/>
          <p:cNvGrpSpPr/>
          <p:nvPr>
            <p:custDataLst>
              <p:tags r:id="rId9"/>
            </p:custDataLst>
          </p:nvPr>
        </p:nvGrpSpPr>
        <p:grpSpPr>
          <a:xfrm flipH="1">
            <a:off x="10644249" y="1800935"/>
            <a:ext cx="176150" cy="780068"/>
            <a:chOff x="8290832" y="4887686"/>
            <a:chExt cx="296617" cy="1313542"/>
          </a:xfrm>
          <a:solidFill>
            <a:srgbClr val="4076FD"/>
          </a:solidFill>
        </p:grpSpPr>
        <p:grpSp>
          <p:nvGrpSpPr>
            <p:cNvPr id="33" name="组合 32"/>
            <p:cNvGrpSpPr/>
            <p:nvPr>
              <p:custDataLst>
                <p:tags r:id="rId10"/>
              </p:custDataLst>
            </p:nvPr>
          </p:nvGrpSpPr>
          <p:grpSpPr>
            <a:xfrm>
              <a:off x="8452757" y="50400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40" name="等腰三角形 39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>
                <p:custDataLst>
                  <p:tags r:id="rId12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>
                <p:custDataLst>
                  <p:tags r:id="rId13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>
                <p:custDataLst>
                  <p:tags r:id="rId14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>
                <p:custDataLst>
                  <p:tags r:id="rId15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>
              <p:custDataLst>
                <p:tags r:id="rId16"/>
              </p:custDataLst>
            </p:nvPr>
          </p:nvGrpSpPr>
          <p:grpSpPr>
            <a:xfrm>
              <a:off x="8290832" y="4887686"/>
              <a:ext cx="134692" cy="1161142"/>
              <a:chOff x="8490857" y="4963886"/>
              <a:chExt cx="134692" cy="1161142"/>
            </a:xfrm>
            <a:grpFill/>
          </p:grpSpPr>
          <p:sp>
            <p:nvSpPr>
              <p:cNvPr id="35" name="等腰三角形 34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90857" y="4963886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90857" y="5225143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>
                <p:custDataLst>
                  <p:tags r:id="rId19"/>
                </p:custDataLst>
              </p:nvPr>
            </p:nvSpPr>
            <p:spPr>
              <a:xfrm>
                <a:off x="8490857" y="5486400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等腰三角形 37"/>
              <p:cNvSpPr/>
              <p:nvPr>
                <p:custDataLst>
                  <p:tags r:id="rId20"/>
                </p:custDataLst>
              </p:nvPr>
            </p:nvSpPr>
            <p:spPr>
              <a:xfrm>
                <a:off x="8490857" y="5747657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等腰三角形 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8490857" y="6008914"/>
                <a:ext cx="134692" cy="11611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8" name="文本框 57" title=""/>
          <p:cNvSpPr txBox="1"/>
          <p:nvPr>
            <p:custDataLst>
              <p:tags r:id="rId22"/>
            </p:custDataLst>
          </p:nvPr>
        </p:nvSpPr>
        <p:spPr>
          <a:xfrm>
            <a:off x="4414463" y="5061188"/>
            <a:ext cx="336307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人教A版2019必修第一册</a:t>
            </a:r>
            <a:endParaRPr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图片 3" title=""/>
          <p:cNvPicPr>
            <a:picLocks noChangeAspect="1"/>
          </p:cNvPicPr>
          <p:nvPr userDrawn="1">
            <p:custDataLst>
              <p:tags r:id="rId24"/>
            </p:custDataLst>
          </p:nvPr>
        </p:nvPicPr>
        <p:blipFill>
          <a:blip r:embed="rId23"/>
          <a:srcRect t="193" b="193"/>
          <a:stretch>
            <a:fillRect/>
          </a:stretch>
        </p:blipFill>
        <p:spPr>
          <a:xfrm>
            <a:off x="267335" y="262890"/>
            <a:ext cx="1640840" cy="520700"/>
          </a:xfrm>
          <a:prstGeom prst="rect">
            <a:avLst/>
          </a:prstGeom>
        </p:spPr>
      </p:pic>
      <p:sp>
        <p:nvSpPr>
          <p:cNvPr id="9" name="矩形: 圆角 13" title=""/>
          <p:cNvSpPr/>
          <p:nvPr>
            <p:custDataLst>
              <p:tags r:id="rId25"/>
            </p:custDataLst>
          </p:nvPr>
        </p:nvSpPr>
        <p:spPr>
          <a:xfrm>
            <a:off x="2645410" y="740410"/>
            <a:ext cx="3089910" cy="27241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6F7"/>
              </a:gs>
              <a:gs pos="100000">
                <a:srgbClr val="DCE69E">
                  <a:alpha val="63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14" title=""/>
          <p:cNvSpPr/>
          <p:nvPr>
            <p:custDataLst>
              <p:tags r:id="rId26"/>
            </p:custDataLst>
          </p:nvPr>
        </p:nvSpPr>
        <p:spPr>
          <a:xfrm>
            <a:off x="5070475" y="5845175"/>
            <a:ext cx="4208145" cy="2781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7A7F8"/>
              </a:gs>
              <a:gs pos="100000">
                <a:srgbClr val="DCE69E">
                  <a:alpha val="55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 title=""/>
          <p:cNvSpPr txBox="1"/>
          <p:nvPr>
            <p:custDataLst>
              <p:tags r:id="rId27"/>
            </p:custDataLst>
          </p:nvPr>
        </p:nvSpPr>
        <p:spPr>
          <a:xfrm>
            <a:off x="2540" y="2475865"/>
            <a:ext cx="12191365" cy="1677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800" b="1">
                <a:solidFill>
                  <a:srgbClr val="14A2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感谢您的聆听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UNIQUEID" val="2516"/>
</p:tagLst>
</file>

<file path=ppt/tags/tag2.xml><?xml version="1.0" encoding="utf-8"?>
<p:tagLst xmlns:p="http://schemas.openxmlformats.org/presentationml/2006/main">
  <p:tag name="AS_UNIQUEID" val="2517"/>
</p:tagLst>
</file>

<file path=ppt/tags/tag3.xml><?xml version="1.0" encoding="utf-8"?>
<p:tagLst xmlns:p="http://schemas.openxmlformats.org/presentationml/2006/main">
  <p:tag name="AS_UNIQUEID" val="2518"/>
</p:tagLst>
</file>

<file path=ppt/tags/tag4.xml><?xml version="1.0" encoding="utf-8"?>
<p:tagLst xmlns:p="http://schemas.openxmlformats.org/presentationml/2006/main">
  <p:tag name="AS_UNIQUEID" val="2519"/>
</p:tagLst>
</file>

<file path=ppt/tags/tag5.xml><?xml version="1.0" encoding="utf-8"?>
<p:tagLst xmlns:p="http://schemas.openxmlformats.org/presentationml/2006/main">
  <p:tag name="AS_UNIQUEID" val="2520"/>
</p:tagLst>
</file>

<file path=ppt/tags/tag6.xml><?xml version="1.0" encoding="utf-8"?>
<p:tagLst xmlns:p="http://schemas.openxmlformats.org/presentationml/2006/main">
  <p:tag name="AS_UNIQUEID" val="2521"/>
</p:tagLst>
</file>

<file path=ppt/tags/tag7.xml><?xml version="1.0" encoding="utf-8"?>
<p:tagLst xmlns:p="http://schemas.openxmlformats.org/presentationml/2006/main">
  <p:tag name="AS_UNIQUEID" val="2522"/>
</p:tagLst>
</file>

<file path=ppt/tags/tag8.xml><?xml version="1.0" encoding="utf-8"?>
<p:tagLst xmlns:p="http://schemas.openxmlformats.org/presentationml/2006/main">
  <p:tag name="AS_UNIQUEID" val="2523"/>
</p:tagLst>
</file>

<file path=ppt/tags/tag9.xml><?xml version="1.0" encoding="utf-8"?>
<p:tagLst xmlns:p="http://schemas.openxmlformats.org/presentationml/2006/main">
  <p:tag name="AS_UNIQUEID" val="2524"/>
</p:tagLst>
</file>

<file path=ppt/tags/tag10.xml><?xml version="1.0" encoding="utf-8"?>
<p:tagLst xmlns:p="http://schemas.openxmlformats.org/presentationml/2006/main">
  <p:tag name="AS_UNIQUEID" val="2525"/>
</p:tagLst>
</file>

<file path=ppt/tags/tag11.xml><?xml version="1.0" encoding="utf-8"?>
<p:tagLst xmlns:p="http://schemas.openxmlformats.org/presentationml/2006/main">
  <p:tag name="AS_UNIQUEID" val="2526"/>
</p:tagLst>
</file>

<file path=ppt/tags/tag12.xml><?xml version="1.0" encoding="utf-8"?>
<p:tagLst xmlns:p="http://schemas.openxmlformats.org/presentationml/2006/main">
  <p:tag name="AS_UNIQUEID" val="2527"/>
</p:tagLst>
</file>

<file path=ppt/tags/tag13.xml><?xml version="1.0" encoding="utf-8"?>
<p:tagLst xmlns:p="http://schemas.openxmlformats.org/presentationml/2006/main">
  <p:tag name="AS_UNIQUEID" val="2528"/>
</p:tagLst>
</file>

<file path=ppt/tags/tag14.xml><?xml version="1.0" encoding="utf-8"?>
<p:tagLst xmlns:p="http://schemas.openxmlformats.org/presentationml/2006/main">
  <p:tag name="AS_UNIQUEID" val="2529"/>
</p:tagLst>
</file>

<file path=ppt/tags/tag15.xml><?xml version="1.0" encoding="utf-8"?>
<p:tagLst xmlns:p="http://schemas.openxmlformats.org/presentationml/2006/main">
  <p:tag name="AS_UNIQUEID" val="2530"/>
</p:tagLst>
</file>

<file path=ppt/tags/tag16.xml><?xml version="1.0" encoding="utf-8"?>
<p:tagLst xmlns:p="http://schemas.openxmlformats.org/presentationml/2006/main">
  <p:tag name="AS_UNIQUEID" val="2531"/>
</p:tagLst>
</file>

<file path=ppt/tags/tag17.xml><?xml version="1.0" encoding="utf-8"?>
<p:tagLst xmlns:p="http://schemas.openxmlformats.org/presentationml/2006/main">
  <p:tag name="AS_UNIQUEID" val="2532"/>
</p:tagLst>
</file>

<file path=ppt/tags/tag18.xml><?xml version="1.0" encoding="utf-8"?>
<p:tagLst xmlns:p="http://schemas.openxmlformats.org/presentationml/2006/main">
  <p:tag name="AS_UNIQUEID" val="2533"/>
</p:tagLst>
</file>

<file path=ppt/tags/tag19.xml><?xml version="1.0" encoding="utf-8"?>
<p:tagLst xmlns:p="http://schemas.openxmlformats.org/presentationml/2006/main">
  <p:tag name="AS_UNIQUEID" val="2534"/>
</p:tagLst>
</file>

<file path=ppt/tags/tag20.xml><?xml version="1.0" encoding="utf-8"?>
<p:tagLst xmlns:p="http://schemas.openxmlformats.org/presentationml/2006/main">
  <p:tag name="AS_UNIQUEID" val="2535"/>
</p:tagLst>
</file>

<file path=ppt/tags/tag21.xml><?xml version="1.0" encoding="utf-8"?>
<p:tagLst xmlns:p="http://schemas.openxmlformats.org/presentationml/2006/main">
  <p:tag name="AS_UNIQUEID" val="2536"/>
</p:tagLst>
</file>

<file path=ppt/tags/tag22.xml><?xml version="1.0" encoding="utf-8"?>
<p:tagLst xmlns:p="http://schemas.openxmlformats.org/presentationml/2006/main">
  <p:tag name="AS_UNIQUEID" val="2537"/>
</p:tagLst>
</file>

<file path=ppt/tags/tag23.xml><?xml version="1.0" encoding="utf-8"?>
<p:tagLst xmlns:p="http://schemas.openxmlformats.org/presentationml/2006/main">
  <p:tag name="AS_UNIQUEID" val="2538"/>
</p:tagLst>
</file>

<file path=ppt/tags/tag24.xml><?xml version="1.0" encoding="utf-8"?>
<p:tagLst xmlns:p="http://schemas.openxmlformats.org/presentationml/2006/main">
  <p:tag name="AS_UNIQUEID" val="2539"/>
</p:tagLst>
</file>

<file path=ppt/tags/tag25.xml><?xml version="1.0" encoding="utf-8"?>
<p:tagLst xmlns:p="http://schemas.openxmlformats.org/presentationml/2006/main">
  <p:tag name="AS_UNIQUEID" val="2540"/>
</p:tagLst>
</file>

<file path=ppt/tags/tag26.xml><?xml version="1.0" encoding="utf-8"?>
<p:tagLst xmlns:p="http://schemas.openxmlformats.org/presentationml/2006/main">
  <p:tag name="AS_UNIQUEID" val="2541"/>
</p:tagLst>
</file>

<file path=ppt/tags/tag27.xml><?xml version="1.0" encoding="utf-8"?>
<p:tagLst xmlns:p="http://schemas.openxmlformats.org/presentationml/2006/main">
  <p:tag name="AS_UNIQUEID" val="2542"/>
</p:tagLst>
</file>

<file path=ppt/tags/tag28.xml><?xml version="1.0" encoding="utf-8"?>
<p:tagLst xmlns:p="http://schemas.openxmlformats.org/presentationml/2006/main">
  <p:tag name="AS_UNIQUEID" val="2543"/>
</p:tagLst>
</file>

<file path=ppt/tags/tag29.xml><?xml version="1.0" encoding="utf-8"?>
<p:tagLst xmlns:p="http://schemas.openxmlformats.org/presentationml/2006/main">
  <p:tag name="AS_UNIQUEID" val="2544"/>
</p:tagLst>
</file>

<file path=ppt/tags/tag30.xml><?xml version="1.0" encoding="utf-8"?>
<p:tagLst xmlns:p="http://schemas.openxmlformats.org/presentationml/2006/main">
  <p:tag name="AS_UNIQUEID" val="2545"/>
</p:tagLst>
</file>

<file path=ppt/tags/tag31.xml><?xml version="1.0" encoding="utf-8"?>
<p:tagLst xmlns:p="http://schemas.openxmlformats.org/presentationml/2006/main">
  <p:tag name="AS_UNIQUEID" val="2546"/>
</p:tagLst>
</file>

<file path=ppt/tags/tag32.xml><?xml version="1.0" encoding="utf-8"?>
<p:tagLst xmlns:p="http://schemas.openxmlformats.org/presentationml/2006/main">
  <p:tag name="AS_UNIQUEID" val="2547"/>
</p:tagLst>
</file>

<file path=ppt/tags/tag33.xml><?xml version="1.0" encoding="utf-8"?>
<p:tagLst xmlns:p="http://schemas.openxmlformats.org/presentationml/2006/main">
  <p:tag name="AS_UNIQUEID" val="2548"/>
</p:tagLst>
</file>

<file path=ppt/tags/tag34.xml><?xml version="1.0" encoding="utf-8"?>
<p:tagLst xmlns:p="http://schemas.openxmlformats.org/presentationml/2006/main">
  <p:tag name="AS_UNIQUEID" val="2549"/>
</p:tagLst>
</file>

<file path=ppt/tags/tag35.xml><?xml version="1.0" encoding="utf-8"?>
<p:tagLst xmlns:p="http://schemas.openxmlformats.org/presentationml/2006/main">
  <p:tag name="AS_UNIQUEID" val="2550"/>
</p:tagLst>
</file>

<file path=ppt/tags/tag36.xml><?xml version="1.0" encoding="utf-8"?>
<p:tagLst xmlns:p="http://schemas.openxmlformats.org/presentationml/2006/main">
  <p:tag name="AS_UNIQUEID" val="2551"/>
</p:tagLst>
</file>

<file path=ppt/tags/tag37.xml><?xml version="1.0" encoding="utf-8"?>
<p:tagLst xmlns:p="http://schemas.openxmlformats.org/presentationml/2006/main">
  <p:tag name="AS_UNIQUEID" val="2552"/>
</p:tagLst>
</file>

<file path=ppt/tags/tag38.xml><?xml version="1.0" encoding="utf-8"?>
<p:tagLst xmlns:p="http://schemas.openxmlformats.org/presentationml/2006/main">
  <p:tag name="AS_UNIQUEID" val="2553"/>
</p:tagLst>
</file>

<file path=ppt/tags/tag39.xml><?xml version="1.0" encoding="utf-8"?>
<p:tagLst xmlns:p="http://schemas.openxmlformats.org/presentationml/2006/main">
  <p:tag name="AS_UNIQUEID" val="2554"/>
</p:tagLst>
</file>

<file path=ppt/tags/tag40.xml><?xml version="1.0" encoding="utf-8"?>
<p:tagLst xmlns:p="http://schemas.openxmlformats.org/presentationml/2006/main">
  <p:tag name="AS_UNIQUEID" val="2555"/>
</p:tagLst>
</file>

<file path=ppt/tags/tag41.xml><?xml version="1.0" encoding="utf-8"?>
<p:tagLst xmlns:p="http://schemas.openxmlformats.org/presentationml/2006/main">
  <p:tag name="AS_UNIQUEID" val="2556"/>
</p:tagLst>
</file>

<file path=ppt/tags/tag42.xml><?xml version="1.0" encoding="utf-8"?>
<p:tagLst xmlns:p="http://schemas.openxmlformats.org/presentationml/2006/main">
  <p:tag name="AS_UNIQUEID" val="2557"/>
  <p:tag name="KSO_WM_BEAUTIFY_FLAG" val=""/>
</p:tagLst>
</file>

<file path=ppt/tags/tag43.xml><?xml version="1.0" encoding="utf-8"?>
<p:tagLst xmlns:p="http://schemas.openxmlformats.org/presentationml/2006/main">
  <p:tag name="AS_UNIQUEID" val="2558"/>
  <p:tag name="KSO_WM_BEAUTIFY_FLAG" val=""/>
</p:tagLst>
</file>

<file path=ppt/tags/tag44.xml><?xml version="1.0" encoding="utf-8"?>
<p:tagLst xmlns:p="http://schemas.openxmlformats.org/presentationml/2006/main">
  <p:tag name="AS_UNIQUEID" val="2559"/>
  <p:tag name="KSO_WM_BEAUTIFY_FLAG" val=""/>
</p:tagLst>
</file>

<file path=ppt/tags/tag45.xml><?xml version="1.0" encoding="utf-8"?>
<p:tagLst xmlns:p="http://schemas.openxmlformats.org/presentationml/2006/main">
  <p:tag name="AS_UNIQUEID" val="2560"/>
  <p:tag name="KSO_WM_BEAUTIFY_FLAG" val=""/>
</p:tagLst>
</file>

<file path=ppt/tags/tag46.xml><?xml version="1.0" encoding="utf-8"?>
<p:tagLst xmlns:p="http://schemas.openxmlformats.org/presentationml/2006/main">
  <p:tag name="AS_UNIQUEID" val="2561"/>
</p:tagLst>
</file>

<file path=ppt/tags/tag47.xml><?xml version="1.0" encoding="utf-8"?>
<p:tagLst xmlns:p="http://schemas.openxmlformats.org/presentationml/2006/main">
  <p:tag name="AS_UNIQUEID" val="2562"/>
  <p:tag name="KSO_WM_BEAUTIFY_FLAG" val=""/>
</p:tagLst>
</file>

<file path=ppt/tags/tag48.xml><?xml version="1.0" encoding="utf-8"?>
<p:tagLst xmlns:p="http://schemas.openxmlformats.org/presentationml/2006/main">
  <p:tag name="AS_UNIQUEID" val="2563"/>
</p:tagLst>
</file>

<file path=ppt/tags/tag49.xml><?xml version="1.0" encoding="utf-8"?>
<p:tagLst xmlns:p="http://schemas.openxmlformats.org/presentationml/2006/main">
  <p:tag name="AS_UNIQUEID" val="2564"/>
</p:tagLst>
</file>

<file path=ppt/tags/tag50.xml><?xml version="1.0" encoding="utf-8"?>
<p:tagLst xmlns:p="http://schemas.openxmlformats.org/presentationml/2006/main">
  <p:tag name="AS_UNIQUEID" val="2565"/>
</p:tagLst>
</file>

<file path=ppt/tags/tag51.xml><?xml version="1.0" encoding="utf-8"?>
<p:tagLst xmlns:p="http://schemas.openxmlformats.org/presentationml/2006/main">
  <p:tag name="AS_UNIQUEID" val="2566"/>
  <p:tag name="KSO_WM_DIAGRAM_VIRTUALLY_FRAME" val="{&quot;height&quot;:430.1414173228346,&quot;left&quot;:385.5,&quot;top&quot;:62,&quot;width&quot;:503.5}"/>
</p:tagLst>
</file>

<file path=ppt/tags/tag52.xml><?xml version="1.0" encoding="utf-8"?>
<p:tagLst xmlns:p="http://schemas.openxmlformats.org/presentationml/2006/main">
  <p:tag name="AS_UNIQUEID" val="2567"/>
  <p:tag name="KSO_WM_DIAGRAM_VIRTUALLY_FRAME" val="{&quot;height&quot;:430.1414173228346,&quot;left&quot;:385.5,&quot;top&quot;:62,&quot;width&quot;:503.5}"/>
</p:tagLst>
</file>

<file path=ppt/tags/tag53.xml><?xml version="1.0" encoding="utf-8"?>
<p:tagLst xmlns:p="http://schemas.openxmlformats.org/presentationml/2006/main">
  <p:tag name="AS_UNIQUEID" val="2568"/>
  <p:tag name="KSO_WM_DIAGRAM_VIRTUALLY_FRAME" val="{&quot;height&quot;:430.1414173228346,&quot;left&quot;:385.5,&quot;top&quot;:62,&quot;width&quot;:503.5}"/>
</p:tagLst>
</file>

<file path=ppt/tags/tag54.xml><?xml version="1.0" encoding="utf-8"?>
<p:tagLst xmlns:p="http://schemas.openxmlformats.org/presentationml/2006/main">
  <p:tag name="AS_UNIQUEID" val="2569"/>
  <p:tag name="KSO_WM_DIAGRAM_VIRTUALLY_FRAME" val="{&quot;height&quot;:430.1414173228346,&quot;left&quot;:385.5,&quot;top&quot;:62,&quot;width&quot;:503.5}"/>
</p:tagLst>
</file>

<file path=ppt/tags/tag55.xml><?xml version="1.0" encoding="utf-8"?>
<p:tagLst xmlns:p="http://schemas.openxmlformats.org/presentationml/2006/main">
  <p:tag name="AS_UNIQUEID" val="2570"/>
  <p:tag name="KSO_WM_BEAUTIFY_FLAG" val=""/>
  <p:tag name="KSO_WM_DIAGRAM_VIRTUALLY_FRAME" val="{&quot;height&quot;:430.1414173228346,&quot;left&quot;:385.5,&quot;top&quot;:62,&quot;width&quot;:503.5}"/>
</p:tagLst>
</file>

<file path=ppt/tags/tag56.xml><?xml version="1.0" encoding="utf-8"?>
<p:tagLst xmlns:p="http://schemas.openxmlformats.org/presentationml/2006/main">
  <p:tag name="AS_UNIQUEID" val="2571"/>
  <p:tag name="KSO_WM_DIAGRAM_VIRTUALLY_FRAME" val="{&quot;height&quot;:430.1414173228346,&quot;left&quot;:385.5,&quot;top&quot;:62,&quot;width&quot;:503.5}"/>
</p:tagLst>
</file>

<file path=ppt/tags/tag57.xml><?xml version="1.0" encoding="utf-8"?>
<p:tagLst xmlns:p="http://schemas.openxmlformats.org/presentationml/2006/main">
  <p:tag name="AS_UNIQUEID" val="2572"/>
  <p:tag name="KSO_WM_DIAGRAM_VIRTUALLY_FRAME" val="{&quot;height&quot;:430.1414173228346,&quot;left&quot;:385.5,&quot;top&quot;:62,&quot;width&quot;:503.5}"/>
</p:tagLst>
</file>

<file path=ppt/tags/tag58.xml><?xml version="1.0" encoding="utf-8"?>
<p:tagLst xmlns:p="http://schemas.openxmlformats.org/presentationml/2006/main">
  <p:tag name="AS_UNIQUEID" val="2573"/>
  <p:tag name="KSO_WM_DIAGRAM_VIRTUALLY_FRAME" val="{&quot;height&quot;:430.1414173228346,&quot;left&quot;:385.5,&quot;top&quot;:62,&quot;width&quot;:503.5}"/>
</p:tagLst>
</file>

<file path=ppt/tags/tag59.xml><?xml version="1.0" encoding="utf-8"?>
<p:tagLst xmlns:p="http://schemas.openxmlformats.org/presentationml/2006/main">
  <p:tag name="AS_UNIQUEID" val="2574"/>
  <p:tag name="KSO_WM_DIAGRAM_VIRTUALLY_FRAME" val="{&quot;height&quot;:430.1414173228346,&quot;left&quot;:385.5,&quot;top&quot;:62,&quot;width&quot;:503.5}"/>
</p:tagLst>
</file>

<file path=ppt/tags/tag60.xml><?xml version="1.0" encoding="utf-8"?>
<p:tagLst xmlns:p="http://schemas.openxmlformats.org/presentationml/2006/main">
  <p:tag name="AS_UNIQUEID" val="2575"/>
  <p:tag name="KSO_WM_DIAGRAM_VIRTUALLY_FRAME" val="{&quot;height&quot;:430.1414173228346,&quot;left&quot;:385.5,&quot;top&quot;:62,&quot;width&quot;:503.5}"/>
</p:tagLst>
</file>

<file path=ppt/tags/tag61.xml><?xml version="1.0" encoding="utf-8"?>
<p:tagLst xmlns:p="http://schemas.openxmlformats.org/presentationml/2006/main">
  <p:tag name="AS_UNIQUEID" val="2576"/>
  <p:tag name="KSO_WM_BEAUTIFY_FLAG" val=""/>
  <p:tag name="KSO_WM_DIAGRAM_VIRTUALLY_FRAME" val="{&quot;height&quot;:430.1414173228346,&quot;left&quot;:385.5,&quot;top&quot;:62,&quot;width&quot;:503.5}"/>
</p:tagLst>
</file>

<file path=ppt/tags/tag62.xml><?xml version="1.0" encoding="utf-8"?>
<p:tagLst xmlns:p="http://schemas.openxmlformats.org/presentationml/2006/main">
  <p:tag name="AS_UNIQUEID" val="2577"/>
  <p:tag name="KSO_WM_DIAGRAM_VIRTUALLY_FRAME" val="{&quot;height&quot;:430.1414173228346,&quot;left&quot;:385.5,&quot;top&quot;:62,&quot;width&quot;:503.5}"/>
</p:tagLst>
</file>

<file path=ppt/tags/tag63.xml><?xml version="1.0" encoding="utf-8"?>
<p:tagLst xmlns:p="http://schemas.openxmlformats.org/presentationml/2006/main">
  <p:tag name="AS_UNIQUEID" val="2578"/>
</p:tagLst>
</file>

<file path=ppt/tags/tag64.xml><?xml version="1.0" encoding="utf-8"?>
<p:tagLst xmlns:p="http://schemas.openxmlformats.org/presentationml/2006/main">
  <p:tag name="AS_UNIQUEID" val="2579"/>
</p:tagLst>
</file>

<file path=ppt/tags/tag65.xml><?xml version="1.0" encoding="utf-8"?>
<p:tagLst xmlns:p="http://schemas.openxmlformats.org/presentationml/2006/main">
  <p:tag name="AS_UNIQUEID" val="2580"/>
</p:tagLst>
</file>

<file path=ppt/tags/tag66.xml><?xml version="1.0" encoding="utf-8"?>
<p:tagLst xmlns:p="http://schemas.openxmlformats.org/presentationml/2006/main">
  <p:tag name="AS_UNIQUEID" val="2581"/>
</p:tagLst>
</file>

<file path=ppt/tags/tag67.xml><?xml version="1.0" encoding="utf-8"?>
<p:tagLst xmlns:p="http://schemas.openxmlformats.org/presentationml/2006/main">
  <p:tag name="AS_UNIQUEID" val="2582"/>
</p:tagLst>
</file>

<file path=ppt/tags/tag68.xml><?xml version="1.0" encoding="utf-8"?>
<p:tagLst xmlns:p="http://schemas.openxmlformats.org/presentationml/2006/main">
  <p:tag name="AS_UNIQUEID" val="2583"/>
</p:tagLst>
</file>

<file path=ppt/tags/tag69.xml><?xml version="1.0" encoding="utf-8"?>
<p:tagLst xmlns:p="http://schemas.openxmlformats.org/presentationml/2006/main">
  <p:tag name="AS_UNIQUEID" val="2584"/>
</p:tagLst>
</file>

<file path=ppt/tags/tag70.xml><?xml version="1.0" encoding="utf-8"?>
<p:tagLst xmlns:p="http://schemas.openxmlformats.org/presentationml/2006/main">
  <p:tag name="AS_UNIQUEID" val="2585"/>
</p:tagLst>
</file>

<file path=ppt/tags/tag71.xml><?xml version="1.0" encoding="utf-8"?>
<p:tagLst xmlns:p="http://schemas.openxmlformats.org/presentationml/2006/main">
  <p:tag name="AS_UNIQUEID" val="2586"/>
</p:tagLst>
</file>

<file path=ppt/tags/tag72.xml><?xml version="1.0" encoding="utf-8"?>
<p:tagLst xmlns:p="http://schemas.openxmlformats.org/presentationml/2006/main">
  <p:tag name="AS_UNIQUEID" val="2587"/>
</p:tagLst>
</file>

<file path=ppt/tags/tag73.xml><?xml version="1.0" encoding="utf-8"?>
<p:tagLst xmlns:p="http://schemas.openxmlformats.org/presentationml/2006/main">
  <p:tag name="AS_UNIQUEID" val="2588"/>
  <p:tag name="KSO_WM_BEAUTIFY_FLAG" val=""/>
</p:tagLst>
</file>

<file path=ppt/tags/tag74.xml><?xml version="1.0" encoding="utf-8"?>
<p:tagLst xmlns:p="http://schemas.openxmlformats.org/presentationml/2006/main">
  <p:tag name="AS_UNIQUEID" val="2589"/>
  <p:tag name="KSO_WM_BEAUTIFY_FLAG" val=""/>
</p:tagLst>
</file>

<file path=ppt/tags/tag75.xml><?xml version="1.0" encoding="utf-8"?>
<p:tagLst xmlns:p="http://schemas.openxmlformats.org/presentationml/2006/main">
  <p:tag name="AS_UNIQUEID" val="2590"/>
  <p:tag name="KSO_WM_BEAUTIFY_FLAG" val=""/>
</p:tagLst>
</file>

<file path=ppt/tags/tag76.xml><?xml version="1.0" encoding="utf-8"?>
<p:tagLst xmlns:p="http://schemas.openxmlformats.org/presentationml/2006/main">
  <p:tag name="AS_UNIQUEID" val="2591"/>
  <p:tag name="KSO_WM_BEAUTIFY_FLAG" val=""/>
</p:tagLst>
</file>

<file path=ppt/tags/tag77.xml><?xml version="1.0" encoding="utf-8"?>
<p:tagLst xmlns:p="http://schemas.openxmlformats.org/presentationml/2006/main">
  <p:tag name="AS_UNIQUEID" val="2592"/>
  <p:tag name="KSO_WM_BEAUTIFY_FLAG" val=""/>
</p:tagLst>
</file>

<file path=ppt/tags/tag78.xml><?xml version="1.0" encoding="utf-8"?>
<p:tagLst xmlns:p="http://schemas.openxmlformats.org/presentationml/2006/main">
  <p:tag name="AS_UNIQUEID" val="2593"/>
</p:tagLst>
</file>

<file path=ppt/tags/tag79.xml><?xml version="1.0" encoding="utf-8"?>
<p:tagLst xmlns:p="http://schemas.openxmlformats.org/presentationml/2006/main">
  <p:tag name="AS_UNIQUEID" val="2594"/>
  <p:tag name="KSO_WM_BEAUTIFY_FLAG" val=""/>
</p:tagLst>
</file>

<file path=ppt/tags/tag80.xml><?xml version="1.0" encoding="utf-8"?>
<p:tagLst xmlns:p="http://schemas.openxmlformats.org/presentationml/2006/main">
  <p:tag name="AS_UNIQUEID" val="2595"/>
  <p:tag name="KSO_WM_BEAUTIFY_FLAG" val=""/>
</p:tagLst>
</file>

<file path=ppt/tags/tag81.xml><?xml version="1.0" encoding="utf-8"?>
<p:tagLst xmlns:p="http://schemas.openxmlformats.org/presentationml/2006/main">
  <p:tag name="AS_UNIQUEID" val="2596"/>
  <p:tag name="KSO_WM_BEAUTIFY_FLAG" val=""/>
</p:tagLst>
</file>

<file path=ppt/tags/tag82.xml><?xml version="1.0" encoding="utf-8"?>
<p:tagLst xmlns:p="http://schemas.openxmlformats.org/presentationml/2006/main">
  <p:tag name="AS_UNIQUEID" val="2597"/>
  <p:tag name="KSO_WM_BEAUTIFY_FLAG" val=""/>
</p:tagLst>
</file>

<file path=ppt/tags/tag83.xml><?xml version="1.0" encoding="utf-8"?>
<p:tagLst xmlns:p="http://schemas.openxmlformats.org/presentationml/2006/main">
  <p:tag name="AS_UNIQUEID" val="2598"/>
  <p:tag name="KSO_WM_BEAUTIFY_FLAG" val=""/>
</p:tagLst>
</file>

<file path=ppt/tags/tag84.xml><?xml version="1.0" encoding="utf-8"?>
<p:tagLst xmlns:p="http://schemas.openxmlformats.org/presentationml/2006/main">
  <p:tag name="AS_UNIQUEID" val="2599"/>
  <p:tag name="KSO_WM_BEAUTIFY_FLAG" val=""/>
</p:tagLst>
</file>

<file path=ppt/tags/tag85.xml><?xml version="1.0" encoding="utf-8"?>
<p:tagLst xmlns:p="http://schemas.openxmlformats.org/presentationml/2006/main">
  <p:tag name="AS_UNIQUEID" val="2600"/>
</p:tagLst>
</file>

<file path=ppt/tags/tag86.xml><?xml version="1.0" encoding="utf-8"?>
<p:tagLst xmlns:p="http://schemas.openxmlformats.org/presentationml/2006/main">
  <p:tag name="AS_UNIQUEID" val="2601"/>
</p:tagLst>
</file>

<file path=ppt/tags/tag87.xml><?xml version="1.0" encoding="utf-8"?>
<p:tagLst xmlns:p="http://schemas.openxmlformats.org/presentationml/2006/main">
  <p:tag name="AS_UNIQUEID" val="2602"/>
</p:tagLst>
</file>

<file path=ppt/tags/tag88.xml><?xml version="1.0" encoding="utf-8"?>
<p:tagLst xmlns:p="http://schemas.openxmlformats.org/presentationml/2006/main">
  <p:tag name="AS_UNIQUEID" val="2603"/>
</p:tagLst>
</file>

<file path=ppt/tags/tag89.xml><?xml version="1.0" encoding="utf-8"?>
<p:tagLst xmlns:p="http://schemas.openxmlformats.org/presentationml/2006/main">
  <p:tag name="AS_UNIQUEID" val="2604"/>
</p:tagLst>
</file>

<file path=ppt/tags/tag90.xml><?xml version="1.0" encoding="utf-8"?>
<p:tagLst xmlns:p="http://schemas.openxmlformats.org/presentationml/2006/main">
  <p:tag name="AS_UNIQUEID" val="2605"/>
</p:tagLst>
</file>

<file path=ppt/tags/tag91.xml><?xml version="1.0" encoding="utf-8"?>
<p:tagLst xmlns:p="http://schemas.openxmlformats.org/presentationml/2006/main">
  <p:tag name="AS_UNIQUEID" val="2606"/>
</p:tagLst>
</file>

<file path=ppt/tags/tag92.xml><?xml version="1.0" encoding="utf-8"?>
<p:tagLst xmlns:p="http://schemas.openxmlformats.org/presentationml/2006/main">
  <p:tag name="AS_UNIQUEID" val="2607"/>
</p:tagLst>
</file>

<file path=ppt/tags/tag93.xml><?xml version="1.0" encoding="utf-8"?>
<p:tagLst xmlns:p="http://schemas.openxmlformats.org/presentationml/2006/main">
  <p:tag name="AS_UNIQUEID" val="2608"/>
</p:tagLst>
</file>

<file path=ppt/tags/tag94.xml><?xml version="1.0" encoding="utf-8"?>
<p:tagLst xmlns:p="http://schemas.openxmlformats.org/presentationml/2006/main">
  <p:tag name="AS_UNIQUEID" val="2609"/>
</p:tagLst>
</file>

<file path=ppt/tags/tag95.xml><?xml version="1.0" encoding="utf-8"?>
<p:tagLst xmlns:p="http://schemas.openxmlformats.org/presentationml/2006/main">
  <p:tag name="AS_UNIQUEID" val="2610"/>
</p:tagLst>
</file>

<file path=ppt/tags/tag96.xml><?xml version="1.0" encoding="utf-8"?>
<p:tagLst xmlns:p="http://schemas.openxmlformats.org/presentationml/2006/main">
  <p:tag name="AS_UNIQUEID" val="2611"/>
</p:tagLst>
</file>

<file path=ppt/tags/tag97.xml><?xml version="1.0" encoding="utf-8"?>
<p:tagLst xmlns:p="http://schemas.openxmlformats.org/presentationml/2006/main">
  <p:tag name="AS_UNIQUEID" val="2612"/>
</p:tagLst>
</file>

<file path=ppt/tags/tag98.xml><?xml version="1.0" encoding="utf-8"?>
<p:tagLst xmlns:p="http://schemas.openxmlformats.org/presentationml/2006/main">
  <p:tag name="AS_UNIQUEID" val="2613"/>
</p:tagLst>
</file>

<file path=ppt/tags/tag99.xml><?xml version="1.0" encoding="utf-8"?>
<p:tagLst xmlns:p="http://schemas.openxmlformats.org/presentationml/2006/main">
  <p:tag name="AS_UNIQUEID" val="2614"/>
</p:tagLst>
</file>

<file path=ppt/tags/tag100.xml><?xml version="1.0" encoding="utf-8"?>
<p:tagLst xmlns:p="http://schemas.openxmlformats.org/presentationml/2006/main">
  <p:tag name="AS_UNIQUEID" val="2615"/>
</p:tagLst>
</file>

<file path=ppt/tags/tag101.xml><?xml version="1.0" encoding="utf-8"?>
<p:tagLst xmlns:p="http://schemas.openxmlformats.org/presentationml/2006/main">
  <p:tag name="AS_UNIQUEID" val="2616"/>
</p:tagLst>
</file>

<file path=ppt/tags/tag102.xml><?xml version="1.0" encoding="utf-8"?>
<p:tagLst xmlns:p="http://schemas.openxmlformats.org/presentationml/2006/main">
  <p:tag name="AS_UNIQUEID" val="2617"/>
</p:tagLst>
</file>

<file path=ppt/tags/tag103.xml><?xml version="1.0" encoding="utf-8"?>
<p:tagLst xmlns:p="http://schemas.openxmlformats.org/presentationml/2006/main">
  <p:tag name="AS_UNIQUEID" val="2618"/>
</p:tagLst>
</file>

<file path=ppt/tags/tag104.xml><?xml version="1.0" encoding="utf-8"?>
<p:tagLst xmlns:p="http://schemas.openxmlformats.org/presentationml/2006/main">
  <p:tag name="AS_UNIQUEID" val="2619"/>
</p:tagLst>
</file>

<file path=ppt/tags/tag105.xml><?xml version="1.0" encoding="utf-8"?>
<p:tagLst xmlns:p="http://schemas.openxmlformats.org/presentationml/2006/main">
  <p:tag name="AS_UNIQUEID" val="2620"/>
</p:tagLst>
</file>

<file path=ppt/tags/tag106.xml><?xml version="1.0" encoding="utf-8"?>
<p:tagLst xmlns:p="http://schemas.openxmlformats.org/presentationml/2006/main">
  <p:tag name="AS_UNIQUEID" val="2621"/>
</p:tagLst>
</file>

<file path=ppt/tags/tag107.xml><?xml version="1.0" encoding="utf-8"?>
<p:tagLst xmlns:p="http://schemas.openxmlformats.org/presentationml/2006/main">
  <p:tag name="AS_UNIQUEID" val="2622"/>
</p:tagLst>
</file>

<file path=ppt/tags/tag108.xml><?xml version="1.0" encoding="utf-8"?>
<p:tagLst xmlns:p="http://schemas.openxmlformats.org/presentationml/2006/main">
  <p:tag name="AS_UNIQUEID" val="2623"/>
</p:tagLst>
</file>

<file path=ppt/tags/tag109.xml><?xml version="1.0" encoding="utf-8"?>
<p:tagLst xmlns:p="http://schemas.openxmlformats.org/presentationml/2006/main">
  <p:tag name="AS_UNIQUEID" val="2624"/>
</p:tagLst>
</file>

<file path=ppt/tags/tag110.xml><?xml version="1.0" encoding="utf-8"?>
<p:tagLst xmlns:p="http://schemas.openxmlformats.org/presentationml/2006/main">
  <p:tag name="AS_UNIQUEID" val="2625"/>
</p:tagLst>
</file>

<file path=ppt/tags/tag111.xml><?xml version="1.0" encoding="utf-8"?>
<p:tagLst xmlns:p="http://schemas.openxmlformats.org/presentationml/2006/main">
  <p:tag name="AS_UNIQUEID" val="2626"/>
</p:tagLst>
</file>

<file path=ppt/tags/tag112.xml><?xml version="1.0" encoding="utf-8"?>
<p:tagLst xmlns:p="http://schemas.openxmlformats.org/presentationml/2006/main">
  <p:tag name="AS_UNIQUEID" val="2627"/>
</p:tagLst>
</file>

<file path=ppt/tags/tag113.xml><?xml version="1.0" encoding="utf-8"?>
<p:tagLst xmlns:p="http://schemas.openxmlformats.org/presentationml/2006/main">
  <p:tag name="AS_UNIQUEID" val="2628"/>
</p:tagLst>
</file>

<file path=ppt/tags/tag114.xml><?xml version="1.0" encoding="utf-8"?>
<p:tagLst xmlns:p="http://schemas.openxmlformats.org/presentationml/2006/main">
  <p:tag name="AS_UNIQUEID" val="2629"/>
</p:tagLst>
</file>

<file path=ppt/tags/tag115.xml><?xml version="1.0" encoding="utf-8"?>
<p:tagLst xmlns:p="http://schemas.openxmlformats.org/presentationml/2006/main">
  <p:tag name="AS_UNIQUEID" val="2630"/>
</p:tagLst>
</file>

<file path=ppt/tags/tag116.xml><?xml version="1.0" encoding="utf-8"?>
<p:tagLst xmlns:p="http://schemas.openxmlformats.org/presentationml/2006/main">
  <p:tag name="AS_UNIQUEID" val="2631"/>
</p:tagLst>
</file>

<file path=ppt/tags/tag117.xml><?xml version="1.0" encoding="utf-8"?>
<p:tagLst xmlns:p="http://schemas.openxmlformats.org/presentationml/2006/main">
  <p:tag name="AS_UNIQUEID" val="2632"/>
</p:tagLst>
</file>

<file path=ppt/tags/tag118.xml><?xml version="1.0" encoding="utf-8"?>
<p:tagLst xmlns:p="http://schemas.openxmlformats.org/presentationml/2006/main">
  <p:tag name="AS_UNIQUEID" val="2633"/>
</p:tagLst>
</file>

<file path=ppt/tags/tag119.xml><?xml version="1.0" encoding="utf-8"?>
<p:tagLst xmlns:p="http://schemas.openxmlformats.org/presentationml/2006/main">
  <p:tag name="AS_UNIQUEID" val="2634"/>
</p:tagLst>
</file>

<file path=ppt/tags/tag120.xml><?xml version="1.0" encoding="utf-8"?>
<p:tagLst xmlns:p="http://schemas.openxmlformats.org/presentationml/2006/main">
  <p:tag name="AS_UNIQUEID" val="2635"/>
  <p:tag name="KSO_WM_BEAUTIFY_FLAG" val=""/>
</p:tagLst>
</file>

<file path=ppt/tags/tag121.xml><?xml version="1.0" encoding="utf-8"?>
<p:tagLst xmlns:p="http://schemas.openxmlformats.org/presentationml/2006/main">
  <p:tag name="AS_UNIQUEID" val="2636"/>
  <p:tag name="KSO_WM_BEAUTIFY_FLAG" val=""/>
</p:tagLst>
</file>

<file path=ppt/tags/tag122.xml><?xml version="1.0" encoding="utf-8"?>
<p:tagLst xmlns:p="http://schemas.openxmlformats.org/presentationml/2006/main">
  <p:tag name="AS_UNIQUEID" val="2637"/>
</p:tagLst>
</file>

<file path=ppt/tags/tag123.xml><?xml version="1.0" encoding="utf-8"?>
<p:tagLst xmlns:p="http://schemas.openxmlformats.org/presentationml/2006/main">
  <p:tag name="AS_UNIQUEID" val="2638"/>
  <p:tag name="KSO_WM_BEAUTIFY_FLAG" val=""/>
</p:tagLst>
</file>

<file path=ppt/tags/tag124.xml><?xml version="1.0" encoding="utf-8"?>
<p:tagLst xmlns:p="http://schemas.openxmlformats.org/presentationml/2006/main">
  <p:tag name="AS_UNIQUEID" val="2639"/>
  <p:tag name="KSO_WM_BEAUTIFY_FLAG" val=""/>
</p:tagLst>
</file>

<file path=ppt/tags/tag125.xml><?xml version="1.0" encoding="utf-8"?>
<p:tagLst xmlns:p="http://schemas.openxmlformats.org/presentationml/2006/main">
  <p:tag name="AS_UNIQUEID" val="2640"/>
  <p:tag name="KSO_WM_UNIT_TEXT_FILL_FORE_SCHEMECOLOR_INDEX" val="13"/>
  <p:tag name="KSO_WM_UNIT_TEXT_FILL_FORE_SCHEMECOLOR_INDEX_BRIGHTNESS" val="0"/>
  <p:tag name="KSO_WM_UNIT_TEXT_FILL_TYPE" val="1"/>
</p:tagLst>
</file>

<file path=ppt/tags/tag126.xml><?xml version="1.0" encoding="utf-8"?>
<p:tagLst xmlns:p="http://schemas.openxmlformats.org/presentationml/2006/main">
  <p:tag name="AS_UNIQUEID" val="2641"/>
</p:tagLst>
</file>

<file path=ppt/tags/tag127.xml><?xml version="1.0" encoding="utf-8"?>
<p:tagLst xmlns:p="http://schemas.openxmlformats.org/presentationml/2006/main">
  <p:tag name="AS_UNIQUEID" val="2642"/>
</p:tagLst>
</file>

<file path=ppt/tags/tag128.xml><?xml version="1.0" encoding="utf-8"?>
<p:tagLst xmlns:p="http://schemas.openxmlformats.org/presentationml/2006/main">
  <p:tag name="AS_UNIQUEID" val="2643"/>
  <p:tag name="KSO_WM_BEAUTIFY_FLAG" val=""/>
</p:tagLst>
</file>

<file path=ppt/tags/tag129.xml><?xml version="1.0" encoding="utf-8"?>
<p:tagLst xmlns:p="http://schemas.openxmlformats.org/presentationml/2006/main">
  <p:tag name="AS_UNIQUEID" val="2644"/>
</p:tagLst>
</file>

<file path=ppt/tags/tag130.xml><?xml version="1.0" encoding="utf-8"?>
<p:tagLst xmlns:p="http://schemas.openxmlformats.org/presentationml/2006/main">
  <p:tag name="AS_UNIQUEID" val="2645"/>
  <p:tag name="KSO_WM_BEAUTIFY_FLAG" val=""/>
</p:tagLst>
</file>

<file path=ppt/tags/tag131.xml><?xml version="1.0" encoding="utf-8"?>
<p:tagLst xmlns:p="http://schemas.openxmlformats.org/presentationml/2006/main">
  <p:tag name="AS_UNIQUEID" val="2646"/>
  <p:tag name="KSO_WM_BEAUTIFY_FLAG" val=""/>
</p:tagLst>
</file>

<file path=ppt/tags/tag132.xml><?xml version="1.0" encoding="utf-8"?>
<p:tagLst xmlns:p="http://schemas.openxmlformats.org/presentationml/2006/main">
  <p:tag name="AS_UNIQUEID" val="2647"/>
</p:tagLst>
</file>

<file path=ppt/tags/tag133.xml><?xml version="1.0" encoding="utf-8"?>
<p:tagLst xmlns:p="http://schemas.openxmlformats.org/presentationml/2006/main">
  <p:tag name="AS_UNIQUEID" val="2648"/>
</p:tagLst>
</file>

<file path=ppt/tags/tag134.xml><?xml version="1.0" encoding="utf-8"?>
<p:tagLst xmlns:p="http://schemas.openxmlformats.org/presentationml/2006/main">
  <p:tag name="AS_UNIQUEID" val="2649"/>
</p:tagLst>
</file>

<file path=ppt/tags/tag135.xml><?xml version="1.0" encoding="utf-8"?>
<p:tagLst xmlns:p="http://schemas.openxmlformats.org/presentationml/2006/main">
  <p:tag name="AS_UNIQUEID" val="2650"/>
</p:tagLst>
</file>

<file path=ppt/tags/tag136.xml><?xml version="1.0" encoding="utf-8"?>
<p:tagLst xmlns:p="http://schemas.openxmlformats.org/presentationml/2006/main">
  <p:tag name="AS_UNIQUEID" val="2651"/>
</p:tagLst>
</file>

<file path=ppt/tags/tag137.xml><?xml version="1.0" encoding="utf-8"?>
<p:tagLst xmlns:p="http://schemas.openxmlformats.org/presentationml/2006/main">
  <p:tag name="AS_UNIQUEID" val="2652"/>
</p:tagLst>
</file>

<file path=ppt/tags/tag138.xml><?xml version="1.0" encoding="utf-8"?>
<p:tagLst xmlns:p="http://schemas.openxmlformats.org/presentationml/2006/main">
  <p:tag name="AS_UNIQUEID" val="2653"/>
</p:tagLst>
</file>

<file path=ppt/tags/tag139.xml><?xml version="1.0" encoding="utf-8"?>
<p:tagLst xmlns:p="http://schemas.openxmlformats.org/presentationml/2006/main">
  <p:tag name="AS_UNIQUEID" val="2654"/>
</p:tagLst>
</file>

<file path=ppt/tags/tag140.xml><?xml version="1.0" encoding="utf-8"?>
<p:tagLst xmlns:p="http://schemas.openxmlformats.org/presentationml/2006/main">
  <p:tag name="AS_UNIQUEID" val="2655"/>
</p:tagLst>
</file>

<file path=ppt/tags/tag141.xml><?xml version="1.0" encoding="utf-8"?>
<p:tagLst xmlns:p="http://schemas.openxmlformats.org/presentationml/2006/main">
  <p:tag name="AS_UNIQUEID" val="2656"/>
</p:tagLst>
</file>

<file path=ppt/tags/tag142.xml><?xml version="1.0" encoding="utf-8"?>
<p:tagLst xmlns:p="http://schemas.openxmlformats.org/presentationml/2006/main">
  <p:tag name="AS_UNIQUEID" val="2657"/>
</p:tagLst>
</file>

<file path=ppt/tags/tag143.xml><?xml version="1.0" encoding="utf-8"?>
<p:tagLst xmlns:p="http://schemas.openxmlformats.org/presentationml/2006/main">
  <p:tag name="AS_UNIQUEID" val="2658"/>
</p:tagLst>
</file>

<file path=ppt/tags/tag144.xml><?xml version="1.0" encoding="utf-8"?>
<p:tagLst xmlns:p="http://schemas.openxmlformats.org/presentationml/2006/main">
  <p:tag name="AS_UNIQUEID" val="2659"/>
</p:tagLst>
</file>

<file path=ppt/tags/tag145.xml><?xml version="1.0" encoding="utf-8"?>
<p:tagLst xmlns:p="http://schemas.openxmlformats.org/presentationml/2006/main">
  <p:tag name="AS_UNIQUEID" val="2660"/>
</p:tagLst>
</file>

<file path=ppt/tags/tag146.xml><?xml version="1.0" encoding="utf-8"?>
<p:tagLst xmlns:p="http://schemas.openxmlformats.org/presentationml/2006/main">
  <p:tag name="AS_UNIQUEID" val="2661"/>
</p:tagLst>
</file>

<file path=ppt/tags/tag147.xml><?xml version="1.0" encoding="utf-8"?>
<p:tagLst xmlns:p="http://schemas.openxmlformats.org/presentationml/2006/main">
  <p:tag name="AS_UNIQUEID" val="2662"/>
</p:tagLst>
</file>

<file path=ppt/tags/tag148.xml><?xml version="1.0" encoding="utf-8"?>
<p:tagLst xmlns:p="http://schemas.openxmlformats.org/presentationml/2006/main">
  <p:tag name="AS_UNIQUEID" val="2663"/>
</p:tagLst>
</file>

<file path=ppt/tags/tag149.xml><?xml version="1.0" encoding="utf-8"?>
<p:tagLst xmlns:p="http://schemas.openxmlformats.org/presentationml/2006/main">
  <p:tag name="AS_UNIQUEID" val="2664"/>
</p:tagLst>
</file>

<file path=ppt/tags/tag150.xml><?xml version="1.0" encoding="utf-8"?>
<p:tagLst xmlns:p="http://schemas.openxmlformats.org/presentationml/2006/main">
  <p:tag name="AS_UNIQUEID" val="2665"/>
</p:tagLst>
</file>

<file path=ppt/tags/tag151.xml><?xml version="1.0" encoding="utf-8"?>
<p:tagLst xmlns:p="http://schemas.openxmlformats.org/presentationml/2006/main">
  <p:tag name="AS_UNIQUEID" val="2666"/>
</p:tagLst>
</file>

<file path=ppt/tags/tag152.xml><?xml version="1.0" encoding="utf-8"?>
<p:tagLst xmlns:p="http://schemas.openxmlformats.org/presentationml/2006/main">
  <p:tag name="AS_UNIQUEID" val="2667"/>
</p:tagLst>
</file>

<file path=ppt/tags/tag153.xml><?xml version="1.0" encoding="utf-8"?>
<p:tagLst xmlns:p="http://schemas.openxmlformats.org/presentationml/2006/main">
  <p:tag name="AS_UNIQUEID" val="2668"/>
</p:tagLst>
</file>

<file path=ppt/tags/tag154.xml><?xml version="1.0" encoding="utf-8"?>
<p:tagLst xmlns:p="http://schemas.openxmlformats.org/presentationml/2006/main">
  <p:tag name="AS_UNIQUEID" val="2669"/>
</p:tagLst>
</file>

<file path=ppt/tags/tag155.xml><?xml version="1.0" encoding="utf-8"?>
<p:tagLst xmlns:p="http://schemas.openxmlformats.org/presentationml/2006/main">
  <p:tag name="AS_UNIQUEID" val="2670"/>
</p:tagLst>
</file>

<file path=ppt/tags/tag156.xml><?xml version="1.0" encoding="utf-8"?>
<p:tagLst xmlns:p="http://schemas.openxmlformats.org/presentationml/2006/main">
  <p:tag name="AS_UNIQUEID" val="2671"/>
</p:tagLst>
</file>

<file path=ppt/tags/tag157.xml><?xml version="1.0" encoding="utf-8"?>
<p:tagLst xmlns:p="http://schemas.openxmlformats.org/presentationml/2006/main">
  <p:tag name="AS_UNIQUEID" val="2672"/>
</p:tagLst>
</file>

<file path=ppt/tags/tag158.xml><?xml version="1.0" encoding="utf-8"?>
<p:tagLst xmlns:p="http://schemas.openxmlformats.org/presentationml/2006/main">
  <p:tag name="AS_UNIQUEID" val="2673"/>
</p:tagLst>
</file>

<file path=ppt/tags/tag159.xml><?xml version="1.0" encoding="utf-8"?>
<p:tagLst xmlns:p="http://schemas.openxmlformats.org/presentationml/2006/main">
  <p:tag name="AS_UNIQUEID" val="2674"/>
</p:tagLst>
</file>

<file path=ppt/tags/tag160.xml><?xml version="1.0" encoding="utf-8"?>
<p:tagLst xmlns:p="http://schemas.openxmlformats.org/presentationml/2006/main">
  <p:tag name="AS_UNIQUEID" val="2675"/>
</p:tagLst>
</file>

<file path=ppt/tags/tag161.xml><?xml version="1.0" encoding="utf-8"?>
<p:tagLst xmlns:p="http://schemas.openxmlformats.org/presentationml/2006/main">
  <p:tag name="AS_UNIQUEID" val="2676"/>
</p:tagLst>
</file>

<file path=ppt/tags/tag162.xml><?xml version="1.0" encoding="utf-8"?>
<p:tagLst xmlns:p="http://schemas.openxmlformats.org/presentationml/2006/main">
  <p:tag name="AS_UNIQUEID" val="2677"/>
</p:tagLst>
</file>

<file path=ppt/tags/tag163.xml><?xml version="1.0" encoding="utf-8"?>
<p:tagLst xmlns:p="http://schemas.openxmlformats.org/presentationml/2006/main">
  <p:tag name="AS_UNIQUEID" val="2678"/>
</p:tagLst>
</file>

<file path=ppt/tags/tag164.xml><?xml version="1.0" encoding="utf-8"?>
<p:tagLst xmlns:p="http://schemas.openxmlformats.org/presentationml/2006/main">
  <p:tag name="AS_UNIQUEID" val="2679"/>
</p:tagLst>
</file>

<file path=ppt/tags/tag165.xml><?xml version="1.0" encoding="utf-8"?>
<p:tagLst xmlns:p="http://schemas.openxmlformats.org/presentationml/2006/main">
  <p:tag name="AS_UNIQUEID" val="2680"/>
</p:tagLst>
</file>

<file path=ppt/tags/tag166.xml><?xml version="1.0" encoding="utf-8"?>
<p:tagLst xmlns:p="http://schemas.openxmlformats.org/presentationml/2006/main">
  <p:tag name="AS_UNIQUEID" val="2681"/>
</p:tagLst>
</file>

<file path=ppt/tags/tag167.xml><?xml version="1.0" encoding="utf-8"?>
<p:tagLst xmlns:p="http://schemas.openxmlformats.org/presentationml/2006/main">
  <p:tag name="AS_UNIQUEID" val="2682"/>
</p:tagLst>
</file>

<file path=ppt/tags/tag168.xml><?xml version="1.0" encoding="utf-8"?>
<p:tagLst xmlns:p="http://schemas.openxmlformats.org/presentationml/2006/main">
  <p:tag name="AS_UNIQUEID" val="2683"/>
</p:tagLst>
</file>

<file path=ppt/tags/tag169.xml><?xml version="1.0" encoding="utf-8"?>
<p:tagLst xmlns:p="http://schemas.openxmlformats.org/presentationml/2006/main">
  <p:tag name="AS_UNIQUEID" val="2684"/>
  <p:tag name="KSO_WM_BEAUTIFY_FLAG" val=""/>
</p:tagLst>
</file>

<file path=ppt/tags/tag170.xml><?xml version="1.0" encoding="utf-8"?>
<p:tagLst xmlns:p="http://schemas.openxmlformats.org/presentationml/2006/main">
  <p:tag name="AS_UNIQUEID" val="2685"/>
  <p:tag name="KSO_WM_BEAUTIFY_FLAG" val=""/>
</p:tagLst>
</file>

<file path=ppt/tags/tag171.xml><?xml version="1.0" encoding="utf-8"?>
<p:tagLst xmlns:p="http://schemas.openxmlformats.org/presentationml/2006/main">
  <p:tag name="AS_UNIQUEID" val="2686"/>
</p:tagLst>
</file>

<file path=ppt/tags/tag172.xml><?xml version="1.0" encoding="utf-8"?>
<p:tagLst xmlns:p="http://schemas.openxmlformats.org/presentationml/2006/main">
  <p:tag name="AS_UNIQUEID" val="2687"/>
  <p:tag name="KSO_WM_BEAUTIFY_FLAG" val=""/>
</p:tagLst>
</file>

<file path=ppt/tags/tag173.xml><?xml version="1.0" encoding="utf-8"?>
<p:tagLst xmlns:p="http://schemas.openxmlformats.org/presentationml/2006/main">
  <p:tag name="AS_UNIQUEID" val="2688"/>
  <p:tag name="KSO_WM_BEAUTIFY_FLAG" val=""/>
</p:tagLst>
</file>

<file path=ppt/tags/tag174.xml><?xml version="1.0" encoding="utf-8"?>
<p:tagLst xmlns:p="http://schemas.openxmlformats.org/presentationml/2006/main">
  <p:tag name="AS_UNIQUEID" val="2689"/>
  <p:tag name="KSO_WM_BEAUTIFY_FLAG" val=""/>
</p:tagLst>
</file>

<file path=ppt/tags/tag175.xml><?xml version="1.0" encoding="utf-8"?>
<p:tagLst xmlns:p="http://schemas.openxmlformats.org/presentationml/2006/main">
  <p:tag name="AS_UNIQUEID" val="2690"/>
  <p:tag name="KSO_WM_BEAUTIFY_FLAG" val=""/>
</p:tagLst>
</file>

<file path=ppt/tags/tag176.xml><?xml version="1.0" encoding="utf-8"?>
<p:tagLst xmlns:p="http://schemas.openxmlformats.org/presentationml/2006/main">
  <p:tag name="AS_UNIQUEID" val="2691"/>
  <p:tag name="KSO_WM_BEAUTIFY_FLAG" val=""/>
</p:tagLst>
</file>

<file path=ppt/tags/tag177.xml><?xml version="1.0" encoding="utf-8"?>
<p:tagLst xmlns:p="http://schemas.openxmlformats.org/presentationml/2006/main">
  <p:tag name="AS_UNIQUEID" val="2692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178.xml><?xml version="1.0" encoding="utf-8"?>
<p:tagLst xmlns:p="http://schemas.openxmlformats.org/presentationml/2006/main">
  <p:tag name="AS_UNIQUEID" val="2693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179.xml><?xml version="1.0" encoding="utf-8"?>
<p:tagLst xmlns:p="http://schemas.openxmlformats.org/presentationml/2006/main">
  <p:tag name="AS_UNIQUEID" val="2694"/>
</p:tagLst>
</file>

<file path=ppt/tags/tag180.xml><?xml version="1.0" encoding="utf-8"?>
<p:tagLst xmlns:p="http://schemas.openxmlformats.org/presentationml/2006/main">
  <p:tag name="AS_UNIQUEID" val="2695"/>
</p:tagLst>
</file>

<file path=ppt/tags/tag181.xml><?xml version="1.0" encoding="utf-8"?>
<p:tagLst xmlns:p="http://schemas.openxmlformats.org/presentationml/2006/main">
  <p:tag name="AS_UNIQUEID" val="2696"/>
  <p:tag name="KSO_WM_BEAUTIFY_FLAG" val=""/>
  <p:tag name="KSO_WM_UNIT_FILL_FORE_SCHEMECOLOR_INDEX" val="15"/>
  <p:tag name="KSO_WM_UNIT_FILL_FORE_SCHEMECOLOR_INDEX_BRIGHTNESS" val="0.6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82.xml><?xml version="1.0" encoding="utf-8"?>
<p:tagLst xmlns:p="http://schemas.openxmlformats.org/presentationml/2006/main">
  <p:tag name="AS_UNIQUEID" val="2697"/>
</p:tagLst>
</file>

<file path=ppt/tags/tag183.xml><?xml version="1.0" encoding="utf-8"?>
<p:tagLst xmlns:p="http://schemas.openxmlformats.org/presentationml/2006/main">
  <p:tag name="AS_UNIQUEID" val="2698"/>
  <p:tag name="KSO_WM_BEAUTIFY_FLAG" val="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84.xml><?xml version="1.0" encoding="utf-8"?>
<p:tagLst xmlns:p="http://schemas.openxmlformats.org/presentationml/2006/main">
  <p:tag name="AS_UNIQUEID" val="2699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185.xml><?xml version="1.0" encoding="utf-8"?>
<p:tagLst xmlns:p="http://schemas.openxmlformats.org/presentationml/2006/main">
  <p:tag name="AS_UNIQUEID" val="2700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186.xml><?xml version="1.0" encoding="utf-8"?>
<p:tagLst xmlns:p="http://schemas.openxmlformats.org/presentationml/2006/main">
  <p:tag name="AS_UNIQUEID" val="2701"/>
</p:tagLst>
</file>

<file path=ppt/tags/tag187.xml><?xml version="1.0" encoding="utf-8"?>
<p:tagLst xmlns:p="http://schemas.openxmlformats.org/presentationml/2006/main">
  <p:tag name="AS_UNIQUEID" val="2702"/>
  <p:tag name="KSO_WM_BEAUTIFY_FLAG" val=""/>
  <p:tag name="KSO_WM_UNIT_FILL_FORE_SCHEMECOLOR_INDEX" val="15"/>
  <p:tag name="KSO_WM_UNIT_FILL_FORE_SCHEMECOLOR_INDEX_BRIGHTNESS" val="0.6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88.xml><?xml version="1.0" encoding="utf-8"?>
<p:tagLst xmlns:p="http://schemas.openxmlformats.org/presentationml/2006/main">
  <p:tag name="AS_UNIQUEID" val="2703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189.xml><?xml version="1.0" encoding="utf-8"?>
<p:tagLst xmlns:p="http://schemas.openxmlformats.org/presentationml/2006/main">
  <p:tag name="AS_UNIQUEID" val="2704"/>
</p:tagLst>
</file>

<file path=ppt/tags/tag190.xml><?xml version="1.0" encoding="utf-8"?>
<p:tagLst xmlns:p="http://schemas.openxmlformats.org/presentationml/2006/main">
  <p:tag name="AS_UNIQUEID" val="2705"/>
  <p:tag name="KSO_WM_BEAUTIFY_FLAG" val=""/>
</p:tagLst>
</file>

<file path=ppt/tags/tag191.xml><?xml version="1.0" encoding="utf-8"?>
<p:tagLst xmlns:p="http://schemas.openxmlformats.org/presentationml/2006/main">
  <p:tag name="AS_UNIQUEID" val="2706"/>
</p:tagLst>
</file>

<file path=ppt/tags/tag192.xml><?xml version="1.0" encoding="utf-8"?>
<p:tagLst xmlns:p="http://schemas.openxmlformats.org/presentationml/2006/main">
  <p:tag name="AS_UNIQUEID" val="2707"/>
  <p:tag name="KSO_WM_BEAUTIFY_FLAG" val=""/>
</p:tagLst>
</file>

<file path=ppt/tags/tag193.xml><?xml version="1.0" encoding="utf-8"?>
<p:tagLst xmlns:p="http://schemas.openxmlformats.org/presentationml/2006/main">
  <p:tag name="AS_UNIQUEID" val="2708"/>
  <p:tag name="KSO_WM_BEAUTIFY_FLAG" val="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94.xml><?xml version="1.0" encoding="utf-8"?>
<p:tagLst xmlns:p="http://schemas.openxmlformats.org/presentationml/2006/main">
  <p:tag name="AS_UNIQUEID" val="2709"/>
</p:tagLst>
</file>

<file path=ppt/tags/tag195.xml><?xml version="1.0" encoding="utf-8"?>
<p:tagLst xmlns:p="http://schemas.openxmlformats.org/presentationml/2006/main">
  <p:tag name="AS_UNIQUEID" val="2710"/>
  <p:tag name="KSO_WM_BEAUTIFY_FLAG" val=""/>
</p:tagLst>
</file>

<file path=ppt/tags/tag196.xml><?xml version="1.0" encoding="utf-8"?>
<p:tagLst xmlns:p="http://schemas.openxmlformats.org/presentationml/2006/main">
  <p:tag name="AS_UNIQUEID" val="2711"/>
  <p:tag name="KSO_WM_BEAUTIFY_FLAG" val=""/>
</p:tagLst>
</file>

<file path=ppt/tags/tag197.xml><?xml version="1.0" encoding="utf-8"?>
<p:tagLst xmlns:p="http://schemas.openxmlformats.org/presentationml/2006/main">
  <p:tag name="AS_UNIQUEID" val="2712"/>
</p:tagLst>
</file>

<file path=ppt/tags/tag198.xml><?xml version="1.0" encoding="utf-8"?>
<p:tagLst xmlns:p="http://schemas.openxmlformats.org/presentationml/2006/main">
  <p:tag name="AS_UNIQUEID" val="2713"/>
  <p:tag name="KSO_WM_BEAUTIFY_FLAG" val=""/>
</p:tagLst>
</file>

<file path=ppt/tags/tag199.xml><?xml version="1.0" encoding="utf-8"?>
<p:tagLst xmlns:p="http://schemas.openxmlformats.org/presentationml/2006/main">
  <p:tag name="AS_UNIQUEID" val="2714"/>
  <p:tag name="KSO_WM_BEAUTIFY_FLAG" val=""/>
</p:tagLst>
</file>

<file path=ppt/tags/tag200.xml><?xml version="1.0" encoding="utf-8"?>
<p:tagLst xmlns:p="http://schemas.openxmlformats.org/presentationml/2006/main">
  <p:tag name="AS_UNIQUEID" val="2715"/>
</p:tagLst>
</file>

<file path=ppt/tags/tag201.xml><?xml version="1.0" encoding="utf-8"?>
<p:tagLst xmlns:p="http://schemas.openxmlformats.org/presentationml/2006/main">
  <p:tag name="AS_UNIQUEID" val="2716"/>
</p:tagLst>
</file>

<file path=ppt/tags/tag202.xml><?xml version="1.0" encoding="utf-8"?>
<p:tagLst xmlns:p="http://schemas.openxmlformats.org/presentationml/2006/main">
  <p:tag name="AS_UNIQUEID" val="2717"/>
</p:tagLst>
</file>

<file path=ppt/tags/tag203.xml><?xml version="1.0" encoding="utf-8"?>
<p:tagLst xmlns:p="http://schemas.openxmlformats.org/presentationml/2006/main">
  <p:tag name="AS_UNIQUEID" val="2718"/>
  <p:tag name="KSO_WM_UNIT_TEXT_FILL_FORE_SCHEMECOLOR_INDEX" val="13"/>
  <p:tag name="KSO_WM_UNIT_TEXT_FILL_FORE_SCHEMECOLOR_INDEX_BRIGHTNESS" val="0"/>
  <p:tag name="KSO_WM_UNIT_TEXT_FILL_TYPE" val="1"/>
</p:tagLst>
</file>

<file path=ppt/tags/tag204.xml><?xml version="1.0" encoding="utf-8"?>
<p:tagLst xmlns:p="http://schemas.openxmlformats.org/presentationml/2006/main">
  <p:tag name="AS_UNIQUEID" val="2719"/>
  <p:tag name="KSO_WM_BEAUTIFY_FLAG" val=""/>
</p:tagLst>
</file>

<file path=ppt/tags/tag205.xml><?xml version="1.0" encoding="utf-8"?>
<p:tagLst xmlns:p="http://schemas.openxmlformats.org/presentationml/2006/main">
  <p:tag name="AS_UNIQUEID" val="2720"/>
</p:tagLst>
</file>

<file path=ppt/tags/tag206.xml><?xml version="1.0" encoding="utf-8"?>
<p:tagLst xmlns:p="http://schemas.openxmlformats.org/presentationml/2006/main">
  <p:tag name="AS_UNIQUEID" val="2721"/>
</p:tagLst>
</file>

<file path=ppt/tags/tag207.xml><?xml version="1.0" encoding="utf-8"?>
<p:tagLst xmlns:p="http://schemas.openxmlformats.org/presentationml/2006/main">
  <p:tag name="AS_UNIQUEID" val="2722"/>
</p:tagLst>
</file>

<file path=ppt/tags/tag208.xml><?xml version="1.0" encoding="utf-8"?>
<p:tagLst xmlns:p="http://schemas.openxmlformats.org/presentationml/2006/main">
  <p:tag name="AS_UNIQUEID" val="2723"/>
</p:tagLst>
</file>

<file path=ppt/tags/tag209.xml><?xml version="1.0" encoding="utf-8"?>
<p:tagLst xmlns:p="http://schemas.openxmlformats.org/presentationml/2006/main">
  <p:tag name="AS_UNIQUEID" val="2724"/>
  <p:tag name="KSO_WM_BEAUTIFY_FLAG" val=""/>
</p:tagLst>
</file>

<file path=ppt/tags/tag210.xml><?xml version="1.0" encoding="utf-8"?>
<p:tagLst xmlns:p="http://schemas.openxmlformats.org/presentationml/2006/main">
  <p:tag name="AS_UNIQUEID" val="2725"/>
  <p:tag name="KSO_WM_BEAUTIFY_FLAG" val=""/>
</p:tagLst>
</file>

<file path=ppt/tags/tag211.xml><?xml version="1.0" encoding="utf-8"?>
<p:tagLst xmlns:p="http://schemas.openxmlformats.org/presentationml/2006/main">
  <p:tag name="AS_UNIQUEID" val="2726"/>
</p:tagLst>
</file>

<file path=ppt/tags/tag212.xml><?xml version="1.0" encoding="utf-8"?>
<p:tagLst xmlns:p="http://schemas.openxmlformats.org/presentationml/2006/main">
  <p:tag name="AS_UNIQUEID" val="2727"/>
  <p:tag name="KSO_WM_BEAUTIFY_FLAG" val=""/>
</p:tagLst>
</file>

<file path=ppt/tags/tag213.xml><?xml version="1.0" encoding="utf-8"?>
<p:tagLst xmlns:p="http://schemas.openxmlformats.org/presentationml/2006/main">
  <p:tag name="AS_UNIQUEID" val="2728"/>
  <p:tag name="KSO_WM_BEAUTIFY_FLAG" val=""/>
</p:tagLst>
</file>

<file path=ppt/tags/tag214.xml><?xml version="1.0" encoding="utf-8"?>
<p:tagLst xmlns:p="http://schemas.openxmlformats.org/presentationml/2006/main">
  <p:tag name="AS_UNIQUEID" val="2729"/>
</p:tagLst>
</file>

<file path=ppt/tags/tag215.xml><?xml version="1.0" encoding="utf-8"?>
<p:tagLst xmlns:p="http://schemas.openxmlformats.org/presentationml/2006/main">
  <p:tag name="AS_UNIQUEID" val="2730"/>
  <p:tag name="KSO_WM_BEAUTIFY_FLAG" val=""/>
</p:tagLst>
</file>

<file path=ppt/tags/tag216.xml><?xml version="1.0" encoding="utf-8"?>
<p:tagLst xmlns:p="http://schemas.openxmlformats.org/presentationml/2006/main">
  <p:tag name="AS_UNIQUEID" val="2731"/>
  <p:tag name="KSO_WM_BEAUTIFY_FLAG" val=""/>
</p:tagLst>
</file>

<file path=ppt/tags/tag217.xml><?xml version="1.0" encoding="utf-8"?>
<p:tagLst xmlns:p="http://schemas.openxmlformats.org/presentationml/2006/main">
  <p:tag name="AS_UNIQUEID" val="2732"/>
</p:tagLst>
</file>

<file path=ppt/tags/tag218.xml><?xml version="1.0" encoding="utf-8"?>
<p:tagLst xmlns:p="http://schemas.openxmlformats.org/presentationml/2006/main">
  <p:tag name="AS_UNIQUEID" val="2733"/>
  <p:tag name="KSO_WM_BEAUTIFY_FLAG" val=""/>
</p:tagLst>
</file>

<file path=ppt/tags/tag219.xml><?xml version="1.0" encoding="utf-8"?>
<p:tagLst xmlns:p="http://schemas.openxmlformats.org/presentationml/2006/main">
  <p:tag name="AS_UNIQUEID" val="2734"/>
</p:tagLst>
</file>

<file path=ppt/tags/tag220.xml><?xml version="1.0" encoding="utf-8"?>
<p:tagLst xmlns:p="http://schemas.openxmlformats.org/presentationml/2006/main">
  <p:tag name="AS_UNIQUEID" val="2172"/>
</p:tagLst>
</file>

<file path=ppt/tags/tag221.xml><?xml version="1.0" encoding="utf-8"?>
<p:tagLst xmlns:p="http://schemas.openxmlformats.org/presentationml/2006/main">
  <p:tag name="AS_UNIQUEID" val="2735"/>
</p:tagLst>
</file>

<file path=ppt/tags/tag222.xml><?xml version="1.0" encoding="utf-8"?>
<p:tagLst xmlns:p="http://schemas.openxmlformats.org/presentationml/2006/main">
  <p:tag name="AS_UNIQUEID" val="2736"/>
  <p:tag name="KSO_WM_BEAUTIFY_FLAG" val=""/>
</p:tagLst>
</file>

<file path=ppt/tags/tag223.xml><?xml version="1.0" encoding="utf-8"?>
<p:tagLst xmlns:p="http://schemas.openxmlformats.org/presentationml/2006/main">
  <p:tag name="AS_UNIQUEID" val="2737"/>
</p:tagLst>
</file>

<file path=ppt/tags/tag224.xml><?xml version="1.0" encoding="utf-8"?>
<p:tagLst xmlns:p="http://schemas.openxmlformats.org/presentationml/2006/main">
  <p:tag name="AS_UNIQUEID" val="2738"/>
  <p:tag name="KSO_WM_BEAUTIFY_FLAG" val=""/>
</p:tagLst>
</file>

<file path=ppt/tags/tag225.xml><?xml version="1.0" encoding="utf-8"?>
<p:tagLst xmlns:p="http://schemas.openxmlformats.org/presentationml/2006/main">
  <p:tag name="AS_UNIQUEID" val="2739"/>
  <p:tag name="KSO_WM_BEAUTIFY_FLAG" val=""/>
</p:tagLst>
</file>

<file path=ppt/tags/tag226.xml><?xml version="1.0" encoding="utf-8"?>
<p:tagLst xmlns:p="http://schemas.openxmlformats.org/presentationml/2006/main">
  <p:tag name="AS_UNIQUEID" val="2740"/>
  <p:tag name="KSO_WM_BEAUTIFY_FLAG" val=""/>
</p:tagLst>
</file>

<file path=ppt/tags/tag227.xml><?xml version="1.0" encoding="utf-8"?>
<p:tagLst xmlns:p="http://schemas.openxmlformats.org/presentationml/2006/main">
  <p:tag name="AS_UNIQUEID" val="2741"/>
</p:tagLst>
</file>

<file path=ppt/tags/tag228.xml><?xml version="1.0" encoding="utf-8"?>
<p:tagLst xmlns:p="http://schemas.openxmlformats.org/presentationml/2006/main">
  <p:tag name="AS_UNIQUEID" val="2742"/>
</p:tagLst>
</file>

<file path=ppt/tags/tag229.xml><?xml version="1.0" encoding="utf-8"?>
<p:tagLst xmlns:p="http://schemas.openxmlformats.org/presentationml/2006/main">
  <p:tag name="AS_UNIQUEID" val="2743"/>
  <p:tag name="KSO_WM_BEAUTIFY_FLAG" val=""/>
</p:tagLst>
</file>

<file path=ppt/tags/tag230.xml><?xml version="1.0" encoding="utf-8"?>
<p:tagLst xmlns:p="http://schemas.openxmlformats.org/presentationml/2006/main">
  <p:tag name="AS_UNIQUEID" val="2744"/>
  <p:tag name="KSO_WM_BEAUTIFY_FLAG" val=""/>
</p:tagLst>
</file>

<file path=ppt/tags/tag231.xml><?xml version="1.0" encoding="utf-8"?>
<p:tagLst xmlns:p="http://schemas.openxmlformats.org/presentationml/2006/main">
  <p:tag name="AS_UNIQUEID" val="2745"/>
</p:tagLst>
</file>

<file path=ppt/tags/tag232.xml><?xml version="1.0" encoding="utf-8"?>
<p:tagLst xmlns:p="http://schemas.openxmlformats.org/presentationml/2006/main">
  <p:tag name="AS_UNIQUEID" val="2178"/>
</p:tagLst>
</file>

<file path=ppt/tags/tag233.xml><?xml version="1.0" encoding="utf-8"?>
<p:tagLst xmlns:p="http://schemas.openxmlformats.org/presentationml/2006/main">
  <p:tag name="AS_UNIQUEID" val="2746"/>
</p:tagLst>
</file>

<file path=ppt/tags/tag234.xml><?xml version="1.0" encoding="utf-8"?>
<p:tagLst xmlns:p="http://schemas.openxmlformats.org/presentationml/2006/main">
  <p:tag name="AS_UNIQUEID" val="2747"/>
  <p:tag name="KSO_WM_BEAUTIFY_FLAG" val=""/>
  <p:tag name="KSO_WM_DIAGRAM_VIRTUALLY_FRAME" val="{&quot;height&quot;:200.10771653543307,&quot;left&quot;:50.89181102362204,&quot;top&quot;:262.4422834645669,&quot;width&quot;:443.558188976378}"/>
</p:tagLst>
</file>

<file path=ppt/tags/tag235.xml><?xml version="1.0" encoding="utf-8"?>
<p:tagLst xmlns:p="http://schemas.openxmlformats.org/presentationml/2006/main">
  <p:tag name="AS_UNIQUEID" val="2748"/>
</p:tagLst>
</file>

<file path=ppt/tags/tag236.xml><?xml version="1.0" encoding="utf-8"?>
<p:tagLst xmlns:p="http://schemas.openxmlformats.org/presentationml/2006/main">
  <p:tag name="AS_UNIQUEID" val="2749"/>
</p:tagLst>
</file>

<file path=ppt/tags/tag237.xml><?xml version="1.0" encoding="utf-8"?>
<p:tagLst xmlns:p="http://schemas.openxmlformats.org/presentationml/2006/main">
  <p:tag name="AS_UNIQUEID" val="2750"/>
  <p:tag name="KSO_WM_BEAUTIFY_FLAG" val=""/>
</p:tagLst>
</file>

<file path=ppt/tags/tag238.xml><?xml version="1.0" encoding="utf-8"?>
<p:tagLst xmlns:p="http://schemas.openxmlformats.org/presentationml/2006/main">
  <p:tag name="AS_UNIQUEID" val="2751"/>
  <p:tag name="KSO_WM_BEAUTIFY_FLAG" val=""/>
</p:tagLst>
</file>

<file path=ppt/tags/tag239.xml><?xml version="1.0" encoding="utf-8"?>
<p:tagLst xmlns:p="http://schemas.openxmlformats.org/presentationml/2006/main">
  <p:tag name="AS_UNIQUEID" val="2752"/>
</p:tagLst>
</file>

<file path=ppt/tags/tag240.xml><?xml version="1.0" encoding="utf-8"?>
<p:tagLst xmlns:p="http://schemas.openxmlformats.org/presentationml/2006/main">
  <p:tag name="AS_UNIQUEID" val="2753"/>
</p:tagLst>
</file>

<file path=ppt/tags/tag241.xml><?xml version="1.0" encoding="utf-8"?>
<p:tagLst xmlns:p="http://schemas.openxmlformats.org/presentationml/2006/main">
  <p:tag name="AS_UNIQUEID" val="2754"/>
</p:tagLst>
</file>

<file path=ppt/tags/tag242.xml><?xml version="1.0" encoding="utf-8"?>
<p:tagLst xmlns:p="http://schemas.openxmlformats.org/presentationml/2006/main">
  <p:tag name="AS_UNIQUEID" val="2755"/>
  <p:tag name="KSO_WM_BEAUTIFY_FLAG" val=""/>
</p:tagLst>
</file>

<file path=ppt/tags/tag243.xml><?xml version="1.0" encoding="utf-8"?>
<p:tagLst xmlns:p="http://schemas.openxmlformats.org/presentationml/2006/main">
  <p:tag name="AS_UNIQUEID" val="2756"/>
  <p:tag name="KSO_WM_BEAUTIFY_FLAG" val=""/>
</p:tagLst>
</file>

<file path=ppt/tags/tag244.xml><?xml version="1.0" encoding="utf-8"?>
<p:tagLst xmlns:p="http://schemas.openxmlformats.org/presentationml/2006/main">
  <p:tag name="AS_UNIQUEID" val="2757"/>
  <p:tag name="KSO_WM_BEAUTIFY_FLAG" val=""/>
</p:tagLst>
</file>

<file path=ppt/tags/tag245.xml><?xml version="1.0" encoding="utf-8"?>
<p:tagLst xmlns:p="http://schemas.openxmlformats.org/presentationml/2006/main">
  <p:tag name="AS_UNIQUEID" val="2179"/>
</p:tagLst>
</file>

<file path=ppt/tags/tag246.xml><?xml version="1.0" encoding="utf-8"?>
<p:tagLst xmlns:p="http://schemas.openxmlformats.org/presentationml/2006/main">
  <p:tag name="AS_UNIQUEID" val="2181"/>
</p:tagLst>
</file>

<file path=ppt/tags/tag247.xml><?xml version="1.0" encoding="utf-8"?>
<p:tagLst xmlns:p="http://schemas.openxmlformats.org/presentationml/2006/main">
  <p:tag name="AS_UNIQUEID" val="2758"/>
</p:tagLst>
</file>

<file path=ppt/tags/tag248.xml><?xml version="1.0" encoding="utf-8"?>
<p:tagLst xmlns:p="http://schemas.openxmlformats.org/presentationml/2006/main">
  <p:tag name="AS_UNIQUEID" val="2759"/>
  <p:tag name="KSO_WM_BEAUTIFY_FLAG" val=""/>
</p:tagLst>
</file>

<file path=ppt/tags/tag249.xml><?xml version="1.0" encoding="utf-8"?>
<p:tagLst xmlns:p="http://schemas.openxmlformats.org/presentationml/2006/main">
  <p:tag name="AS_UNIQUEID" val="2760"/>
</p:tagLst>
</file>

<file path=ppt/tags/tag250.xml><?xml version="1.0" encoding="utf-8"?>
<p:tagLst xmlns:p="http://schemas.openxmlformats.org/presentationml/2006/main">
  <p:tag name="AS_UNIQUEID" val="2761"/>
  <p:tag name="KSO_WM_BEAUTIFY_FLAG" val=""/>
</p:tagLst>
</file>

<file path=ppt/tags/tag251.xml><?xml version="1.0" encoding="utf-8"?>
<p:tagLst xmlns:p="http://schemas.openxmlformats.org/presentationml/2006/main">
  <p:tag name="AS_UNIQUEID" val="2762"/>
  <p:tag name="KSO_WM_BEAUTIFY_FLAG" val=""/>
</p:tagLst>
</file>

<file path=ppt/tags/tag252.xml><?xml version="1.0" encoding="utf-8"?>
<p:tagLst xmlns:p="http://schemas.openxmlformats.org/presentationml/2006/main">
  <p:tag name="AS_UNIQUEID" val="2763"/>
</p:tagLst>
</file>

<file path=ppt/tags/tag253.xml><?xml version="1.0" encoding="utf-8"?>
<p:tagLst xmlns:p="http://schemas.openxmlformats.org/presentationml/2006/main">
  <p:tag name="AS_UNIQUEID" val="2764"/>
  <p:tag name="KSO_WM_BEAUTIFY_FLAG" val=""/>
</p:tagLst>
</file>

<file path=ppt/tags/tag254.xml><?xml version="1.0" encoding="utf-8"?>
<p:tagLst xmlns:p="http://schemas.openxmlformats.org/presentationml/2006/main">
  <p:tag name="AS_UNIQUEID" val="2765"/>
  <p:tag name="KSO_WM_BEAUTIFY_FLAG" val=""/>
</p:tagLst>
</file>

<file path=ppt/tags/tag255.xml><?xml version="1.0" encoding="utf-8"?>
<p:tagLst xmlns:p="http://schemas.openxmlformats.org/presentationml/2006/main">
  <p:tag name="AS_UNIQUEID" val="2766"/>
</p:tagLst>
</file>

<file path=ppt/tags/tag256.xml><?xml version="1.0" encoding="utf-8"?>
<p:tagLst xmlns:p="http://schemas.openxmlformats.org/presentationml/2006/main">
  <p:tag name="AS_UNIQUEID" val="2767"/>
</p:tagLst>
</file>

<file path=ppt/tags/tag257.xml><?xml version="1.0" encoding="utf-8"?>
<p:tagLst xmlns:p="http://schemas.openxmlformats.org/presentationml/2006/main">
  <p:tag name="AS_UNIQUEID" val="2768"/>
</p:tagLst>
</file>

<file path=ppt/tags/tag258.xml><?xml version="1.0" encoding="utf-8"?>
<p:tagLst xmlns:p="http://schemas.openxmlformats.org/presentationml/2006/main">
  <p:tag name="AS_UNIQUEID" val="2769"/>
  <p:tag name="KSO_WM_BEAUTIFY_FLAG" val=""/>
</p:tagLst>
</file>

<file path=ppt/tags/tag259.xml><?xml version="1.0" encoding="utf-8"?>
<p:tagLst xmlns:p="http://schemas.openxmlformats.org/presentationml/2006/main">
  <p:tag name="AS_UNIQUEID" val="2770"/>
</p:tagLst>
</file>

<file path=ppt/tags/tag260.xml><?xml version="1.0" encoding="utf-8"?>
<p:tagLst xmlns:p="http://schemas.openxmlformats.org/presentationml/2006/main">
  <p:tag name="AS_UNIQUEID" val="2229"/>
  <p:tag name="KSO_WM_BEAUTIFY_FLAG" val=""/>
</p:tagLst>
</file>

<file path=ppt/tags/tag261.xml><?xml version="1.0" encoding="utf-8"?>
<p:tagLst xmlns:p="http://schemas.openxmlformats.org/presentationml/2006/main">
  <p:tag name="AS_UNIQUEID" val="2771"/>
  <p:tag name="KSO_WM_BEAUTIFY_FLAG" val=""/>
</p:tagLst>
</file>

<file path=ppt/tags/tag262.xml><?xml version="1.0" encoding="utf-8"?>
<p:tagLst xmlns:p="http://schemas.openxmlformats.org/presentationml/2006/main">
  <p:tag name="AS_UNIQUEID" val="2772"/>
</p:tagLst>
</file>

<file path=ppt/tags/tag263.xml><?xml version="1.0" encoding="utf-8"?>
<p:tagLst xmlns:p="http://schemas.openxmlformats.org/presentationml/2006/main">
  <p:tag name="AS_UNIQUEID" val="2773"/>
  <p:tag name="KSO_WM_BEAUTIFY_FLAG" val=""/>
</p:tagLst>
</file>

<file path=ppt/tags/tag264.xml><?xml version="1.0" encoding="utf-8"?>
<p:tagLst xmlns:p="http://schemas.openxmlformats.org/presentationml/2006/main">
  <p:tag name="AS_UNIQUEID" val="2774"/>
</p:tagLst>
</file>

<file path=ppt/tags/tag265.xml><?xml version="1.0" encoding="utf-8"?>
<p:tagLst xmlns:p="http://schemas.openxmlformats.org/presentationml/2006/main">
  <p:tag name="AS_UNIQUEID" val="2775"/>
  <p:tag name="KSO_WM_BEAUTIFY_FLAG" val=""/>
</p:tagLst>
</file>

<file path=ppt/tags/tag266.xml><?xml version="1.0" encoding="utf-8"?>
<p:tagLst xmlns:p="http://schemas.openxmlformats.org/presentationml/2006/main">
  <p:tag name="AS_UNIQUEID" val="2230"/>
  <p:tag name="KSO_WM_BEAUTIFY_FLAG" val=""/>
</p:tagLst>
</file>

<file path=ppt/tags/tag267.xml><?xml version="1.0" encoding="utf-8"?>
<p:tagLst xmlns:p="http://schemas.openxmlformats.org/presentationml/2006/main">
  <p:tag name="AS_UNIQUEID" val="2776"/>
</p:tagLst>
</file>

<file path=ppt/tags/tag268.xml><?xml version="1.0" encoding="utf-8"?>
<p:tagLst xmlns:p="http://schemas.openxmlformats.org/presentationml/2006/main">
  <p:tag name="AS_UNIQUEID" val="2777"/>
  <p:tag name="KSO_WM_BEAUTIFY_FLAG" val=""/>
</p:tagLst>
</file>

<file path=ppt/tags/tag269.xml><?xml version="1.0" encoding="utf-8"?>
<p:tagLst xmlns:p="http://schemas.openxmlformats.org/presentationml/2006/main">
  <p:tag name="AS_UNIQUEID" val="2778"/>
  <p:tag name="KSO_WM_BEAUTIFY_FLAG" val=""/>
</p:tagLst>
</file>

<file path=ppt/tags/tag270.xml><?xml version="1.0" encoding="utf-8"?>
<p:tagLst xmlns:p="http://schemas.openxmlformats.org/presentationml/2006/main">
  <p:tag name="AS_UNIQUEID" val="2779"/>
</p:tagLst>
</file>

<file path=ppt/tags/tag271.xml><?xml version="1.0" encoding="utf-8"?>
<p:tagLst xmlns:p="http://schemas.openxmlformats.org/presentationml/2006/main">
  <p:tag name="AS_UNIQUEID" val="2780"/>
  <p:tag name="KSO_WM_BEAUTIFY_FLAG" val=""/>
</p:tagLst>
</file>

<file path=ppt/tags/tag272.xml><?xml version="1.0" encoding="utf-8"?>
<p:tagLst xmlns:p="http://schemas.openxmlformats.org/presentationml/2006/main">
  <p:tag name="AS_UNIQUEID" val="2781"/>
  <p:tag name="KSO_WM_BEAUTIFY_FLAG" val=""/>
</p:tagLst>
</file>

<file path=ppt/tags/tag273.xml><?xml version="1.0" encoding="utf-8"?>
<p:tagLst xmlns:p="http://schemas.openxmlformats.org/presentationml/2006/main">
  <p:tag name="AS_UNIQUEID" val="2782"/>
</p:tagLst>
</file>

<file path=ppt/tags/tag274.xml><?xml version="1.0" encoding="utf-8"?>
<p:tagLst xmlns:p="http://schemas.openxmlformats.org/presentationml/2006/main">
  <p:tag name="AS_UNIQUEID" val="2783"/>
  <p:tag name="KSO_WM_BEAUTIFY_FLAG" val=""/>
</p:tagLst>
</file>

<file path=ppt/tags/tag275.xml><?xml version="1.0" encoding="utf-8"?>
<p:tagLst xmlns:p="http://schemas.openxmlformats.org/presentationml/2006/main">
  <p:tag name="AS_UNIQUEID" val="2236"/>
  <p:tag name="KSO_WM_BEAUTIFY_FLAG" val=""/>
</p:tagLst>
</file>

<file path=ppt/tags/tag276.xml><?xml version="1.0" encoding="utf-8"?>
<p:tagLst xmlns:p="http://schemas.openxmlformats.org/presentationml/2006/main">
  <p:tag name="AS_UNIQUEID" val="2233"/>
</p:tagLst>
</file>

<file path=ppt/tags/tag277.xml><?xml version="1.0" encoding="utf-8"?>
<p:tagLst xmlns:p="http://schemas.openxmlformats.org/presentationml/2006/main">
  <p:tag name="AS_UNIQUEID" val="2234"/>
</p:tagLst>
</file>

<file path=ppt/tags/tag278.xml><?xml version="1.0" encoding="utf-8"?>
<p:tagLst xmlns:p="http://schemas.openxmlformats.org/presentationml/2006/main">
  <p:tag name="AS_UNIQUEID" val="2784"/>
</p:tagLst>
</file>

<file path=ppt/tags/tag279.xml><?xml version="1.0" encoding="utf-8"?>
<p:tagLst xmlns:p="http://schemas.openxmlformats.org/presentationml/2006/main">
  <p:tag name="AS_UNIQUEID" val="2785"/>
  <p:tag name="KSO_WM_BEAUTIFY_FLAG" val=""/>
</p:tagLst>
</file>

<file path=ppt/tags/tag280.xml><?xml version="1.0" encoding="utf-8"?>
<p:tagLst xmlns:p="http://schemas.openxmlformats.org/presentationml/2006/main">
  <p:tag name="AS_UNIQUEID" val="2786"/>
  <p:tag name="KSO_WM_BEAUTIFY_FLAG" val=""/>
</p:tagLst>
</file>

<file path=ppt/tags/tag281.xml><?xml version="1.0" encoding="utf-8"?>
<p:tagLst xmlns:p="http://schemas.openxmlformats.org/presentationml/2006/main">
  <p:tag name="AS_UNIQUEID" val="2787"/>
</p:tagLst>
</file>

<file path=ppt/tags/tag282.xml><?xml version="1.0" encoding="utf-8"?>
<p:tagLst xmlns:p="http://schemas.openxmlformats.org/presentationml/2006/main">
  <p:tag name="AS_UNIQUEID" val="2788"/>
  <p:tag name="KSO_WM_BEAUTIFY_FLAG" val=""/>
</p:tagLst>
</file>

<file path=ppt/tags/tag283.xml><?xml version="1.0" encoding="utf-8"?>
<p:tagLst xmlns:p="http://schemas.openxmlformats.org/presentationml/2006/main">
  <p:tag name="AS_UNIQUEID" val="2789"/>
  <p:tag name="KSO_WM_BEAUTIFY_FLAG" val=""/>
</p:tagLst>
</file>

<file path=ppt/tags/tag284.xml><?xml version="1.0" encoding="utf-8"?>
<p:tagLst xmlns:p="http://schemas.openxmlformats.org/presentationml/2006/main">
  <p:tag name="AS_UNIQUEID" val="2790"/>
  <p:tag name="KSO_WM_BEAUTIFY_FLAG" val=""/>
</p:tagLst>
</file>

<file path=ppt/tags/tag285.xml><?xml version="1.0" encoding="utf-8"?>
<p:tagLst xmlns:p="http://schemas.openxmlformats.org/presentationml/2006/main">
  <p:tag name="AS_UNIQUEID" val="2791"/>
</p:tagLst>
</file>

<file path=ppt/tags/tag286.xml><?xml version="1.0" encoding="utf-8"?>
<p:tagLst xmlns:p="http://schemas.openxmlformats.org/presentationml/2006/main">
  <p:tag name="AS_UNIQUEID" val="2792"/>
</p:tagLst>
</file>

<file path=ppt/tags/tag287.xml><?xml version="1.0" encoding="utf-8"?>
<p:tagLst xmlns:p="http://schemas.openxmlformats.org/presentationml/2006/main">
  <p:tag name="AS_UNIQUEID" val="2793"/>
</p:tagLst>
</file>

<file path=ppt/tags/tag288.xml><?xml version="1.0" encoding="utf-8"?>
<p:tagLst xmlns:p="http://schemas.openxmlformats.org/presentationml/2006/main">
  <p:tag name="AS_UNIQUEID" val="2794"/>
</p:tagLst>
</file>

<file path=ppt/tags/tag289.xml><?xml version="1.0" encoding="utf-8"?>
<p:tagLst xmlns:p="http://schemas.openxmlformats.org/presentationml/2006/main">
  <p:tag name="AS_UNIQUEID" val="2795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290.xml><?xml version="1.0" encoding="utf-8"?>
<p:tagLst xmlns:p="http://schemas.openxmlformats.org/presentationml/2006/main">
  <p:tag name="AS_UNIQUEID" val="2796"/>
  <p:tag name="KSO_WM_BEAUTIFY_FLAG" val=""/>
</p:tagLst>
</file>

<file path=ppt/tags/tag291.xml><?xml version="1.0" encoding="utf-8"?>
<p:tagLst xmlns:p="http://schemas.openxmlformats.org/presentationml/2006/main">
  <p:tag name="AS_UNIQUEID" val="2797"/>
</p:tagLst>
</file>

<file path=ppt/tags/tag292.xml><?xml version="1.0" encoding="utf-8"?>
<p:tagLst xmlns:p="http://schemas.openxmlformats.org/presentationml/2006/main">
  <p:tag name="AS_UNIQUEID" val="2798"/>
</p:tagLst>
</file>

<file path=ppt/tags/tag293.xml><?xml version="1.0" encoding="utf-8"?>
<p:tagLst xmlns:p="http://schemas.openxmlformats.org/presentationml/2006/main">
  <p:tag name="AS_UNIQUEID" val="2799"/>
</p:tagLst>
</file>

<file path=ppt/tags/tag294.xml><?xml version="1.0" encoding="utf-8"?>
<p:tagLst xmlns:p="http://schemas.openxmlformats.org/presentationml/2006/main">
  <p:tag name="AS_UNIQUEID" val="2800"/>
</p:tagLst>
</file>

<file path=ppt/tags/tag295.xml><?xml version="1.0" encoding="utf-8"?>
<p:tagLst xmlns:p="http://schemas.openxmlformats.org/presentationml/2006/main">
  <p:tag name="AS_UNIQUEID" val="2801"/>
  <p:tag name="KSO_WM_BEAUTIFY_FLAG" val=""/>
</p:tagLst>
</file>

<file path=ppt/tags/tag296.xml><?xml version="1.0" encoding="utf-8"?>
<p:tagLst xmlns:p="http://schemas.openxmlformats.org/presentationml/2006/main">
  <p:tag name="AS_UNIQUEID" val="2802"/>
</p:tagLst>
</file>

<file path=ppt/tags/tag297.xml><?xml version="1.0" encoding="utf-8"?>
<p:tagLst xmlns:p="http://schemas.openxmlformats.org/presentationml/2006/main">
  <p:tag name="AS_UNIQUEID" val="2803"/>
  <p:tag name="KSO_WM_BEAUTIFY_FLAG" val=""/>
  <p:tag name="KSO_WM_DIAGRAM_VIRTUALLY_FRAME" val="{&quot;height&quot;:200.10771653543307,&quot;left&quot;:50.89181102362204,&quot;top&quot;:262.4422834645669,&quot;width&quot;:443.558188976378}"/>
</p:tagLst>
</file>

<file path=ppt/tags/tag298.xml><?xml version="1.0" encoding="utf-8"?>
<p:tagLst xmlns:p="http://schemas.openxmlformats.org/presentationml/2006/main">
  <p:tag name="AS_UNIQUEID" val="2804"/>
  <p:tag name="KSO_WM_BEAUTIFY_FLAG" val=""/>
</p:tagLst>
</file>

<file path=ppt/tags/tag299.xml><?xml version="1.0" encoding="utf-8"?>
<p:tagLst xmlns:p="http://schemas.openxmlformats.org/presentationml/2006/main">
  <p:tag name="AS_UNIQUEID" val="2805"/>
</p:tagLst>
</file>

<file path=ppt/tags/tag300.xml><?xml version="1.0" encoding="utf-8"?>
<p:tagLst xmlns:p="http://schemas.openxmlformats.org/presentationml/2006/main">
  <p:tag name="AS_UNIQUEID" val="2806"/>
  <p:tag name="KSO_WM_BEAUTIFY_FLAG" val=""/>
  <p:tag name="KSO_WM_DIAGRAM_VIRTUALLY_FRAME" val="{&quot;height&quot;:200.10771653543307,&quot;left&quot;:50.89181102362204,&quot;top&quot;:262.4422834645669,&quot;width&quot;:443.558188976378}"/>
</p:tagLst>
</file>

<file path=ppt/tags/tag301.xml><?xml version="1.0" encoding="utf-8"?>
<p:tagLst xmlns:p="http://schemas.openxmlformats.org/presentationml/2006/main">
  <p:tag name="AS_UNIQUEID" val="2807"/>
</p:tagLst>
</file>

<file path=ppt/tags/tag302.xml><?xml version="1.0" encoding="utf-8"?>
<p:tagLst xmlns:p="http://schemas.openxmlformats.org/presentationml/2006/main">
  <p:tag name="AS_UNIQUEID" val="2808"/>
  <p:tag name="KSO_WM_BEAUTIFY_FLAG" val=""/>
</p:tagLst>
</file>

<file path=ppt/tags/tag303.xml><?xml version="1.0" encoding="utf-8"?>
<p:tagLst xmlns:p="http://schemas.openxmlformats.org/presentationml/2006/main">
  <p:tag name="AS_UNIQUEID" val="2809"/>
</p:tagLst>
</file>

<file path=ppt/tags/tag304.xml><?xml version="1.0" encoding="utf-8"?>
<p:tagLst xmlns:p="http://schemas.openxmlformats.org/presentationml/2006/main">
  <p:tag name="AS_UNIQUEID" val="2810"/>
</p:tagLst>
</file>

<file path=ppt/tags/tag305.xml><?xml version="1.0" encoding="utf-8"?>
<p:tagLst xmlns:p="http://schemas.openxmlformats.org/presentationml/2006/main">
  <p:tag name="AS_UNIQUEID" val="2811"/>
  <p:tag name="KSO_WM_BEAUTIFY_FLAG" val=""/>
</p:tagLst>
</file>

<file path=ppt/tags/tag306.xml><?xml version="1.0" encoding="utf-8"?>
<p:tagLst xmlns:p="http://schemas.openxmlformats.org/presentationml/2006/main">
  <p:tag name="AS_UNIQUEID" val="2812"/>
</p:tagLst>
</file>

<file path=ppt/tags/tag307.xml><?xml version="1.0" encoding="utf-8"?>
<p:tagLst xmlns:p="http://schemas.openxmlformats.org/presentationml/2006/main">
  <p:tag name="AS_UNIQUEID" val="2813"/>
  <p:tag name="KSO_WM_BEAUTIFY_FLAG" val=""/>
</p:tagLst>
</file>

<file path=ppt/tags/tag308.xml><?xml version="1.0" encoding="utf-8"?>
<p:tagLst xmlns:p="http://schemas.openxmlformats.org/presentationml/2006/main">
  <p:tag name="AS_UNIQUEID" val="2814"/>
  <p:tag name="KSO_WM_BEAUTIFY_FLAG" val=""/>
</p:tagLst>
</file>

<file path=ppt/tags/tag309.xml><?xml version="1.0" encoding="utf-8"?>
<p:tagLst xmlns:p="http://schemas.openxmlformats.org/presentationml/2006/main">
  <p:tag name="AS_UNIQUEID" val="2815"/>
</p:tagLst>
</file>

<file path=ppt/tags/tag310.xml><?xml version="1.0" encoding="utf-8"?>
<p:tagLst xmlns:p="http://schemas.openxmlformats.org/presentationml/2006/main">
  <p:tag name="AS_UNIQUEID" val="2816"/>
</p:tagLst>
</file>

<file path=ppt/tags/tag311.xml><?xml version="1.0" encoding="utf-8"?>
<p:tagLst xmlns:p="http://schemas.openxmlformats.org/presentationml/2006/main">
  <p:tag name="AS_UNIQUEID" val="3391"/>
</p:tagLst>
</file>

<file path=ppt/tags/tag312.xml><?xml version="1.0" encoding="utf-8"?>
<p:tagLst xmlns:p="http://schemas.openxmlformats.org/presentationml/2006/main">
  <p:tag name="AS_UNIQUEID" val="2817"/>
</p:tagLst>
</file>

<file path=ppt/tags/tag313.xml><?xml version="1.0" encoding="utf-8"?>
<p:tagLst xmlns:p="http://schemas.openxmlformats.org/presentationml/2006/main">
  <p:tag name="AS_UNIQUEID" val="2818"/>
  <p:tag name="KSO_WM_BEAUTIFY_FLAG" val=""/>
</p:tagLst>
</file>

<file path=ppt/tags/tag314.xml><?xml version="1.0" encoding="utf-8"?>
<p:tagLst xmlns:p="http://schemas.openxmlformats.org/presentationml/2006/main">
  <p:tag name="AS_UNIQUEID" val="2819"/>
  <p:tag name="KSO_WM_BEAUTIFY_FLAG" val=""/>
</p:tagLst>
</file>

<file path=ppt/tags/tag315.xml><?xml version="1.0" encoding="utf-8"?>
<p:tagLst xmlns:p="http://schemas.openxmlformats.org/presentationml/2006/main">
  <p:tag name="AS_UNIQUEID" val="2820"/>
</p:tagLst>
</file>

<file path=ppt/tags/tag316.xml><?xml version="1.0" encoding="utf-8"?>
<p:tagLst xmlns:p="http://schemas.openxmlformats.org/presentationml/2006/main">
  <p:tag name="AS_UNIQUEID" val="2821"/>
  <p:tag name="KSO_WM_BEAUTIFY_FLAG" val=""/>
</p:tagLst>
</file>

<file path=ppt/tags/tag317.xml><?xml version="1.0" encoding="utf-8"?>
<p:tagLst xmlns:p="http://schemas.openxmlformats.org/presentationml/2006/main">
  <p:tag name="AS_UNIQUEID" val="2822"/>
  <p:tag name="KSO_WM_BEAUTIFY_FLAG" val=""/>
</p:tagLst>
</file>

<file path=ppt/tags/tag318.xml><?xml version="1.0" encoding="utf-8"?>
<p:tagLst xmlns:p="http://schemas.openxmlformats.org/presentationml/2006/main">
  <p:tag name="AS_UNIQUEID" val="2823"/>
  <p:tag name="KSO_WM_BEAUTIFY_FLAG" val=""/>
</p:tagLst>
</file>

<file path=ppt/tags/tag319.xml><?xml version="1.0" encoding="utf-8"?>
<p:tagLst xmlns:p="http://schemas.openxmlformats.org/presentationml/2006/main">
  <p:tag name="AS_UNIQUEID" val="2824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20.xml><?xml version="1.0" encoding="utf-8"?>
<p:tagLst xmlns:p="http://schemas.openxmlformats.org/presentationml/2006/main">
  <p:tag name="AS_UNIQUEID" val="2825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21.xml><?xml version="1.0" encoding="utf-8"?>
<p:tagLst xmlns:p="http://schemas.openxmlformats.org/presentationml/2006/main">
  <p:tag name="AS_UNIQUEID" val="2826"/>
</p:tagLst>
</file>

<file path=ppt/tags/tag322.xml><?xml version="1.0" encoding="utf-8"?>
<p:tagLst xmlns:p="http://schemas.openxmlformats.org/presentationml/2006/main">
  <p:tag name="AS_UNIQUEID" val="2827"/>
  <p:tag name="KSO_WM_BEAUTIFY_FLAG" val=""/>
</p:tagLst>
</file>

<file path=ppt/tags/tag323.xml><?xml version="1.0" encoding="utf-8"?>
<p:tagLst xmlns:p="http://schemas.openxmlformats.org/presentationml/2006/main">
  <p:tag name="AS_UNIQUEID" val="2828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24.xml><?xml version="1.0" encoding="utf-8"?>
<p:tagLst xmlns:p="http://schemas.openxmlformats.org/presentationml/2006/main">
  <p:tag name="AS_UNIQUEID" val="2829"/>
</p:tagLst>
</file>

<file path=ppt/tags/tag325.xml><?xml version="1.0" encoding="utf-8"?>
<p:tagLst xmlns:p="http://schemas.openxmlformats.org/presentationml/2006/main">
  <p:tag name="AS_UNIQUEID" val="2830"/>
  <p:tag name="KSO_WM_BEAUTIFY_FLAG" val=""/>
</p:tagLst>
</file>

<file path=ppt/tags/tag326.xml><?xml version="1.0" encoding="utf-8"?>
<p:tagLst xmlns:p="http://schemas.openxmlformats.org/presentationml/2006/main">
  <p:tag name="AS_UNIQUEID" val="2831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27.xml><?xml version="1.0" encoding="utf-8"?>
<p:tagLst xmlns:p="http://schemas.openxmlformats.org/presentationml/2006/main">
  <p:tag name="AS_UNIQUEID" val="2832"/>
</p:tagLst>
</file>

<file path=ppt/tags/tag328.xml><?xml version="1.0" encoding="utf-8"?>
<p:tagLst xmlns:p="http://schemas.openxmlformats.org/presentationml/2006/main">
  <p:tag name="AS_UNIQUEID" val="2833"/>
  <p:tag name="KSO_WM_BEAUTIFY_FLAG" val=""/>
</p:tagLst>
</file>

<file path=ppt/tags/tag329.xml><?xml version="1.0" encoding="utf-8"?>
<p:tagLst xmlns:p="http://schemas.openxmlformats.org/presentationml/2006/main">
  <p:tag name="AS_UNIQUEID" val="2834"/>
  <p:tag name="KSO_WM_BEAUTIFY_FLAG" val=""/>
</p:tagLst>
</file>

<file path=ppt/tags/tag330.xml><?xml version="1.0" encoding="utf-8"?>
<p:tagLst xmlns:p="http://schemas.openxmlformats.org/presentationml/2006/main">
  <p:tag name="AS_UNIQUEID" val="2835"/>
</p:tagLst>
</file>

<file path=ppt/tags/tag331.xml><?xml version="1.0" encoding="utf-8"?>
<p:tagLst xmlns:p="http://schemas.openxmlformats.org/presentationml/2006/main">
  <p:tag name="AS_UNIQUEID" val="2836"/>
</p:tagLst>
</file>

<file path=ppt/tags/tag332.xml><?xml version="1.0" encoding="utf-8"?>
<p:tagLst xmlns:p="http://schemas.openxmlformats.org/presentationml/2006/main">
  <p:tag name="AS_UNIQUEID" val="2837"/>
  <p:tag name="KSO_WM_BEAUTIFY_FLAG" val=""/>
  <p:tag name="KSO_WM_UNIT_FILL_FORE_SCHEMECOLOR_INDEX" val="15"/>
  <p:tag name="KSO_WM_UNIT_FILL_FORE_SCHEMECOLOR_INDEX_BRIGHTNESS" val="0.6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333.xml><?xml version="1.0" encoding="utf-8"?>
<p:tagLst xmlns:p="http://schemas.openxmlformats.org/presentationml/2006/main">
  <p:tag name="AS_UNIQUEID" val="2838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34.xml><?xml version="1.0" encoding="utf-8"?>
<p:tagLst xmlns:p="http://schemas.openxmlformats.org/presentationml/2006/main">
  <p:tag name="AS_UNIQUEID" val="2839"/>
</p:tagLst>
</file>

<file path=ppt/tags/tag335.xml><?xml version="1.0" encoding="utf-8"?>
<p:tagLst xmlns:p="http://schemas.openxmlformats.org/presentationml/2006/main">
  <p:tag name="AS_UNIQUEID" val="2840"/>
  <p:tag name="KSO_WM_BEAUTIFY_FLAG" val=""/>
</p:tagLst>
</file>

<file path=ppt/tags/tag336.xml><?xml version="1.0" encoding="utf-8"?>
<p:tagLst xmlns:p="http://schemas.openxmlformats.org/presentationml/2006/main">
  <p:tag name="AS_UNIQUEID" val="2841"/>
  <p:tag name="KSO_WM_BEAUTIFY_FLAG" val=""/>
</p:tagLst>
</file>

<file path=ppt/tags/tag337.xml><?xml version="1.0" encoding="utf-8"?>
<p:tagLst xmlns:p="http://schemas.openxmlformats.org/presentationml/2006/main">
  <p:tag name="AS_UNIQUEID" val="2842"/>
</p:tagLst>
</file>

<file path=ppt/tags/tag338.xml><?xml version="1.0" encoding="utf-8"?>
<p:tagLst xmlns:p="http://schemas.openxmlformats.org/presentationml/2006/main">
  <p:tag name="AS_UNIQUEID" val="2843"/>
  <p:tag name="KSO_WM_BEAUTIFY_FLAG" val=""/>
</p:tagLst>
</file>

<file path=ppt/tags/tag339.xml><?xml version="1.0" encoding="utf-8"?>
<p:tagLst xmlns:p="http://schemas.openxmlformats.org/presentationml/2006/main">
  <p:tag name="AS_UNIQUEID" val="2844"/>
  <p:tag name="KSO_WM_BEAUTIFY_FLAG" val=""/>
</p:tagLst>
</file>

<file path=ppt/tags/tag340.xml><?xml version="1.0" encoding="utf-8"?>
<p:tagLst xmlns:p="http://schemas.openxmlformats.org/presentationml/2006/main">
  <p:tag name="AS_UNIQUEID" val="2845"/>
  <p:tag name="KSO_WM_DIAGRAM_VIRTUALLY_FRAME" val="{&quot;height&quot;:219.65,&quot;left&quot;:61.25,&quot;top&quot;:298.9,&quot;width&quot;:588.4}"/>
</p:tagLst>
</file>

<file path=ppt/tags/tag341.xml><?xml version="1.0" encoding="utf-8"?>
<p:tagLst xmlns:p="http://schemas.openxmlformats.org/presentationml/2006/main">
  <p:tag name="AS_UNIQUEID" val="2846"/>
  <p:tag name="KSO_WM_BEAUTIFY_FLAG" val=""/>
</p:tagLst>
</file>

<file path=ppt/tags/tag342.xml><?xml version="1.0" encoding="utf-8"?>
<p:tagLst xmlns:p="http://schemas.openxmlformats.org/presentationml/2006/main">
  <p:tag name="AS_UNIQUEID" val="2847"/>
  <p:tag name="KSO_WM_BEAUTIFY_FLAG" val=""/>
  <p:tag name="KSO_WM_DIAGRAM_VIRTUALLY_FRAME" val="{&quot;height&quot;:219.65,&quot;left&quot;:61.25,&quot;top&quot;:298.9,&quot;width&quot;:588.4}"/>
  <p:tag name="KSO_WM_UNIT_TEXT_FILL_FORE_SCHEMECOLOR_INDEX" val="13"/>
  <p:tag name="KSO_WM_UNIT_TEXT_FILL_FORE_SCHEMECOLOR_INDEX_BRIGHTNESS" val="0"/>
  <p:tag name="KSO_WM_UNIT_TEXT_FILL_TYPE" val="1"/>
</p:tagLst>
</file>

<file path=ppt/tags/tag343.xml><?xml version="1.0" encoding="utf-8"?>
<p:tagLst xmlns:p="http://schemas.openxmlformats.org/presentationml/2006/main">
  <p:tag name="AS_UNIQUEID" val="2848"/>
  <p:tag name="KSO_WM_BEAUTIFY_FLAG" val=""/>
  <p:tag name="KSO_WM_DIAGRAM_VIRTUALLY_FRAME" val="{&quot;height&quot;:219.65,&quot;left&quot;:61.25,&quot;top&quot;:298.9,&quot;width&quot;:588.4}"/>
  <p:tag name="KSO_WM_UNIT_TEXT_FILL_FORE_SCHEMECOLOR_INDEX" val="13"/>
  <p:tag name="KSO_WM_UNIT_TEXT_FILL_FORE_SCHEMECOLOR_INDEX_BRIGHTNESS" val="0"/>
  <p:tag name="KSO_WM_UNIT_TEXT_FILL_TYPE" val="1"/>
</p:tagLst>
</file>

<file path=ppt/tags/tag344.xml><?xml version="1.0" encoding="utf-8"?>
<p:tagLst xmlns:p="http://schemas.openxmlformats.org/presentationml/2006/main">
  <p:tag name="AS_UNIQUEID" val="2849"/>
</p:tagLst>
</file>

<file path=ppt/tags/tag345.xml><?xml version="1.0" encoding="utf-8"?>
<p:tagLst xmlns:p="http://schemas.openxmlformats.org/presentationml/2006/main">
  <p:tag name="AS_UNIQUEID" val="2850"/>
  <p:tag name="KSO_WM_BEAUTIFY_FLAG" val=""/>
</p:tagLst>
</file>

<file path=ppt/tags/tag346.xml><?xml version="1.0" encoding="utf-8"?>
<p:tagLst xmlns:p="http://schemas.openxmlformats.org/presentationml/2006/main">
  <p:tag name="AS_UNIQUEID" val="2851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47.xml><?xml version="1.0" encoding="utf-8"?>
<p:tagLst xmlns:p="http://schemas.openxmlformats.org/presentationml/2006/main">
  <p:tag name="AS_UNIQUEID" val="2852"/>
  <p:tag name="KSO_WM_BEAUTIFY_FLAG" val=""/>
</p:tagLst>
</file>

<file path=ppt/tags/tag348.xml><?xml version="1.0" encoding="utf-8"?>
<p:tagLst xmlns:p="http://schemas.openxmlformats.org/presentationml/2006/main">
  <p:tag name="AS_UNIQUEID" val="2853"/>
</p:tagLst>
</file>

<file path=ppt/tags/tag349.xml><?xml version="1.0" encoding="utf-8"?>
<p:tagLst xmlns:p="http://schemas.openxmlformats.org/presentationml/2006/main">
  <p:tag name="AS_UNIQUEID" val="2854"/>
  <p:tag name="KSO_WM_DIAGRAM_VIRTUALLY_FRAME" val="{&quot;height&quot;:219.65,&quot;left&quot;:61.25,&quot;top&quot;:298.9,&quot;width&quot;:588.4}"/>
</p:tagLst>
</file>

<file path=ppt/tags/tag350.xml><?xml version="1.0" encoding="utf-8"?>
<p:tagLst xmlns:p="http://schemas.openxmlformats.org/presentationml/2006/main">
  <p:tag name="AS_UNIQUEID" val="2855"/>
</p:tagLst>
</file>

<file path=ppt/tags/tag351.xml><?xml version="1.0" encoding="utf-8"?>
<p:tagLst xmlns:p="http://schemas.openxmlformats.org/presentationml/2006/main">
  <p:tag name="AS_UNIQUEID" val="2856"/>
  <p:tag name="KSO_WM_BEAUTIFY_FLAG" val=""/>
</p:tagLst>
</file>

<file path=ppt/tags/tag352.xml><?xml version="1.0" encoding="utf-8"?>
<p:tagLst xmlns:p="http://schemas.openxmlformats.org/presentationml/2006/main">
  <p:tag name="AS_UNIQUEID" val="2857"/>
  <p:tag name="KSO_WM_BEAUTIFY_FLAG" val=""/>
</p:tagLst>
</file>

<file path=ppt/tags/tag353.xml><?xml version="1.0" encoding="utf-8"?>
<p:tagLst xmlns:p="http://schemas.openxmlformats.org/presentationml/2006/main">
  <p:tag name="AS_UNIQUEID" val="2858"/>
  <p:tag name="KSO_WM_DIAGRAM_VIRTUALLY_FRAME" val="{&quot;height&quot;:219.65,&quot;left&quot;:61.25,&quot;top&quot;:298.9,&quot;width&quot;:588.4}"/>
</p:tagLst>
</file>

<file path=ppt/tags/tag354.xml><?xml version="1.0" encoding="utf-8"?>
<p:tagLst xmlns:p="http://schemas.openxmlformats.org/presentationml/2006/main">
  <p:tag name="AS_UNIQUEID" val="2859"/>
  <p:tag name="KSO_WM_BEAUTIFY_FLAG" val=""/>
  <p:tag name="KSO_WM_DIAGRAM_VIRTUALLY_FRAME" val="{&quot;height&quot;:219.65,&quot;left&quot;:61.25,&quot;top&quot;:298.9,&quot;width&quot;:588.4}"/>
  <p:tag name="KSO_WM_UNIT_FILL_FORE_SCHEMECOLOR_INDEX" val="15"/>
  <p:tag name="KSO_WM_UNIT_FILL_FORE_SCHEMECOLOR_INDEX_BRIGHTNESS" val="0.6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355.xml><?xml version="1.0" encoding="utf-8"?>
<p:tagLst xmlns:p="http://schemas.openxmlformats.org/presentationml/2006/main">
  <p:tag name="AS_UNIQUEID" val="2860"/>
</p:tagLst>
</file>

<file path=ppt/tags/tag356.xml><?xml version="1.0" encoding="utf-8"?>
<p:tagLst xmlns:p="http://schemas.openxmlformats.org/presentationml/2006/main">
  <p:tag name="AS_UNIQUEID" val="2861"/>
  <p:tag name="KSO_WM_BEAUTIFY_FLAG" val=""/>
  <p:tag name="KSO_WM_DIAGRAM_VIRTUALLY_FRAME" val="{&quot;height&quot;:219.65,&quot;left&quot;:61.25,&quot;top&quot;:298.9,&quot;width&quot;:588.4}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357.xml><?xml version="1.0" encoding="utf-8"?>
<p:tagLst xmlns:p="http://schemas.openxmlformats.org/presentationml/2006/main">
  <p:tag name="AS_UNIQUEID" val="2862"/>
  <p:tag name="KSO_WM_BEAUTIFY_FLAG" val=""/>
  <p:tag name="KSO_WM_DIAGRAM_VIRTUALLY_FRAME" val="{&quot;height&quot;:219.65,&quot;left&quot;:61.25,&quot;top&quot;:298.9,&quot;width&quot;:588.4}"/>
  <p:tag name="KSO_WM_UNIT_TEXT_FILL_FORE_SCHEMECOLOR_INDEX" val="13"/>
  <p:tag name="KSO_WM_UNIT_TEXT_FILL_FORE_SCHEMECOLOR_INDEX_BRIGHTNESS" val="0"/>
  <p:tag name="KSO_WM_UNIT_TEXT_FILL_TYPE" val="1"/>
</p:tagLst>
</file>

<file path=ppt/tags/tag358.xml><?xml version="1.0" encoding="utf-8"?>
<p:tagLst xmlns:p="http://schemas.openxmlformats.org/presentationml/2006/main">
  <p:tag name="AS_UNIQUEID" val="2863"/>
  <p:tag name="KSO_WM_BEAUTIFY_FLAG" val=""/>
  <p:tag name="KSO_WM_DIAGRAM_VIRTUALLY_FRAME" val="{&quot;height&quot;:219.65,&quot;left&quot;:61.25,&quot;top&quot;:298.9,&quot;width&quot;:588.4}"/>
  <p:tag name="KSO_WM_UNIT_TEXT_FILL_FORE_SCHEMECOLOR_INDEX" val="13"/>
  <p:tag name="KSO_WM_UNIT_TEXT_FILL_FORE_SCHEMECOLOR_INDEX_BRIGHTNESS" val="0"/>
  <p:tag name="KSO_WM_UNIT_TEXT_FILL_TYPE" val="1"/>
</p:tagLst>
</file>

<file path=ppt/tags/tag359.xml><?xml version="1.0" encoding="utf-8"?>
<p:tagLst xmlns:p="http://schemas.openxmlformats.org/presentationml/2006/main">
  <p:tag name="AS_UNIQUEID" val="2864"/>
</p:tagLst>
</file>

<file path=ppt/tags/tag360.xml><?xml version="1.0" encoding="utf-8"?>
<p:tagLst xmlns:p="http://schemas.openxmlformats.org/presentationml/2006/main">
  <p:tag name="AS_UNIQUEID" val="2865"/>
  <p:tag name="KSO_WM_BEAUTIFY_FLAG" val=""/>
</p:tagLst>
</file>

<file path=ppt/tags/tag361.xml><?xml version="1.0" encoding="utf-8"?>
<p:tagLst xmlns:p="http://schemas.openxmlformats.org/presentationml/2006/main">
  <p:tag name="AS_UNIQUEID" val="2866"/>
  <p:tag name="KSO_WM_BEAUTIFY_FLAG" val=""/>
</p:tagLst>
</file>

<file path=ppt/tags/tag362.xml><?xml version="1.0" encoding="utf-8"?>
<p:tagLst xmlns:p="http://schemas.openxmlformats.org/presentationml/2006/main">
  <p:tag name="AS_UNIQUEID" val="2867"/>
</p:tagLst>
</file>

<file path=ppt/tags/tag363.xml><?xml version="1.0" encoding="utf-8"?>
<p:tagLst xmlns:p="http://schemas.openxmlformats.org/presentationml/2006/main">
  <p:tag name="AS_UNIQUEID" val="2868"/>
  <p:tag name="KSO_WM_BEAUTIFY_FLAG" val=""/>
</p:tagLst>
</file>

<file path=ppt/tags/tag364.xml><?xml version="1.0" encoding="utf-8"?>
<p:tagLst xmlns:p="http://schemas.openxmlformats.org/presentationml/2006/main">
  <p:tag name="AS_UNIQUEID" val="2869"/>
  <p:tag name="KSO_WM_BEAUTIFY_FLAG" val=""/>
</p:tagLst>
</file>

<file path=ppt/tags/tag365.xml><?xml version="1.0" encoding="utf-8"?>
<p:tagLst xmlns:p="http://schemas.openxmlformats.org/presentationml/2006/main">
  <p:tag name="AS_UNIQUEID" val="2870"/>
  <p:tag name="KSO_WM_BEAUTIFY_FLAG" val=""/>
  <p:tag name="TABLE_ENDDRAG_ORIGIN_RECT" val="426*163"/>
  <p:tag name="TABLE_ENDDRAG_RECT" val="68*88*426*163"/>
</p:tagLst>
</file>

<file path=ppt/tags/tag366.xml><?xml version="1.0" encoding="utf-8"?>
<p:tagLst xmlns:p="http://schemas.openxmlformats.org/presentationml/2006/main">
  <p:tag name="AS_UNIQUEID" val="2871"/>
</p:tagLst>
</file>

<file path=ppt/tags/tag367.xml><?xml version="1.0" encoding="utf-8"?>
<p:tagLst xmlns:p="http://schemas.openxmlformats.org/presentationml/2006/main">
  <p:tag name="AS_UNIQUEID" val="2872"/>
</p:tagLst>
</file>

<file path=ppt/tags/tag368.xml><?xml version="1.0" encoding="utf-8"?>
<p:tagLst xmlns:p="http://schemas.openxmlformats.org/presentationml/2006/main">
  <p:tag name="AS_UNIQUEID" val="2873"/>
</p:tagLst>
</file>

<file path=ppt/tags/tag369.xml><?xml version="1.0" encoding="utf-8"?>
<p:tagLst xmlns:p="http://schemas.openxmlformats.org/presentationml/2006/main">
  <p:tag name="AS_UNIQUEID" val="2874"/>
</p:tagLst>
</file>

<file path=ppt/tags/tag370.xml><?xml version="1.0" encoding="utf-8"?>
<p:tagLst xmlns:p="http://schemas.openxmlformats.org/presentationml/2006/main">
  <p:tag name="AS_UNIQUEID" val="2875"/>
</p:tagLst>
</file>

<file path=ppt/tags/tag371.xml><?xml version="1.0" encoding="utf-8"?>
<p:tagLst xmlns:p="http://schemas.openxmlformats.org/presentationml/2006/main">
  <p:tag name="AS_UNIQUEID" val="2876"/>
</p:tagLst>
</file>

<file path=ppt/tags/tag372.xml><?xml version="1.0" encoding="utf-8"?>
<p:tagLst xmlns:p="http://schemas.openxmlformats.org/presentationml/2006/main">
  <p:tag name="AS_UNIQUEID" val="2877"/>
  <p:tag name="KSO_WM_BEAUTIFY_FLAG" val=""/>
</p:tagLst>
</file>

<file path=ppt/tags/tag373.xml><?xml version="1.0" encoding="utf-8"?>
<p:tagLst xmlns:p="http://schemas.openxmlformats.org/presentationml/2006/main">
  <p:tag name="AS_UNIQUEID" val="2878"/>
</p:tagLst>
</file>

<file path=ppt/tags/tag374.xml><?xml version="1.0" encoding="utf-8"?>
<p:tagLst xmlns:p="http://schemas.openxmlformats.org/presentationml/2006/main">
  <p:tag name="AS_UNIQUEID" val="2879"/>
  <p:tag name="KSO_WM_BEAUTIFY_FLAG" val=""/>
  <p:tag name="KSO_WM_UNIT_FILL_FORE_SCHEMECOLOR_INDEX" val="15"/>
  <p:tag name="KSO_WM_UNIT_FILL_FORE_SCHEMECOLOR_INDEX_BRIGHTNESS" val="0.6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375.xml><?xml version="1.0" encoding="utf-8"?>
<p:tagLst xmlns:p="http://schemas.openxmlformats.org/presentationml/2006/main">
  <p:tag name="AS_UNIQUEID" val="2880"/>
</p:tagLst>
</file>

<file path=ppt/tags/tag376.xml><?xml version="1.0" encoding="utf-8"?>
<p:tagLst xmlns:p="http://schemas.openxmlformats.org/presentationml/2006/main">
  <p:tag name="AS_UNIQUEID" val="2881"/>
  <p:tag name="KSO_WM_BEAUTIFY_FLAG" val="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377.xml><?xml version="1.0" encoding="utf-8"?>
<p:tagLst xmlns:p="http://schemas.openxmlformats.org/presentationml/2006/main">
  <p:tag name="AS_UNIQUEID" val="2882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78.xml><?xml version="1.0" encoding="utf-8"?>
<p:tagLst xmlns:p="http://schemas.openxmlformats.org/presentationml/2006/main">
  <p:tag name="AS_UNIQUEID" val="2883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79.xml><?xml version="1.0" encoding="utf-8"?>
<p:tagLst xmlns:p="http://schemas.openxmlformats.org/presentationml/2006/main">
  <p:tag name="AS_UNIQUEID" val="2884"/>
</p:tagLst>
</file>

<file path=ppt/tags/tag380.xml><?xml version="1.0" encoding="utf-8"?>
<p:tagLst xmlns:p="http://schemas.openxmlformats.org/presentationml/2006/main">
  <p:tag name="AS_UNIQUEID" val="2885"/>
  <p:tag name="KSO_WM_BEAUTIFY_FLAG" val=""/>
  <p:tag name="KSO_WM_UNIT_FILL_FORE_SCHEMECOLOR_INDEX" val="15"/>
  <p:tag name="KSO_WM_UNIT_FILL_FORE_SCHEMECOLOR_INDEX_BRIGHTNESS" val="0.6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381.xml><?xml version="1.0" encoding="utf-8"?>
<p:tagLst xmlns:p="http://schemas.openxmlformats.org/presentationml/2006/main">
  <p:tag name="AS_UNIQUEID" val="2886"/>
  <p:tag name="KSO_WM_BEAUTIFY_FLAG" val=""/>
  <p:tag name="KSO_WM_UNIT_TEXT_FILL_FORE_SCHEMECOLOR_INDEX" val="13"/>
  <p:tag name="KSO_WM_UNIT_TEXT_FILL_FORE_SCHEMECOLOR_INDEX_BRIGHTNESS" val="0"/>
  <p:tag name="KSO_WM_UNIT_TEXT_FILL_TYPE" val="1"/>
</p:tagLst>
</file>

<file path=ppt/tags/tag382.xml><?xml version="1.0" encoding="utf-8"?>
<p:tagLst xmlns:p="http://schemas.openxmlformats.org/presentationml/2006/main">
  <p:tag name="AS_UNIQUEID" val="2887"/>
  <p:tag name="TABLE_ENDDRAG_ORIGIN_RECT" val="873*250"/>
  <p:tag name="TABLE_ENDDRAG_RECT" val="44*262*873*250"/>
</p:tagLst>
</file>

<file path=ppt/tags/tag383.xml><?xml version="1.0" encoding="utf-8"?>
<p:tagLst xmlns:p="http://schemas.openxmlformats.org/presentationml/2006/main">
  <p:tag name="AS_UNIQUEID" val="2888"/>
</p:tagLst>
</file>

<file path=ppt/tags/tag384.xml><?xml version="1.0" encoding="utf-8"?>
<p:tagLst xmlns:p="http://schemas.openxmlformats.org/presentationml/2006/main">
  <p:tag name="AS_UNIQUEID" val="2889"/>
</p:tagLst>
</file>

<file path=ppt/tags/tag385.xml><?xml version="1.0" encoding="utf-8"?>
<p:tagLst xmlns:p="http://schemas.openxmlformats.org/presentationml/2006/main">
  <p:tag name="AS_UNIQUEID" val="2890"/>
</p:tagLst>
</file>

<file path=ppt/tags/tag386.xml><?xml version="1.0" encoding="utf-8"?>
<p:tagLst xmlns:p="http://schemas.openxmlformats.org/presentationml/2006/main">
  <p:tag name="AS_UNIQUEID" val="2891"/>
</p:tagLst>
</file>

<file path=ppt/tags/tag387.xml><?xml version="1.0" encoding="utf-8"?>
<p:tagLst xmlns:p="http://schemas.openxmlformats.org/presentationml/2006/main">
  <p:tag name="AS_UNIQUEID" val="2892"/>
</p:tagLst>
</file>

<file path=ppt/tags/tag388.xml><?xml version="1.0" encoding="utf-8"?>
<p:tagLst xmlns:p="http://schemas.openxmlformats.org/presentationml/2006/main">
  <p:tag name="AS_UNIQUEID" val="2893"/>
</p:tagLst>
</file>

<file path=ppt/tags/tag389.xml><?xml version="1.0" encoding="utf-8"?>
<p:tagLst xmlns:p="http://schemas.openxmlformats.org/presentationml/2006/main">
  <p:tag name="AS_UNIQUEID" val="2894"/>
</p:tagLst>
</file>

<file path=ppt/tags/tag390.xml><?xml version="1.0" encoding="utf-8"?>
<p:tagLst xmlns:p="http://schemas.openxmlformats.org/presentationml/2006/main">
  <p:tag name="AS_UNIQUEID" val="2895"/>
</p:tagLst>
</file>

<file path=ppt/tags/tag391.xml><?xml version="1.0" encoding="utf-8"?>
<p:tagLst xmlns:p="http://schemas.openxmlformats.org/presentationml/2006/main">
  <p:tag name="AS_UNIQUEID" val="2896"/>
</p:tagLst>
</file>

<file path=ppt/tags/tag392.xml><?xml version="1.0" encoding="utf-8"?>
<p:tagLst xmlns:p="http://schemas.openxmlformats.org/presentationml/2006/main">
  <p:tag name="AS_UNIQUEID" val="2897"/>
</p:tagLst>
</file>

<file path=ppt/tags/tag393.xml><?xml version="1.0" encoding="utf-8"?>
<p:tagLst xmlns:p="http://schemas.openxmlformats.org/presentationml/2006/main">
  <p:tag name="AS_UNIQUEID" val="2898"/>
  <p:tag name="KSO_WM_BEAUTIFY_FLAG" val=""/>
</p:tagLst>
</file>

<file path=ppt/tags/tag394.xml><?xml version="1.0" encoding="utf-8"?>
<p:tagLst xmlns:p="http://schemas.openxmlformats.org/presentationml/2006/main">
  <p:tag name="AS_UNIQUEID" val="2899"/>
  <p:tag name="KSO_WM_BEAUTIFY_FLAG" val=""/>
</p:tagLst>
</file>

<file path=ppt/tags/tag395.xml><?xml version="1.0" encoding="utf-8"?>
<p:tagLst xmlns:p="http://schemas.openxmlformats.org/presentationml/2006/main">
  <p:tag name="AS_UNIQUEID" val="2900"/>
</p:tagLst>
</file>

<file path=ppt/tags/tag396.xml><?xml version="1.0" encoding="utf-8"?>
<p:tagLst xmlns:p="http://schemas.openxmlformats.org/presentationml/2006/main">
  <p:tag name="AS_UNIQUEID" val="2901"/>
  <p:tag name="KSO_WM_BEAUTIFY_FLAG" val=""/>
</p:tagLst>
</file>

<file path=ppt/tags/tag397.xml><?xml version="1.0" encoding="utf-8"?>
<p:tagLst xmlns:p="http://schemas.openxmlformats.org/presentationml/2006/main">
  <p:tag name="AS_UNIQUEID" val="2902"/>
  <p:tag name="KSO_WM_BEAUTIFY_FLAG" val=""/>
</p:tagLst>
</file>

<file path=ppt/tags/tag398.xml><?xml version="1.0" encoding="utf-8"?>
<p:tagLst xmlns:p="http://schemas.openxmlformats.org/presentationml/2006/main">
  <p:tag name="AS_UNIQUEID" val="2903"/>
</p:tagLst>
</file>

<file path=ppt/tags/tag399.xml><?xml version="1.0" encoding="utf-8"?>
<p:tagLst xmlns:p="http://schemas.openxmlformats.org/presentationml/2006/main">
  <p:tag name="AS_UNIQUEID" val="2904"/>
  <p:tag name="KSO_WM_BEAUTIFY_FLAG" val=""/>
</p:tagLst>
</file>

<file path=ppt/tags/tag400.xml><?xml version="1.0" encoding="utf-8"?>
<p:tagLst xmlns:p="http://schemas.openxmlformats.org/presentationml/2006/main">
  <p:tag name="AS_UNIQUEID" val="2905"/>
  <p:tag name="KSO_WM_BEAUTIFY_FLAG" val=""/>
</p:tagLst>
</file>

<file path=ppt/tags/tag401.xml><?xml version="1.0" encoding="utf-8"?>
<p:tagLst xmlns:p="http://schemas.openxmlformats.org/presentationml/2006/main">
  <p:tag name="AS_UNIQUEID" val="2906"/>
</p:tagLst>
</file>

<file path=ppt/tags/tag402.xml><?xml version="1.0" encoding="utf-8"?>
<p:tagLst xmlns:p="http://schemas.openxmlformats.org/presentationml/2006/main">
  <p:tag name="AS_UNIQUEID" val="2907"/>
  <p:tag name="KSO_WM_BEAUTIFY_FLAG" val=""/>
</p:tagLst>
</file>

<file path=ppt/tags/tag403.xml><?xml version="1.0" encoding="utf-8"?>
<p:tagLst xmlns:p="http://schemas.openxmlformats.org/presentationml/2006/main">
  <p:tag name="AS_UNIQUEID" val="2908"/>
  <p:tag name="KSO_WM_BEAUTIFY_FLAG" val=""/>
</p:tagLst>
</file>

<file path=ppt/tags/tag404.xml><?xml version="1.0" encoding="utf-8"?>
<p:tagLst xmlns:p="http://schemas.openxmlformats.org/presentationml/2006/main">
  <p:tag name="AS_UNIQUEID" val="2909"/>
</p:tagLst>
</file>

<file path=ppt/tags/tag405.xml><?xml version="1.0" encoding="utf-8"?>
<p:tagLst xmlns:p="http://schemas.openxmlformats.org/presentationml/2006/main">
  <p:tag name="AS_UNIQUEID" val="2910"/>
  <p:tag name="KSO_WM_BEAUTIFY_FLAG" val=""/>
</p:tagLst>
</file>

<file path=ppt/tags/tag406.xml><?xml version="1.0" encoding="utf-8"?>
<p:tagLst xmlns:p="http://schemas.openxmlformats.org/presentationml/2006/main">
  <p:tag name="AS_UNIQUEID" val="2911"/>
  <p:tag name="KSO_WM_BEAUTIFY_FLAG" val=""/>
</p:tagLst>
</file>

<file path=ppt/tags/tag407.xml><?xml version="1.0" encoding="utf-8"?>
<p:tagLst xmlns:p="http://schemas.openxmlformats.org/presentationml/2006/main">
  <p:tag name="AS_UNIQUEID" val="2912"/>
  <p:tag name="KSO_WM_BEAUTIFY_FLAG" val=""/>
</p:tagLst>
</file>

<file path=ppt/tags/tag408.xml><?xml version="1.0" encoding="utf-8"?>
<p:tagLst xmlns:p="http://schemas.openxmlformats.org/presentationml/2006/main">
  <p:tag name="AS_UNIQUEID" val="2913"/>
</p:tagLst>
</file>

<file path=ppt/tags/tag409.xml><?xml version="1.0" encoding="utf-8"?>
<p:tagLst xmlns:p="http://schemas.openxmlformats.org/presentationml/2006/main">
  <p:tag name="AS_UNIQUEID" val="2914"/>
</p:tagLst>
</file>

<file path=ppt/tags/tag410.xml><?xml version="1.0" encoding="utf-8"?>
<p:tagLst xmlns:p="http://schemas.openxmlformats.org/presentationml/2006/main">
  <p:tag name="AS_UNIQUEID" val="2915"/>
</p:tagLst>
</file>

<file path=ppt/tags/tag411.xml><?xml version="1.0" encoding="utf-8"?>
<p:tagLst xmlns:p="http://schemas.openxmlformats.org/presentationml/2006/main">
  <p:tag name="AS_UNIQUEID" val="2916"/>
</p:tagLst>
</file>

<file path=ppt/tags/tag412.xml><?xml version="1.0" encoding="utf-8"?>
<p:tagLst xmlns:p="http://schemas.openxmlformats.org/presentationml/2006/main">
  <p:tag name="AS_UNIQUEID" val="2917"/>
</p:tagLst>
</file>

<file path=ppt/tags/tag413.xml><?xml version="1.0" encoding="utf-8"?>
<p:tagLst xmlns:p="http://schemas.openxmlformats.org/presentationml/2006/main">
  <p:tag name="AS_UNIQUEID" val="2918"/>
  <p:tag name="KSO_WM_BEAUTIFY_FLAG" val=""/>
</p:tagLst>
</file>

<file path=ppt/tags/tag414.xml><?xml version="1.0" encoding="utf-8"?>
<p:tagLst xmlns:p="http://schemas.openxmlformats.org/presentationml/2006/main">
  <p:tag name="AS_UNIQUEID" val="2919"/>
  <p:tag name="KSO_WM_BEAUTIFY_FLAG" val=""/>
</p:tagLst>
</file>

<file path=ppt/tags/tag415.xml><?xml version="1.0" encoding="utf-8"?>
<p:tagLst xmlns:p="http://schemas.openxmlformats.org/presentationml/2006/main">
  <p:tag name="AS_UNIQUEID" val="2920"/>
</p:tagLst>
</file>

<file path=ppt/tags/tag416.xml><?xml version="1.0" encoding="utf-8"?>
<p:tagLst xmlns:p="http://schemas.openxmlformats.org/presentationml/2006/main">
  <p:tag name="AS_UNIQUEID" val="2921"/>
  <p:tag name="KSO_WM_BEAUTIFY_FLAG" val=""/>
</p:tagLst>
</file>

<file path=ppt/tags/tag417.xml><?xml version="1.0" encoding="utf-8"?>
<p:tagLst xmlns:p="http://schemas.openxmlformats.org/presentationml/2006/main">
  <p:tag name="AS_UNIQUEID" val="2922"/>
  <p:tag name="KSO_WM_BEAUTIFY_FLAG" val=""/>
</p:tagLst>
</file>

<file path=ppt/tags/tag418.xml><?xml version="1.0" encoding="utf-8"?>
<p:tagLst xmlns:p="http://schemas.openxmlformats.org/presentationml/2006/main">
  <p:tag name="AS_UNIQUEID" val="2923"/>
</p:tagLst>
</file>

<file path=ppt/tags/tag419.xml><?xml version="1.0" encoding="utf-8"?>
<p:tagLst xmlns:p="http://schemas.openxmlformats.org/presentationml/2006/main">
  <p:tag name="AS_UNIQUEID" val="2924"/>
</p:tagLst>
</file>

<file path=ppt/tags/tag420.xml><?xml version="1.0" encoding="utf-8"?>
<p:tagLst xmlns:p="http://schemas.openxmlformats.org/presentationml/2006/main">
  <p:tag name="AS_UNIQUEID" val="2925"/>
</p:tagLst>
</file>

<file path=ppt/tags/tag421.xml><?xml version="1.0" encoding="utf-8"?>
<p:tagLst xmlns:p="http://schemas.openxmlformats.org/presentationml/2006/main">
  <p:tag name="AS_UNIQUEID" val="2926"/>
</p:tagLst>
</file>

<file path=ppt/tags/tag422.xml><?xml version="1.0" encoding="utf-8"?>
<p:tagLst xmlns:p="http://schemas.openxmlformats.org/presentationml/2006/main">
  <p:tag name="AS_UNIQUEID" val="2927"/>
</p:tagLst>
</file>

<file path=ppt/tags/tag423.xml><?xml version="1.0" encoding="utf-8"?>
<p:tagLst xmlns:p="http://schemas.openxmlformats.org/presentationml/2006/main">
  <p:tag name="AS_UNIQUEID" val="2928"/>
  <p:tag name="KSO_WM_BEAUTIFY_FLAG" val=""/>
</p:tagLst>
</file>

<file path=ppt/tags/tag424.xml><?xml version="1.0" encoding="utf-8"?>
<p:tagLst xmlns:p="http://schemas.openxmlformats.org/presentationml/2006/main">
  <p:tag name="AS_UNIQUEID" val="2929"/>
  <p:tag name="KSO_WM_BEAUTIFY_FLAG" val=""/>
</p:tagLst>
</file>

<file path=ppt/tags/tag425.xml><?xml version="1.0" encoding="utf-8"?>
<p:tagLst xmlns:p="http://schemas.openxmlformats.org/presentationml/2006/main">
  <p:tag name="AS_UNIQUEID" val="2930"/>
</p:tagLst>
</file>

<file path=ppt/tags/tag426.xml><?xml version="1.0" encoding="utf-8"?>
<p:tagLst xmlns:p="http://schemas.openxmlformats.org/presentationml/2006/main">
  <p:tag name="AS_UNIQUEID" val="2931"/>
  <p:tag name="KSO_WM_BEAUTIFY_FLAG" val=""/>
</p:tagLst>
</file>

<file path=ppt/tags/tag427.xml><?xml version="1.0" encoding="utf-8"?>
<p:tagLst xmlns:p="http://schemas.openxmlformats.org/presentationml/2006/main">
  <p:tag name="AS_UNIQUEID" val="2932"/>
  <p:tag name="KSO_WM_BEAUTIFY_FLAG" val=""/>
</p:tagLst>
</file>

<file path=ppt/tags/tag428.xml><?xml version="1.0" encoding="utf-8"?>
<p:tagLst xmlns:p="http://schemas.openxmlformats.org/presentationml/2006/main">
  <p:tag name="AS_UNIQUEID" val="2933"/>
  <p:tag name="KSO_WM_BEAUTIFY_FLAG" val=""/>
  <p:tag name="KSO_WM_TAG_VERSION" val="1.0"/>
  <p:tag name="KSO_WM_TEMPLATE_CATEGORY" val="custom"/>
  <p:tag name="KSO_WM_TEMPLATE_INDEX" val="66"/>
  <p:tag name="KSO_WM_UNIT_CLEAR" val="1"/>
  <p:tag name="KSO_WM_UNIT_COMPATIBLE" val="0"/>
  <p:tag name="KSO_WM_UNIT_HIGHLIGHT" val="0"/>
  <p:tag name="KSO_WM_UNIT_ID" val="custom66_20*a*1"/>
  <p:tag name="KSO_WM_UNIT_ISCONTENTSTITLE" val="0"/>
  <p:tag name="KSO_WM_UNIT_LAYERLEVEL" val="1"/>
  <p:tag name="KSO_WM_UNIT_PRESET_TEXT_INDEX" val="0"/>
  <p:tag name="KSO_WM_UNIT_PRESET_TEXT_LEN" val="9"/>
  <p:tag name="KSO_WM_UNIT_VALUE" val="27"/>
</p:tagLst>
</file>

<file path=ppt/tags/tag429.xml><?xml version="1.0" encoding="utf-8"?>
<p:tagLst xmlns:p="http://schemas.openxmlformats.org/presentationml/2006/main">
  <p:tag name="AS_UNIQUEID" val="2934"/>
</p:tagLst>
</file>

<file path=ppt/tags/tag430.xml><?xml version="1.0" encoding="utf-8"?>
<p:tagLst xmlns:p="http://schemas.openxmlformats.org/presentationml/2006/main">
  <p:tag name="AS_UNIQUEID" val="2935"/>
  <p:tag name="KSO_WM_BEAUTIFY_FLAG" val=""/>
</p:tagLst>
</file>

<file path=ppt/tags/tag431.xml><?xml version="1.0" encoding="utf-8"?>
<p:tagLst xmlns:p="http://schemas.openxmlformats.org/presentationml/2006/main">
  <p:tag name="AS_UNIQUEID" val="2936"/>
  <p:tag name="KSO_WM_BEAUTIFY_FLAG" val=""/>
</p:tagLst>
</file>

<file path=ppt/tags/tag432.xml><?xml version="1.0" encoding="utf-8"?>
<p:tagLst xmlns:p="http://schemas.openxmlformats.org/presentationml/2006/main">
  <p:tag name="AS_UNIQUEID" val="2937"/>
</p:tagLst>
</file>

<file path=ppt/tags/tag433.xml><?xml version="1.0" encoding="utf-8"?>
<p:tagLst xmlns:p="http://schemas.openxmlformats.org/presentationml/2006/main">
  <p:tag name="AS_UNIQUEID" val="2938"/>
</p:tagLst>
</file>

<file path=ppt/tags/tag434.xml><?xml version="1.0" encoding="utf-8"?>
<p:tagLst xmlns:p="http://schemas.openxmlformats.org/presentationml/2006/main">
  <p:tag name="AS_UNIQUEID" val="2939"/>
</p:tagLst>
</file>

<file path=ppt/tags/tag435.xml><?xml version="1.0" encoding="utf-8"?>
<p:tagLst xmlns:p="http://schemas.openxmlformats.org/presentationml/2006/main">
  <p:tag name="AS_UNIQUEID" val="2940"/>
</p:tagLst>
</file>

<file path=ppt/tags/tag436.xml><?xml version="1.0" encoding="utf-8"?>
<p:tagLst xmlns:p="http://schemas.openxmlformats.org/presentationml/2006/main">
  <p:tag name="AS_UNIQUEID" val="2941"/>
  <p:tag name="KSO_WM_BEAUTIFY_FLAG" val=""/>
</p:tagLst>
</file>

<file path=ppt/tags/tag437.xml><?xml version="1.0" encoding="utf-8"?>
<p:tagLst xmlns:p="http://schemas.openxmlformats.org/presentationml/2006/main">
  <p:tag name="AS_UNIQUEID" val="2942"/>
  <p:tag name="KSO_WM_BEAUTIFY_FLAG" val=""/>
</p:tagLst>
</file>

<file path=ppt/tags/tag438.xml><?xml version="1.0" encoding="utf-8"?>
<p:tagLst xmlns:p="http://schemas.openxmlformats.org/presentationml/2006/main">
  <p:tag name="AS_UNIQUEID" val="2943"/>
</p:tagLst>
</file>

<file path=ppt/tags/tag439.xml><?xml version="1.0" encoding="utf-8"?>
<p:tagLst xmlns:p="http://schemas.openxmlformats.org/presentationml/2006/main">
  <p:tag name="AS_UNIQUEID" val="2944"/>
  <p:tag name="KSO_WM_BEAUTIFY_FLAG" val=""/>
</p:tagLst>
</file>

<file path=ppt/tags/tag440.xml><?xml version="1.0" encoding="utf-8"?>
<p:tagLst xmlns:p="http://schemas.openxmlformats.org/presentationml/2006/main">
  <p:tag name="AS_UNIQUEID" val="2945"/>
  <p:tag name="KSO_WM_BEAUTIFY_FLAG" val=""/>
</p:tagLst>
</file>

<file path=ppt/tags/tag441.xml><?xml version="1.0" encoding="utf-8"?>
<p:tagLst xmlns:p="http://schemas.openxmlformats.org/presentationml/2006/main">
  <p:tag name="AS_UNIQUEID" val="2946"/>
</p:tagLst>
</file>

<file path=ppt/tags/tag442.xml><?xml version="1.0" encoding="utf-8"?>
<p:tagLst xmlns:p="http://schemas.openxmlformats.org/presentationml/2006/main">
  <p:tag name="AS_UNIQUEID" val="2947"/>
  <p:tag name="KSO_WM_BEAUTIFY_FLAG" val=""/>
</p:tagLst>
</file>

<file path=ppt/tags/tag443.xml><?xml version="1.0" encoding="utf-8"?>
<p:tagLst xmlns:p="http://schemas.openxmlformats.org/presentationml/2006/main">
  <p:tag name="AS_UNIQUEID" val="2948"/>
  <p:tag name="KSO_WM_BEAUTIFY_FLAG" val=""/>
</p:tagLst>
</file>

<file path=ppt/tags/tag444.xml><?xml version="1.0" encoding="utf-8"?>
<p:tagLst xmlns:p="http://schemas.openxmlformats.org/presentationml/2006/main">
  <p:tag name="AS_UNIQUEID" val="2949"/>
  <p:tag name="KSO_WM_UNIT_TABLE_BEAUTIFY" val="smartTable{f48d94a6-15de-4927-a6d2-4d4a1641ff1c}"/>
  <p:tag name="TABLE_ENDDRAG_ORIGIN_RECT" val="507*233"/>
  <p:tag name="TABLE_ENDDRAG_RECT" val="407*285*507*233"/>
</p:tagLst>
</file>

<file path=ppt/tags/tag445.xml><?xml version="1.0" encoding="utf-8"?>
<p:tagLst xmlns:p="http://schemas.openxmlformats.org/presentationml/2006/main">
  <p:tag name="AS_UNIQUEID" val="2950"/>
</p:tagLst>
</file>

<file path=ppt/tags/tag446.xml><?xml version="1.0" encoding="utf-8"?>
<p:tagLst xmlns:p="http://schemas.openxmlformats.org/presentationml/2006/main">
  <p:tag name="AS_UNIQUEID" val="2951"/>
</p:tagLst>
</file>

<file path=ppt/tags/tag447.xml><?xml version="1.0" encoding="utf-8"?>
<p:tagLst xmlns:p="http://schemas.openxmlformats.org/presentationml/2006/main">
  <p:tag name="AS_UNIQUEID" val="2952"/>
</p:tagLst>
</file>

<file path=ppt/tags/tag448.xml><?xml version="1.0" encoding="utf-8"?>
<p:tagLst xmlns:p="http://schemas.openxmlformats.org/presentationml/2006/main">
  <p:tag name="AS_UNIQUEID" val="2953"/>
</p:tagLst>
</file>

<file path=ppt/tags/tag449.xml><?xml version="1.0" encoding="utf-8"?>
<p:tagLst xmlns:p="http://schemas.openxmlformats.org/presentationml/2006/main">
  <p:tag name="AS_UNIQUEID" val="2954"/>
</p:tagLst>
</file>

<file path=ppt/tags/tag450.xml><?xml version="1.0" encoding="utf-8"?>
<p:tagLst xmlns:p="http://schemas.openxmlformats.org/presentationml/2006/main">
  <p:tag name="AS_UNIQUEID" val="2955"/>
  <p:tag name="KSO_WM_BEAUTIFY_FLAG" val=""/>
</p:tagLst>
</file>

<file path=ppt/tags/tag451.xml><?xml version="1.0" encoding="utf-8"?>
<p:tagLst xmlns:p="http://schemas.openxmlformats.org/presentationml/2006/main">
  <p:tag name="AS_UNIQUEID" val="2956"/>
</p:tagLst>
</file>

<file path=ppt/tags/tag452.xml><?xml version="1.0" encoding="utf-8"?>
<p:tagLst xmlns:p="http://schemas.openxmlformats.org/presentationml/2006/main">
  <p:tag name="AS_UNIQUEID" val="2957"/>
</p:tagLst>
</file>

<file path=ppt/tags/tag453.xml><?xml version="1.0" encoding="utf-8"?>
<p:tagLst xmlns:p="http://schemas.openxmlformats.org/presentationml/2006/main">
  <p:tag name="AS_UNIQUEID" val="2958"/>
  <p:tag name="KSO_WM_BEAUTIFY_FLAG" val=""/>
</p:tagLst>
</file>

<file path=ppt/tags/tag454.xml><?xml version="1.0" encoding="utf-8"?>
<p:tagLst xmlns:p="http://schemas.openxmlformats.org/presentationml/2006/main">
  <p:tag name="AS_UNIQUEID" val="2959"/>
  <p:tag name="KSO_WM_BEAUTIFY_FLAG" val=""/>
</p:tagLst>
</file>

<file path=ppt/tags/tag455.xml><?xml version="1.0" encoding="utf-8"?>
<p:tagLst xmlns:p="http://schemas.openxmlformats.org/presentationml/2006/main">
  <p:tag name="AS_UNIQUEID" val="2960"/>
</p:tagLst>
</file>

<file path=ppt/tags/tag456.xml><?xml version="1.0" encoding="utf-8"?>
<p:tagLst xmlns:p="http://schemas.openxmlformats.org/presentationml/2006/main">
  <p:tag name="AS_UNIQUEID" val="2961"/>
  <p:tag name="KSO_WM_BEAUTIFY_FLAG" val=""/>
</p:tagLst>
</file>

<file path=ppt/tags/tag457.xml><?xml version="1.0" encoding="utf-8"?>
<p:tagLst xmlns:p="http://schemas.openxmlformats.org/presentationml/2006/main">
  <p:tag name="AS_UNIQUEID" val="2962"/>
  <p:tag name="KSO_WM_BEAUTIFY_FLAG" val=""/>
</p:tagLst>
</file>

<file path=ppt/tags/tag458.xml><?xml version="1.0" encoding="utf-8"?>
<p:tagLst xmlns:p="http://schemas.openxmlformats.org/presentationml/2006/main">
  <p:tag name="AS_UNIQUEID" val="2963"/>
  <p:tag name="KSO_WM_BEAUTIFY_FLAG" val=""/>
  <p:tag name="KSO_WM_TAG_VERSION" val="1.0"/>
  <p:tag name="KSO_WM_TEMPLATE_CATEGORY" val="custom"/>
  <p:tag name="KSO_WM_TEMPLATE_INDEX" val="66"/>
  <p:tag name="KSO_WM_UNIT_CLEAR" val="1"/>
  <p:tag name="KSO_WM_UNIT_COMPATIBLE" val="0"/>
  <p:tag name="KSO_WM_UNIT_HIGHLIGHT" val="0"/>
  <p:tag name="KSO_WM_UNIT_ID" val="custom66_20*a*1"/>
  <p:tag name="KSO_WM_UNIT_ISCONTENTSTITLE" val="0"/>
  <p:tag name="KSO_WM_UNIT_LAYERLEVEL" val="1"/>
  <p:tag name="KSO_WM_UNIT_PRESET_TEXT_INDEX" val="0"/>
  <p:tag name="KSO_WM_UNIT_PRESET_TEXT_LEN" val="9"/>
  <p:tag name="KSO_WM_UNIT_VALUE" val="27"/>
</p:tagLst>
</file>

<file path=ppt/tags/tag459.xml><?xml version="1.0" encoding="utf-8"?>
<p:tagLst xmlns:p="http://schemas.openxmlformats.org/presentationml/2006/main">
  <p:tag name="AS_UNIQUEID" val="2964"/>
</p:tagLst>
</file>

<file path=ppt/tags/tag460.xml><?xml version="1.0" encoding="utf-8"?>
<p:tagLst xmlns:p="http://schemas.openxmlformats.org/presentationml/2006/main">
  <p:tag name="AS_UNIQUEID" val="2965"/>
</p:tagLst>
</file>

<file path=ppt/tags/tag461.xml><?xml version="1.0" encoding="utf-8"?>
<p:tagLst xmlns:p="http://schemas.openxmlformats.org/presentationml/2006/main">
  <p:tag name="AS_UNIQUEID" val="2966"/>
  <p:tag name="KSO_WM_BEAUTIFY_FLAG" val=""/>
</p:tagLst>
</file>

<file path=ppt/tags/tag462.xml><?xml version="1.0" encoding="utf-8"?>
<p:tagLst xmlns:p="http://schemas.openxmlformats.org/presentationml/2006/main">
  <p:tag name="AS_UNIQUEID" val="2967"/>
  <p:tag name="KSO_WM_BEAUTIFY_FLAG" val=""/>
</p:tagLst>
</file>

<file path=ppt/tags/tag463.xml><?xml version="1.0" encoding="utf-8"?>
<p:tagLst xmlns:p="http://schemas.openxmlformats.org/presentationml/2006/main">
  <p:tag name="AS_UNIQUEID" val="2968"/>
</p:tagLst>
</file>

<file path=ppt/tags/tag464.xml><?xml version="1.0" encoding="utf-8"?>
<p:tagLst xmlns:p="http://schemas.openxmlformats.org/presentationml/2006/main">
  <p:tag name="AS_UNIQUEID" val="2969"/>
  <p:tag name="KSO_WM_BEAUTIFY_FLAG" val=""/>
</p:tagLst>
</file>

<file path=ppt/tags/tag465.xml><?xml version="1.0" encoding="utf-8"?>
<p:tagLst xmlns:p="http://schemas.openxmlformats.org/presentationml/2006/main">
  <p:tag name="AS_UNIQUEID" val="2970"/>
  <p:tag name="KSO_WM_BEAUTIFY_FLAG" val=""/>
</p:tagLst>
</file>

<file path=ppt/tags/tag466.xml><?xml version="1.0" encoding="utf-8"?>
<p:tagLst xmlns:p="http://schemas.openxmlformats.org/presentationml/2006/main">
  <p:tag name="AS_UNIQUEID" val="2971"/>
</p:tagLst>
</file>

<file path=ppt/tags/tag467.xml><?xml version="1.0" encoding="utf-8"?>
<p:tagLst xmlns:p="http://schemas.openxmlformats.org/presentationml/2006/main">
  <p:tag name="AS_UNIQUEID" val="2972"/>
</p:tagLst>
</file>

<file path=ppt/tags/tag468.xml><?xml version="1.0" encoding="utf-8"?>
<p:tagLst xmlns:p="http://schemas.openxmlformats.org/presentationml/2006/main">
  <p:tag name="AS_UNIQUEID" val="2973"/>
</p:tagLst>
</file>

<file path=ppt/tags/tag469.xml><?xml version="1.0" encoding="utf-8"?>
<p:tagLst xmlns:p="http://schemas.openxmlformats.org/presentationml/2006/main">
  <p:tag name="AS_UNIQUEID" val="2974"/>
</p:tagLst>
</file>

<file path=ppt/tags/tag470.xml><?xml version="1.0" encoding="utf-8"?>
<p:tagLst xmlns:p="http://schemas.openxmlformats.org/presentationml/2006/main">
  <p:tag name="AS_UNIQUEID" val="2234"/>
  <p:tag name="KSO_WM_BEAUTIFY_FLAG" val=""/>
</p:tagLst>
</file>

<file path=ppt/tags/tag471.xml><?xml version="1.0" encoding="utf-8"?>
<p:tagLst xmlns:p="http://schemas.openxmlformats.org/presentationml/2006/main">
  <p:tag name="AS_UNIQUEID" val="2975"/>
</p:tagLst>
</file>

<file path=ppt/tags/tag472.xml><?xml version="1.0" encoding="utf-8"?>
<p:tagLst xmlns:p="http://schemas.openxmlformats.org/presentationml/2006/main">
  <p:tag name="AS_UNIQUEID" val="2976"/>
</p:tagLst>
</file>

<file path=ppt/tags/tag473.xml><?xml version="1.0" encoding="utf-8"?>
<p:tagLst xmlns:p="http://schemas.openxmlformats.org/presentationml/2006/main">
  <p:tag name="AS_UNIQUEID" val="2977"/>
</p:tagLst>
</file>

<file path=ppt/tags/tag474.xml><?xml version="1.0" encoding="utf-8"?>
<p:tagLst xmlns:p="http://schemas.openxmlformats.org/presentationml/2006/main">
  <p:tag name="AS_UNIQUEID" val="2978"/>
</p:tagLst>
</file>

<file path=ppt/tags/tag475.xml><?xml version="1.0" encoding="utf-8"?>
<p:tagLst xmlns:p="http://schemas.openxmlformats.org/presentationml/2006/main">
  <p:tag name="AS_UNIQUEID" val="2979"/>
  <p:tag name="KSO_WM_BEAUTIFY_FLAG" val=""/>
</p:tagLst>
</file>

<file path=ppt/tags/tag476.xml><?xml version="1.0" encoding="utf-8"?>
<p:tagLst xmlns:p="http://schemas.openxmlformats.org/presentationml/2006/main">
  <p:tag name="AS_UNIQUEID" val="2980"/>
  <p:tag name="KSO_WM_BEAUTIFY_FLAG" val=""/>
</p:tagLst>
</file>

<file path=ppt/tags/tag477.xml><?xml version="1.0" encoding="utf-8"?>
<p:tagLst xmlns:p="http://schemas.openxmlformats.org/presentationml/2006/main">
  <p:tag name="AS_UNIQUEID" val="2981"/>
</p:tagLst>
</file>

<file path=ppt/tags/tag478.xml><?xml version="1.0" encoding="utf-8"?>
<p:tagLst xmlns:p="http://schemas.openxmlformats.org/presentationml/2006/main">
  <p:tag name="AS_UNIQUEID" val="2982"/>
  <p:tag name="KSO_WM_BEAUTIFY_FLAG" val=""/>
</p:tagLst>
</file>

<file path=ppt/tags/tag479.xml><?xml version="1.0" encoding="utf-8"?>
<p:tagLst xmlns:p="http://schemas.openxmlformats.org/presentationml/2006/main">
  <p:tag name="AS_UNIQUEID" val="2983"/>
  <p:tag name="KSO_WM_BEAUTIFY_FLAG" val=""/>
</p:tagLst>
</file>

<file path=ppt/tags/tag480.xml><?xml version="1.0" encoding="utf-8"?>
<p:tagLst xmlns:p="http://schemas.openxmlformats.org/presentationml/2006/main">
  <p:tag name="AS_UNIQUEID" val="2984"/>
  <p:tag name="KSO_WM_BEAUTIFY_FLAG" val=""/>
</p:tagLst>
</file>

<file path=ppt/tags/tag481.xml><?xml version="1.0" encoding="utf-8"?>
<p:tagLst xmlns:p="http://schemas.openxmlformats.org/presentationml/2006/main">
  <p:tag name="AS_UNIQUEID" val="2985"/>
</p:tagLst>
</file>

<file path=ppt/tags/tag482.xml><?xml version="1.0" encoding="utf-8"?>
<p:tagLst xmlns:p="http://schemas.openxmlformats.org/presentationml/2006/main">
  <p:tag name="AS_UNIQUEID" val="2986"/>
  <p:tag name="KSO_WM_BEAUTIFY_FLAG" val=""/>
</p:tagLst>
</file>

<file path=ppt/tags/tag483.xml><?xml version="1.0" encoding="utf-8"?>
<p:tagLst xmlns:p="http://schemas.openxmlformats.org/presentationml/2006/main">
  <p:tag name="AS_UNIQUEID" val="2987"/>
  <p:tag name="KSO_WM_BEAUTIFY_FLAG" val=""/>
</p:tagLst>
</file>

<file path=ppt/tags/tag484.xml><?xml version="1.0" encoding="utf-8"?>
<p:tagLst xmlns:p="http://schemas.openxmlformats.org/presentationml/2006/main">
  <p:tag name="AS_UNIQUEID" val="2988"/>
</p:tagLst>
</file>

<file path=ppt/tags/tag485.xml><?xml version="1.0" encoding="utf-8"?>
<p:tagLst xmlns:p="http://schemas.openxmlformats.org/presentationml/2006/main">
  <p:tag name="AS_UNIQUEID" val="2989"/>
  <p:tag name="KSO_WM_BEAUTIFY_FLAG" val=""/>
</p:tagLst>
</file>

<file path=ppt/tags/tag486.xml><?xml version="1.0" encoding="utf-8"?>
<p:tagLst xmlns:p="http://schemas.openxmlformats.org/presentationml/2006/main">
  <p:tag name="AS_UNIQUEID" val="2990"/>
  <p:tag name="KSO_WM_BEAUTIFY_FLAG" val=""/>
</p:tagLst>
</file>

<file path=ppt/tags/tag487.xml><?xml version="1.0" encoding="utf-8"?>
<p:tagLst xmlns:p="http://schemas.openxmlformats.org/presentationml/2006/main">
  <p:tag name="AS_UNIQUEID" val="2991"/>
</p:tagLst>
</file>

<file path=ppt/tags/tag488.xml><?xml version="1.0" encoding="utf-8"?>
<p:tagLst xmlns:p="http://schemas.openxmlformats.org/presentationml/2006/main">
  <p:tag name="AS_UNIQUEID" val="2992"/>
</p:tagLst>
</file>

<file path=ppt/tags/tag489.xml><?xml version="1.0" encoding="utf-8"?>
<p:tagLst xmlns:p="http://schemas.openxmlformats.org/presentationml/2006/main">
  <p:tag name="AS_UNIQUEID" val="2993"/>
</p:tagLst>
</file>

<file path=ppt/tags/tag490.xml><?xml version="1.0" encoding="utf-8"?>
<p:tagLst xmlns:p="http://schemas.openxmlformats.org/presentationml/2006/main">
  <p:tag name="AS_UNIQUEID" val="2994"/>
</p:tagLst>
</file>

<file path=ppt/tags/tag491.xml><?xml version="1.0" encoding="utf-8"?>
<p:tagLst xmlns:p="http://schemas.openxmlformats.org/presentationml/2006/main">
  <p:tag name="AS_UNIQUEID" val="2995"/>
  <p:tag name="KSO_WM_BEAUTIFY_FLAG" val=""/>
</p:tagLst>
</file>

<file path=ppt/tags/tag492.xml><?xml version="1.0" encoding="utf-8"?>
<p:tagLst xmlns:p="http://schemas.openxmlformats.org/presentationml/2006/main">
  <p:tag name="AS_UNIQUEID" val="2996"/>
  <p:tag name="KSO_WM_BEAUTIFY_FLAG" val=""/>
</p:tagLst>
</file>

<file path=ppt/tags/tag493.xml><?xml version="1.0" encoding="utf-8"?>
<p:tagLst xmlns:p="http://schemas.openxmlformats.org/presentationml/2006/main">
  <p:tag name="AS_UNIQUEID" val="2997"/>
</p:tagLst>
</file>

<file path=ppt/tags/tag494.xml><?xml version="1.0" encoding="utf-8"?>
<p:tagLst xmlns:p="http://schemas.openxmlformats.org/presentationml/2006/main">
  <p:tag name="AS_UNIQUEID" val="2998"/>
  <p:tag name="KSO_WM_BEAUTIFY_FLAG" val=""/>
</p:tagLst>
</file>

<file path=ppt/tags/tag495.xml><?xml version="1.0" encoding="utf-8"?>
<p:tagLst xmlns:p="http://schemas.openxmlformats.org/presentationml/2006/main">
  <p:tag name="AS_UNIQUEID" val="2999"/>
  <p:tag name="KSO_WM_BEAUTIFY_FLAG" val=""/>
</p:tagLst>
</file>

<file path=ppt/tags/tag496.xml><?xml version="1.0" encoding="utf-8"?>
<p:tagLst xmlns:p="http://schemas.openxmlformats.org/presentationml/2006/main">
  <p:tag name="AS_UNIQUEID" val="3000"/>
</p:tagLst>
</file>

<file path=ppt/tags/tag497.xml><?xml version="1.0" encoding="utf-8"?>
<p:tagLst xmlns:p="http://schemas.openxmlformats.org/presentationml/2006/main">
  <p:tag name="AS_UNIQUEID" val="3001"/>
</p:tagLst>
</file>

<file path=ppt/tags/tag498.xml><?xml version="1.0" encoding="utf-8"?>
<p:tagLst xmlns:p="http://schemas.openxmlformats.org/presentationml/2006/main">
  <p:tag name="AS_UNIQUEID" val="3002"/>
  <p:tag name="KSO_WM_BEAUTIFY_FLAG" val=""/>
</p:tagLst>
</file>

<file path=ppt/tags/tag499.xml><?xml version="1.0" encoding="utf-8"?>
<p:tagLst xmlns:p="http://schemas.openxmlformats.org/presentationml/2006/main">
  <p:tag name="AS_UNIQUEID" val="3003"/>
  <p:tag name="KSO_WM_BEAUTIFY_FLAG" val=""/>
</p:tagLst>
</file>

<file path=ppt/tags/tag500.xml><?xml version="1.0" encoding="utf-8"?>
<p:tagLst xmlns:p="http://schemas.openxmlformats.org/presentationml/2006/main">
  <p:tag name="AS_UNIQUEID" val="3004"/>
  <p:tag name="KSO_WM_BEAUTIFY_FLAG" val=""/>
</p:tagLst>
</file>

<file path=ppt/tags/tag501.xml><?xml version="1.0" encoding="utf-8"?>
<p:tagLst xmlns:p="http://schemas.openxmlformats.org/presentationml/2006/main">
  <p:tag name="AS_UNIQUEID" val="3005"/>
</p:tagLst>
</file>

<file path=ppt/tags/tag502.xml><?xml version="1.0" encoding="utf-8"?>
<p:tagLst xmlns:p="http://schemas.openxmlformats.org/presentationml/2006/main">
  <p:tag name="AS_UNIQUEID" val="3006"/>
</p:tagLst>
</file>

<file path=ppt/tags/tag503.xml><?xml version="1.0" encoding="utf-8"?>
<p:tagLst xmlns:p="http://schemas.openxmlformats.org/presentationml/2006/main">
  <p:tag name="AS_UNIQUEID" val="3007"/>
</p:tagLst>
</file>

<file path=ppt/tags/tag504.xml><?xml version="1.0" encoding="utf-8"?>
<p:tagLst xmlns:p="http://schemas.openxmlformats.org/presentationml/2006/main">
  <p:tag name="AS_UNIQUEID" val="3008"/>
  <p:tag name="KSO_WM_BEAUTIFY_FLAG" val=""/>
</p:tagLst>
</file>

<file path=ppt/tags/tag505.xml><?xml version="1.0" encoding="utf-8"?>
<p:tagLst xmlns:p="http://schemas.openxmlformats.org/presentationml/2006/main">
  <p:tag name="AS_UNIQUEID" val="3009"/>
</p:tagLst>
</file>

<file path=ppt/tags/tag506.xml><?xml version="1.0" encoding="utf-8"?>
<p:tagLst xmlns:p="http://schemas.openxmlformats.org/presentationml/2006/main">
  <p:tag name="AS_UNIQUEID" val="3010"/>
  <p:tag name="KSO_WM_BEAUTIFY_FLAG" val=""/>
</p:tagLst>
</file>

<file path=ppt/tags/tag507.xml><?xml version="1.0" encoding="utf-8"?>
<p:tagLst xmlns:p="http://schemas.openxmlformats.org/presentationml/2006/main">
  <p:tag name="AS_UNIQUEID" val="3011"/>
</p:tagLst>
</file>

<file path=ppt/tags/tag508.xml><?xml version="1.0" encoding="utf-8"?>
<p:tagLst xmlns:p="http://schemas.openxmlformats.org/presentationml/2006/main">
  <p:tag name="AS_UNIQUEID" val="3012"/>
</p:tagLst>
</file>

<file path=ppt/tags/tag509.xml><?xml version="1.0" encoding="utf-8"?>
<p:tagLst xmlns:p="http://schemas.openxmlformats.org/presentationml/2006/main">
  <p:tag name="AS_UNIQUEID" val="3013"/>
</p:tagLst>
</file>

<file path=ppt/tags/tag510.xml><?xml version="1.0" encoding="utf-8"?>
<p:tagLst xmlns:p="http://schemas.openxmlformats.org/presentationml/2006/main">
  <p:tag name="AS_UNIQUEID" val="3014"/>
</p:tagLst>
</file>

<file path=ppt/tags/tag511.xml><?xml version="1.0" encoding="utf-8"?>
<p:tagLst xmlns:p="http://schemas.openxmlformats.org/presentationml/2006/main">
  <p:tag name="AS_UNIQUEID" val="3015"/>
</p:tagLst>
</file>

<file path=ppt/tags/tag512.xml><?xml version="1.0" encoding="utf-8"?>
<p:tagLst xmlns:p="http://schemas.openxmlformats.org/presentationml/2006/main">
  <p:tag name="AS_UNIQUEID" val="3016"/>
</p:tagLst>
</file>

<file path=ppt/tags/tag513.xml><?xml version="1.0" encoding="utf-8"?>
<p:tagLst xmlns:p="http://schemas.openxmlformats.org/presentationml/2006/main">
  <p:tag name="AS_UNIQUEID" val="3017"/>
</p:tagLst>
</file>

<file path=ppt/tags/tag514.xml><?xml version="1.0" encoding="utf-8"?>
<p:tagLst xmlns:p="http://schemas.openxmlformats.org/presentationml/2006/main">
  <p:tag name="AS_UNIQUEID" val="3018"/>
</p:tagLst>
</file>

<file path=ppt/tags/tag515.xml><?xml version="1.0" encoding="utf-8"?>
<p:tagLst xmlns:p="http://schemas.openxmlformats.org/presentationml/2006/main">
  <p:tag name="AS_UNIQUEID" val="3019"/>
</p:tagLst>
</file>

<file path=ppt/tags/tag516.xml><?xml version="1.0" encoding="utf-8"?>
<p:tagLst xmlns:p="http://schemas.openxmlformats.org/presentationml/2006/main">
  <p:tag name="AS_UNIQUEID" val="3020"/>
</p:tagLst>
</file>

<file path=ppt/tags/tag517.xml><?xml version="1.0" encoding="utf-8"?>
<p:tagLst xmlns:p="http://schemas.openxmlformats.org/presentationml/2006/main">
  <p:tag name="AS_UNIQUEID" val="3021"/>
</p:tagLst>
</file>

<file path=ppt/tags/tag518.xml><?xml version="1.0" encoding="utf-8"?>
<p:tagLst xmlns:p="http://schemas.openxmlformats.org/presentationml/2006/main">
  <p:tag name="AS_UNIQUEID" val="3022"/>
</p:tagLst>
</file>

<file path=ppt/tags/tag519.xml><?xml version="1.0" encoding="utf-8"?>
<p:tagLst xmlns:p="http://schemas.openxmlformats.org/presentationml/2006/main">
  <p:tag name="AS_UNIQUEID" val="3023"/>
</p:tagLst>
</file>

<file path=ppt/tags/tag520.xml><?xml version="1.0" encoding="utf-8"?>
<p:tagLst xmlns:p="http://schemas.openxmlformats.org/presentationml/2006/main">
  <p:tag name="AS_UNIQUEID" val="3024"/>
</p:tagLst>
</file>

<file path=ppt/tags/tag521.xml><?xml version="1.0" encoding="utf-8"?>
<p:tagLst xmlns:p="http://schemas.openxmlformats.org/presentationml/2006/main">
  <p:tag name="AS_UNIQUEID" val="3025"/>
</p:tagLst>
</file>

<file path=ppt/tags/tag522.xml><?xml version="1.0" encoding="utf-8"?>
<p:tagLst xmlns:p="http://schemas.openxmlformats.org/presentationml/2006/main">
  <p:tag name="AS_UNIQUEID" val="3026"/>
</p:tagLst>
</file>

<file path=ppt/tags/tag523.xml><?xml version="1.0" encoding="utf-8"?>
<p:tagLst xmlns:p="http://schemas.openxmlformats.org/presentationml/2006/main">
  <p:tag name="AS_UNIQUEID" val="3027"/>
</p:tagLst>
</file>

<file path=ppt/tags/tag524.xml><?xml version="1.0" encoding="utf-8"?>
<p:tagLst xmlns:p="http://schemas.openxmlformats.org/presentationml/2006/main">
  <p:tag name="AS_UNIQUEID" val="3028"/>
</p:tagLst>
</file>

<file path=ppt/tags/tag525.xml><?xml version="1.0" encoding="utf-8"?>
<p:tagLst xmlns:p="http://schemas.openxmlformats.org/presentationml/2006/main">
  <p:tag name="AS_UNIQUEID" val="3029"/>
</p:tagLst>
</file>

<file path=ppt/tags/tag526.xml><?xml version="1.0" encoding="utf-8"?>
<p:tagLst xmlns:p="http://schemas.openxmlformats.org/presentationml/2006/main">
  <p:tag name="AS_UNIQUEID" val="3030"/>
</p:tagLst>
</file>

<file path=ppt/tags/tag527.xml><?xml version="1.0" encoding="utf-8"?>
<p:tagLst xmlns:p="http://schemas.openxmlformats.org/presentationml/2006/main">
  <p:tag name="AS_UNIQUEID" val="3031"/>
</p:tagLst>
</file>

<file path=ppt/tags/tag528.xml><?xml version="1.0" encoding="utf-8"?>
<p:tagLst xmlns:p="http://schemas.openxmlformats.org/presentationml/2006/main">
  <p:tag name="AS_UNIQUEID" val="3032"/>
</p:tagLst>
</file>

<file path=ppt/tags/tag529.xml><?xml version="1.0" encoding="utf-8"?>
<p:tagLst xmlns:p="http://schemas.openxmlformats.org/presentationml/2006/main">
  <p:tag name="AS_UNIQUEID" val="3033"/>
</p:tagLst>
</file>

<file path=ppt/tags/tag530.xml><?xml version="1.0" encoding="utf-8"?>
<p:tagLst xmlns:p="http://schemas.openxmlformats.org/presentationml/2006/main">
  <p:tag name="AS_UNIQUEID" val="3034"/>
</p:tagLst>
</file>

<file path=ppt/tags/tag531.xml><?xml version="1.0" encoding="utf-8"?>
<p:tagLst xmlns:p="http://schemas.openxmlformats.org/presentationml/2006/main">
  <p:tag name="AS_UNIQUEID" val="3035"/>
</p:tagLst>
</file>

<file path=ppt/tags/tag532.xml><?xml version="1.0" encoding="utf-8"?>
<p:tagLst xmlns:p="http://schemas.openxmlformats.org/presentationml/2006/main">
  <p:tag name="AS_UNIQUEID" val="3036"/>
</p:tagLst>
</file>

<file path=ppt/tags/tag533.xml><?xml version="1.0" encoding="utf-8"?>
<p:tagLst xmlns:p="http://schemas.openxmlformats.org/presentationml/2006/main">
  <p:tag name="AS_UNIQUEID" val="3037"/>
</p:tagLst>
</file>

<file path=ppt/tags/tag534.xml><?xml version="1.0" encoding="utf-8"?>
<p:tagLst xmlns:p="http://schemas.openxmlformats.org/presentationml/2006/main">
  <p:tag name="AS_UNIQUEID" val="3038"/>
</p:tagLst>
</file>

<file path=ppt/tags/tag535.xml><?xml version="1.0" encoding="utf-8"?>
<p:tagLst xmlns:p="http://schemas.openxmlformats.org/presentationml/2006/main">
  <p:tag name="AS_UNIQUEID" val="3039"/>
</p:tagLst>
</file>

<file path=ppt/tags/tag536.xml><?xml version="1.0" encoding="utf-8"?>
<p:tagLst xmlns:p="http://schemas.openxmlformats.org/presentationml/2006/main">
  <p:tag name="AS_UNIQUEID" val="3040"/>
</p:tagLst>
</file>

<file path=ppt/tags/tag537.xml><?xml version="1.0" encoding="utf-8"?>
<p:tagLst xmlns:p="http://schemas.openxmlformats.org/presentationml/2006/main">
  <p:tag name="AS_UNIQUEID" val="3041"/>
</p:tagLst>
</file>

<file path=ppt/tags/tag538.xml><?xml version="1.0" encoding="utf-8"?>
<p:tagLst xmlns:p="http://schemas.openxmlformats.org/presentationml/2006/main">
  <p:tag name="AS_UNIQUEID" val="3042"/>
</p:tagLst>
</file>

<file path=ppt/tags/tag539.xml><?xml version="1.0" encoding="utf-8"?>
<p:tagLst xmlns:p="http://schemas.openxmlformats.org/presentationml/2006/main">
  <p:tag name="AS_UNIQUEID" val="3043"/>
</p:tagLst>
</file>

<file path=ppt/tags/tag540.xml><?xml version="1.0" encoding="utf-8"?>
<p:tagLst xmlns:p="http://schemas.openxmlformats.org/presentationml/2006/main">
  <p:tag name="AS_UNIQUEID" val="3044"/>
</p:tagLst>
</file>

<file path=ppt/tags/tag541.xml><?xml version="1.0" encoding="utf-8"?>
<p:tagLst xmlns:p="http://schemas.openxmlformats.org/presentationml/2006/main">
  <p:tag name="AS_UNIQUEID" val="3045"/>
</p:tagLst>
</file>

<file path=ppt/tags/tag542.xml><?xml version="1.0" encoding="utf-8"?>
<p:tagLst xmlns:p="http://schemas.openxmlformats.org/presentationml/2006/main">
  <p:tag name="AS_UNIQUEID" val="3046"/>
</p:tagLst>
</file>

<file path=ppt/tags/tag543.xml><?xml version="1.0" encoding="utf-8"?>
<p:tagLst xmlns:p="http://schemas.openxmlformats.org/presentationml/2006/main">
  <p:tag name="AS_UNIQUEID" val="3047"/>
</p:tagLst>
</file>

<file path=ppt/tags/tag544.xml><?xml version="1.0" encoding="utf-8"?>
<p:tagLst xmlns:p="http://schemas.openxmlformats.org/presentationml/2006/main">
  <p:tag name="AS_UNIQUEID" val="3048"/>
</p:tagLst>
</file>

<file path=ppt/tags/tag545.xml><?xml version="1.0" encoding="utf-8"?>
<p:tagLst xmlns:p="http://schemas.openxmlformats.org/presentationml/2006/main">
  <p:tag name="AS_UNIQUEID" val="3049"/>
</p:tagLst>
</file>

<file path=ppt/tags/tag546.xml><?xml version="1.0" encoding="utf-8"?>
<p:tagLst xmlns:p="http://schemas.openxmlformats.org/presentationml/2006/main">
  <p:tag name="AS_UNIQUEID" val="3050"/>
</p:tagLst>
</file>

<file path=ppt/tags/tag547.xml><?xml version="1.0" encoding="utf-8"?>
<p:tagLst xmlns:p="http://schemas.openxmlformats.org/presentationml/2006/main">
  <p:tag name="AS_UNIQUEID" val="3051"/>
  <p:tag name="KSO_WM_BEAUTIFY_FLAG" val=""/>
</p:tagLst>
</file>

<file path=ppt/tags/tag548.xml><?xml version="1.0" encoding="utf-8"?>
<p:tagLst xmlns:p="http://schemas.openxmlformats.org/presentationml/2006/main">
  <p:tag name="AS_UNIQUEID" val="3052"/>
  <p:tag name="KSO_WM_BEAUTIFY_FLAG" val=""/>
</p:tagLst>
</file>

<file path=ppt/tags/tag549.xml><?xml version="1.0" encoding="utf-8"?>
<p:tagLst xmlns:p="http://schemas.openxmlformats.org/presentationml/2006/main">
  <p:tag name="AS_UNIQUEID" val="3053"/>
</p:tagLst>
</file>

<file path=ppt/tags/tag550.xml><?xml version="1.0" encoding="utf-8"?>
<p:tagLst xmlns:p="http://schemas.openxmlformats.org/presentationml/2006/main">
  <p:tag name="AS_UNIQUEID" val="3054"/>
  <p:tag name="KSO_WM_BEAUTIFY_FLAG" val=""/>
</p:tagLst>
</file>

<file path=ppt/tags/tag551.xml><?xml version="1.0" encoding="utf-8"?>
<p:tagLst xmlns:p="http://schemas.openxmlformats.org/presentationml/2006/main">
  <p:tag name="AS_UNIQUEID" val="3055"/>
  <p:tag name="KSO_WM_BEAUTIFY_FLAG" val=""/>
</p:tagLst>
</file>

<file path=ppt/tags/tag552.xml><?xml version="1.0" encoding="utf-8"?>
<p:tagLst xmlns:p="http://schemas.openxmlformats.org/presentationml/2006/main">
  <p:tag name="AS_UNIQUEID" val="3056"/>
</p:tagLst>
</file>

<file path=ppt/tags/tag553.xml><?xml version="1.0" encoding="utf-8"?>
<p:tagLst xmlns:p="http://schemas.openxmlformats.org/presentationml/2006/main">
  <p:tag name="AS_UNIQUEID" val="3057"/>
  <p:tag name="KSO_WM_BEAUTIFY_FLAG" val=""/>
</p:tagLst>
</file>

<file path=ppt/tags/tag554.xml><?xml version="1.0" encoding="utf-8"?>
<p:tagLst xmlns:p="http://schemas.openxmlformats.org/presentationml/2006/main">
  <p:tag name="AS_UNIQUEID" val="3058"/>
  <p:tag name="KSO_WM_BEAUTIFY_FLAG" val=""/>
</p:tagLst>
</file>

<file path=ppt/tags/tag555.xml><?xml version="1.0" encoding="utf-8"?>
<p:tagLst xmlns:p="http://schemas.openxmlformats.org/presentationml/2006/main">
  <p:tag name="AS_UNIQUEID" val="3059"/>
</p:tagLst>
</file>

<file path=ppt/tags/tag556.xml><?xml version="1.0" encoding="utf-8"?>
<p:tagLst xmlns:p="http://schemas.openxmlformats.org/presentationml/2006/main">
  <p:tag name="AS_UNIQUEID" val="3060"/>
  <p:tag name="KSO_WM_BEAUTIFY_FLAG" val=""/>
</p:tagLst>
</file>

<file path=ppt/tags/tag557.xml><?xml version="1.0" encoding="utf-8"?>
<p:tagLst xmlns:p="http://schemas.openxmlformats.org/presentationml/2006/main">
  <p:tag name="AS_UNIQUEID" val="3061"/>
  <p:tag name="KSO_WM_BEAUTIFY_FLAG" val=""/>
</p:tagLst>
</file>

<file path=ppt/tags/tag558.xml><?xml version="1.0" encoding="utf-8"?>
<p:tagLst xmlns:p="http://schemas.openxmlformats.org/presentationml/2006/main">
  <p:tag name="AS_UNIQUEID" val="3062"/>
  <p:tag name="KSO_WM_BEAUTIFY_FLAG" val=""/>
</p:tagLst>
</file>

<file path=ppt/tags/tag559.xml><?xml version="1.0" encoding="utf-8"?>
<p:tagLst xmlns:p="http://schemas.openxmlformats.org/presentationml/2006/main">
  <p:tag name="AS_UNIQUEID" val="3063"/>
</p:tagLst>
</file>

<file path=ppt/tags/tag560.xml><?xml version="1.0" encoding="utf-8"?>
<p:tagLst xmlns:p="http://schemas.openxmlformats.org/presentationml/2006/main">
  <p:tag name="AS_UNIQUEID" val="3064"/>
</p:tagLst>
</file>

<file path=ppt/tags/tag561.xml><?xml version="1.0" encoding="utf-8"?>
<p:tagLst xmlns:p="http://schemas.openxmlformats.org/presentationml/2006/main">
  <p:tag name="AS_UNIQUEID" val="3065"/>
  <p:tag name="KSO_WM_BEAUTIFY_FLAG" val=""/>
</p:tagLst>
</file>

<file path=ppt/tags/tag562.xml><?xml version="1.0" encoding="utf-8"?>
<p:tagLst xmlns:p="http://schemas.openxmlformats.org/presentationml/2006/main">
  <p:tag name="AS_UNIQUEID" val="3066"/>
  <p:tag name="KSO_WM_BEAUTIFY_FLAG" val=""/>
</p:tagLst>
</file>

<file path=ppt/tags/tag563.xml><?xml version="1.0" encoding="utf-8"?>
<p:tagLst xmlns:p="http://schemas.openxmlformats.org/presentationml/2006/main">
  <p:tag name="AS_UNIQUEID" val="3067"/>
</p:tagLst>
</file>

<file path=ppt/tags/tag564.xml><?xml version="1.0" encoding="utf-8"?>
<p:tagLst xmlns:p="http://schemas.openxmlformats.org/presentationml/2006/main">
  <p:tag name="AS_UNIQUEID" val="2515"/>
</p:tagLst>
</file>

<file path=ppt/tags/tag565.xml><?xml version="1.0" encoding="utf-8"?>
<p:tagLst xmlns:p="http://schemas.openxmlformats.org/presentationml/2006/main">
  <p:tag name="AS_UNIQUEID" val="2234"/>
  <p:tag name="KSO_WM_BEAUTIFY_FLAG" val=""/>
</p:tagLst>
</file>

<file path=ppt/tags/tag566.xml><?xml version="1.0" encoding="utf-8"?>
<p:tagLst xmlns:p="http://schemas.openxmlformats.org/presentationml/2006/main">
  <p:tag name="AS_UNIQUEID" val="3068"/>
</p:tagLst>
</file>

<file path=ppt/tags/tag567.xml><?xml version="1.0" encoding="utf-8"?>
<p:tagLst xmlns:p="http://schemas.openxmlformats.org/presentationml/2006/main">
  <p:tag name="AS_UNIQUEID" val="3069"/>
</p:tagLst>
</file>

<file path=ppt/tags/tag568.xml><?xml version="1.0" encoding="utf-8"?>
<p:tagLst xmlns:p="http://schemas.openxmlformats.org/presentationml/2006/main">
  <p:tag name="AS_UNIQUEID" val="3070"/>
</p:tagLst>
</file>

<file path=ppt/tags/tag569.xml><?xml version="1.0" encoding="utf-8"?>
<p:tagLst xmlns:p="http://schemas.openxmlformats.org/presentationml/2006/main">
  <p:tag name="AS_UNIQUEID" val="3071"/>
</p:tagLst>
</file>

<file path=ppt/tags/tag570.xml><?xml version="1.0" encoding="utf-8"?>
<p:tagLst xmlns:p="http://schemas.openxmlformats.org/presentationml/2006/main">
  <p:tag name="AS_UNIQUEID" val="3072"/>
  <p:tag name="KSO_WM_BEAUTIFY_FLAG" val=""/>
</p:tagLst>
</file>

<file path=ppt/tags/tag571.xml><?xml version="1.0" encoding="utf-8"?>
<p:tagLst xmlns:p="http://schemas.openxmlformats.org/presentationml/2006/main">
  <p:tag name="AS_UNIQUEID" val="3073"/>
  <p:tag name="KSO_WM_BEAUTIFY_FLAG" val=""/>
</p:tagLst>
</file>

<file path=ppt/tags/tag572.xml><?xml version="1.0" encoding="utf-8"?>
<p:tagLst xmlns:p="http://schemas.openxmlformats.org/presentationml/2006/main">
  <p:tag name="AS_UNIQUEID" val="3074"/>
</p:tagLst>
</file>

<file path=ppt/tags/tag573.xml><?xml version="1.0" encoding="utf-8"?>
<p:tagLst xmlns:p="http://schemas.openxmlformats.org/presentationml/2006/main">
  <p:tag name="AS_UNIQUEID" val="3075"/>
  <p:tag name="KSO_WM_BEAUTIFY_FLAG" val=""/>
</p:tagLst>
</file>

<file path=ppt/tags/tag574.xml><?xml version="1.0" encoding="utf-8"?>
<p:tagLst xmlns:p="http://schemas.openxmlformats.org/presentationml/2006/main">
  <p:tag name="AS_UNIQUEID" val="3076"/>
  <p:tag name="KSO_WM_BEAUTIFY_FLAG" val=""/>
</p:tagLst>
</file>

<file path=ppt/tags/tag575.xml><?xml version="1.0" encoding="utf-8"?>
<p:tagLst xmlns:p="http://schemas.openxmlformats.org/presentationml/2006/main">
  <p:tag name="AS_UNIQUEID" val="3077"/>
</p:tagLst>
</file>

<file path=ppt/tags/tag576.xml><?xml version="1.0" encoding="utf-8"?>
<p:tagLst xmlns:p="http://schemas.openxmlformats.org/presentationml/2006/main">
  <p:tag name="AS_UNIQUEID" val="3078"/>
  <p:tag name="KSO_WM_BEAUTIFY_FLAG" val=""/>
</p:tagLst>
</file>

<file path=ppt/tags/tag577.xml><?xml version="1.0" encoding="utf-8"?>
<p:tagLst xmlns:p="http://schemas.openxmlformats.org/presentationml/2006/main">
  <p:tag name="AS_UNIQUEID" val="3079"/>
  <p:tag name="KSO_WM_BEAUTIFY_FLAG" val=""/>
</p:tagLst>
</file>

<file path=ppt/tags/tag578.xml><?xml version="1.0" encoding="utf-8"?>
<p:tagLst xmlns:p="http://schemas.openxmlformats.org/presentationml/2006/main">
  <p:tag name="AS_UNIQUEID" val="3080"/>
  <p:tag name="KSO_WM_BEAUTIFY_FLAG" val=""/>
</p:tagLst>
</file>

<file path=ppt/tags/tag579.xml><?xml version="1.0" encoding="utf-8"?>
<p:tagLst xmlns:p="http://schemas.openxmlformats.org/presentationml/2006/main">
  <p:tag name="AS_UNIQUEID" val="3081"/>
</p:tagLst>
</file>

<file path=ppt/tags/tag580.xml><?xml version="1.0" encoding="utf-8"?>
<p:tagLst xmlns:p="http://schemas.openxmlformats.org/presentationml/2006/main">
  <p:tag name="AS_UNIQUEID" val="2515"/>
  <p:tag name="KSO_WM_BEAUTIFY_FLAG" val=""/>
</p:tagLst>
</file>

<file path=ppt/tags/tag581.xml><?xml version="1.0" encoding="utf-8"?>
<p:tagLst xmlns:p="http://schemas.openxmlformats.org/presentationml/2006/main">
  <p:tag name="AS_UNIQUEID" val="3082"/>
</p:tagLst>
</file>

<file path=ppt/tags/tag582.xml><?xml version="1.0" encoding="utf-8"?>
<p:tagLst xmlns:p="http://schemas.openxmlformats.org/presentationml/2006/main">
  <p:tag name="AS_UNIQUEID" val="3083"/>
</p:tagLst>
</file>

<file path=ppt/tags/tag583.xml><?xml version="1.0" encoding="utf-8"?>
<p:tagLst xmlns:p="http://schemas.openxmlformats.org/presentationml/2006/main">
  <p:tag name="AS_UNIQUEID" val="3084"/>
</p:tagLst>
</file>

<file path=ppt/tags/tag584.xml><?xml version="1.0" encoding="utf-8"?>
<p:tagLst xmlns:p="http://schemas.openxmlformats.org/presentationml/2006/main">
  <p:tag name="AS_UNIQUEID" val="3085"/>
</p:tagLst>
</file>

<file path=ppt/tags/tag585.xml><?xml version="1.0" encoding="utf-8"?>
<p:tagLst xmlns:p="http://schemas.openxmlformats.org/presentationml/2006/main">
  <p:tag name="AS_UNIQUEID" val="3086"/>
</p:tagLst>
</file>

<file path=ppt/tags/tag586.xml><?xml version="1.0" encoding="utf-8"?>
<p:tagLst xmlns:p="http://schemas.openxmlformats.org/presentationml/2006/main">
  <p:tag name="AS_UNIQUEID" val="3087"/>
  <p:tag name="KSO_WM_BEAUTIFY_FLAG" val=""/>
</p:tagLst>
</file>

<file path=ppt/tags/tag587.xml><?xml version="1.0" encoding="utf-8"?>
<p:tagLst xmlns:p="http://schemas.openxmlformats.org/presentationml/2006/main">
  <p:tag name="AS_UNIQUEID" val="3088"/>
  <p:tag name="KSO_WM_BEAUTIFY_FLAG" val=""/>
</p:tagLst>
</file>

<file path=ppt/tags/tag588.xml><?xml version="1.0" encoding="utf-8"?>
<p:tagLst xmlns:p="http://schemas.openxmlformats.org/presentationml/2006/main">
  <p:tag name="AS_UNIQUEID" val="3089"/>
</p:tagLst>
</file>

<file path=ppt/tags/tag589.xml><?xml version="1.0" encoding="utf-8"?>
<p:tagLst xmlns:p="http://schemas.openxmlformats.org/presentationml/2006/main">
  <p:tag name="AS_UNIQUEID" val="3090"/>
</p:tagLst>
</file>

<file path=ppt/tags/tag590.xml><?xml version="1.0" encoding="utf-8"?>
<p:tagLst xmlns:p="http://schemas.openxmlformats.org/presentationml/2006/main">
  <p:tag name="AS_UNIQUEID" val="3091"/>
</p:tagLst>
</file>

<file path=ppt/tags/tag591.xml><?xml version="1.0" encoding="utf-8"?>
<p:tagLst xmlns:p="http://schemas.openxmlformats.org/presentationml/2006/main">
  <p:tag name="AS_UNIQUEID" val="3092"/>
</p:tagLst>
</file>

<file path=ppt/tags/tag592.xml><?xml version="1.0" encoding="utf-8"?>
<p:tagLst xmlns:p="http://schemas.openxmlformats.org/presentationml/2006/main">
  <p:tag name="AS_UNIQUEID" val="3093"/>
  <p:tag name="KSO_WM_BEAUTIFY_FLAG" val=""/>
</p:tagLst>
</file>

<file path=ppt/tags/tag593.xml><?xml version="1.0" encoding="utf-8"?>
<p:tagLst xmlns:p="http://schemas.openxmlformats.org/presentationml/2006/main">
  <p:tag name="AS_UNIQUEID" val="3094"/>
</p:tagLst>
</file>

<file path=ppt/tags/tag594.xml><?xml version="1.0" encoding="utf-8"?>
<p:tagLst xmlns:p="http://schemas.openxmlformats.org/presentationml/2006/main">
  <p:tag name="AS_UNIQUEID" val="3095"/>
  <p:tag name="KSO_WM_BEAUTIFY_FLAG" val=""/>
</p:tagLst>
</file>

<file path=ppt/tags/tag595.xml><?xml version="1.0" encoding="utf-8"?>
<p:tagLst xmlns:p="http://schemas.openxmlformats.org/presentationml/2006/main">
  <p:tag name="AS_UNIQUEID" val="3096"/>
  <p:tag name="KSO_WM_BEAUTIFY_FLAG" val=""/>
</p:tagLst>
</file>

<file path=ppt/tags/tag596.xml><?xml version="1.0" encoding="utf-8"?>
<p:tagLst xmlns:p="http://schemas.openxmlformats.org/presentationml/2006/main">
  <p:tag name="AS_UNIQUEID" val="3097"/>
</p:tagLst>
</file>

<file path=ppt/tags/tag597.xml><?xml version="1.0" encoding="utf-8"?>
<p:tagLst xmlns:p="http://schemas.openxmlformats.org/presentationml/2006/main">
  <p:tag name="AS_UNIQUEID" val="3098"/>
  <p:tag name="KSO_WM_BEAUTIFY_FLAG" val=""/>
</p:tagLst>
</file>

<file path=ppt/tags/tag598.xml><?xml version="1.0" encoding="utf-8"?>
<p:tagLst xmlns:p="http://schemas.openxmlformats.org/presentationml/2006/main">
  <p:tag name="AS_UNIQUEID" val="3099"/>
  <p:tag name="KSO_WM_BEAUTIFY_FLAG" val=""/>
</p:tagLst>
</file>

<file path=ppt/tags/tag599.xml><?xml version="1.0" encoding="utf-8"?>
<p:tagLst xmlns:p="http://schemas.openxmlformats.org/presentationml/2006/main">
  <p:tag name="AS_UNIQUEID" val="3100"/>
  <p:tag name="KSO_WM_BEAUTIFY_FLAG" val=""/>
</p:tagLst>
</file>

<file path=ppt/tags/tag600.xml><?xml version="1.0" encoding="utf-8"?>
<p:tagLst xmlns:p="http://schemas.openxmlformats.org/presentationml/2006/main">
  <p:tag name="AS_UNIQUEID" val="3101"/>
</p:tagLst>
</file>

<file path=ppt/tags/tag601.xml><?xml version="1.0" encoding="utf-8"?>
<p:tagLst xmlns:p="http://schemas.openxmlformats.org/presentationml/2006/main">
  <p:tag name="AS_UNIQUEID" val="3102"/>
  <p:tag name="KSO_WM_BEAUTIFY_FLAG" val=""/>
</p:tagLst>
</file>

<file path=ppt/tags/tag602.xml><?xml version="1.0" encoding="utf-8"?>
<p:tagLst xmlns:p="http://schemas.openxmlformats.org/presentationml/2006/main">
  <p:tag name="AS_UNIQUEID" val="3103"/>
  <p:tag name="KSO_WM_BEAUTIFY_FLAG" val=""/>
</p:tagLst>
</file>

<file path=ppt/tags/tag603.xml><?xml version="1.0" encoding="utf-8"?>
<p:tagLst xmlns:p="http://schemas.openxmlformats.org/presentationml/2006/main">
  <p:tag name="AS_UNIQUEID" val="3104"/>
</p:tagLst>
</file>

<file path=ppt/tags/tag604.xml><?xml version="1.0" encoding="utf-8"?>
<p:tagLst xmlns:p="http://schemas.openxmlformats.org/presentationml/2006/main">
  <p:tag name="AS_UNIQUEID" val="3105"/>
</p:tagLst>
</file>

<file path=ppt/tags/tag605.xml><?xml version="1.0" encoding="utf-8"?>
<p:tagLst xmlns:p="http://schemas.openxmlformats.org/presentationml/2006/main">
  <p:tag name="AS_UNIQUEID" val="3106"/>
  <p:tag name="KSO_WM_BEAUTIFY_FLAG" val=""/>
</p:tagLst>
</file>

<file path=ppt/tags/tag606.xml><?xml version="1.0" encoding="utf-8"?>
<p:tagLst xmlns:p="http://schemas.openxmlformats.org/presentationml/2006/main">
  <p:tag name="AS_UNIQUEID" val="3107"/>
  <p:tag name="KSO_WM_BEAUTIFY_FLAG" val=""/>
</p:tagLst>
</file>

<file path=ppt/tags/tag607.xml><?xml version="1.0" encoding="utf-8"?>
<p:tagLst xmlns:p="http://schemas.openxmlformats.org/presentationml/2006/main">
  <p:tag name="AS_UNIQUEID" val="3108"/>
</p:tagLst>
</file>

<file path=ppt/tags/tag608.xml><?xml version="1.0" encoding="utf-8"?>
<p:tagLst xmlns:p="http://schemas.openxmlformats.org/presentationml/2006/main">
  <p:tag name="AS_UNIQUEID" val="3109"/>
</p:tagLst>
</file>

<file path=ppt/tags/tag609.xml><?xml version="1.0" encoding="utf-8"?>
<p:tagLst xmlns:p="http://schemas.openxmlformats.org/presentationml/2006/main">
  <p:tag name="AS_UNIQUEID" val="3110"/>
</p:tagLst>
</file>

<file path=ppt/tags/tag610.xml><?xml version="1.0" encoding="utf-8"?>
<p:tagLst xmlns:p="http://schemas.openxmlformats.org/presentationml/2006/main">
  <p:tag name="AS_UNIQUEID" val="3111"/>
</p:tagLst>
</file>

<file path=ppt/tags/tag611.xml><?xml version="1.0" encoding="utf-8"?>
<p:tagLst xmlns:p="http://schemas.openxmlformats.org/presentationml/2006/main">
  <p:tag name="AS_UNIQUEID" val="3112"/>
</p:tagLst>
</file>

<file path=ppt/tags/tag612.xml><?xml version="1.0" encoding="utf-8"?>
<p:tagLst xmlns:p="http://schemas.openxmlformats.org/presentationml/2006/main">
  <p:tag name="AS_UNIQUEID" val="3113"/>
  <p:tag name="KSO_WM_BEAUTIFY_FLAG" val=""/>
</p:tagLst>
</file>

<file path=ppt/tags/tag613.xml><?xml version="1.0" encoding="utf-8"?>
<p:tagLst xmlns:p="http://schemas.openxmlformats.org/presentationml/2006/main">
  <p:tag name="AS_UNIQUEID" val="3114"/>
  <p:tag name="KSO_WM_BEAUTIFY_FLAG" val=""/>
</p:tagLst>
</file>

<file path=ppt/tags/tag614.xml><?xml version="1.0" encoding="utf-8"?>
<p:tagLst xmlns:p="http://schemas.openxmlformats.org/presentationml/2006/main">
  <p:tag name="AS_UNIQUEID" val="3115"/>
</p:tagLst>
</file>

<file path=ppt/tags/tag615.xml><?xml version="1.0" encoding="utf-8"?>
<p:tagLst xmlns:p="http://schemas.openxmlformats.org/presentationml/2006/main">
  <p:tag name="AS_UNIQUEID" val="3116"/>
  <p:tag name="KSO_WM_BEAUTIFY_FLAG" val=""/>
</p:tagLst>
</file>

<file path=ppt/tags/tag616.xml><?xml version="1.0" encoding="utf-8"?>
<p:tagLst xmlns:p="http://schemas.openxmlformats.org/presentationml/2006/main">
  <p:tag name="AS_UNIQUEID" val="3117"/>
  <p:tag name="KSO_WM_BEAUTIFY_FLAG" val=""/>
</p:tagLst>
</file>

<file path=ppt/tags/tag617.xml><?xml version="1.0" encoding="utf-8"?>
<p:tagLst xmlns:p="http://schemas.openxmlformats.org/presentationml/2006/main">
  <p:tag name="AS_UNIQUEID" val="3118"/>
</p:tagLst>
</file>

<file path=ppt/tags/tag618.xml><?xml version="1.0" encoding="utf-8"?>
<p:tagLst xmlns:p="http://schemas.openxmlformats.org/presentationml/2006/main">
  <p:tag name="AS_UNIQUEID" val="3119"/>
</p:tagLst>
</file>

<file path=ppt/tags/tag619.xml><?xml version="1.0" encoding="utf-8"?>
<p:tagLst xmlns:p="http://schemas.openxmlformats.org/presentationml/2006/main">
  <p:tag name="AS_UNIQUEID" val="3120"/>
</p:tagLst>
</file>

<file path=ppt/tags/tag620.xml><?xml version="1.0" encoding="utf-8"?>
<p:tagLst xmlns:p="http://schemas.openxmlformats.org/presentationml/2006/main">
  <p:tag name="AS_UNIQUEID" val="2515"/>
  <p:tag name="KSO_WM_BEAUTIFY_FLAG" val=""/>
</p:tagLst>
</file>

<file path=ppt/tags/tag621.xml><?xml version="1.0" encoding="utf-8"?>
<p:tagLst xmlns:p="http://schemas.openxmlformats.org/presentationml/2006/main">
  <p:tag name="AS_UNIQUEID" val="3121"/>
</p:tagLst>
</file>

<file path=ppt/tags/tag622.xml><?xml version="1.0" encoding="utf-8"?>
<p:tagLst xmlns:p="http://schemas.openxmlformats.org/presentationml/2006/main">
  <p:tag name="AS_UNIQUEID" val="3122"/>
</p:tagLst>
</file>

<file path=ppt/tags/tag623.xml><?xml version="1.0" encoding="utf-8"?>
<p:tagLst xmlns:p="http://schemas.openxmlformats.org/presentationml/2006/main">
  <p:tag name="AS_UNIQUEID" val="3123"/>
</p:tagLst>
</file>

<file path=ppt/tags/tag624.xml><?xml version="1.0" encoding="utf-8"?>
<p:tagLst xmlns:p="http://schemas.openxmlformats.org/presentationml/2006/main">
  <p:tag name="AS_UNIQUEID" val="3124"/>
</p:tagLst>
</file>

<file path=ppt/tags/tag625.xml><?xml version="1.0" encoding="utf-8"?>
<p:tagLst xmlns:p="http://schemas.openxmlformats.org/presentationml/2006/main">
  <p:tag name="AS_UNIQUEID" val="3125"/>
</p:tagLst>
</file>

<file path=ppt/tags/tag626.xml><?xml version="1.0" encoding="utf-8"?>
<p:tagLst xmlns:p="http://schemas.openxmlformats.org/presentationml/2006/main">
  <p:tag name="AS_UNIQUEID" val="3126"/>
</p:tagLst>
</file>

<file path=ppt/tags/tag627.xml><?xml version="1.0" encoding="utf-8"?>
<p:tagLst xmlns:p="http://schemas.openxmlformats.org/presentationml/2006/main">
  <p:tag name="AS_UNIQUEID" val="3127"/>
</p:tagLst>
</file>

<file path=ppt/tags/tag628.xml><?xml version="1.0" encoding="utf-8"?>
<p:tagLst xmlns:p="http://schemas.openxmlformats.org/presentationml/2006/main">
  <p:tag name="AS_UNIQUEID" val="3128"/>
</p:tagLst>
</file>

<file path=ppt/tags/tag629.xml><?xml version="1.0" encoding="utf-8"?>
<p:tagLst xmlns:p="http://schemas.openxmlformats.org/presentationml/2006/main">
  <p:tag name="AS_UNIQUEID" val="3129"/>
</p:tagLst>
</file>

<file path=ppt/tags/tag630.xml><?xml version="1.0" encoding="utf-8"?>
<p:tagLst xmlns:p="http://schemas.openxmlformats.org/presentationml/2006/main">
  <p:tag name="AS_UNIQUEID" val="3130"/>
</p:tagLst>
</file>

<file path=ppt/tags/tag631.xml><?xml version="1.0" encoding="utf-8"?>
<p:tagLst xmlns:p="http://schemas.openxmlformats.org/presentationml/2006/main">
  <p:tag name="AS_UNIQUEID" val="3131"/>
</p:tagLst>
</file>

<file path=ppt/tags/tag632.xml><?xml version="1.0" encoding="utf-8"?>
<p:tagLst xmlns:p="http://schemas.openxmlformats.org/presentationml/2006/main">
  <p:tag name="AS_UNIQUEID" val="3132"/>
</p:tagLst>
</file>

<file path=ppt/tags/tag633.xml><?xml version="1.0" encoding="utf-8"?>
<p:tagLst xmlns:p="http://schemas.openxmlformats.org/presentationml/2006/main">
  <p:tag name="AS_UNIQUEID" val="3133"/>
</p:tagLst>
</file>

<file path=ppt/tags/tag634.xml><?xml version="1.0" encoding="utf-8"?>
<p:tagLst xmlns:p="http://schemas.openxmlformats.org/presentationml/2006/main">
  <p:tag name="AS_UNIQUEID" val="3134"/>
</p:tagLst>
</file>

<file path=ppt/tags/tag635.xml><?xml version="1.0" encoding="utf-8"?>
<p:tagLst xmlns:p="http://schemas.openxmlformats.org/presentationml/2006/main">
  <p:tag name="AS_UNIQUEID" val="3135"/>
</p:tagLst>
</file>

<file path=ppt/tags/tag636.xml><?xml version="1.0" encoding="utf-8"?>
<p:tagLst xmlns:p="http://schemas.openxmlformats.org/presentationml/2006/main">
  <p:tag name="AS_UNIQUEID" val="3136"/>
</p:tagLst>
</file>

<file path=ppt/tags/tag637.xml><?xml version="1.0" encoding="utf-8"?>
<p:tagLst xmlns:p="http://schemas.openxmlformats.org/presentationml/2006/main">
  <p:tag name="AS_UNIQUEID" val="3137"/>
</p:tagLst>
</file>

<file path=ppt/tags/tag638.xml><?xml version="1.0" encoding="utf-8"?>
<p:tagLst xmlns:p="http://schemas.openxmlformats.org/presentationml/2006/main">
  <p:tag name="AS_UNIQUEID" val="3138"/>
</p:tagLst>
</file>

<file path=ppt/tags/tag639.xml><?xml version="1.0" encoding="utf-8"?>
<p:tagLst xmlns:p="http://schemas.openxmlformats.org/presentationml/2006/main">
  <p:tag name="AS_UNIQUEID" val="3139"/>
</p:tagLst>
</file>

<file path=ppt/tags/tag640.xml><?xml version="1.0" encoding="utf-8"?>
<p:tagLst xmlns:p="http://schemas.openxmlformats.org/presentationml/2006/main">
  <p:tag name="AS_UNIQUEID" val="3140"/>
</p:tagLst>
</file>

<file path=ppt/tags/tag641.xml><?xml version="1.0" encoding="utf-8"?>
<p:tagLst xmlns:p="http://schemas.openxmlformats.org/presentationml/2006/main">
  <p:tag name="AS_UNIQUEID" val="3141"/>
</p:tagLst>
</file>

<file path=ppt/tags/tag642.xml><?xml version="1.0" encoding="utf-8"?>
<p:tagLst xmlns:p="http://schemas.openxmlformats.org/presentationml/2006/main">
  <p:tag name="AS_UNIQUEID" val="3142"/>
</p:tagLst>
</file>

<file path=ppt/tags/tag643.xml><?xml version="1.0" encoding="utf-8"?>
<p:tagLst xmlns:p="http://schemas.openxmlformats.org/presentationml/2006/main">
  <p:tag name="AS_UNIQUEID" val="3143"/>
</p:tagLst>
</file>

<file path=ppt/tags/tag644.xml><?xml version="1.0" encoding="utf-8"?>
<p:tagLst xmlns:p="http://schemas.openxmlformats.org/presentationml/2006/main">
  <p:tag name="AS_UNIQUEID" val="3144"/>
</p:tagLst>
</file>

<file path=ppt/tags/tag645.xml><?xml version="1.0" encoding="utf-8"?>
<p:tagLst xmlns:p="http://schemas.openxmlformats.org/presentationml/2006/main">
  <p:tag name="AS_UNIQUEID" val="3145"/>
</p:tagLst>
</file>

<file path=ppt/tags/tag646.xml><?xml version="1.0" encoding="utf-8"?>
<p:tagLst xmlns:p="http://schemas.openxmlformats.org/presentationml/2006/main">
  <p:tag name="AS_UNIQUEID" val="3146"/>
</p:tagLst>
</file>

<file path=ppt/tags/tag647.xml><?xml version="1.0" encoding="utf-8"?>
<p:tagLst xmlns:p="http://schemas.openxmlformats.org/presentationml/2006/main">
  <p:tag name="AS_UNIQUEID" val="3147"/>
</p:tagLst>
</file>

<file path=ppt/tags/tag648.xml><?xml version="1.0" encoding="utf-8"?>
<p:tagLst xmlns:p="http://schemas.openxmlformats.org/presentationml/2006/main">
  <p:tag name="AS_UNIQUEID" val="3148"/>
</p:tagLst>
</file>

<file path=ppt/tags/tag649.xml><?xml version="1.0" encoding="utf-8"?>
<p:tagLst xmlns:p="http://schemas.openxmlformats.org/presentationml/2006/main">
  <p:tag name="AS_UNIQUEID" val="3149"/>
</p:tagLst>
</file>

<file path=ppt/tags/tag650.xml><?xml version="1.0" encoding="utf-8"?>
<p:tagLst xmlns:p="http://schemas.openxmlformats.org/presentationml/2006/main">
  <p:tag name="AS_UNIQUEID" val="3150"/>
</p:tagLst>
</file>

<file path=ppt/tags/tag651.xml><?xml version="1.0" encoding="utf-8"?>
<p:tagLst xmlns:p="http://schemas.openxmlformats.org/presentationml/2006/main">
  <p:tag name="AS_UNIQUEID" val="3151"/>
</p:tagLst>
</file>

<file path=ppt/tags/tag652.xml><?xml version="1.0" encoding="utf-8"?>
<p:tagLst xmlns:p="http://schemas.openxmlformats.org/presentationml/2006/main">
  <p:tag name="AS_UNIQUEID" val="3152"/>
</p:tagLst>
</file>

<file path=ppt/tags/tag653.xml><?xml version="1.0" encoding="utf-8"?>
<p:tagLst xmlns:p="http://schemas.openxmlformats.org/presentationml/2006/main">
  <p:tag name="AS_UNIQUEID" val="3153"/>
</p:tagLst>
</file>

<file path=ppt/tags/tag654.xml><?xml version="1.0" encoding="utf-8"?>
<p:tagLst xmlns:p="http://schemas.openxmlformats.org/presentationml/2006/main">
  <p:tag name="AS_UNIQUEID" val="3154"/>
</p:tagLst>
</file>

<file path=ppt/tags/tag655.xml><?xml version="1.0" encoding="utf-8"?>
<p:tagLst xmlns:p="http://schemas.openxmlformats.org/presentationml/2006/main">
  <p:tag name="AS_UNIQUEID" val="3155"/>
</p:tagLst>
</file>

<file path=ppt/tags/tag656.xml><?xml version="1.0" encoding="utf-8"?>
<p:tagLst xmlns:p="http://schemas.openxmlformats.org/presentationml/2006/main">
  <p:tag name="AS_UNIQUEID" val="3156"/>
</p:tagLst>
</file>

<file path=ppt/tags/tag657.xml><?xml version="1.0" encoding="utf-8"?>
<p:tagLst xmlns:p="http://schemas.openxmlformats.org/presentationml/2006/main">
  <p:tag name="AS_UNIQUEID" val="3157"/>
</p:tagLst>
</file>

<file path=ppt/tags/tag658.xml><?xml version="1.0" encoding="utf-8"?>
<p:tagLst xmlns:p="http://schemas.openxmlformats.org/presentationml/2006/main">
  <p:tag name="AS_UNIQUEID" val="3158"/>
</p:tagLst>
</file>

<file path=ppt/tags/tag659.xml><?xml version="1.0" encoding="utf-8"?>
<p:tagLst xmlns:p="http://schemas.openxmlformats.org/presentationml/2006/main">
  <p:tag name="AS_UNIQUEID" val="3159"/>
  <p:tag name="KSO_WM_BEAUTIFY_FLAG" val=""/>
</p:tagLst>
</file>

<file path=ppt/tags/tag660.xml><?xml version="1.0" encoding="utf-8"?>
<p:tagLst xmlns:p="http://schemas.openxmlformats.org/presentationml/2006/main">
  <p:tag name="AS_UNIQUEID" val="3160"/>
  <p:tag name="KSO_WM_BEAUTIFY_FLAG" val=""/>
</p:tagLst>
</file>

<file path=ppt/tags/tag661.xml><?xml version="1.0" encoding="utf-8"?>
<p:tagLst xmlns:p="http://schemas.openxmlformats.org/presentationml/2006/main">
  <p:tag name="AS_UNIQUEID" val="3161"/>
</p:tagLst>
</file>

<file path=ppt/tags/tag662.xml><?xml version="1.0" encoding="utf-8"?>
<p:tagLst xmlns:p="http://schemas.openxmlformats.org/presentationml/2006/main">
  <p:tag name="AS_UNIQUEID" val="3162"/>
  <p:tag name="KSO_WM_BEAUTIFY_FLAG" val=""/>
</p:tagLst>
</file>

<file path=ppt/tags/tag663.xml><?xml version="1.0" encoding="utf-8"?>
<p:tagLst xmlns:p="http://schemas.openxmlformats.org/presentationml/2006/main">
  <p:tag name="AS_UNIQUEID" val="3163"/>
  <p:tag name="KSO_WM_BEAUTIFY_FLAG" val=""/>
</p:tagLst>
</file>

<file path=ppt/tags/tag664.xml><?xml version="1.0" encoding="utf-8"?>
<p:tagLst xmlns:p="http://schemas.openxmlformats.org/presentationml/2006/main">
  <p:tag name="AS_UNIQUEID" val="3164"/>
</p:tagLst>
</file>

<file path=ppt/tags/tag665.xml><?xml version="1.0" encoding="utf-8"?>
<p:tagLst xmlns:p="http://schemas.openxmlformats.org/presentationml/2006/main">
  <p:tag name="AS_UNIQUEID" val="3165"/>
  <p:tag name="KSO_WM_BEAUTIFY_FLAG" val=""/>
</p:tagLst>
</file>

<file path=ppt/tags/tag666.xml><?xml version="1.0" encoding="utf-8"?>
<p:tagLst xmlns:p="http://schemas.openxmlformats.org/presentationml/2006/main">
  <p:tag name="AS_UNIQUEID" val="3166"/>
</p:tagLst>
</file>

<file path=ppt/tags/tag667.xml><?xml version="1.0" encoding="utf-8"?>
<p:tagLst xmlns:p="http://schemas.openxmlformats.org/presentationml/2006/main">
  <p:tag name="AS_UNIQUEID" val="2416"/>
  <p:tag name="KSO_WM_BEAUTIFY_FLAG" val=""/>
</p:tagLst>
</file>

<file path=ppt/tags/tag668.xml><?xml version="1.0" encoding="utf-8"?>
<p:tagLst xmlns:p="http://schemas.openxmlformats.org/presentationml/2006/main">
  <p:tag name="AS_UNIQUEID" val="2417"/>
  <p:tag name="KSO_WM_BEAUTIFY_FLAG" val=""/>
</p:tagLst>
</file>

<file path=ppt/tags/tag669.xml><?xml version="1.0" encoding="utf-8"?>
<p:tagLst xmlns:p="http://schemas.openxmlformats.org/presentationml/2006/main">
  <p:tag name="AS_UNIQUEID" val="3167"/>
</p:tagLst>
</file>

<file path=ppt/tags/tag670.xml><?xml version="1.0" encoding="utf-8"?>
<p:tagLst xmlns:p="http://schemas.openxmlformats.org/presentationml/2006/main">
  <p:tag name="AS_UNIQUEID" val="3168"/>
  <p:tag name="KSO_WM_BEAUTIFY_FLAG" val=""/>
</p:tagLst>
</file>

<file path=ppt/tags/tag671.xml><?xml version="1.0" encoding="utf-8"?>
<p:tagLst xmlns:p="http://schemas.openxmlformats.org/presentationml/2006/main">
  <p:tag name="AS_UNIQUEID" val="3169"/>
</p:tagLst>
</file>

<file path=ppt/tags/tag672.xml><?xml version="1.0" encoding="utf-8"?>
<p:tagLst xmlns:p="http://schemas.openxmlformats.org/presentationml/2006/main">
  <p:tag name="AS_UNIQUEID" val="2419"/>
  <p:tag name="KSO_WM_BEAUTIFY_FLAG" val=""/>
</p:tagLst>
</file>

<file path=ppt/tags/tag673.xml><?xml version="1.0" encoding="utf-8"?>
<p:tagLst xmlns:p="http://schemas.openxmlformats.org/presentationml/2006/main">
  <p:tag name="AS_UNIQUEID" val="2420"/>
  <p:tag name="KSO_WM_BEAUTIFY_FLAG" val=""/>
</p:tagLst>
</file>

<file path=ppt/tags/tag674.xml><?xml version="1.0" encoding="utf-8"?>
<p:tagLst xmlns:p="http://schemas.openxmlformats.org/presentationml/2006/main">
  <p:tag name="AS_UNIQUEID" val="2421"/>
  <p:tag name="KSO_WM_BEAUTIFY_FLAG" val=""/>
</p:tagLst>
</file>

<file path=ppt/tags/tag675.xml><?xml version="1.0" encoding="utf-8"?>
<p:tagLst xmlns:p="http://schemas.openxmlformats.org/presentationml/2006/main">
  <p:tag name="AS_UNIQUEID" val="3170"/>
</p:tagLst>
</file>

<file path=ppt/tags/tag676.xml><?xml version="1.0" encoding="utf-8"?>
<p:tagLst xmlns:p="http://schemas.openxmlformats.org/presentationml/2006/main">
  <p:tag name="AS_UNIQUEID" val="3171"/>
  <p:tag name="KSO_WM_BEAUTIFY_FLAG" val=""/>
</p:tagLst>
</file>

<file path=ppt/tags/tag677.xml><?xml version="1.0" encoding="utf-8"?>
<p:tagLst xmlns:p="http://schemas.openxmlformats.org/presentationml/2006/main">
  <p:tag name="AS_UNIQUEID" val="3172"/>
</p:tagLst>
</file>

<file path=ppt/tags/tag678.xml><?xml version="1.0" encoding="utf-8"?>
<p:tagLst xmlns:p="http://schemas.openxmlformats.org/presentationml/2006/main">
  <p:tag name="AS_UNIQUEID" val="2422"/>
  <p:tag name="KSO_WM_BEAUTIFY_FLAG" val=""/>
</p:tagLst>
</file>

<file path=ppt/tags/tag679.xml><?xml version="1.0" encoding="utf-8"?>
<p:tagLst xmlns:p="http://schemas.openxmlformats.org/presentationml/2006/main">
  <p:tag name="AS_UNIQUEID" val="2423"/>
  <p:tag name="KSO_WM_BEAUTIFY_FLAG" val=""/>
</p:tagLst>
</file>

<file path=ppt/tags/tag680.xml><?xml version="1.0" encoding="utf-8"?>
<p:tagLst xmlns:p="http://schemas.openxmlformats.org/presentationml/2006/main">
  <p:tag name="AS_UNIQUEID" val="2424"/>
  <p:tag name="KSO_WM_BEAUTIFY_FLAG" val=""/>
</p:tagLst>
</file>

<file path=ppt/tags/tag681.xml><?xml version="1.0" encoding="utf-8"?>
<p:tagLst xmlns:p="http://schemas.openxmlformats.org/presentationml/2006/main">
  <p:tag name="AS_UNIQUEID" val="3173"/>
</p:tagLst>
</file>

<file path=ppt/tags/tag682.xml><?xml version="1.0" encoding="utf-8"?>
<p:tagLst xmlns:p="http://schemas.openxmlformats.org/presentationml/2006/main">
  <p:tag name="AS_UNIQUEID" val="3174"/>
  <p:tag name="KSO_WM_BEAUTIFY_FLAG" val=""/>
</p:tagLst>
</file>

<file path=ppt/tags/tag683.xml><?xml version="1.0" encoding="utf-8"?>
<p:tagLst xmlns:p="http://schemas.openxmlformats.org/presentationml/2006/main">
  <p:tag name="AS_UNIQUEID" val="3175"/>
</p:tagLst>
</file>

<file path=ppt/tags/tag684.xml><?xml version="1.0" encoding="utf-8"?>
<p:tagLst xmlns:p="http://schemas.openxmlformats.org/presentationml/2006/main">
  <p:tag name="AS_UNIQUEID" val="2415"/>
  <p:tag name="KSO_WM_BEAUTIFY_FLAG" val=""/>
</p:tagLst>
</file>

<file path=ppt/tags/tag685.xml><?xml version="1.0" encoding="utf-8"?>
<p:tagLst xmlns:p="http://schemas.openxmlformats.org/presentationml/2006/main">
  <p:tag name="AS_UNIQUEID" val="2425"/>
  <p:tag name="KSO_WM_BEAUTIFY_FLAG" val=""/>
</p:tagLst>
</file>

<file path=ppt/tags/tag686.xml><?xml version="1.0" encoding="utf-8"?>
<p:tagLst xmlns:p="http://schemas.openxmlformats.org/presentationml/2006/main">
  <p:tag name="AS_UNIQUEID" val="2426"/>
  <p:tag name="KSO_WM_BEAUTIFY_FLAG" val=""/>
</p:tagLst>
</file>

<file path=ppt/tags/tag687.xml><?xml version="1.0" encoding="utf-8"?>
<p:tagLst xmlns:p="http://schemas.openxmlformats.org/presentationml/2006/main">
  <p:tag name="AS_UNIQUEID" val="3176"/>
</p:tagLst>
</file>

<file path=ppt/tags/tag688.xml><?xml version="1.0" encoding="utf-8"?>
<p:tagLst xmlns:p="http://schemas.openxmlformats.org/presentationml/2006/main">
  <p:tag name="AS_UNIQUEID" val="3177"/>
</p:tagLst>
</file>

<file path=ppt/tags/tag689.xml><?xml version="1.0" encoding="utf-8"?>
<p:tagLst xmlns:p="http://schemas.openxmlformats.org/presentationml/2006/main">
  <p:tag name="AS_UNIQUEID" val="3178"/>
</p:tagLst>
</file>

<file path=ppt/tags/tag690.xml><?xml version="1.0" encoding="utf-8"?>
<p:tagLst xmlns:p="http://schemas.openxmlformats.org/presentationml/2006/main">
  <p:tag name="AS_UNIQUEID" val="3179"/>
</p:tagLst>
</file>

<file path=ppt/tags/tag691.xml><?xml version="1.0" encoding="utf-8"?>
<p:tagLst xmlns:p="http://schemas.openxmlformats.org/presentationml/2006/main">
  <p:tag name="AS_UNIQUEID" val="3180"/>
  <p:tag name="KSO_WM_BEAUTIFY_FLAG" val=""/>
</p:tagLst>
</file>

<file path=ppt/tags/tag692.xml><?xml version="1.0" encoding="utf-8"?>
<p:tagLst xmlns:p="http://schemas.openxmlformats.org/presentationml/2006/main">
  <p:tag name="AS_UNIQUEID" val="3181"/>
  <p:tag name="KSO_WM_BEAUTIFY_FLAG" val=""/>
</p:tagLst>
</file>

<file path=ppt/tags/tag693.xml><?xml version="1.0" encoding="utf-8"?>
<p:tagLst xmlns:p="http://schemas.openxmlformats.org/presentationml/2006/main">
  <p:tag name="AS_UNIQUEID" val="3182"/>
</p:tagLst>
</file>

<file path=ppt/tags/tag694.xml><?xml version="1.0" encoding="utf-8"?>
<p:tagLst xmlns:p="http://schemas.openxmlformats.org/presentationml/2006/main">
  <p:tag name="AS_UNIQUEID" val="3183"/>
  <p:tag name="KSO_WM_BEAUTIFY_FLAG" val=""/>
</p:tagLst>
</file>

<file path=ppt/tags/tag695.xml><?xml version="1.0" encoding="utf-8"?>
<p:tagLst xmlns:p="http://schemas.openxmlformats.org/presentationml/2006/main">
  <p:tag name="AS_UNIQUEID" val="3184"/>
  <p:tag name="KSO_WM_BEAUTIFY_FLAG" val=""/>
</p:tagLst>
</file>

<file path=ppt/tags/tag696.xml><?xml version="1.0" encoding="utf-8"?>
<p:tagLst xmlns:p="http://schemas.openxmlformats.org/presentationml/2006/main">
  <p:tag name="AS_UNIQUEID" val="3185"/>
</p:tagLst>
</file>

<file path=ppt/tags/tag697.xml><?xml version="1.0" encoding="utf-8"?>
<p:tagLst xmlns:p="http://schemas.openxmlformats.org/presentationml/2006/main">
  <p:tag name="AS_UNIQUEID" val="3186"/>
</p:tagLst>
</file>

<file path=ppt/tags/tag698.xml><?xml version="1.0" encoding="utf-8"?>
<p:tagLst xmlns:p="http://schemas.openxmlformats.org/presentationml/2006/main">
  <p:tag name="AS_UNIQUEID" val="3187"/>
</p:tagLst>
</file>

<file path=ppt/tags/tag699.xml><?xml version="1.0" encoding="utf-8"?>
<p:tagLst xmlns:p="http://schemas.openxmlformats.org/presentationml/2006/main">
  <p:tag name="AS_UNIQUEID" val="3188"/>
</p:tagLst>
</file>

<file path=ppt/tags/tag700.xml><?xml version="1.0" encoding="utf-8"?>
<p:tagLst xmlns:p="http://schemas.openxmlformats.org/presentationml/2006/main">
  <p:tag name="AS_UNIQUEID" val="3189"/>
  <p:tag name="KSO_WM_BEAUTIFY_FLAG" val=""/>
</p:tagLst>
</file>

<file path=ppt/tags/tag701.xml><?xml version="1.0" encoding="utf-8"?>
<p:tagLst xmlns:p="http://schemas.openxmlformats.org/presentationml/2006/main">
  <p:tag name="AS_UNIQUEID" val="3190"/>
</p:tagLst>
</file>

<file path=ppt/tags/tag702.xml><?xml version="1.0" encoding="utf-8"?>
<p:tagLst xmlns:p="http://schemas.openxmlformats.org/presentationml/2006/main">
  <p:tag name="AS_UNIQUEID" val="3191"/>
  <p:tag name="KSO_WM_BEAUTIFY_FLAG" val=""/>
</p:tagLst>
</file>

<file path=ppt/tags/tag703.xml><?xml version="1.0" encoding="utf-8"?>
<p:tagLst xmlns:p="http://schemas.openxmlformats.org/presentationml/2006/main">
  <p:tag name="AS_UNIQUEID" val="3192"/>
</p:tagLst>
</file>

<file path=ppt/tags/tag704.xml><?xml version="1.0" encoding="utf-8"?>
<p:tagLst xmlns:p="http://schemas.openxmlformats.org/presentationml/2006/main">
  <p:tag name="AS_UNIQUEID" val="3193"/>
</p:tagLst>
</file>

<file path=ppt/tags/tag705.xml><?xml version="1.0" encoding="utf-8"?>
<p:tagLst xmlns:p="http://schemas.openxmlformats.org/presentationml/2006/main">
  <p:tag name="AS_UNIQUEID" val="3194"/>
</p:tagLst>
</file>

<file path=ppt/tags/tag706.xml><?xml version="1.0" encoding="utf-8"?>
<p:tagLst xmlns:p="http://schemas.openxmlformats.org/presentationml/2006/main">
  <p:tag name="AS_UNIQUEID" val="3195"/>
</p:tagLst>
</file>

<file path=ppt/tags/tag707.xml><?xml version="1.0" encoding="utf-8"?>
<p:tagLst xmlns:p="http://schemas.openxmlformats.org/presentationml/2006/main">
  <p:tag name="AS_UNIQUEID" val="3196"/>
</p:tagLst>
</file>

<file path=ppt/tags/tag708.xml><?xml version="1.0" encoding="utf-8"?>
<p:tagLst xmlns:p="http://schemas.openxmlformats.org/presentationml/2006/main">
  <p:tag name="AS_UNIQUEID" val="3197"/>
</p:tagLst>
</file>

<file path=ppt/tags/tag709.xml><?xml version="1.0" encoding="utf-8"?>
<p:tagLst xmlns:p="http://schemas.openxmlformats.org/presentationml/2006/main">
  <p:tag name="AS_UNIQUEID" val="3198"/>
</p:tagLst>
</file>

<file path=ppt/tags/tag710.xml><?xml version="1.0" encoding="utf-8"?>
<p:tagLst xmlns:p="http://schemas.openxmlformats.org/presentationml/2006/main">
  <p:tag name="AS_UNIQUEID" val="3199"/>
</p:tagLst>
</file>

<file path=ppt/tags/tag711.xml><?xml version="1.0" encoding="utf-8"?>
<p:tagLst xmlns:p="http://schemas.openxmlformats.org/presentationml/2006/main">
  <p:tag name="AS_UNIQUEID" val="3200"/>
</p:tagLst>
</file>

<file path=ppt/tags/tag712.xml><?xml version="1.0" encoding="utf-8"?>
<p:tagLst xmlns:p="http://schemas.openxmlformats.org/presentationml/2006/main">
  <p:tag name="AS_UNIQUEID" val="3201"/>
</p:tagLst>
</file>

<file path=ppt/tags/tag713.xml><?xml version="1.0" encoding="utf-8"?>
<p:tagLst xmlns:p="http://schemas.openxmlformats.org/presentationml/2006/main">
  <p:tag name="AS_UNIQUEID" val="3202"/>
</p:tagLst>
</file>

<file path=ppt/tags/tag714.xml><?xml version="1.0" encoding="utf-8"?>
<p:tagLst xmlns:p="http://schemas.openxmlformats.org/presentationml/2006/main">
  <p:tag name="AS_UNIQUEID" val="3203"/>
</p:tagLst>
</file>

<file path=ppt/tags/tag715.xml><?xml version="1.0" encoding="utf-8"?>
<p:tagLst xmlns:p="http://schemas.openxmlformats.org/presentationml/2006/main">
  <p:tag name="AS_UNIQUEID" val="3204"/>
</p:tagLst>
</file>

<file path=ppt/tags/tag716.xml><?xml version="1.0" encoding="utf-8"?>
<p:tagLst xmlns:p="http://schemas.openxmlformats.org/presentationml/2006/main">
  <p:tag name="AS_UNIQUEID" val="3205"/>
</p:tagLst>
</file>

<file path=ppt/tags/tag717.xml><?xml version="1.0" encoding="utf-8"?>
<p:tagLst xmlns:p="http://schemas.openxmlformats.org/presentationml/2006/main">
  <p:tag name="AS_UNIQUEID" val="3206"/>
</p:tagLst>
</file>

<file path=ppt/tags/tag718.xml><?xml version="1.0" encoding="utf-8"?>
<p:tagLst xmlns:p="http://schemas.openxmlformats.org/presentationml/2006/main">
  <p:tag name="AS_UNIQUEID" val="3207"/>
</p:tagLst>
</file>

<file path=ppt/tags/tag719.xml><?xml version="1.0" encoding="utf-8"?>
<p:tagLst xmlns:p="http://schemas.openxmlformats.org/presentationml/2006/main">
  <p:tag name="AS_UNIQUEID" val="3208"/>
</p:tagLst>
</file>

<file path=ppt/tags/tag720.xml><?xml version="1.0" encoding="utf-8"?>
<p:tagLst xmlns:p="http://schemas.openxmlformats.org/presentationml/2006/main">
  <p:tag name="AS_UNIQUEID" val="3209"/>
</p:tagLst>
</file>

<file path=ppt/tags/tag721.xml><?xml version="1.0" encoding="utf-8"?>
<p:tagLst xmlns:p="http://schemas.openxmlformats.org/presentationml/2006/main">
  <p:tag name="AS_UNIQUEID" val="3210"/>
</p:tagLst>
</file>

<file path=ppt/tags/tag722.xml><?xml version="1.0" encoding="utf-8"?>
<p:tagLst xmlns:p="http://schemas.openxmlformats.org/presentationml/2006/main">
  <p:tag name="AS_UNIQUEID" val="3211"/>
</p:tagLst>
</file>

<file path=ppt/tags/tag723.xml><?xml version="1.0" encoding="utf-8"?>
<p:tagLst xmlns:p="http://schemas.openxmlformats.org/presentationml/2006/main">
  <p:tag name="AS_UNIQUEID" val="3212"/>
</p:tagLst>
</file>

<file path=ppt/tags/tag724.xml><?xml version="1.0" encoding="utf-8"?>
<p:tagLst xmlns:p="http://schemas.openxmlformats.org/presentationml/2006/main">
  <p:tag name="AS_UNIQUEID" val="3213"/>
</p:tagLst>
</file>

<file path=ppt/tags/tag725.xml><?xml version="1.0" encoding="utf-8"?>
<p:tagLst xmlns:p="http://schemas.openxmlformats.org/presentationml/2006/main">
  <p:tag name="AS_UNIQUEID" val="3214"/>
</p:tagLst>
</file>

<file path=ppt/tags/tag726.xml><?xml version="1.0" encoding="utf-8"?>
<p:tagLst xmlns:p="http://schemas.openxmlformats.org/presentationml/2006/main">
  <p:tag name="AS_UNIQUEID" val="3215"/>
</p:tagLst>
</file>

<file path=ppt/tags/tag727.xml><?xml version="1.0" encoding="utf-8"?>
<p:tagLst xmlns:p="http://schemas.openxmlformats.org/presentationml/2006/main">
  <p:tag name="AS_UNIQUEID" val="3216"/>
</p:tagLst>
</file>

<file path=ppt/tags/tag728.xml><?xml version="1.0" encoding="utf-8"?>
<p:tagLst xmlns:p="http://schemas.openxmlformats.org/presentationml/2006/main">
  <p:tag name="AS_UNIQUEID" val="3217"/>
</p:tagLst>
</file>

<file path=ppt/tags/tag729.xml><?xml version="1.0" encoding="utf-8"?>
<p:tagLst xmlns:p="http://schemas.openxmlformats.org/presentationml/2006/main">
  <p:tag name="AS_UNIQUEID" val="3218"/>
</p:tagLst>
</file>

<file path=ppt/tags/tag730.xml><?xml version="1.0" encoding="utf-8"?>
<p:tagLst xmlns:p="http://schemas.openxmlformats.org/presentationml/2006/main">
  <p:tag name="AS_UNIQUEID" val="3219"/>
</p:tagLst>
</file>

<file path=ppt/tags/tag731.xml><?xml version="1.0" encoding="utf-8"?>
<p:tagLst xmlns:p="http://schemas.openxmlformats.org/presentationml/2006/main">
  <p:tag name="AS_UNIQUEID" val="3220"/>
</p:tagLst>
</file>

<file path=ppt/tags/tag732.xml><?xml version="1.0" encoding="utf-8"?>
<p:tagLst xmlns:p="http://schemas.openxmlformats.org/presentationml/2006/main">
  <p:tag name="AS_UNIQUEID" val="3221"/>
</p:tagLst>
</file>

<file path=ppt/tags/tag733.xml><?xml version="1.0" encoding="utf-8"?>
<p:tagLst xmlns:p="http://schemas.openxmlformats.org/presentationml/2006/main">
  <p:tag name="AS_UNIQUEID" val="3222"/>
</p:tagLst>
</file>

<file path=ppt/tags/tag734.xml><?xml version="1.0" encoding="utf-8"?>
<p:tagLst xmlns:p="http://schemas.openxmlformats.org/presentationml/2006/main">
  <p:tag name="AS_UNIQUEID" val="3223"/>
</p:tagLst>
</file>

<file path=ppt/tags/tag735.xml><?xml version="1.0" encoding="utf-8"?>
<p:tagLst xmlns:p="http://schemas.openxmlformats.org/presentationml/2006/main">
  <p:tag name="AS_UNIQUEID" val="3224"/>
  <p:tag name="KSO_WM_BEAUTIFY_FLAG" val=""/>
</p:tagLst>
</file>

<file path=ppt/tags/tag736.xml><?xml version="1.0" encoding="utf-8"?>
<p:tagLst xmlns:p="http://schemas.openxmlformats.org/presentationml/2006/main">
  <p:tag name="AS_UNIQUEID" val="3225"/>
  <p:tag name="KSO_WM_BEAUTIFY_FLAG" val=""/>
</p:tagLst>
</file>

<file path=ppt/tags/tag737.xml><?xml version="1.0" encoding="utf-8"?>
<p:tagLst xmlns:p="http://schemas.openxmlformats.org/presentationml/2006/main">
  <p:tag name="AS_UNIQUEID" val="3226"/>
</p:tagLst>
</file>

<file path=ppt/tags/tag738.xml><?xml version="1.0" encoding="utf-8"?>
<p:tagLst xmlns:p="http://schemas.openxmlformats.org/presentationml/2006/main">
  <p:tag name="AS_UNIQUEID" val="3227"/>
</p:tagLst>
</file>

<file path=ppt/tags/tag739.xml><?xml version="1.0" encoding="utf-8"?>
<p:tagLst xmlns:p="http://schemas.openxmlformats.org/presentationml/2006/main">
  <p:tag name="AS_UNIQUEID" val="3228"/>
</p:tagLst>
</file>

<file path=ppt/tags/tag740.xml><?xml version="1.0" encoding="utf-8"?>
<p:tagLst xmlns:p="http://schemas.openxmlformats.org/presentationml/2006/main">
  <p:tag name="AS_UNIQUEID" val="3229"/>
</p:tagLst>
</file>

<file path=ppt/tags/tag741.xml><?xml version="1.0" encoding="utf-8"?>
<p:tagLst xmlns:p="http://schemas.openxmlformats.org/presentationml/2006/main">
  <p:tag name="AS_UNIQUEID" val="3230"/>
  <p:tag name="KSO_WM_BEAUTIFY_FLAG" val=""/>
</p:tagLst>
</file>

<file path=ppt/tags/tag742.xml><?xml version="1.0" encoding="utf-8"?>
<p:tagLst xmlns:p="http://schemas.openxmlformats.org/presentationml/2006/main">
  <p:tag name="AS_UNIQUEID" val="3231"/>
  <p:tag name="KSO_WM_BEAUTIFY_FLAG" val=""/>
</p:tagLst>
</file>

<file path=ppt/tags/tag743.xml><?xml version="1.0" encoding="utf-8"?>
<p:tagLst xmlns:p="http://schemas.openxmlformats.org/presentationml/2006/main">
  <p:tag name="AS_UNIQUEID" val="3232"/>
</p:tagLst>
</file>

<file path=ppt/tags/tag744.xml><?xml version="1.0" encoding="utf-8"?>
<p:tagLst xmlns:p="http://schemas.openxmlformats.org/presentationml/2006/main">
  <p:tag name="AS_UNIQUEID" val="3233"/>
  <p:tag name="KSO_WM_BEAUTIFY_FLAG" val=""/>
</p:tagLst>
</file>

<file path=ppt/tags/tag745.xml><?xml version="1.0" encoding="utf-8"?>
<p:tagLst xmlns:p="http://schemas.openxmlformats.org/presentationml/2006/main">
  <p:tag name="AS_UNIQUEID" val="3234"/>
  <p:tag name="KSO_WM_BEAUTIFY_FLAG" val=""/>
</p:tagLst>
</file>

<file path=ppt/tags/tag746.xml><?xml version="1.0" encoding="utf-8"?>
<p:tagLst xmlns:p="http://schemas.openxmlformats.org/presentationml/2006/main">
  <p:tag name="AS_UNIQUEID" val="3235"/>
  <p:tag name="KSO_WM_BEAUTIFY_FLAG" val=""/>
</p:tagLst>
</file>

<file path=ppt/tags/tag747.xml><?xml version="1.0" encoding="utf-8"?>
<p:tagLst xmlns:p="http://schemas.openxmlformats.org/presentationml/2006/main">
  <p:tag name="AS_UNIQUEID" val="3236"/>
</p:tagLst>
</file>

<file path=ppt/tags/tag748.xml><?xml version="1.0" encoding="utf-8"?>
<p:tagLst xmlns:p="http://schemas.openxmlformats.org/presentationml/2006/main">
  <p:tag name="AS_UNIQUEID" val="3237"/>
  <p:tag name="KSO_WM_BEAUTIFY_FLAG" val=""/>
</p:tagLst>
</file>

<file path=ppt/tags/tag749.xml><?xml version="1.0" encoding="utf-8"?>
<p:tagLst xmlns:p="http://schemas.openxmlformats.org/presentationml/2006/main">
  <p:tag name="AS_UNIQUEID" val="3238"/>
</p:tagLst>
</file>

<file path=ppt/tags/tag750.xml><?xml version="1.0" encoding="utf-8"?>
<p:tagLst xmlns:p="http://schemas.openxmlformats.org/presentationml/2006/main">
  <p:tag name="AS_UNIQUEID" val="3239"/>
</p:tagLst>
</file>

<file path=ppt/tags/tag751.xml><?xml version="1.0" encoding="utf-8"?>
<p:tagLst xmlns:p="http://schemas.openxmlformats.org/presentationml/2006/main">
  <p:tag name="AS_UNIQUEID" val="3240"/>
</p:tagLst>
</file>

<file path=ppt/tags/tag752.xml><?xml version="1.0" encoding="utf-8"?>
<p:tagLst xmlns:p="http://schemas.openxmlformats.org/presentationml/2006/main">
  <p:tag name="AS_UNIQUEID" val="3241"/>
</p:tagLst>
</file>

<file path=ppt/tags/tag753.xml><?xml version="1.0" encoding="utf-8"?>
<p:tagLst xmlns:p="http://schemas.openxmlformats.org/presentationml/2006/main">
  <p:tag name="AS_UNIQUEID" val="3242"/>
</p:tagLst>
</file>

<file path=ppt/tags/tag754.xml><?xml version="1.0" encoding="utf-8"?>
<p:tagLst xmlns:p="http://schemas.openxmlformats.org/presentationml/2006/main">
  <p:tag name="AS_UNIQUEID" val="3243"/>
</p:tagLst>
</file>

<file path=ppt/tags/tag755.xml><?xml version="1.0" encoding="utf-8"?>
<p:tagLst xmlns:p="http://schemas.openxmlformats.org/presentationml/2006/main">
  <p:tag name="AS_UNIQUEID" val="3244"/>
</p:tagLst>
</file>

<file path=ppt/tags/tag756.xml><?xml version="1.0" encoding="utf-8"?>
<p:tagLst xmlns:p="http://schemas.openxmlformats.org/presentationml/2006/main">
  <p:tag name="AS_UNIQUEID" val="3245"/>
</p:tagLst>
</file>

<file path=ppt/tags/tag757.xml><?xml version="1.0" encoding="utf-8"?>
<p:tagLst xmlns:p="http://schemas.openxmlformats.org/presentationml/2006/main">
  <p:tag name="AS_UNIQUEID" val="3246"/>
</p:tagLst>
</file>

<file path=ppt/tags/tag758.xml><?xml version="1.0" encoding="utf-8"?>
<p:tagLst xmlns:p="http://schemas.openxmlformats.org/presentationml/2006/main">
  <p:tag name="AS_UNIQUEID" val="3247"/>
</p:tagLst>
</file>

<file path=ppt/tags/tag759.xml><?xml version="1.0" encoding="utf-8"?>
<p:tagLst xmlns:p="http://schemas.openxmlformats.org/presentationml/2006/main">
  <p:tag name="AS_UNIQUEID" val="3248"/>
  <p:tag name="KSO_WM_BEAUTIFY_FLAG" val=""/>
</p:tagLst>
</file>

<file path=ppt/tags/tag760.xml><?xml version="1.0" encoding="utf-8"?>
<p:tagLst xmlns:p="http://schemas.openxmlformats.org/presentationml/2006/main">
  <p:tag name="AS_UNIQUEID" val="3249"/>
  <p:tag name="KSO_WM_BEAUTIFY_FLAG" val=""/>
</p:tagLst>
</file>

<file path=ppt/tags/tag761.xml><?xml version="1.0" encoding="utf-8"?>
<p:tagLst xmlns:p="http://schemas.openxmlformats.org/presentationml/2006/main">
  <p:tag name="AS_UNIQUEID" val="3250"/>
</p:tagLst>
</file>

<file path=ppt/tags/tag762.xml><?xml version="1.0" encoding="utf-8"?>
<p:tagLst xmlns:p="http://schemas.openxmlformats.org/presentationml/2006/main">
  <p:tag name="AS_UNIQUEID" val="3251"/>
  <p:tag name="KSO_WM_BEAUTIFY_FLAG" val=""/>
</p:tagLst>
</file>

<file path=ppt/tags/tag763.xml><?xml version="1.0" encoding="utf-8"?>
<p:tagLst xmlns:p="http://schemas.openxmlformats.org/presentationml/2006/main">
  <p:tag name="AS_UNIQUEID" val="3252"/>
  <p:tag name="KSO_WM_BEAUTIFY_FLAG" val=""/>
</p:tagLst>
</file>

<file path=ppt/tags/tag764.xml><?xml version="1.0" encoding="utf-8"?>
<p:tagLst xmlns:p="http://schemas.openxmlformats.org/presentationml/2006/main">
  <p:tag name="AS_UNIQUEID" val="3253"/>
  <p:tag name="KSO_WM_BEAUTIFY_FLAG" val=""/>
</p:tagLst>
</file>

<file path=ppt/tags/tag765.xml><?xml version="1.0" encoding="utf-8"?>
<p:tagLst xmlns:p="http://schemas.openxmlformats.org/presentationml/2006/main">
  <p:tag name="AS_UNIQUEID" val="3254"/>
</p:tagLst>
</file>

<file path=ppt/tags/tag766.xml><?xml version="1.0" encoding="utf-8"?>
<p:tagLst xmlns:p="http://schemas.openxmlformats.org/presentationml/2006/main">
  <p:tag name="AS_UNIQUEID" val="3255"/>
</p:tagLst>
</file>

<file path=ppt/tags/tag767.xml><?xml version="1.0" encoding="utf-8"?>
<p:tagLst xmlns:p="http://schemas.openxmlformats.org/presentationml/2006/main">
  <p:tag name="AS_UNIQUEID" val="3256"/>
</p:tagLst>
</file>

<file path=ppt/tags/tag768.xml><?xml version="1.0" encoding="utf-8"?>
<p:tagLst xmlns:p="http://schemas.openxmlformats.org/presentationml/2006/main">
  <p:tag name="AS_UNIQUEID" val="3257"/>
</p:tagLst>
</file>

<file path=ppt/tags/tag769.xml><?xml version="1.0" encoding="utf-8"?>
<p:tagLst xmlns:p="http://schemas.openxmlformats.org/presentationml/2006/main">
  <p:tag name="AS_UNIQUEID" val="3258"/>
</p:tagLst>
</file>

<file path=ppt/tags/tag770.xml><?xml version="1.0" encoding="utf-8"?>
<p:tagLst xmlns:p="http://schemas.openxmlformats.org/presentationml/2006/main">
  <p:tag name="AS_UNIQUEID" val="3259"/>
</p:tagLst>
</file>

<file path=ppt/tags/tag771.xml><?xml version="1.0" encoding="utf-8"?>
<p:tagLst xmlns:p="http://schemas.openxmlformats.org/presentationml/2006/main">
  <p:tag name="AS_UNIQUEID" val="3260"/>
</p:tagLst>
</file>

<file path=ppt/tags/tag772.xml><?xml version="1.0" encoding="utf-8"?>
<p:tagLst xmlns:p="http://schemas.openxmlformats.org/presentationml/2006/main">
  <p:tag name="AS_UNIQUEID" val="3261"/>
</p:tagLst>
</file>

<file path=ppt/tags/tag773.xml><?xml version="1.0" encoding="utf-8"?>
<p:tagLst xmlns:p="http://schemas.openxmlformats.org/presentationml/2006/main">
  <p:tag name="AS_UNIQUEID" val="3262"/>
  <p:tag name="KSO_WM_BEAUTIFY_FLAG" val=""/>
</p:tagLst>
</file>

<file path=ppt/tags/tag774.xml><?xml version="1.0" encoding="utf-8"?>
<p:tagLst xmlns:p="http://schemas.openxmlformats.org/presentationml/2006/main">
  <p:tag name="AS_UNIQUEID" val="3263"/>
  <p:tag name="KSO_WM_BEAUTIFY_FLAG" val=""/>
</p:tagLst>
</file>

<file path=ppt/tags/tag775.xml><?xml version="1.0" encoding="utf-8"?>
<p:tagLst xmlns:p="http://schemas.openxmlformats.org/presentationml/2006/main">
  <p:tag name="AS_UNIQUEID" val="3264"/>
</p:tagLst>
</file>

<file path=ppt/tags/tag776.xml><?xml version="1.0" encoding="utf-8"?>
<p:tagLst xmlns:p="http://schemas.openxmlformats.org/presentationml/2006/main">
  <p:tag name="AS_UNIQUEID" val="3265"/>
  <p:tag name="KSO_WM_BEAUTIFY_FLAG" val=""/>
</p:tagLst>
</file>

<file path=ppt/tags/tag777.xml><?xml version="1.0" encoding="utf-8"?>
<p:tagLst xmlns:p="http://schemas.openxmlformats.org/presentationml/2006/main">
  <p:tag name="AS_UNIQUEID" val="3266"/>
  <p:tag name="KSO_WM_BEAUTIFY_FLAG" val=""/>
</p:tagLst>
</file>

<file path=ppt/tags/tag778.xml><?xml version="1.0" encoding="utf-8"?>
<p:tagLst xmlns:p="http://schemas.openxmlformats.org/presentationml/2006/main">
  <p:tag name="AS_UNIQUEID" val="3267"/>
  <p:tag name="KSO_WM_BEAUTIFY_FLAG" val=""/>
</p:tagLst>
</file>

<file path=ppt/tags/tag779.xml><?xml version="1.0" encoding="utf-8"?>
<p:tagLst xmlns:p="http://schemas.openxmlformats.org/presentationml/2006/main">
  <p:tag name="AS_UNIQUEID" val="3268"/>
</p:tagLst>
</file>

<file path=ppt/tags/tag780.xml><?xml version="1.0" encoding="utf-8"?>
<p:tagLst xmlns:p="http://schemas.openxmlformats.org/presentationml/2006/main">
  <p:tag name="AS_UNIQUEID" val="3269"/>
</p:tagLst>
</file>

<file path=ppt/tags/tag781.xml><?xml version="1.0" encoding="utf-8"?>
<p:tagLst xmlns:p="http://schemas.openxmlformats.org/presentationml/2006/main">
  <p:tag name="AS_UNIQUEID" val="3270"/>
</p:tagLst>
</file>

<file path=ppt/tags/tag782.xml><?xml version="1.0" encoding="utf-8"?>
<p:tagLst xmlns:p="http://schemas.openxmlformats.org/presentationml/2006/main">
  <p:tag name="AS_UNIQUEID" val="3271"/>
</p:tagLst>
</file>

<file path=ppt/tags/tag783.xml><?xml version="1.0" encoding="utf-8"?>
<p:tagLst xmlns:p="http://schemas.openxmlformats.org/presentationml/2006/main">
  <p:tag name="AS_UNIQUEID" val="3272"/>
</p:tagLst>
</file>

<file path=ppt/tags/tag784.xml><?xml version="1.0" encoding="utf-8"?>
<p:tagLst xmlns:p="http://schemas.openxmlformats.org/presentationml/2006/main">
  <p:tag name="AS_UNIQUEID" val="3273"/>
</p:tagLst>
</file>

<file path=ppt/tags/tag785.xml><?xml version="1.0" encoding="utf-8"?>
<p:tagLst xmlns:p="http://schemas.openxmlformats.org/presentationml/2006/main">
  <p:tag name="AS_UNIQUEID" val="3274"/>
</p:tagLst>
</file>

<file path=ppt/tags/tag786.xml><?xml version="1.0" encoding="utf-8"?>
<p:tagLst xmlns:p="http://schemas.openxmlformats.org/presentationml/2006/main">
  <p:tag name="AS_UNIQUEID" val="3275"/>
</p:tagLst>
</file>

<file path=ppt/tags/tag787.xml><?xml version="1.0" encoding="utf-8"?>
<p:tagLst xmlns:p="http://schemas.openxmlformats.org/presentationml/2006/main">
  <p:tag name="AS_UNIQUEID" val="3276"/>
</p:tagLst>
</file>

<file path=ppt/tags/tag788.xml><?xml version="1.0" encoding="utf-8"?>
<p:tagLst xmlns:p="http://schemas.openxmlformats.org/presentationml/2006/main">
  <p:tag name="AS_UNIQUEID" val="3277"/>
</p:tagLst>
</file>

<file path=ppt/tags/tag789.xml><?xml version="1.0" encoding="utf-8"?>
<p:tagLst xmlns:p="http://schemas.openxmlformats.org/presentationml/2006/main">
  <p:tag name="AS_UNIQUEID" val="3278"/>
</p:tagLst>
</file>

<file path=ppt/tags/tag790.xml><?xml version="1.0" encoding="utf-8"?>
<p:tagLst xmlns:p="http://schemas.openxmlformats.org/presentationml/2006/main">
  <p:tag name="AS_UNIQUEID" val="3279"/>
</p:tagLst>
</file>

<file path=ppt/tags/tag791.xml><?xml version="1.0" encoding="utf-8"?>
<p:tagLst xmlns:p="http://schemas.openxmlformats.org/presentationml/2006/main">
  <p:tag name="AS_UNIQUEID" val="3280"/>
</p:tagLst>
</file>

<file path=ppt/tags/tag792.xml><?xml version="1.0" encoding="utf-8"?>
<p:tagLst xmlns:p="http://schemas.openxmlformats.org/presentationml/2006/main">
  <p:tag name="AS_UNIQUEID" val="3281"/>
</p:tagLst>
</file>

<file path=ppt/tags/tag793.xml><?xml version="1.0" encoding="utf-8"?>
<p:tagLst xmlns:p="http://schemas.openxmlformats.org/presentationml/2006/main">
  <p:tag name="AS_UNIQUEID" val="3282"/>
</p:tagLst>
</file>

<file path=ppt/tags/tag794.xml><?xml version="1.0" encoding="utf-8"?>
<p:tagLst xmlns:p="http://schemas.openxmlformats.org/presentationml/2006/main">
  <p:tag name="AS_UNIQUEID" val="3283"/>
</p:tagLst>
</file>

<file path=ppt/tags/tag795.xml><?xml version="1.0" encoding="utf-8"?>
<p:tagLst xmlns:p="http://schemas.openxmlformats.org/presentationml/2006/main">
  <p:tag name="AS_UNIQUEID" val="3284"/>
  <p:tag name="KSO_WM_BEAUTIFY_FLAG" val=""/>
</p:tagLst>
</file>

<file path=ppt/tags/tag796.xml><?xml version="1.0" encoding="utf-8"?>
<p:tagLst xmlns:p="http://schemas.openxmlformats.org/presentationml/2006/main">
  <p:tag name="AS_UNIQUEID" val="3285"/>
  <p:tag name="KSO_WM_BEAUTIFY_FLAG" val=""/>
</p:tagLst>
</file>

<file path=ppt/tags/tag797.xml><?xml version="1.0" encoding="utf-8"?>
<p:tagLst xmlns:p="http://schemas.openxmlformats.org/presentationml/2006/main">
  <p:tag name="AS_UNIQUEID" val="3286"/>
</p:tagLst>
</file>

<file path=ppt/tags/tag798.xml><?xml version="1.0" encoding="utf-8"?>
<p:tagLst xmlns:p="http://schemas.openxmlformats.org/presentationml/2006/main">
  <p:tag name="AS_UNIQUEID" val="3287"/>
  <p:tag name="KSO_WM_BEAUTIFY_FLAG" val=""/>
</p:tagLst>
</file>

<file path=ppt/tags/tag799.xml><?xml version="1.0" encoding="utf-8"?>
<p:tagLst xmlns:p="http://schemas.openxmlformats.org/presentationml/2006/main">
  <p:tag name="AS_UNIQUEID" val="3288"/>
  <p:tag name="KSO_WM_BEAUTIFY_FLAG" val=""/>
</p:tagLst>
</file>

<file path=ppt/tags/tag800.xml><?xml version="1.0" encoding="utf-8"?>
<p:tagLst xmlns:p="http://schemas.openxmlformats.org/presentationml/2006/main">
  <p:tag name="AS_UNIQUEID" val="3289"/>
  <p:tag name="KSO_WM_BEAUTIFY_FLAG" val=""/>
</p:tagLst>
</file>

<file path=ppt/tags/tag801.xml><?xml version="1.0" encoding="utf-8"?>
<p:tagLst xmlns:p="http://schemas.openxmlformats.org/presentationml/2006/main">
  <p:tag name="AS_UNIQUEID" val="3290"/>
</p:tagLst>
</file>

<file path=ppt/tags/tag802.xml><?xml version="1.0" encoding="utf-8"?>
<p:tagLst xmlns:p="http://schemas.openxmlformats.org/presentationml/2006/main">
  <p:tag name="AS_UNIQUEID" val="3291"/>
</p:tagLst>
</file>

<file path=ppt/tags/tag803.xml><?xml version="1.0" encoding="utf-8"?>
<p:tagLst xmlns:p="http://schemas.openxmlformats.org/presentationml/2006/main">
  <p:tag name="AS_UNIQUEID" val="3292"/>
  <p:tag name="KSO_WM_BEAUTIFY_FLAG" val=""/>
</p:tagLst>
</file>

<file path=ppt/tags/tag804.xml><?xml version="1.0" encoding="utf-8"?>
<p:tagLst xmlns:p="http://schemas.openxmlformats.org/presentationml/2006/main">
  <p:tag name="AS_UNIQUEID" val="3293"/>
</p:tagLst>
</file>

<file path=ppt/tags/tag805.xml><?xml version="1.0" encoding="utf-8"?>
<p:tagLst xmlns:p="http://schemas.openxmlformats.org/presentationml/2006/main">
  <p:tag name="AS_UNIQUEID" val="3294"/>
  <p:tag name="KSO_WM_BEAUTIFY_FLAG" val=""/>
</p:tagLst>
</file>

<file path=ppt/tags/tag806.xml><?xml version="1.0" encoding="utf-8"?>
<p:tagLst xmlns:p="http://schemas.openxmlformats.org/presentationml/2006/main">
  <p:tag name="AS_UNIQUEID" val="3295"/>
  <p:tag name="KSO_WM_BEAUTIFY_FLAG" val=""/>
</p:tagLst>
</file>

<file path=ppt/tags/tag807.xml><?xml version="1.0" encoding="utf-8"?>
<p:tagLst xmlns:p="http://schemas.openxmlformats.org/presentationml/2006/main">
  <p:tag name="AS_UNIQUEID" val="3296"/>
  <p:tag name="KSO_WM_BEAUTIFY_FLAG" val=""/>
</p:tagLst>
</file>

<file path=ppt/tags/tag808.xml><?xml version="1.0" encoding="utf-8"?>
<p:tagLst xmlns:p="http://schemas.openxmlformats.org/presentationml/2006/main">
  <p:tag name="AS_UNIQUEID" val="3297"/>
  <p:tag name="KSO_WM_BEAUTIFY_FLAG" val=""/>
</p:tagLst>
</file>

<file path=ppt/tags/tag809.xml><?xml version="1.0" encoding="utf-8"?>
<p:tagLst xmlns:p="http://schemas.openxmlformats.org/presentationml/2006/main">
  <p:tag name="AS_UNIQUEID" val="3298"/>
</p:tagLst>
</file>

<file path=ppt/tags/tag810.xml><?xml version="1.0" encoding="utf-8"?>
<p:tagLst xmlns:p="http://schemas.openxmlformats.org/presentationml/2006/main">
  <p:tag name="AS_UNIQUEID" val="3299"/>
</p:tagLst>
</file>

<file path=ppt/tags/tag811.xml><?xml version="1.0" encoding="utf-8"?>
<p:tagLst xmlns:p="http://schemas.openxmlformats.org/presentationml/2006/main">
  <p:tag name="AS_UNIQUEID" val="3300"/>
</p:tagLst>
</file>

<file path=ppt/tags/tag812.xml><?xml version="1.0" encoding="utf-8"?>
<p:tagLst xmlns:p="http://schemas.openxmlformats.org/presentationml/2006/main">
  <p:tag name="AS_UNIQUEID" val="3301"/>
</p:tagLst>
</file>

<file path=ppt/tags/tag813.xml><?xml version="1.0" encoding="utf-8"?>
<p:tagLst xmlns:p="http://schemas.openxmlformats.org/presentationml/2006/main">
  <p:tag name="AS_UNIQUEID" val="3302"/>
  <p:tag name="KSO_WM_BEAUTIFY_FLAG" val=""/>
</p:tagLst>
</file>

<file path=ppt/tags/tag814.xml><?xml version="1.0" encoding="utf-8"?>
<p:tagLst xmlns:p="http://schemas.openxmlformats.org/presentationml/2006/main">
  <p:tag name="AS_UNIQUEID" val="3303"/>
  <p:tag name="KSO_WM_BEAUTIFY_FLAG" val=""/>
</p:tagLst>
</file>

<file path=ppt/tags/tag815.xml><?xml version="1.0" encoding="utf-8"?>
<p:tagLst xmlns:p="http://schemas.openxmlformats.org/presentationml/2006/main">
  <p:tag name="AS_UNIQUEID" val="3304"/>
</p:tagLst>
</file>

<file path=ppt/tags/tag816.xml><?xml version="1.0" encoding="utf-8"?>
<p:tagLst xmlns:p="http://schemas.openxmlformats.org/presentationml/2006/main">
  <p:tag name="AS_UNIQUEID" val="3305"/>
</p:tagLst>
</file>

<file path=ppt/tags/tag817.xml><?xml version="1.0" encoding="utf-8"?>
<p:tagLst xmlns:p="http://schemas.openxmlformats.org/presentationml/2006/main">
  <p:tag name="AS_UNIQUEID" val="3306"/>
</p:tagLst>
</file>

<file path=ppt/tags/tag818.xml><?xml version="1.0" encoding="utf-8"?>
<p:tagLst xmlns:p="http://schemas.openxmlformats.org/presentationml/2006/main">
  <p:tag name="AS_UNIQUEID" val="3307"/>
  <p:tag name="KSO_WM_BEAUTIFY_FLAG" val=""/>
</p:tagLst>
</file>

<file path=ppt/tags/tag819.xml><?xml version="1.0" encoding="utf-8"?>
<p:tagLst xmlns:p="http://schemas.openxmlformats.org/presentationml/2006/main">
  <p:tag name="AS_UNIQUEID" val="3308"/>
  <p:tag name="KSO_WM_BEAUTIFY_FLAG" val=""/>
</p:tagLst>
</file>

<file path=ppt/tags/tag820.xml><?xml version="1.0" encoding="utf-8"?>
<p:tagLst xmlns:p="http://schemas.openxmlformats.org/presentationml/2006/main">
  <p:tag name="AS_UNIQUEID" val="3309"/>
  <p:tag name="KSO_WM_BEAUTIFY_FLAG" val=""/>
</p:tagLst>
</file>

<file path=ppt/tags/tag821.xml><?xml version="1.0" encoding="utf-8"?>
<p:tagLst xmlns:p="http://schemas.openxmlformats.org/presentationml/2006/main">
  <p:tag name="AS_UNIQUEID" val="3310"/>
</p:tagLst>
</file>

<file path=ppt/tags/tag822.xml><?xml version="1.0" encoding="utf-8"?>
<p:tagLst xmlns:p="http://schemas.openxmlformats.org/presentationml/2006/main">
  <p:tag name="AS_UNIQUEID" val="3311"/>
</p:tagLst>
</file>

<file path=ppt/tags/tag823.xml><?xml version="1.0" encoding="utf-8"?>
<p:tagLst xmlns:p="http://schemas.openxmlformats.org/presentationml/2006/main">
  <p:tag name="AS_UNIQUEID" val="3312"/>
  <p:tag name="KSO_WM_BEAUTIFY_FLAG" val=""/>
</p:tagLst>
</file>

<file path=ppt/tags/tag824.xml><?xml version="1.0" encoding="utf-8"?>
<p:tagLst xmlns:p="http://schemas.openxmlformats.org/presentationml/2006/main">
  <p:tag name="AS_UNIQUEID" val="3313"/>
  <p:tag name="KSO_WM_BEAUTIFY_FLAG" val=""/>
</p:tagLst>
</file>

<file path=ppt/tags/tag825.xml><?xml version="1.0" encoding="utf-8"?>
<p:tagLst xmlns:p="http://schemas.openxmlformats.org/presentationml/2006/main">
  <p:tag name="AS_UNIQUEID" val="3314"/>
</p:tagLst>
</file>

<file path=ppt/tags/tag826.xml><?xml version="1.0" encoding="utf-8"?>
<p:tagLst xmlns:p="http://schemas.openxmlformats.org/presentationml/2006/main">
  <p:tag name="AS_UNIQUEID" val="3315"/>
  <p:tag name="KSO_WM_BEAUTIFY_FLAG" val=""/>
</p:tagLst>
</file>

<file path=ppt/tags/tag827.xml><?xml version="1.0" encoding="utf-8"?>
<p:tagLst xmlns:p="http://schemas.openxmlformats.org/presentationml/2006/main">
  <p:tag name="AS_UNIQUEID" val="3316"/>
  <p:tag name="KSO_WM_BEAUTIFY_FLAG" val=""/>
</p:tagLst>
</file>

<file path=ppt/tags/tag828.xml><?xml version="1.0" encoding="utf-8"?>
<p:tagLst xmlns:p="http://schemas.openxmlformats.org/presentationml/2006/main">
  <p:tag name="AS_UNIQUEID" val="3317"/>
</p:tagLst>
</file>

<file path=ppt/tags/tag829.xml><?xml version="1.0" encoding="utf-8"?>
<p:tagLst xmlns:p="http://schemas.openxmlformats.org/presentationml/2006/main">
  <p:tag name="AS_UNIQUEID" val="3318"/>
</p:tagLst>
</file>

<file path=ppt/tags/tag830.xml><?xml version="1.0" encoding="utf-8"?>
<p:tagLst xmlns:p="http://schemas.openxmlformats.org/presentationml/2006/main">
  <p:tag name="AS_UNIQUEID" val="3319"/>
</p:tagLst>
</file>

<file path=ppt/tags/tag831.xml><?xml version="1.0" encoding="utf-8"?>
<p:tagLst xmlns:p="http://schemas.openxmlformats.org/presentationml/2006/main">
  <p:tag name="AS_UNIQUEID" val="3320"/>
</p:tagLst>
</file>

<file path=ppt/tags/tag832.xml><?xml version="1.0" encoding="utf-8"?>
<p:tagLst xmlns:p="http://schemas.openxmlformats.org/presentationml/2006/main">
  <p:tag name="AS_UNIQUEID" val="3321"/>
</p:tagLst>
</file>

<file path=ppt/tags/tag833.xml><?xml version="1.0" encoding="utf-8"?>
<p:tagLst xmlns:p="http://schemas.openxmlformats.org/presentationml/2006/main">
  <p:tag name="AS_UNIQUEID" val="3322"/>
</p:tagLst>
</file>

<file path=ppt/tags/tag834.xml><?xml version="1.0" encoding="utf-8"?>
<p:tagLst xmlns:p="http://schemas.openxmlformats.org/presentationml/2006/main">
  <p:tag name="AS_UNIQUEID" val="3323"/>
  <p:tag name="KSO_WM_BEAUTIFY_FLAG" val=""/>
</p:tagLst>
</file>

<file path=ppt/tags/tag835.xml><?xml version="1.0" encoding="utf-8"?>
<p:tagLst xmlns:p="http://schemas.openxmlformats.org/presentationml/2006/main">
  <p:tag name="AS_UNIQUEID" val="3324"/>
  <p:tag name="KSO_WM_BEAUTIFY_FLAG" val=""/>
</p:tagLst>
</file>

<file path=ppt/tags/tag836.xml><?xml version="1.0" encoding="utf-8"?>
<p:tagLst xmlns:p="http://schemas.openxmlformats.org/presentationml/2006/main">
  <p:tag name="AS_UNIQUEID" val="3325"/>
</p:tagLst>
</file>

<file path=ppt/tags/tag837.xml><?xml version="1.0" encoding="utf-8"?>
<p:tagLst xmlns:p="http://schemas.openxmlformats.org/presentationml/2006/main">
  <p:tag name="AS_UNIQUEID" val="3326"/>
  <p:tag name="KSO_WM_BEAUTIFY_FLAG" val=""/>
</p:tagLst>
</file>

<file path=ppt/tags/tag838.xml><?xml version="1.0" encoding="utf-8"?>
<p:tagLst xmlns:p="http://schemas.openxmlformats.org/presentationml/2006/main">
  <p:tag name="AS_UNIQUEID" val="3327"/>
  <p:tag name="KSO_WM_BEAUTIFY_FLAG" val=""/>
</p:tagLst>
</file>

<file path=ppt/tags/tag839.xml><?xml version="1.0" encoding="utf-8"?>
<p:tagLst xmlns:p="http://schemas.openxmlformats.org/presentationml/2006/main">
  <p:tag name="AS_UNIQUEID" val="3328"/>
  <p:tag name="KSO_WM_BEAUTIFY_FLAG" val=""/>
</p:tagLst>
</file>

<file path=ppt/tags/tag840.xml><?xml version="1.0" encoding="utf-8"?>
<p:tagLst xmlns:p="http://schemas.openxmlformats.org/presentationml/2006/main">
  <p:tag name="AS_UNIQUEID" val="3329"/>
</p:tagLst>
</file>

<file path=ppt/tags/tag841.xml><?xml version="1.0" encoding="utf-8"?>
<p:tagLst xmlns:p="http://schemas.openxmlformats.org/presentationml/2006/main">
  <p:tag name="AS_UNIQUEID" val="3330"/>
  <p:tag name="KSO_WM_BEAUTIFY_FLAG" val=""/>
</p:tagLst>
</file>

<file path=ppt/tags/tag842.xml><?xml version="1.0" encoding="utf-8"?>
<p:tagLst xmlns:p="http://schemas.openxmlformats.org/presentationml/2006/main">
  <p:tag name="AS_UNIQUEID" val="3331"/>
  <p:tag name="KSO_WM_BEAUTIFY_FLAG" val=""/>
</p:tagLst>
</file>

<file path=ppt/tags/tag843.xml><?xml version="1.0" encoding="utf-8"?>
<p:tagLst xmlns:p="http://schemas.openxmlformats.org/presentationml/2006/main">
  <p:tag name="AS_UNIQUEID" val="3332"/>
</p:tagLst>
</file>

<file path=ppt/tags/tag844.xml><?xml version="1.0" encoding="utf-8"?>
<p:tagLst xmlns:p="http://schemas.openxmlformats.org/presentationml/2006/main">
  <p:tag name="AS_UNIQUEID" val="3333"/>
</p:tagLst>
</file>

<file path=ppt/tags/tag845.xml><?xml version="1.0" encoding="utf-8"?>
<p:tagLst xmlns:p="http://schemas.openxmlformats.org/presentationml/2006/main">
  <p:tag name="AS_UNIQUEID" val="3334"/>
</p:tagLst>
</file>

<file path=ppt/tags/tag846.xml><?xml version="1.0" encoding="utf-8"?>
<p:tagLst xmlns:p="http://schemas.openxmlformats.org/presentationml/2006/main">
  <p:tag name="AS_UNIQUEID" val="3335"/>
</p:tagLst>
</file>

<file path=ppt/tags/tag847.xml><?xml version="1.0" encoding="utf-8"?>
<p:tagLst xmlns:p="http://schemas.openxmlformats.org/presentationml/2006/main">
  <p:tag name="AS_UNIQUEID" val="3336"/>
  <p:tag name="KSO_WM_BEAUTIFY_FLAG" val=""/>
</p:tagLst>
</file>

<file path=ppt/tags/tag848.xml><?xml version="1.0" encoding="utf-8"?>
<p:tagLst xmlns:p="http://schemas.openxmlformats.org/presentationml/2006/main">
  <p:tag name="AS_UNIQUEID" val="3337"/>
  <p:tag name="KSO_WM_BEAUTIFY_FLAG" val=""/>
</p:tagLst>
</file>

<file path=ppt/tags/tag849.xml><?xml version="1.0" encoding="utf-8"?>
<p:tagLst xmlns:p="http://schemas.openxmlformats.org/presentationml/2006/main">
  <p:tag name="AS_UNIQUEID" val="3338"/>
</p:tagLst>
</file>

<file path=ppt/tags/tag850.xml><?xml version="1.0" encoding="utf-8"?>
<p:tagLst xmlns:p="http://schemas.openxmlformats.org/presentationml/2006/main">
  <p:tag name="AS_UNIQUEID" val="3339"/>
  <p:tag name="KSO_WM_BEAUTIFY_FLAG" val=""/>
</p:tagLst>
</file>

<file path=ppt/tags/tag851.xml><?xml version="1.0" encoding="utf-8"?>
<p:tagLst xmlns:p="http://schemas.openxmlformats.org/presentationml/2006/main">
  <p:tag name="AS_UNIQUEID" val="3340"/>
  <p:tag name="KSO_WM_BEAUTIFY_FLAG" val=""/>
</p:tagLst>
</file>

<file path=ppt/tags/tag852.xml><?xml version="1.0" encoding="utf-8"?>
<p:tagLst xmlns:p="http://schemas.openxmlformats.org/presentationml/2006/main">
  <p:tag name="AS_UNIQUEID" val="3341"/>
  <p:tag name="KSO_WM_BEAUTIFY_FLAG" val=""/>
</p:tagLst>
</file>

<file path=ppt/tags/tag853.xml><?xml version="1.0" encoding="utf-8"?>
<p:tagLst xmlns:p="http://schemas.openxmlformats.org/presentationml/2006/main">
  <p:tag name="AS_UNIQUEID" val="3342"/>
</p:tagLst>
</file>

<file path=ppt/tags/tag854.xml><?xml version="1.0" encoding="utf-8"?>
<p:tagLst xmlns:p="http://schemas.openxmlformats.org/presentationml/2006/main">
  <p:tag name="AS_UNIQUEID" val="3343"/>
  <p:tag name="KSO_WM_BEAUTIFY_FLAG" val=""/>
</p:tagLst>
</file>

<file path=ppt/tags/tag855.xml><?xml version="1.0" encoding="utf-8"?>
<p:tagLst xmlns:p="http://schemas.openxmlformats.org/presentationml/2006/main">
  <p:tag name="AS_UNIQUEID" val="3344"/>
  <p:tag name="KSO_WM_BEAUTIFY_FLAG" val=""/>
</p:tagLst>
</file>

<file path=ppt/tags/tag856.xml><?xml version="1.0" encoding="utf-8"?>
<p:tagLst xmlns:p="http://schemas.openxmlformats.org/presentationml/2006/main">
  <p:tag name="AS_UNIQUEID" val="3345"/>
</p:tagLst>
</file>

<file path=ppt/tags/tag857.xml><?xml version="1.0" encoding="utf-8"?>
<p:tagLst xmlns:p="http://schemas.openxmlformats.org/presentationml/2006/main">
  <p:tag name="AS_UNIQUEID" val="3346"/>
  <p:tag name="KSO_WM_BEAUTIFY_FLAG" val=""/>
</p:tagLst>
</file>

<file path=ppt/tags/tag858.xml><?xml version="1.0" encoding="utf-8"?>
<p:tagLst xmlns:p="http://schemas.openxmlformats.org/presentationml/2006/main">
  <p:tag name="AS_UNIQUEID" val="3347"/>
  <p:tag name="KSO_WM_BEAUTIFY_FLAG" val=""/>
</p:tagLst>
</file>

<file path=ppt/tags/tag859.xml><?xml version="1.0" encoding="utf-8"?>
<p:tagLst xmlns:p="http://schemas.openxmlformats.org/presentationml/2006/main">
  <p:tag name="AS_UNIQUEID" val="3348"/>
</p:tagLst>
</file>

<file path=ppt/tags/tag860.xml><?xml version="1.0" encoding="utf-8"?>
<p:tagLst xmlns:p="http://schemas.openxmlformats.org/presentationml/2006/main">
  <p:tag name="AS_UNIQUEID" val="3349"/>
  <p:tag name="KSO_WM_BEAUTIFY_FLAG" val=""/>
</p:tagLst>
</file>

<file path=ppt/tags/tag861.xml><?xml version="1.0" encoding="utf-8"?>
<p:tagLst xmlns:p="http://schemas.openxmlformats.org/presentationml/2006/main">
  <p:tag name="AS_UNIQUEID" val="3350"/>
  <p:tag name="KSO_WM_BEAUTIFY_FLAG" val=""/>
</p:tagLst>
</file>

<file path=ppt/tags/tag862.xml><?xml version="1.0" encoding="utf-8"?>
<p:tagLst xmlns:p="http://schemas.openxmlformats.org/presentationml/2006/main">
  <p:tag name="AS_UNIQUEID" val="3351"/>
  <p:tag name="KSO_WM_BEAUTIFY_FLAG" val=""/>
</p:tagLst>
</file>

<file path=ppt/tags/tag863.xml><?xml version="1.0" encoding="utf-8"?>
<p:tagLst xmlns:p="http://schemas.openxmlformats.org/presentationml/2006/main">
  <p:tag name="AS_UNIQUEID" val="3352"/>
  <p:tag name="KSO_WM_BEAUTIFY_FLAG" val=""/>
</p:tagLst>
</file>

<file path=ppt/tags/tag864.xml><?xml version="1.0" encoding="utf-8"?>
<p:tagLst xmlns:p="http://schemas.openxmlformats.org/presentationml/2006/main">
  <p:tag name="AS_UNIQUEID" val="3353"/>
  <p:tag name="KSO_WM_BEAUTIFY_FLAG" val=""/>
</p:tagLst>
</file>

<file path=ppt/tags/tag865.xml><?xml version="1.0" encoding="utf-8"?>
<p:tagLst xmlns:p="http://schemas.openxmlformats.org/presentationml/2006/main">
  <p:tag name="AS_UNIQUEID" val="3354"/>
  <p:tag name="KSO_WM_BEAUTIFY_FLAG" val=""/>
</p:tagLst>
</file>

<file path=ppt/tags/tag866.xml><?xml version="1.0" encoding="utf-8"?>
<p:tagLst xmlns:p="http://schemas.openxmlformats.org/presentationml/2006/main">
  <p:tag name="AS_UNIQUEID" val="3355"/>
  <p:tag name="KSO_WM_BEAUTIFY_FLAG" val=""/>
</p:tagLst>
</file>

<file path=ppt/tags/tag867.xml><?xml version="1.0" encoding="utf-8"?>
<p:tagLst xmlns:p="http://schemas.openxmlformats.org/presentationml/2006/main">
  <p:tag name="AS_UNIQUEID" val="3356"/>
  <p:tag name="KSO_WM_BEAUTIFY_FLAG" val=""/>
</p:tagLst>
</file>

<file path=ppt/tags/tag868.xml><?xml version="1.0" encoding="utf-8"?>
<p:tagLst xmlns:p="http://schemas.openxmlformats.org/presentationml/2006/main">
  <p:tag name="AS_UNIQUEID" val="3357"/>
  <p:tag name="KSO_WM_BEAUTIFY_FLAG" val=""/>
</p:tagLst>
</file>

<file path=ppt/tags/tag869.xml><?xml version="1.0" encoding="utf-8"?>
<p:tagLst xmlns:p="http://schemas.openxmlformats.org/presentationml/2006/main">
  <p:tag name="AS_UNIQUEID" val="3358"/>
  <p:tag name="KSO_WM_BEAUTIFY_FLAG" val=""/>
</p:tagLst>
</file>

<file path=ppt/tags/tag870.xml><?xml version="1.0" encoding="utf-8"?>
<p:tagLst xmlns:p="http://schemas.openxmlformats.org/presentationml/2006/main">
  <p:tag name="AS_UNIQUEID" val="3359"/>
  <p:tag name="KSO_WM_BEAUTIFY_FLAG" val=""/>
</p:tagLst>
</file>

<file path=ppt/tags/tag871.xml><?xml version="1.0" encoding="utf-8"?>
<p:tagLst xmlns:p="http://schemas.openxmlformats.org/presentationml/2006/main">
  <p:tag name="AS_UNIQUEID" val="3360"/>
  <p:tag name="KSO_WM_BEAUTIFY_FLAG" val=""/>
</p:tagLst>
</file>

<file path=ppt/tags/tag872.xml><?xml version="1.0" encoding="utf-8"?>
<p:tagLst xmlns:p="http://schemas.openxmlformats.org/presentationml/2006/main">
  <p:tag name="AS_UNIQUEID" val="3361"/>
  <p:tag name="KSO_WM_BEAUTIFY_FLAG" val=""/>
</p:tagLst>
</file>

<file path=ppt/tags/tag873.xml><?xml version="1.0" encoding="utf-8"?>
<p:tagLst xmlns:p="http://schemas.openxmlformats.org/presentationml/2006/main">
  <p:tag name="AS_UNIQUEID" val="3362"/>
  <p:tag name="KSO_WM_BEAUTIFY_FLAG" val=""/>
</p:tagLst>
</file>

<file path=ppt/tags/tag874.xml><?xml version="1.0" encoding="utf-8"?>
<p:tagLst xmlns:p="http://schemas.openxmlformats.org/presentationml/2006/main">
  <p:tag name="AS_UNIQUEID" val="3363"/>
  <p:tag name="KSO_WM_BEAUTIFY_FLAG" val=""/>
</p:tagLst>
</file>

<file path=ppt/tags/tag875.xml><?xml version="1.0" encoding="utf-8"?>
<p:tagLst xmlns:p="http://schemas.openxmlformats.org/presentationml/2006/main">
  <p:tag name="AS_UNIQUEID" val="3364"/>
  <p:tag name="KSO_WM_BEAUTIFY_FLAG" val=""/>
</p:tagLst>
</file>

<file path=ppt/tags/tag876.xml><?xml version="1.0" encoding="utf-8"?>
<p:tagLst xmlns:p="http://schemas.openxmlformats.org/presentationml/2006/main">
  <p:tag name="AS_UNIQUEID" val="3365"/>
  <p:tag name="KSO_WM_BEAUTIFY_FLAG" val=""/>
</p:tagLst>
</file>

<file path=ppt/tags/tag877.xml><?xml version="1.0" encoding="utf-8"?>
<p:tagLst xmlns:p="http://schemas.openxmlformats.org/presentationml/2006/main">
  <p:tag name="AS_UNIQUEID" val="3366"/>
  <p:tag name="KSO_WM_BEAUTIFY_FLAG" val=""/>
</p:tagLst>
</file>

<file path=ppt/tags/tag878.xml><?xml version="1.0" encoding="utf-8"?>
<p:tagLst xmlns:p="http://schemas.openxmlformats.org/presentationml/2006/main">
  <p:tag name="AS_UNIQUEID" val="3367"/>
</p:tagLst>
</file>

<file path=ppt/tags/tag879.xml><?xml version="1.0" encoding="utf-8"?>
<p:tagLst xmlns:p="http://schemas.openxmlformats.org/presentationml/2006/main">
  <p:tag name="AS_UNIQUEID" val="3368"/>
</p:tagLst>
</file>

<file path=ppt/tags/tag880.xml><?xml version="1.0" encoding="utf-8"?>
<p:tagLst xmlns:p="http://schemas.openxmlformats.org/presentationml/2006/main">
  <p:tag name="AS_UNIQUEID" val="3369"/>
</p:tagLst>
</file>

<file path=ppt/tags/tag881.xml><?xml version="1.0" encoding="utf-8"?>
<p:tagLst xmlns:p="http://schemas.openxmlformats.org/presentationml/2006/main">
  <p:tag name="AS_UNIQUEID" val="3370"/>
</p:tagLst>
</file>

<file path=ppt/tags/tag882.xml><?xml version="1.0" encoding="utf-8"?>
<p:tagLst xmlns:p="http://schemas.openxmlformats.org/presentationml/2006/main">
  <p:tag name="AS_UNIQUEID" val="3371"/>
</p:tagLst>
</file>

<file path=ppt/tags/tag883.xml><?xml version="1.0" encoding="utf-8"?>
<p:tagLst xmlns:p="http://schemas.openxmlformats.org/presentationml/2006/main">
  <p:tag name="AS_UNIQUEID" val="3372"/>
</p:tagLst>
</file>

<file path=ppt/tags/tag884.xml><?xml version="1.0" encoding="utf-8"?>
<p:tagLst xmlns:p="http://schemas.openxmlformats.org/presentationml/2006/main">
  <p:tag name="AS_UNIQUEID" val="3373"/>
</p:tagLst>
</file>

<file path=ppt/tags/tag885.xml><?xml version="1.0" encoding="utf-8"?>
<p:tagLst xmlns:p="http://schemas.openxmlformats.org/presentationml/2006/main">
  <p:tag name="AS_UNIQUEID" val="3374"/>
</p:tagLst>
</file>

<file path=ppt/tags/tag886.xml><?xml version="1.0" encoding="utf-8"?>
<p:tagLst xmlns:p="http://schemas.openxmlformats.org/presentationml/2006/main">
  <p:tag name="AS_UNIQUEID" val="3375"/>
</p:tagLst>
</file>

<file path=ppt/tags/tag887.xml><?xml version="1.0" encoding="utf-8"?>
<p:tagLst xmlns:p="http://schemas.openxmlformats.org/presentationml/2006/main">
  <p:tag name="AS_UNIQUEID" val="3376"/>
</p:tagLst>
</file>

<file path=ppt/tags/tag888.xml><?xml version="1.0" encoding="utf-8"?>
<p:tagLst xmlns:p="http://schemas.openxmlformats.org/presentationml/2006/main">
  <p:tag name="AS_UNIQUEID" val="3377"/>
</p:tagLst>
</file>

<file path=ppt/tags/tag889.xml><?xml version="1.0" encoding="utf-8"?>
<p:tagLst xmlns:p="http://schemas.openxmlformats.org/presentationml/2006/main">
  <p:tag name="AS_UNIQUEID" val="3378"/>
</p:tagLst>
</file>

<file path=ppt/tags/tag890.xml><?xml version="1.0" encoding="utf-8"?>
<p:tagLst xmlns:p="http://schemas.openxmlformats.org/presentationml/2006/main">
  <p:tag name="AS_UNIQUEID" val="3379"/>
</p:tagLst>
</file>

<file path=ppt/tags/tag891.xml><?xml version="1.0" encoding="utf-8"?>
<p:tagLst xmlns:p="http://schemas.openxmlformats.org/presentationml/2006/main">
  <p:tag name="AS_UNIQUEID" val="3380"/>
</p:tagLst>
</file>

<file path=ppt/tags/tag892.xml><?xml version="1.0" encoding="utf-8"?>
<p:tagLst xmlns:p="http://schemas.openxmlformats.org/presentationml/2006/main">
  <p:tag name="AS_UNIQUEID" val="3381"/>
</p:tagLst>
</file>

<file path=ppt/tags/tag893.xml><?xml version="1.0" encoding="utf-8"?>
<p:tagLst xmlns:p="http://schemas.openxmlformats.org/presentationml/2006/main">
  <p:tag name="AS_UNIQUEID" val="3382"/>
</p:tagLst>
</file>

<file path=ppt/tags/tag894.xml><?xml version="1.0" encoding="utf-8"?>
<p:tagLst xmlns:p="http://schemas.openxmlformats.org/presentationml/2006/main">
  <p:tag name="AS_UNIQUEID" val="3383"/>
</p:tagLst>
</file>

<file path=ppt/tags/tag895.xml><?xml version="1.0" encoding="utf-8"?>
<p:tagLst xmlns:p="http://schemas.openxmlformats.org/presentationml/2006/main">
  <p:tag name="AS_UNIQUEID" val="3384"/>
</p:tagLst>
</file>

<file path=ppt/tags/tag896.xml><?xml version="1.0" encoding="utf-8"?>
<p:tagLst xmlns:p="http://schemas.openxmlformats.org/presentationml/2006/main">
  <p:tag name="AS_UNIQUEID" val="3385"/>
</p:tagLst>
</file>

<file path=ppt/tags/tag897.xml><?xml version="1.0" encoding="utf-8"?>
<p:tagLst xmlns:p="http://schemas.openxmlformats.org/presentationml/2006/main">
  <p:tag name="AS_UNIQUEID" val="3386"/>
</p:tagLst>
</file>

<file path=ppt/tags/tag898.xml><?xml version="1.0" encoding="utf-8"?>
<p:tagLst xmlns:p="http://schemas.openxmlformats.org/presentationml/2006/main">
  <p:tag name="AS_UNIQUEID" val="3387"/>
  <p:tag name="KSO_WM_BEAUTIFY_FLAG" val=""/>
</p:tagLst>
</file>

<file path=ppt/tags/tag899.xml><?xml version="1.0" encoding="utf-8"?>
<p:tagLst xmlns:p="http://schemas.openxmlformats.org/presentationml/2006/main">
  <p:tag name="AS_UNIQUEID" val="3388"/>
  <p:tag name="KSO_WM_BEAUTIFY_FLAG" val=""/>
</p:tagLst>
</file>

<file path=ppt/tags/tag900.xml><?xml version="1.0" encoding="utf-8"?>
<p:tagLst xmlns:p="http://schemas.openxmlformats.org/presentationml/2006/main">
  <p:tag name="AS_UNIQUEID" val="3389"/>
  <p:tag name="KSO_WM_BEAUTIFY_FLAG" val=""/>
</p:tagLst>
</file>

<file path=ppt/tags/tag901.xml><?xml version="1.0" encoding="utf-8"?>
<p:tagLst xmlns:p="http://schemas.openxmlformats.org/presentationml/2006/main">
  <p:tag name="AS_UNIQUEID" val="3390"/>
  <p:tag name="KSO_WM_BEAUTIFY_FLAG" val=""/>
</p:tagLst>
</file>

<file path=ppt/tags/tag902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N2MzMDRkYTE0ZWUxN2RhMDU0YmY2NzFjODA4MmU4YjcifQ=="/>
</p:tagLst>
</file>

<file path=ppt/theme/theme1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思源黑体 CN Bold"/>
        <a:ea typeface="思源黑体 CN Bold"/>
        <a:cs typeface="Arial"/>
      </a:majorFont>
      <a:minorFont>
        <a:latin typeface="思源黑体 CN Normal"/>
        <a:ea typeface="思源黑体 CN Norm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244</Paragraphs>
  <Slides>39</Slides>
  <Notes>15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baseType="lpstr" size="60">
      <vt:lpstr>Arial</vt:lpstr>
      <vt:lpstr>思源黑体 CN Bold</vt:lpstr>
      <vt:lpstr>思源黑体 CN Normal</vt:lpstr>
      <vt:lpstr>等线 Light</vt:lpstr>
      <vt:lpstr>等线</vt:lpstr>
      <vt:lpstr>微软雅黑</vt:lpstr>
      <vt:lpstr>黑体</vt:lpstr>
      <vt:lpstr>Times New Roman</vt:lpstr>
      <vt:lpstr>思源黑体 CN Heavy</vt:lpstr>
      <vt:lpstr>Wingdings</vt:lpstr>
      <vt:lpstr>宋体</vt:lpstr>
      <vt:lpstr>Cambria Math</vt:lpstr>
      <vt:lpstr>MS Mincho</vt:lpstr>
      <vt:lpstr>方正舒体</vt:lpstr>
      <vt:lpstr>隶书</vt:lpstr>
      <vt:lpstr>Symbol</vt:lpstr>
      <vt:lpstr>Tahoma</vt:lpstr>
      <vt:lpstr>华文楷体</vt:lpstr>
      <vt:lpstr>Euclid Symbol</vt:lpstr>
      <vt:lpstr>Euclid Math Two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2024-08-01T16:32:08.062</cp:lastPrinted>
  <dcterms:created xsi:type="dcterms:W3CDTF">2024-08-01T16:32:08Z</dcterms:created>
  <dcterms:modified xsi:type="dcterms:W3CDTF">2024-08-01T08:32:08Z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
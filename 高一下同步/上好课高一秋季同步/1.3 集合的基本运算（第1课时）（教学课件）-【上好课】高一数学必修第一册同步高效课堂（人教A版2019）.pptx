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fntdata" ContentType="application/x-fontdata"/>
  <Default Extension="png" ContentType="image/png"/>
  <Default Extension="emf" ContentType="image/x-emf"/>
  <Default Extension="wmf" ContentType="image/x-wmf"/>
  <Default Extension="wdp" ContentType="image/vnd.ms-photo"/>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embedTrueTypeFonts="1" saveSubsetFonts="1">
  <p:sldMasterIdLst>
    <p:sldMasterId id="2147483648" r:id="rId2"/>
  </p:sldMasterIdLst>
  <p:notesMasterIdLst>
    <p:notesMasterId r:id="rId3"/>
  </p:notesMasterIdLst>
  <p:sldIdLst>
    <p:sldId id="405" r:id="rId4"/>
    <p:sldId id="299" r:id="rId5"/>
    <p:sldId id="304" r:id="rId6"/>
    <p:sldId id="300" r:id="rId7"/>
    <p:sldId id="307" r:id="rId8"/>
    <p:sldId id="463" r:id="rId9"/>
    <p:sldId id="464" r:id="rId10"/>
    <p:sldId id="465" r:id="rId11"/>
    <p:sldId id="466" r:id="rId12"/>
    <p:sldId id="468" r:id="rId13"/>
    <p:sldId id="467" r:id="rId14"/>
    <p:sldId id="469" r:id="rId15"/>
    <p:sldId id="470" r:id="rId16"/>
    <p:sldId id="471" r:id="rId17"/>
    <p:sldId id="460" r:id="rId18"/>
    <p:sldId id="472" r:id="rId19"/>
    <p:sldId id="473" r:id="rId20"/>
    <p:sldId id="474" r:id="rId21"/>
    <p:sldId id="475" r:id="rId22"/>
    <p:sldId id="476" r:id="rId23"/>
    <p:sldId id="477" r:id="rId24"/>
    <p:sldId id="478" r:id="rId25"/>
    <p:sldId id="461" r:id="rId26"/>
    <p:sldId id="479" r:id="rId27"/>
    <p:sldId id="484" r:id="rId28"/>
    <p:sldId id="485" r:id="rId29"/>
    <p:sldId id="486" r:id="rId30"/>
    <p:sldId id="462" r:id="rId31"/>
    <p:sldId id="482" r:id="rId32"/>
    <p:sldId id="483" r:id="rId33"/>
    <p:sldId id="392" r:id="rId34"/>
    <p:sldId id="395" r:id="rId35"/>
    <p:sldId id="480" r:id="rId36"/>
    <p:sldId id="481" r:id="rId37"/>
    <p:sldId id="459" r:id="rId38"/>
  </p:sldIdLst>
  <p:sldSz cx="12192000" cy="6858000"/>
  <p:notesSz cx="6858000" cy="9144000"/>
  <p:embeddedFontLst>
    <p:embeddedFont>
      <p:font typeface="微软雅黑" panose="020B0503020204020204" charset="-122"/>
      <p:regular r:id="rId40"/>
    </p:embeddedFont>
    <p:embeddedFont>
      <p:font typeface="黑体" panose="02010609060101010101" charset="-122"/>
      <p:regular r:id="rId41"/>
    </p:embeddedFont>
    <p:embeddedFont>
      <p:font typeface="楷体" panose="02010609060101010101" charset="-122"/>
      <p:regular r:id="rId42"/>
    </p:embeddedFont>
    <p:embeddedFont>
      <p:font typeface="等线" panose="02010600030101010101" charset="-122"/>
      <p:regular r:id="rId43"/>
    </p:embeddedFont>
  </p:embeddedFontLst>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0" userDrawn="1">
          <p15:clr>
            <a:srgbClr val="5ACBF0"/>
          </p15:clr>
        </p15:guide>
        <p15:guide id="2" pos="3920" userDrawn="1">
          <p15:clr>
            <a:srgbClr val="5ACBF0"/>
          </p15:clr>
        </p15:guide>
      </p15:sldGuideLst>
    </p:ext>
  </p:extLst>
</p:presentation>
</file>

<file path=ppt/commentAuthors.xml><?xml version="1.0" encoding="utf-8"?>
<p:cmAuthorLst xmlns:p="http://schemas.openxmlformats.org/presentationml/2006/main">
  <p:cmAuthor id="1" name="DELL" initials="D" lastIdx="0" clrIdx="0"/>
</p:cmAuthorLst>
</file>

<file path=ppt/presProps.xml><?xml version="1.0" encoding="utf-8"?>
<p:presentationPr xmlns:r="http://schemas.openxmlformats.org/officeDocument/2006/relationships" xmlns:a="http://schemas.openxmlformats.org/drawingml/2006/main"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96" autoAdjust="0"/>
    <p:restoredTop sz="94660"/>
  </p:normalViewPr>
  <p:slideViewPr>
    <p:cSldViewPr snapToGrid="0" showGuides="1">
      <p:cViewPr>
        <p:scale>
          <a:sx n="75" d="100"/>
          <a:sy n="75" d="100"/>
        </p:scale>
        <p:origin x="198" y="1296"/>
      </p:cViewPr>
      <p:guideLst>
        <p:guide orient="horz" pos="1990"/>
        <p:guide pos="3920"/>
      </p:guideLst>
    </p:cSldViewPr>
  </p:slideViewPr>
  <p:notesTextViewPr>
    <p:cViewPr>
      <p:scale>
        <a:sx n="1" d="1"/>
        <a:sy n="1" d="1"/>
      </p:scale>
      <p:origin x="0" y="0"/>
    </p:cViewPr>
  </p:notesTextViewPr>
  <p:notesViewPr>
    <p:cSldViewPr>
      <p:cViewPr>
        <p:scale>
          <a:sx n="1" d="100"/>
          <a:sy n="1" d="100"/>
        </p:scale>
        <p:origin x="0" y="0"/>
      </p:cViewPr>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slideMaster" Target="slideMasters/slide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notesMaster" Target="notesMasters/notes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tags" Target="tags/tag1062.xml" /><Relationship Id="rId4" Type="http://schemas.openxmlformats.org/officeDocument/2006/relationships/slide" Target="slides/slide1.xml" /><Relationship Id="rId40" Type="http://schemas.openxmlformats.org/officeDocument/2006/relationships/font" Target="fonts/font1.fntdata" /><Relationship Id="rId41" Type="http://schemas.openxmlformats.org/officeDocument/2006/relationships/font" Target="fonts/font2.fntdata" /><Relationship Id="rId42" Type="http://schemas.openxmlformats.org/officeDocument/2006/relationships/font" Target="fonts/font3.fntdata" /><Relationship Id="rId43" Type="http://schemas.openxmlformats.org/officeDocument/2006/relationships/font" Target="fonts/font4.fntdata" /><Relationship Id="rId44" Type="http://schemas.openxmlformats.org/officeDocument/2006/relationships/presProps" Target="presProps.xml" /><Relationship Id="rId45" Type="http://schemas.openxmlformats.org/officeDocument/2006/relationships/viewProps" Target="viewProps.xml" /><Relationship Id="rId46" Type="http://schemas.openxmlformats.org/officeDocument/2006/relationships/theme" Target="theme/theme1.xml" /><Relationship Id="rId47" Type="http://schemas.openxmlformats.org/officeDocument/2006/relationships/tableStyles" Target="tableStyles.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8.emf" /><Relationship Id="rId2" Type="http://schemas.openxmlformats.org/officeDocument/2006/relationships/image" Target="../media/image9.emf" /><Relationship Id="rId3" Type="http://schemas.openxmlformats.org/officeDocument/2006/relationships/image" Target="../media/image10.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1.emf" /><Relationship Id="rId2" Type="http://schemas.openxmlformats.org/officeDocument/2006/relationships/image" Target="../media/image12.emf" /><Relationship Id="rId3" Type="http://schemas.openxmlformats.org/officeDocument/2006/relationships/image" Target="../media/image13.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4.emf" /><Relationship Id="rId2" Type="http://schemas.openxmlformats.org/officeDocument/2006/relationships/image" Target="../media/image15.emf" /><Relationship Id="rId3" Type="http://schemas.openxmlformats.org/officeDocument/2006/relationships/image" Target="../media/image16.emf" /><Relationship Id="rId4" Type="http://schemas.openxmlformats.org/officeDocument/2006/relationships/image" Target="../media/image17.emf" /><Relationship Id="rId5" Type="http://schemas.openxmlformats.org/officeDocument/2006/relationships/image" Target="../media/image18.emf" /><Relationship Id="rId6" Type="http://schemas.openxmlformats.org/officeDocument/2006/relationships/image" Target="../media/image19.emf" /><Relationship Id="rId7" Type="http://schemas.openxmlformats.org/officeDocument/2006/relationships/image" Target="../media/image20.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22.wmf" /><Relationship Id="rId2" Type="http://schemas.openxmlformats.org/officeDocument/2006/relationships/image" Target="../media/image23.wmf" /><Relationship Id="rId3" Type="http://schemas.openxmlformats.org/officeDocument/2006/relationships/image" Target="../media/image24.wmf" /><Relationship Id="rId4" Type="http://schemas.openxmlformats.org/officeDocument/2006/relationships/image" Target="../media/image25.wmf" /><Relationship Id="rId5" Type="http://schemas.openxmlformats.org/officeDocument/2006/relationships/image" Target="../media/image26.w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27.emf" /><Relationship Id="rId2" Type="http://schemas.openxmlformats.org/officeDocument/2006/relationships/image" Target="../media/image28.emf" /><Relationship Id="rId3" Type="http://schemas.openxmlformats.org/officeDocument/2006/relationships/image" Target="../media/image13.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29.w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32.wmf" /><Relationship Id="rId2" Type="http://schemas.openxmlformats.org/officeDocument/2006/relationships/image" Target="../media/image29.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33.emf" /><Relationship Id="rId2" Type="http://schemas.openxmlformats.org/officeDocument/2006/relationships/image" Target="../media/image34.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35.emf" /><Relationship Id="rId2" Type="http://schemas.openxmlformats.org/officeDocument/2006/relationships/image" Target="../media/image36.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37.emf" /><Relationship Id="rId2" Type="http://schemas.openxmlformats.org/officeDocument/2006/relationships/image" Target="../media/image38.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32.wmf" /><Relationship Id="rId2" Type="http://schemas.openxmlformats.org/officeDocument/2006/relationships/image" Target="../media/image29.w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40.wmf" /><Relationship Id="rId2" Type="http://schemas.openxmlformats.org/officeDocument/2006/relationships/image" Target="../media/image41.wmf" /><Relationship Id="rId3" Type="http://schemas.openxmlformats.org/officeDocument/2006/relationships/image" Target="../media/image42.wmf" /><Relationship Id="rId4" Type="http://schemas.openxmlformats.org/officeDocument/2006/relationships/image" Target="../media/image43.wmf" /><Relationship Id="rId5" Type="http://schemas.openxmlformats.org/officeDocument/2006/relationships/image" Target="../media/image44.wmf" /><Relationship Id="rId6" Type="http://schemas.openxmlformats.org/officeDocument/2006/relationships/image" Target="../media/image45.w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46.wmf" /><Relationship Id="rId2" Type="http://schemas.openxmlformats.org/officeDocument/2006/relationships/image" Target="../media/image47.wmf" /><Relationship Id="rId3" Type="http://schemas.openxmlformats.org/officeDocument/2006/relationships/image" Target="../media/image48.wmf" /><Relationship Id="rId4" Type="http://schemas.openxmlformats.org/officeDocument/2006/relationships/image" Target="../media/image49.w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50.wmf" /><Relationship Id="rId2" Type="http://schemas.openxmlformats.org/officeDocument/2006/relationships/image" Target="../media/image51.wmf" /><Relationship Id="rId3" Type="http://schemas.openxmlformats.org/officeDocument/2006/relationships/image" Target="../media/image52.wmf" /><Relationship Id="rId4" Type="http://schemas.openxmlformats.org/officeDocument/2006/relationships/image" Target="../media/image53.wmf" /><Relationship Id="rId5" Type="http://schemas.openxmlformats.org/officeDocument/2006/relationships/image" Target="../media/image54.wmf" /></Relationships>
</file>

<file path=ppt/notesMasters/_rels/notesMaster1.xml.rels>&#65279;<?xml version="1.0" encoding="utf-8" standalone="yes"?><Relationships xmlns="http://schemas.openxmlformats.org/package/2006/relationships"><Relationship Id="rId1" Type="http://schemas.openxmlformats.org/officeDocument/2006/relationships/tags" Target="../tags/tag12.xml" /><Relationship Id="rId2" Type="http://schemas.openxmlformats.org/officeDocument/2006/relationships/tags" Target="../tags/tag13.xml" /><Relationship Id="rId3" Type="http://schemas.openxmlformats.org/officeDocument/2006/relationships/tags" Target="../tags/tag14.xml" /><Relationship Id="rId4" Type="http://schemas.openxmlformats.org/officeDocument/2006/relationships/tags" Target="../tags/tag15.xml" /><Relationship Id="rId5" Type="http://schemas.openxmlformats.org/officeDocument/2006/relationships/tags" Target="../tags/tag16.xml" /><Relationship Id="rId6" Type="http://schemas.openxmlformats.org/officeDocument/2006/relationships/tags" Target="../tags/tag17.xml" /><Relationship Id="rId7" Type="http://schemas.openxmlformats.org/officeDocument/2006/relationships/tags" Target="../tags/tag18.xml" /><Relationship Id="rId8"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CCD7375B-645A-4B83-93EC-8A3A766EDBB5}" type="datetimeFigureOut">
              <a:rPr lang="zh-CN" altLang="en-US" smtClean="0"/>
              <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DEBF8934-6CED-46F5-B7D3-6CA103631274}"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 Id="rId3" Type="http://schemas.openxmlformats.org/officeDocument/2006/relationships/tags" Target="../tags/tag271.xml" /><Relationship Id="rId4" Type="http://schemas.openxmlformats.org/officeDocument/2006/relationships/tags" Target="../tags/tag272.xml" /><Relationship Id="rId5" Type="http://schemas.openxmlformats.org/officeDocument/2006/relationships/tags" Target="../tags/tag273.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 Id="rId3" Type="http://schemas.openxmlformats.org/officeDocument/2006/relationships/tags" Target="../tags/tag360.xml" /><Relationship Id="rId4" Type="http://schemas.openxmlformats.org/officeDocument/2006/relationships/tags" Target="../tags/tag361.xml" /><Relationship Id="rId5" Type="http://schemas.openxmlformats.org/officeDocument/2006/relationships/tags" Target="../tags/tag362.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 Id="rId3" Type="http://schemas.openxmlformats.org/officeDocument/2006/relationships/tags" Target="../tags/tag588.xml" /><Relationship Id="rId4" Type="http://schemas.openxmlformats.org/officeDocument/2006/relationships/tags" Target="../tags/tag589.xml" /><Relationship Id="rId5" Type="http://schemas.openxmlformats.org/officeDocument/2006/relationships/tags" Target="../tags/tag590.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 Id="rId3" Type="http://schemas.openxmlformats.org/officeDocument/2006/relationships/tags" Target="../tags/tag802.xml" /><Relationship Id="rId4" Type="http://schemas.openxmlformats.org/officeDocument/2006/relationships/tags" Target="../tags/tag803.xml" /><Relationship Id="rId5" Type="http://schemas.openxmlformats.org/officeDocument/2006/relationships/tags" Target="../tags/tag804.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custDataLst>
            <p:tags r:id="rId3"/>
          </p:custDataLst>
        </p:nvPr>
      </p:nvGrpSpPr>
      <p:grpSpPr>
        <a:xfrm>
          <a:off x="0" y="0"/>
          <a:ext cx="0" cy="0"/>
        </a:xfrm>
      </p:grpSpPr>
      <p:sp>
        <p:nvSpPr>
          <p:cNvPr id="2" name="幻灯片图像占位符 1"/>
          <p:cNvSpPr>
            <a:spLocks noGrp="1"/>
          </p:cNvSpPr>
          <p:nvPr>
            <p:ph type="sldImg" idx="2"/>
            <p:custDataLst>
              <p:tags r:id="rId4"/>
            </p:custDataLst>
          </p:nvPr>
        </p:nvSpPr>
        <p:spPr/>
      </p:sp>
      <p:sp>
        <p:nvSpPr>
          <p:cNvPr id="3" name="文本占位符 2"/>
          <p:cNvSpPr txBox="1">
            <a:spLocks noGrp="1"/>
          </p:cNvSpPr>
          <p:nvPr>
            <p:ph type="body" idx="3"/>
            <p:custDataLst>
              <p:tags r:id="rId5"/>
            </p:custDataLst>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custDataLst>
            <p:tags r:id="rId3"/>
          </p:custDataLst>
        </p:nvPr>
      </p:nvGrpSpPr>
      <p:grpSpPr>
        <a:xfrm>
          <a:off x="0" y="0"/>
          <a:ext cx="0" cy="0"/>
        </a:xfrm>
      </p:grpSpPr>
      <p:sp>
        <p:nvSpPr>
          <p:cNvPr id="2" name="幻灯片图像占位符 1"/>
          <p:cNvSpPr>
            <a:spLocks noGrp="1"/>
          </p:cNvSpPr>
          <p:nvPr>
            <p:ph type="sldImg" idx="2"/>
            <p:custDataLst>
              <p:tags r:id="rId4"/>
            </p:custDataLst>
          </p:nvPr>
        </p:nvSpPr>
        <p:spPr/>
      </p:sp>
      <p:sp>
        <p:nvSpPr>
          <p:cNvPr id="3" name="文本占位符 2"/>
          <p:cNvSpPr txBox="1">
            <a:spLocks noGrp="1"/>
          </p:cNvSpPr>
          <p:nvPr>
            <p:ph type="body" idx="3"/>
            <p:custDataLst>
              <p:tags r:id="rId5"/>
            </p:custDataLst>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custDataLst>
            <p:tags r:id="rId3"/>
          </p:custDataLst>
        </p:nvPr>
      </p:nvGrpSpPr>
      <p:grpSpPr>
        <a:xfrm>
          <a:off x="0" y="0"/>
          <a:ext cx="0" cy="0"/>
        </a:xfrm>
      </p:grpSpPr>
      <p:sp>
        <p:nvSpPr>
          <p:cNvPr id="2" name="幻灯片图像占位符 1"/>
          <p:cNvSpPr>
            <a:spLocks noGrp="1"/>
          </p:cNvSpPr>
          <p:nvPr>
            <p:ph type="sldImg" idx="2"/>
            <p:custDataLst>
              <p:tags r:id="rId4"/>
            </p:custDataLst>
          </p:nvPr>
        </p:nvSpPr>
        <p:spPr/>
      </p:sp>
      <p:sp>
        <p:nvSpPr>
          <p:cNvPr id="3" name="文本占位符 2"/>
          <p:cNvSpPr txBox="1">
            <a:spLocks noGrp="1"/>
          </p:cNvSpPr>
          <p:nvPr>
            <p:ph type="body" idx="3"/>
            <p:custDataLst>
              <p:tags r:id="rId5"/>
            </p:custDataLst>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custDataLst>
            <p:tags r:id="rId3"/>
          </p:custDataLst>
        </p:nvPr>
      </p:nvGrpSpPr>
      <p:grpSpPr>
        <a:xfrm>
          <a:off x="0" y="0"/>
          <a:ext cx="0" cy="0"/>
        </a:xfrm>
      </p:grpSpPr>
      <p:sp>
        <p:nvSpPr>
          <p:cNvPr id="2" name="幻灯片图像占位符 1"/>
          <p:cNvSpPr>
            <a:spLocks noGrp="1"/>
          </p:cNvSpPr>
          <p:nvPr>
            <p:ph type="sldImg" idx="2"/>
            <p:custDataLst>
              <p:tags r:id="rId4"/>
            </p:custDataLst>
          </p:nvPr>
        </p:nvSpPr>
        <p:spPr/>
      </p:sp>
      <p:sp>
        <p:nvSpPr>
          <p:cNvPr id="3" name="文本占位符 2"/>
          <p:cNvSpPr txBox="1">
            <a:spLocks noGrp="1"/>
          </p:cNvSpPr>
          <p:nvPr>
            <p:ph type="body" idx="3"/>
            <p:custDataLst>
              <p:tags r:id="rId5"/>
            </p:custDataLst>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custDataLst>
            <p:tags r:id="rId1"/>
          </p:custDataLst>
        </p:nvPr>
      </p:nvGrpSpPr>
      <p:grpSpPr>
        <a:xfrm>
          <a:off x="0" y="0"/>
          <a:ext cx="0" cy="0"/>
        </a:xfrm>
      </p:grpSpPr>
      <p:sp>
        <p:nvSpPr>
          <p:cNvPr id="2" name="日期占位符 1"/>
          <p:cNvSpPr>
            <a:spLocks noGrp="1"/>
          </p:cNvSpPr>
          <p:nvPr>
            <p:ph type="dt" sz="half" idx="10"/>
            <p:custDataLst>
              <p:tags r:id="rId2"/>
            </p:custDataLst>
          </p:nvPr>
        </p:nvSpPr>
        <p:spPr/>
        <p:txBody>
          <a:bodyPr/>
          <a:lstStyle/>
          <a:p>
            <a:fld id="{583E8761-A14E-4E6E-B19C-D0ABAA7747FF}" type="datetimeFigureOut">
              <a:rPr lang="zh-CN" altLang="en-US" smtClean="0"/>
              <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03410F0F-E077-475B-A7EC-03CDC27F5B89}" type="slidenum">
              <a:rPr lang="zh-CN" altLang="en-US" smtClean="0"/>
              <a:t/>
            </a:fld>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1.xml" /><Relationship Id="rId11" Type="http://schemas.openxmlformats.org/officeDocument/2006/relationships/theme" Target="../theme/theme1.xml" /><Relationship Id="rId2" Type="http://schemas.openxmlformats.org/officeDocument/2006/relationships/tags" Target="../tags/tag5.xml" /><Relationship Id="rId3" Type="http://schemas.openxmlformats.org/officeDocument/2006/relationships/tags" Target="../tags/tag6.xml" /><Relationship Id="rId4" Type="http://schemas.openxmlformats.org/officeDocument/2006/relationships/tags" Target="../tags/tag7.xml" /><Relationship Id="rId5" Type="http://schemas.openxmlformats.org/officeDocument/2006/relationships/tags" Target="../tags/tag8.xml" /><Relationship Id="rId6" Type="http://schemas.openxmlformats.org/officeDocument/2006/relationships/tags" Target="../tags/tag9.xml" /><Relationship Id="rId7" Type="http://schemas.openxmlformats.org/officeDocument/2006/relationships/tags" Target="../tags/tag10.xml" /><Relationship Id="rId8" Type="http://schemas.openxmlformats.org/officeDocument/2006/relationships/image" Target="file:///D:\qq&#25991;&#20214;\712321467\Image\C2C\Image2\%7b75232B38-A165-1FB7-499C-2E1C792CACB5%7d.png" TargetMode="External" /><Relationship Id="rId9" Type="http://schemas.openxmlformats.org/officeDocument/2006/relationships/image" Target="../media/image1.png"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custDataLst>
            <p:tags r:id="rId2"/>
          </p:custDataLst>
        </p:nvPr>
      </p:nvGrpSpPr>
      <p:grpSpPr>
        <a:xfrm>
          <a:off x="0" y="0"/>
          <a:ext cx="0" cy="0"/>
        </a:xfrm>
      </p:grpSpPr>
      <p:sp>
        <p:nvSpPr>
          <p:cNvPr id="2" name="标题占位符 1"/>
          <p:cNvSpPr>
            <a:spLocks noGrp="1"/>
          </p:cNvSpPr>
          <p:nvPr>
            <p:ph type="title"/>
            <p:custDataLst>
              <p:tags r:id="rId3"/>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4"/>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custDataLst>
              <p:tags r:id="rId5"/>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E8761-A14E-4E6E-B19C-D0ABAA7747FF}" type="datetimeFigureOut">
              <a:rPr lang="zh-CN" altLang="en-US" smtClean="0"/>
              <a:t/>
            </a:fld>
            <a:endParaRPr lang="zh-CN" altLang="en-US"/>
          </a:p>
        </p:txBody>
      </p:sp>
      <p:sp>
        <p:nvSpPr>
          <p:cNvPr id="5" name="页脚占位符 4"/>
          <p:cNvSpPr>
            <a:spLocks noGrp="1"/>
          </p:cNvSpPr>
          <p:nvPr>
            <p:ph type="ftr" sz="quarter" idx="3"/>
            <p:custDataLst>
              <p:tags r:id="rId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7"/>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410F0F-E077-475B-A7EC-03CDC27F5B89}" type="slidenum">
              <a:rPr lang="zh-CN" altLang="en-US" smtClean="0"/>
              <a:t/>
            </a:fld>
            <a:endParaRPr lang="zh-CN" altLang="en-US"/>
          </a:p>
        </p:txBody>
      </p:sp>
      <p:pic>
        <p:nvPicPr>
          <p:cNvPr id="7" name="图片 1073743875" descr="学科网 zxxk.com" title=""/>
          <p:cNvPicPr>
            <a:picLocks noChangeAspect="1"/>
          </p:cNvPicPr>
          <p:nvPr>
            <p:custDataLst>
              <p:tags r:id="rId10"/>
            </p:custDataLst>
          </p:nvPr>
        </p:nvPicPr>
        <p:blipFill>
          <a:blip r:embed="rId9" r:link="rId8"/>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6.xml" /><Relationship Id="rId11" Type="http://schemas.openxmlformats.org/officeDocument/2006/relationships/tags" Target="../tags/tag27.xml" /><Relationship Id="rId12" Type="http://schemas.openxmlformats.org/officeDocument/2006/relationships/tags" Target="../tags/tag28.xml" /><Relationship Id="rId13" Type="http://schemas.openxmlformats.org/officeDocument/2006/relationships/tags" Target="../tags/tag29.xml" /><Relationship Id="rId14" Type="http://schemas.openxmlformats.org/officeDocument/2006/relationships/tags" Target="../tags/tag30.xml" /><Relationship Id="rId15" Type="http://schemas.openxmlformats.org/officeDocument/2006/relationships/tags" Target="../tags/tag31.xml" /><Relationship Id="rId16" Type="http://schemas.openxmlformats.org/officeDocument/2006/relationships/tags" Target="../tags/tag32.xml" /><Relationship Id="rId17" Type="http://schemas.openxmlformats.org/officeDocument/2006/relationships/tags" Target="../tags/tag33.xml" /><Relationship Id="rId18" Type="http://schemas.openxmlformats.org/officeDocument/2006/relationships/tags" Target="../tags/tag34.xml" /><Relationship Id="rId19" Type="http://schemas.openxmlformats.org/officeDocument/2006/relationships/tags" Target="../tags/tag35.xml" /><Relationship Id="rId2" Type="http://schemas.openxmlformats.org/officeDocument/2006/relationships/tags" Target="../tags/tag19.xml" /><Relationship Id="rId20" Type="http://schemas.openxmlformats.org/officeDocument/2006/relationships/tags" Target="../tags/tag36.xml" /><Relationship Id="rId21" Type="http://schemas.openxmlformats.org/officeDocument/2006/relationships/tags" Target="../tags/tag37.xml" /><Relationship Id="rId22" Type="http://schemas.openxmlformats.org/officeDocument/2006/relationships/tags" Target="../tags/tag38.xml" /><Relationship Id="rId23" Type="http://schemas.openxmlformats.org/officeDocument/2006/relationships/tags" Target="../tags/tag39.xml" /><Relationship Id="rId24" Type="http://schemas.openxmlformats.org/officeDocument/2006/relationships/tags" Target="../tags/tag40.xml" /><Relationship Id="rId25" Type="http://schemas.openxmlformats.org/officeDocument/2006/relationships/tags" Target="../tags/tag41.xml" /><Relationship Id="rId26" Type="http://schemas.openxmlformats.org/officeDocument/2006/relationships/tags" Target="../tags/tag42.xml" /><Relationship Id="rId27" Type="http://schemas.openxmlformats.org/officeDocument/2006/relationships/image" Target="../media/image3.png" /><Relationship Id="rId28" Type="http://schemas.openxmlformats.org/officeDocument/2006/relationships/tags" Target="../tags/tag43.xml" /><Relationship Id="rId29" Type="http://schemas.openxmlformats.org/officeDocument/2006/relationships/tags" Target="../tags/tag44.xml" /><Relationship Id="rId3" Type="http://schemas.openxmlformats.org/officeDocument/2006/relationships/image" Target="../media/image2.jpeg" /><Relationship Id="rId30" Type="http://schemas.openxmlformats.org/officeDocument/2006/relationships/tags" Target="../tags/tag45.xml" /><Relationship Id="rId4" Type="http://schemas.openxmlformats.org/officeDocument/2006/relationships/tags" Target="../tags/tag20.xml" /><Relationship Id="rId5" Type="http://schemas.openxmlformats.org/officeDocument/2006/relationships/tags" Target="../tags/tag21.xml" /><Relationship Id="rId6" Type="http://schemas.openxmlformats.org/officeDocument/2006/relationships/tags" Target="../tags/tag22.xml" /><Relationship Id="rId7" Type="http://schemas.openxmlformats.org/officeDocument/2006/relationships/tags" Target="../tags/tag23.xml" /><Relationship Id="rId8" Type="http://schemas.openxmlformats.org/officeDocument/2006/relationships/tags" Target="../tags/tag24.xml" /><Relationship Id="rId9" Type="http://schemas.openxmlformats.org/officeDocument/2006/relationships/tags" Target="../tags/tag25.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2.xml" /><Relationship Id="rId11" Type="http://schemas.openxmlformats.org/officeDocument/2006/relationships/tags" Target="../tags/tag53.xml" /><Relationship Id="rId12" Type="http://schemas.openxmlformats.org/officeDocument/2006/relationships/tags" Target="../tags/tag54.xml" /><Relationship Id="rId13" Type="http://schemas.openxmlformats.org/officeDocument/2006/relationships/tags" Target="../tags/tag55.xml" /><Relationship Id="rId14" Type="http://schemas.openxmlformats.org/officeDocument/2006/relationships/tags" Target="../tags/tag56.xml" /><Relationship Id="rId15" Type="http://schemas.openxmlformats.org/officeDocument/2006/relationships/tags" Target="../tags/tag57.xml" /><Relationship Id="rId16" Type="http://schemas.openxmlformats.org/officeDocument/2006/relationships/tags" Target="../tags/tag58.xml" /><Relationship Id="rId17" Type="http://schemas.openxmlformats.org/officeDocument/2006/relationships/tags" Target="../tags/tag59.xml" /><Relationship Id="rId18" Type="http://schemas.openxmlformats.org/officeDocument/2006/relationships/tags" Target="../tags/tag60.xml" /><Relationship Id="rId19" Type="http://schemas.openxmlformats.org/officeDocument/2006/relationships/tags" Target="../tags/tag61.xml" /><Relationship Id="rId2" Type="http://schemas.openxmlformats.org/officeDocument/2006/relationships/tags" Target="../tags/tag46.xml" /><Relationship Id="rId20" Type="http://schemas.openxmlformats.org/officeDocument/2006/relationships/tags" Target="../tags/tag62.xml" /><Relationship Id="rId21" Type="http://schemas.openxmlformats.org/officeDocument/2006/relationships/image" Target="../media/image6.png" /><Relationship Id="rId22" Type="http://schemas.openxmlformats.org/officeDocument/2006/relationships/tags" Target="../tags/tag63.xml" /><Relationship Id="rId3" Type="http://schemas.openxmlformats.org/officeDocument/2006/relationships/image" Target="../media/image4.png" /><Relationship Id="rId4" Type="http://schemas.microsoft.com/office/2007/relationships/hdphoto" Target="../media/image5.wdp" /><Relationship Id="rId5" Type="http://schemas.openxmlformats.org/officeDocument/2006/relationships/tags" Target="../tags/tag47.xml" /><Relationship Id="rId6" Type="http://schemas.openxmlformats.org/officeDocument/2006/relationships/tags" Target="../tags/tag48.xml" /><Relationship Id="rId7" Type="http://schemas.openxmlformats.org/officeDocument/2006/relationships/tags" Target="../tags/tag49.xml" /><Relationship Id="rId8" Type="http://schemas.openxmlformats.org/officeDocument/2006/relationships/tags" Target="../tags/tag50.xml" /><Relationship Id="rId9" Type="http://schemas.openxmlformats.org/officeDocument/2006/relationships/tags" Target="../tags/tag5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0.xml" /><Relationship Id="rId11" Type="http://schemas.openxmlformats.org/officeDocument/2006/relationships/tags" Target="../tags/tag71.xml" /><Relationship Id="rId12" Type="http://schemas.openxmlformats.org/officeDocument/2006/relationships/tags" Target="../tags/tag72.xml" /><Relationship Id="rId13" Type="http://schemas.openxmlformats.org/officeDocument/2006/relationships/tags" Target="../tags/tag73.xml" /><Relationship Id="rId14" Type="http://schemas.openxmlformats.org/officeDocument/2006/relationships/tags" Target="../tags/tag74.xml" /><Relationship Id="rId15" Type="http://schemas.openxmlformats.org/officeDocument/2006/relationships/tags" Target="../tags/tag75.xml" /><Relationship Id="rId16" Type="http://schemas.openxmlformats.org/officeDocument/2006/relationships/tags" Target="../tags/tag76.xml" /><Relationship Id="rId17" Type="http://schemas.openxmlformats.org/officeDocument/2006/relationships/tags" Target="../tags/tag77.xml" /><Relationship Id="rId18" Type="http://schemas.openxmlformats.org/officeDocument/2006/relationships/tags" Target="../tags/tag78.xml" /><Relationship Id="rId19" Type="http://schemas.openxmlformats.org/officeDocument/2006/relationships/tags" Target="../tags/tag79.xml" /><Relationship Id="rId2" Type="http://schemas.openxmlformats.org/officeDocument/2006/relationships/tags" Target="../tags/tag64.xml" /><Relationship Id="rId20" Type="http://schemas.openxmlformats.org/officeDocument/2006/relationships/tags" Target="../tags/tag80.xml" /><Relationship Id="rId21" Type="http://schemas.openxmlformats.org/officeDocument/2006/relationships/tags" Target="../tags/tag81.xml" /><Relationship Id="rId22" Type="http://schemas.openxmlformats.org/officeDocument/2006/relationships/tags" Target="../tags/tag82.xml" /><Relationship Id="rId23" Type="http://schemas.openxmlformats.org/officeDocument/2006/relationships/tags" Target="../tags/tag83.xml" /><Relationship Id="rId24" Type="http://schemas.openxmlformats.org/officeDocument/2006/relationships/tags" Target="../tags/tag84.xml" /><Relationship Id="rId25" Type="http://schemas.openxmlformats.org/officeDocument/2006/relationships/tags" Target="../tags/tag85.xml" /><Relationship Id="rId3" Type="http://schemas.openxmlformats.org/officeDocument/2006/relationships/tags" Target="../tags/tag65.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66.xml" /><Relationship Id="rId7" Type="http://schemas.openxmlformats.org/officeDocument/2006/relationships/tags" Target="../tags/tag67.xml" /><Relationship Id="rId8" Type="http://schemas.openxmlformats.org/officeDocument/2006/relationships/tags" Target="../tags/tag68.xml" /><Relationship Id="rId9" Type="http://schemas.openxmlformats.org/officeDocument/2006/relationships/tags" Target="../tags/tag69.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3.xml" /><Relationship Id="rId11" Type="http://schemas.openxmlformats.org/officeDocument/2006/relationships/tags" Target="../tags/tag94.xml" /><Relationship Id="rId12" Type="http://schemas.openxmlformats.org/officeDocument/2006/relationships/tags" Target="../tags/tag95.xml" /><Relationship Id="rId13" Type="http://schemas.openxmlformats.org/officeDocument/2006/relationships/tags" Target="../tags/tag96.xml" /><Relationship Id="rId14" Type="http://schemas.openxmlformats.org/officeDocument/2006/relationships/tags" Target="../tags/tag97.xml" /><Relationship Id="rId15" Type="http://schemas.openxmlformats.org/officeDocument/2006/relationships/tags" Target="../tags/tag98.xml" /><Relationship Id="rId16" Type="http://schemas.openxmlformats.org/officeDocument/2006/relationships/tags" Target="../tags/tag99.xml" /><Relationship Id="rId17" Type="http://schemas.openxmlformats.org/officeDocument/2006/relationships/tags" Target="../tags/tag100.xml" /><Relationship Id="rId18" Type="http://schemas.openxmlformats.org/officeDocument/2006/relationships/tags" Target="../tags/tag101.xml" /><Relationship Id="rId19" Type="http://schemas.openxmlformats.org/officeDocument/2006/relationships/tags" Target="../tags/tag102.xml" /><Relationship Id="rId2" Type="http://schemas.openxmlformats.org/officeDocument/2006/relationships/tags" Target="../tags/tag86.xml" /><Relationship Id="rId20" Type="http://schemas.openxmlformats.org/officeDocument/2006/relationships/tags" Target="../tags/tag103.xml" /><Relationship Id="rId21" Type="http://schemas.openxmlformats.org/officeDocument/2006/relationships/tags" Target="../tags/tag104.xml" /><Relationship Id="rId22" Type="http://schemas.openxmlformats.org/officeDocument/2006/relationships/tags" Target="../tags/tag105.xml" /><Relationship Id="rId23" Type="http://schemas.openxmlformats.org/officeDocument/2006/relationships/tags" Target="../tags/tag106.xml" /><Relationship Id="rId24" Type="http://schemas.openxmlformats.org/officeDocument/2006/relationships/tags" Target="../tags/tag107.xml" /><Relationship Id="rId25" Type="http://schemas.openxmlformats.org/officeDocument/2006/relationships/tags" Target="../tags/tag108.xml" /><Relationship Id="rId26" Type="http://schemas.openxmlformats.org/officeDocument/2006/relationships/tags" Target="../tags/tag109.xml" /><Relationship Id="rId27" Type="http://schemas.openxmlformats.org/officeDocument/2006/relationships/tags" Target="../tags/tag110.xml" /><Relationship Id="rId28" Type="http://schemas.openxmlformats.org/officeDocument/2006/relationships/tags" Target="../tags/tag111.xml" /><Relationship Id="rId29" Type="http://schemas.openxmlformats.org/officeDocument/2006/relationships/tags" Target="../tags/tag112.xml" /><Relationship Id="rId3" Type="http://schemas.openxmlformats.org/officeDocument/2006/relationships/tags" Target="../tags/tag87.xml" /><Relationship Id="rId30" Type="http://schemas.openxmlformats.org/officeDocument/2006/relationships/tags" Target="../tags/tag113.xml" /><Relationship Id="rId31" Type="http://schemas.openxmlformats.org/officeDocument/2006/relationships/tags" Target="../tags/tag114.xml" /><Relationship Id="rId32" Type="http://schemas.openxmlformats.org/officeDocument/2006/relationships/tags" Target="../tags/tag115.xml" /><Relationship Id="rId33" Type="http://schemas.openxmlformats.org/officeDocument/2006/relationships/tags" Target="../tags/tag116.xml" /><Relationship Id="rId34" Type="http://schemas.openxmlformats.org/officeDocument/2006/relationships/tags" Target="../tags/tag117.xml" /><Relationship Id="rId35" Type="http://schemas.openxmlformats.org/officeDocument/2006/relationships/tags" Target="../tags/tag118.xml" /><Relationship Id="rId36" Type="http://schemas.openxmlformats.org/officeDocument/2006/relationships/tags" Target="../tags/tag119.xml" /><Relationship Id="rId37" Type="http://schemas.openxmlformats.org/officeDocument/2006/relationships/tags" Target="../tags/tag120.xml" /><Relationship Id="rId38" Type="http://schemas.openxmlformats.org/officeDocument/2006/relationships/tags" Target="../tags/tag121.xml" /><Relationship Id="rId39" Type="http://schemas.openxmlformats.org/officeDocument/2006/relationships/tags" Target="../tags/tag122.xml" /><Relationship Id="rId4" Type="http://schemas.openxmlformats.org/officeDocument/2006/relationships/image" Target="../media/image7.jpeg" /><Relationship Id="rId40" Type="http://schemas.openxmlformats.org/officeDocument/2006/relationships/tags" Target="../tags/tag123.xml" /><Relationship Id="rId41" Type="http://schemas.openxmlformats.org/officeDocument/2006/relationships/tags" Target="../tags/tag124.xml" /><Relationship Id="rId42" Type="http://schemas.openxmlformats.org/officeDocument/2006/relationships/tags" Target="../tags/tag125.xml" /><Relationship Id="rId43" Type="http://schemas.openxmlformats.org/officeDocument/2006/relationships/tags" Target="../tags/tag126.xml" /><Relationship Id="rId5" Type="http://schemas.openxmlformats.org/officeDocument/2006/relationships/tags" Target="../tags/tag88.xml" /><Relationship Id="rId6" Type="http://schemas.openxmlformats.org/officeDocument/2006/relationships/tags" Target="../tags/tag89.xml" /><Relationship Id="rId7" Type="http://schemas.openxmlformats.org/officeDocument/2006/relationships/tags" Target="../tags/tag90.xml" /><Relationship Id="rId8" Type="http://schemas.openxmlformats.org/officeDocument/2006/relationships/tags" Target="../tags/tag91.xml" /><Relationship Id="rId9" Type="http://schemas.openxmlformats.org/officeDocument/2006/relationships/tags" Target="../tags/tag92.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33.xml" /><Relationship Id="rId11" Type="http://schemas.openxmlformats.org/officeDocument/2006/relationships/tags" Target="../tags/tag134.xml" /><Relationship Id="rId12" Type="http://schemas.openxmlformats.org/officeDocument/2006/relationships/tags" Target="../tags/tag135.xml" /><Relationship Id="rId13" Type="http://schemas.openxmlformats.org/officeDocument/2006/relationships/tags" Target="../tags/tag136.xml" /><Relationship Id="rId14" Type="http://schemas.openxmlformats.org/officeDocument/2006/relationships/tags" Target="../tags/tag137.xml" /><Relationship Id="rId15" Type="http://schemas.openxmlformats.org/officeDocument/2006/relationships/tags" Target="../tags/tag138.xml" /><Relationship Id="rId2" Type="http://schemas.openxmlformats.org/officeDocument/2006/relationships/tags" Target="../tags/tag127.xml" /><Relationship Id="rId3" Type="http://schemas.openxmlformats.org/officeDocument/2006/relationships/tags" Target="../tags/tag128.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29.xml" /><Relationship Id="rId7" Type="http://schemas.openxmlformats.org/officeDocument/2006/relationships/tags" Target="../tags/tag130.xml" /><Relationship Id="rId8" Type="http://schemas.openxmlformats.org/officeDocument/2006/relationships/tags" Target="../tags/tag131.xml" /><Relationship Id="rId9" Type="http://schemas.openxmlformats.org/officeDocument/2006/relationships/tags" Target="../tags/tag132.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45.xml" /><Relationship Id="rId11" Type="http://schemas.openxmlformats.org/officeDocument/2006/relationships/tags" Target="../tags/tag146.xml" /><Relationship Id="rId12" Type="http://schemas.openxmlformats.org/officeDocument/2006/relationships/tags" Target="../tags/tag147.xml" /><Relationship Id="rId13" Type="http://schemas.openxmlformats.org/officeDocument/2006/relationships/tags" Target="../tags/tag148.xml" /><Relationship Id="rId14" Type="http://schemas.openxmlformats.org/officeDocument/2006/relationships/tags" Target="../tags/tag149.xml" /><Relationship Id="rId15" Type="http://schemas.openxmlformats.org/officeDocument/2006/relationships/tags" Target="../tags/tag150.xml" /><Relationship Id="rId16" Type="http://schemas.openxmlformats.org/officeDocument/2006/relationships/tags" Target="../tags/tag151.xml" /><Relationship Id="rId17" Type="http://schemas.openxmlformats.org/officeDocument/2006/relationships/tags" Target="../tags/tag152.xml" /><Relationship Id="rId18" Type="http://schemas.openxmlformats.org/officeDocument/2006/relationships/tags" Target="../tags/tag153.xml" /><Relationship Id="rId19" Type="http://schemas.openxmlformats.org/officeDocument/2006/relationships/tags" Target="../tags/tag154.xml" /><Relationship Id="rId2" Type="http://schemas.openxmlformats.org/officeDocument/2006/relationships/tags" Target="../tags/tag139.xml" /><Relationship Id="rId20" Type="http://schemas.openxmlformats.org/officeDocument/2006/relationships/tags" Target="../tags/tag155.xml" /><Relationship Id="rId21" Type="http://schemas.openxmlformats.org/officeDocument/2006/relationships/tags" Target="../tags/tag156.xml" /><Relationship Id="rId22" Type="http://schemas.openxmlformats.org/officeDocument/2006/relationships/tags" Target="../tags/tag157.xml" /><Relationship Id="rId23" Type="http://schemas.openxmlformats.org/officeDocument/2006/relationships/tags" Target="../tags/tag158.xml" /><Relationship Id="rId24" Type="http://schemas.openxmlformats.org/officeDocument/2006/relationships/tags" Target="../tags/tag159.xml" /><Relationship Id="rId25" Type="http://schemas.openxmlformats.org/officeDocument/2006/relationships/tags" Target="../tags/tag160.xml" /><Relationship Id="rId26" Type="http://schemas.openxmlformats.org/officeDocument/2006/relationships/tags" Target="../tags/tag161.xml" /><Relationship Id="rId27" Type="http://schemas.openxmlformats.org/officeDocument/2006/relationships/tags" Target="../tags/tag162.xml" /><Relationship Id="rId28" Type="http://schemas.openxmlformats.org/officeDocument/2006/relationships/tags" Target="../tags/tag163.xml" /><Relationship Id="rId29" Type="http://schemas.openxmlformats.org/officeDocument/2006/relationships/tags" Target="../tags/tag164.xml" /><Relationship Id="rId3" Type="http://schemas.openxmlformats.org/officeDocument/2006/relationships/tags" Target="../tags/tag140.xml" /><Relationship Id="rId30" Type="http://schemas.openxmlformats.org/officeDocument/2006/relationships/tags" Target="../tags/tag165.xml" /><Relationship Id="rId31" Type="http://schemas.openxmlformats.org/officeDocument/2006/relationships/tags" Target="../tags/tag166.xml" /><Relationship Id="rId32" Type="http://schemas.openxmlformats.org/officeDocument/2006/relationships/tags" Target="../tags/tag167.xml" /><Relationship Id="rId33" Type="http://schemas.openxmlformats.org/officeDocument/2006/relationships/tags" Target="../tags/tag168.xml" /><Relationship Id="rId34" Type="http://schemas.openxmlformats.org/officeDocument/2006/relationships/tags" Target="../tags/tag169.xml" /><Relationship Id="rId35" Type="http://schemas.openxmlformats.org/officeDocument/2006/relationships/tags" Target="../tags/tag170.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41.xml" /><Relationship Id="rId7" Type="http://schemas.openxmlformats.org/officeDocument/2006/relationships/tags" Target="../tags/tag142.xml" /><Relationship Id="rId8" Type="http://schemas.openxmlformats.org/officeDocument/2006/relationships/tags" Target="../tags/tag143.xml" /><Relationship Id="rId9" Type="http://schemas.openxmlformats.org/officeDocument/2006/relationships/tags" Target="../tags/tag144.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77.xml" /><Relationship Id="rId11" Type="http://schemas.openxmlformats.org/officeDocument/2006/relationships/tags" Target="../tags/tag178.xml" /><Relationship Id="rId12" Type="http://schemas.openxmlformats.org/officeDocument/2006/relationships/tags" Target="../tags/tag179.xml" /><Relationship Id="rId13" Type="http://schemas.openxmlformats.org/officeDocument/2006/relationships/tags" Target="../tags/tag180.xml" /><Relationship Id="rId14" Type="http://schemas.openxmlformats.org/officeDocument/2006/relationships/tags" Target="../tags/tag181.xml" /><Relationship Id="rId15" Type="http://schemas.openxmlformats.org/officeDocument/2006/relationships/tags" Target="../tags/tag182.xml" /><Relationship Id="rId16" Type="http://schemas.openxmlformats.org/officeDocument/2006/relationships/tags" Target="../tags/tag183.xml" /><Relationship Id="rId17" Type="http://schemas.openxmlformats.org/officeDocument/2006/relationships/tags" Target="../tags/tag184.xml" /><Relationship Id="rId18" Type="http://schemas.openxmlformats.org/officeDocument/2006/relationships/tags" Target="../tags/tag185.xml" /><Relationship Id="rId19" Type="http://schemas.openxmlformats.org/officeDocument/2006/relationships/tags" Target="../tags/tag186.xml" /><Relationship Id="rId2" Type="http://schemas.openxmlformats.org/officeDocument/2006/relationships/tags" Target="../tags/tag171.xml" /><Relationship Id="rId20" Type="http://schemas.openxmlformats.org/officeDocument/2006/relationships/tags" Target="../tags/tag187.xml" /><Relationship Id="rId21" Type="http://schemas.openxmlformats.org/officeDocument/2006/relationships/tags" Target="../tags/tag188.xml" /><Relationship Id="rId22" Type="http://schemas.openxmlformats.org/officeDocument/2006/relationships/tags" Target="../tags/tag189.xml" /><Relationship Id="rId23" Type="http://schemas.openxmlformats.org/officeDocument/2006/relationships/tags" Target="../tags/tag190.xml" /><Relationship Id="rId24" Type="http://schemas.openxmlformats.org/officeDocument/2006/relationships/tags" Target="../tags/tag191.xml" /><Relationship Id="rId25" Type="http://schemas.openxmlformats.org/officeDocument/2006/relationships/tags" Target="../tags/tag192.xml" /><Relationship Id="rId26" Type="http://schemas.openxmlformats.org/officeDocument/2006/relationships/tags" Target="../tags/tag193.xml" /><Relationship Id="rId27" Type="http://schemas.openxmlformats.org/officeDocument/2006/relationships/tags" Target="../tags/tag194.xml" /><Relationship Id="rId28" Type="http://schemas.openxmlformats.org/officeDocument/2006/relationships/tags" Target="../tags/tag195.xml" /><Relationship Id="rId29" Type="http://schemas.openxmlformats.org/officeDocument/2006/relationships/tags" Target="../tags/tag196.xml" /><Relationship Id="rId3" Type="http://schemas.openxmlformats.org/officeDocument/2006/relationships/tags" Target="../tags/tag172.xml" /><Relationship Id="rId30" Type="http://schemas.openxmlformats.org/officeDocument/2006/relationships/tags" Target="../tags/tag197.xml" /><Relationship Id="rId31" Type="http://schemas.openxmlformats.org/officeDocument/2006/relationships/tags" Target="../tags/tag198.xml" /><Relationship Id="rId32" Type="http://schemas.openxmlformats.org/officeDocument/2006/relationships/tags" Target="../tags/tag199.xml" /><Relationship Id="rId33" Type="http://schemas.openxmlformats.org/officeDocument/2006/relationships/tags" Target="../tags/tag200.xml" /><Relationship Id="rId34" Type="http://schemas.openxmlformats.org/officeDocument/2006/relationships/tags" Target="../tags/tag201.xml" /><Relationship Id="rId35" Type="http://schemas.openxmlformats.org/officeDocument/2006/relationships/tags" Target="../tags/tag202.xml" /><Relationship Id="rId36" Type="http://schemas.openxmlformats.org/officeDocument/2006/relationships/tags" Target="../tags/tag203.xml" /><Relationship Id="rId37" Type="http://schemas.openxmlformats.org/officeDocument/2006/relationships/tags" Target="../tags/tag204.xml" /><Relationship Id="rId38" Type="http://schemas.openxmlformats.org/officeDocument/2006/relationships/tags" Target="../tags/tag205.xml" /><Relationship Id="rId39" Type="http://schemas.openxmlformats.org/officeDocument/2006/relationships/tags" Target="../tags/tag206.xml" /><Relationship Id="rId4" Type="http://schemas.openxmlformats.org/officeDocument/2006/relationships/image" Target="../media/image4.png" /><Relationship Id="rId40" Type="http://schemas.openxmlformats.org/officeDocument/2006/relationships/tags" Target="../tags/tag207.xml" /><Relationship Id="rId41" Type="http://schemas.openxmlformats.org/officeDocument/2006/relationships/tags" Target="../tags/tag208.xml" /><Relationship Id="rId42" Type="http://schemas.openxmlformats.org/officeDocument/2006/relationships/tags" Target="../tags/tag209.xml" /><Relationship Id="rId43" Type="http://schemas.openxmlformats.org/officeDocument/2006/relationships/tags" Target="../tags/tag210.xml" /><Relationship Id="rId44" Type="http://schemas.openxmlformats.org/officeDocument/2006/relationships/tags" Target="../tags/tag211.xml" /><Relationship Id="rId45" Type="http://schemas.openxmlformats.org/officeDocument/2006/relationships/tags" Target="../tags/tag212.xml" /><Relationship Id="rId46" Type="http://schemas.openxmlformats.org/officeDocument/2006/relationships/tags" Target="../tags/tag213.xml" /><Relationship Id="rId47" Type="http://schemas.openxmlformats.org/officeDocument/2006/relationships/tags" Target="../tags/tag214.xml" /><Relationship Id="rId48" Type="http://schemas.openxmlformats.org/officeDocument/2006/relationships/tags" Target="../tags/tag215.xml" /><Relationship Id="rId49" Type="http://schemas.openxmlformats.org/officeDocument/2006/relationships/tags" Target="../tags/tag216.xml" /><Relationship Id="rId5" Type="http://schemas.microsoft.com/office/2007/relationships/hdphoto" Target="../media/image5.wdp" /><Relationship Id="rId50" Type="http://schemas.openxmlformats.org/officeDocument/2006/relationships/tags" Target="../tags/tag217.xml" /><Relationship Id="rId51" Type="http://schemas.openxmlformats.org/officeDocument/2006/relationships/tags" Target="../tags/tag218.xml" /><Relationship Id="rId6" Type="http://schemas.openxmlformats.org/officeDocument/2006/relationships/tags" Target="../tags/tag173.xml" /><Relationship Id="rId7" Type="http://schemas.openxmlformats.org/officeDocument/2006/relationships/tags" Target="../tags/tag174.xml" /><Relationship Id="rId8" Type="http://schemas.openxmlformats.org/officeDocument/2006/relationships/tags" Target="../tags/tag175.xml" /><Relationship Id="rId9" Type="http://schemas.openxmlformats.org/officeDocument/2006/relationships/tags" Target="../tags/tag17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25.xml" /><Relationship Id="rId11" Type="http://schemas.openxmlformats.org/officeDocument/2006/relationships/tags" Target="../tags/tag226.xml" /><Relationship Id="rId12" Type="http://schemas.openxmlformats.org/officeDocument/2006/relationships/tags" Target="../tags/tag227.xml" /><Relationship Id="rId13" Type="http://schemas.openxmlformats.org/officeDocument/2006/relationships/tags" Target="../tags/tag228.xml" /><Relationship Id="rId14" Type="http://schemas.openxmlformats.org/officeDocument/2006/relationships/tags" Target="../tags/tag229.xml" /><Relationship Id="rId15" Type="http://schemas.openxmlformats.org/officeDocument/2006/relationships/tags" Target="../tags/tag230.xml" /><Relationship Id="rId16" Type="http://schemas.openxmlformats.org/officeDocument/2006/relationships/tags" Target="../tags/tag231.xml" /><Relationship Id="rId17" Type="http://schemas.openxmlformats.org/officeDocument/2006/relationships/tags" Target="../tags/tag232.xml" /><Relationship Id="rId18" Type="http://schemas.openxmlformats.org/officeDocument/2006/relationships/tags" Target="../tags/tag233.xml" /><Relationship Id="rId19" Type="http://schemas.openxmlformats.org/officeDocument/2006/relationships/tags" Target="../tags/tag234.xml" /><Relationship Id="rId2" Type="http://schemas.openxmlformats.org/officeDocument/2006/relationships/tags" Target="../tags/tag219.xml" /><Relationship Id="rId20" Type="http://schemas.openxmlformats.org/officeDocument/2006/relationships/tags" Target="../tags/tag235.xml" /><Relationship Id="rId21" Type="http://schemas.openxmlformats.org/officeDocument/2006/relationships/tags" Target="../tags/tag236.xml" /><Relationship Id="rId22" Type="http://schemas.openxmlformats.org/officeDocument/2006/relationships/tags" Target="../tags/tag237.xml" /><Relationship Id="rId23" Type="http://schemas.openxmlformats.org/officeDocument/2006/relationships/tags" Target="../tags/tag238.xml" /><Relationship Id="rId24" Type="http://schemas.openxmlformats.org/officeDocument/2006/relationships/tags" Target="../tags/tag239.xml" /><Relationship Id="rId25" Type="http://schemas.openxmlformats.org/officeDocument/2006/relationships/tags" Target="../tags/tag240.xml" /><Relationship Id="rId26" Type="http://schemas.openxmlformats.org/officeDocument/2006/relationships/tags" Target="../tags/tag241.xml" /><Relationship Id="rId27" Type="http://schemas.openxmlformats.org/officeDocument/2006/relationships/tags" Target="../tags/tag242.xml" /><Relationship Id="rId28" Type="http://schemas.openxmlformats.org/officeDocument/2006/relationships/tags" Target="../tags/tag243.xml" /><Relationship Id="rId29" Type="http://schemas.openxmlformats.org/officeDocument/2006/relationships/tags" Target="../tags/tag244.xml" /><Relationship Id="rId3" Type="http://schemas.openxmlformats.org/officeDocument/2006/relationships/tags" Target="../tags/tag220.xml" /><Relationship Id="rId30" Type="http://schemas.openxmlformats.org/officeDocument/2006/relationships/tags" Target="../tags/tag245.xml" /><Relationship Id="rId31" Type="http://schemas.openxmlformats.org/officeDocument/2006/relationships/tags" Target="../tags/tag246.xml" /><Relationship Id="rId32" Type="http://schemas.openxmlformats.org/officeDocument/2006/relationships/tags" Target="../tags/tag247.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21.xml" /><Relationship Id="rId7" Type="http://schemas.openxmlformats.org/officeDocument/2006/relationships/tags" Target="../tags/tag222.xml" /><Relationship Id="rId8" Type="http://schemas.openxmlformats.org/officeDocument/2006/relationships/tags" Target="../tags/tag223.xml" /><Relationship Id="rId9" Type="http://schemas.openxmlformats.org/officeDocument/2006/relationships/tags" Target="../tags/tag224.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54.xml" /><Relationship Id="rId11" Type="http://schemas.openxmlformats.org/officeDocument/2006/relationships/tags" Target="../tags/tag255.xml" /><Relationship Id="rId12" Type="http://schemas.openxmlformats.org/officeDocument/2006/relationships/tags" Target="../tags/tag256.xml" /><Relationship Id="rId13" Type="http://schemas.openxmlformats.org/officeDocument/2006/relationships/tags" Target="../tags/tag257.xml" /><Relationship Id="rId14" Type="http://schemas.openxmlformats.org/officeDocument/2006/relationships/tags" Target="../tags/tag258.xml" /><Relationship Id="rId15" Type="http://schemas.openxmlformats.org/officeDocument/2006/relationships/tags" Target="../tags/tag259.xml" /><Relationship Id="rId16" Type="http://schemas.openxmlformats.org/officeDocument/2006/relationships/tags" Target="../tags/tag260.xml" /><Relationship Id="rId17" Type="http://schemas.openxmlformats.org/officeDocument/2006/relationships/tags" Target="../tags/tag261.xml" /><Relationship Id="rId18" Type="http://schemas.openxmlformats.org/officeDocument/2006/relationships/tags" Target="../tags/tag262.xml" /><Relationship Id="rId19" Type="http://schemas.openxmlformats.org/officeDocument/2006/relationships/tags" Target="../tags/tag263.xml" /><Relationship Id="rId2" Type="http://schemas.openxmlformats.org/officeDocument/2006/relationships/tags" Target="../tags/tag248.xml" /><Relationship Id="rId20" Type="http://schemas.openxmlformats.org/officeDocument/2006/relationships/tags" Target="../tags/tag264.xml" /><Relationship Id="rId21" Type="http://schemas.openxmlformats.org/officeDocument/2006/relationships/tags" Target="../tags/tag265.xml" /><Relationship Id="rId22" Type="http://schemas.openxmlformats.org/officeDocument/2006/relationships/tags" Target="../tags/tag266.xml" /><Relationship Id="rId23" Type="http://schemas.openxmlformats.org/officeDocument/2006/relationships/tags" Target="../tags/tag267.xml" /><Relationship Id="rId24" Type="http://schemas.openxmlformats.org/officeDocument/2006/relationships/tags" Target="../tags/tag268.xml" /><Relationship Id="rId25" Type="http://schemas.openxmlformats.org/officeDocument/2006/relationships/oleObject" Target="../embeddings/oleObject1.bin" TargetMode="Internal" /><Relationship Id="rId26" Type="http://schemas.openxmlformats.org/officeDocument/2006/relationships/image" Target="../media/image8.emf" /><Relationship Id="rId27" Type="http://schemas.openxmlformats.org/officeDocument/2006/relationships/tags" Target="../tags/tag269.xml" /><Relationship Id="rId28" Type="http://schemas.openxmlformats.org/officeDocument/2006/relationships/oleObject" Target="../embeddings/oleObject2.bin" TargetMode="Internal" /><Relationship Id="rId29" Type="http://schemas.openxmlformats.org/officeDocument/2006/relationships/image" Target="../media/image9.emf" /><Relationship Id="rId3" Type="http://schemas.openxmlformats.org/officeDocument/2006/relationships/tags" Target="../tags/tag249.xml" /><Relationship Id="rId30" Type="http://schemas.openxmlformats.org/officeDocument/2006/relationships/tags" Target="../tags/tag270.xml" /><Relationship Id="rId31" Type="http://schemas.openxmlformats.org/officeDocument/2006/relationships/oleObject" Target="../embeddings/oleObject3.bin" TargetMode="Internal" /><Relationship Id="rId32" Type="http://schemas.openxmlformats.org/officeDocument/2006/relationships/image" Target="../media/image10.emf" /><Relationship Id="rId33" Type="http://schemas.openxmlformats.org/officeDocument/2006/relationships/vmlDrawing" Target="../drawings/vmlDrawing1.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250.xml" /><Relationship Id="rId7" Type="http://schemas.openxmlformats.org/officeDocument/2006/relationships/tags" Target="../tags/tag251.xml" /><Relationship Id="rId8" Type="http://schemas.openxmlformats.org/officeDocument/2006/relationships/tags" Target="../tags/tag252.xml" /><Relationship Id="rId9" Type="http://schemas.openxmlformats.org/officeDocument/2006/relationships/tags" Target="../tags/tag253.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279.xml" /><Relationship Id="rId11" Type="http://schemas.openxmlformats.org/officeDocument/2006/relationships/tags" Target="../tags/tag280.xml" /><Relationship Id="rId12" Type="http://schemas.openxmlformats.org/officeDocument/2006/relationships/tags" Target="../tags/tag281.xml" /><Relationship Id="rId13" Type="http://schemas.openxmlformats.org/officeDocument/2006/relationships/tags" Target="../tags/tag282.xml" /><Relationship Id="rId14" Type="http://schemas.openxmlformats.org/officeDocument/2006/relationships/tags" Target="../tags/tag283.xml" /><Relationship Id="rId15" Type="http://schemas.openxmlformats.org/officeDocument/2006/relationships/tags" Target="../tags/tag284.xml" /><Relationship Id="rId16" Type="http://schemas.openxmlformats.org/officeDocument/2006/relationships/tags" Target="../tags/tag285.xml" /><Relationship Id="rId17" Type="http://schemas.openxmlformats.org/officeDocument/2006/relationships/tags" Target="../tags/tag286.xml" /><Relationship Id="rId18" Type="http://schemas.openxmlformats.org/officeDocument/2006/relationships/tags" Target="../tags/tag287.xml" /><Relationship Id="rId19" Type="http://schemas.openxmlformats.org/officeDocument/2006/relationships/tags" Target="../tags/tag288.xml" /><Relationship Id="rId2" Type="http://schemas.openxmlformats.org/officeDocument/2006/relationships/notesSlide" Target="../notesSlides/notesSlide1.xml" /><Relationship Id="rId20" Type="http://schemas.openxmlformats.org/officeDocument/2006/relationships/tags" Target="../tags/tag289.xml" /><Relationship Id="rId21" Type="http://schemas.openxmlformats.org/officeDocument/2006/relationships/tags" Target="../tags/tag290.xml" /><Relationship Id="rId22" Type="http://schemas.openxmlformats.org/officeDocument/2006/relationships/tags" Target="../tags/tag291.xml" /><Relationship Id="rId23" Type="http://schemas.openxmlformats.org/officeDocument/2006/relationships/tags" Target="../tags/tag292.xml" /><Relationship Id="rId24" Type="http://schemas.openxmlformats.org/officeDocument/2006/relationships/tags" Target="../tags/tag293.xml" /><Relationship Id="rId25" Type="http://schemas.openxmlformats.org/officeDocument/2006/relationships/tags" Target="../tags/tag294.xml" /><Relationship Id="rId26" Type="http://schemas.openxmlformats.org/officeDocument/2006/relationships/tags" Target="../tags/tag295.xml" /><Relationship Id="rId3" Type="http://schemas.openxmlformats.org/officeDocument/2006/relationships/tags" Target="../tags/tag274.xml" /><Relationship Id="rId4" Type="http://schemas.openxmlformats.org/officeDocument/2006/relationships/tags" Target="../tags/tag275.xml" /><Relationship Id="rId5" Type="http://schemas.openxmlformats.org/officeDocument/2006/relationships/image" Target="../media/image4.png" /><Relationship Id="rId6" Type="http://schemas.microsoft.com/office/2007/relationships/hdphoto" Target="../media/image5.wdp" /><Relationship Id="rId7" Type="http://schemas.openxmlformats.org/officeDocument/2006/relationships/tags" Target="../tags/tag276.xml" /><Relationship Id="rId8" Type="http://schemas.openxmlformats.org/officeDocument/2006/relationships/tags" Target="../tags/tag277.xml" /><Relationship Id="rId9" Type="http://schemas.openxmlformats.org/officeDocument/2006/relationships/tags" Target="../tags/tag278.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02.xml" /><Relationship Id="rId11" Type="http://schemas.openxmlformats.org/officeDocument/2006/relationships/tags" Target="../tags/tag303.xml" /><Relationship Id="rId12" Type="http://schemas.openxmlformats.org/officeDocument/2006/relationships/tags" Target="../tags/tag304.xml" /><Relationship Id="rId13" Type="http://schemas.openxmlformats.org/officeDocument/2006/relationships/tags" Target="../tags/tag305.xml" /><Relationship Id="rId14" Type="http://schemas.openxmlformats.org/officeDocument/2006/relationships/tags" Target="../tags/tag306.xml" /><Relationship Id="rId15" Type="http://schemas.openxmlformats.org/officeDocument/2006/relationships/tags" Target="../tags/tag307.xml" /><Relationship Id="rId16" Type="http://schemas.openxmlformats.org/officeDocument/2006/relationships/tags" Target="../tags/tag308.xml" /><Relationship Id="rId17" Type="http://schemas.openxmlformats.org/officeDocument/2006/relationships/tags" Target="../tags/tag309.xml" /><Relationship Id="rId18" Type="http://schemas.openxmlformats.org/officeDocument/2006/relationships/tags" Target="../tags/tag310.xml" /><Relationship Id="rId19" Type="http://schemas.openxmlformats.org/officeDocument/2006/relationships/tags" Target="../tags/tag311.xml" /><Relationship Id="rId2" Type="http://schemas.openxmlformats.org/officeDocument/2006/relationships/tags" Target="../tags/tag296.xml" /><Relationship Id="rId20" Type="http://schemas.openxmlformats.org/officeDocument/2006/relationships/tags" Target="../tags/tag312.xml" /><Relationship Id="rId21" Type="http://schemas.openxmlformats.org/officeDocument/2006/relationships/tags" Target="../tags/tag313.xml" /><Relationship Id="rId22" Type="http://schemas.openxmlformats.org/officeDocument/2006/relationships/tags" Target="../tags/tag314.xml" /><Relationship Id="rId23" Type="http://schemas.openxmlformats.org/officeDocument/2006/relationships/tags" Target="../tags/tag315.xml" /><Relationship Id="rId24" Type="http://schemas.openxmlformats.org/officeDocument/2006/relationships/tags" Target="../tags/tag316.xml" /><Relationship Id="rId25" Type="http://schemas.openxmlformats.org/officeDocument/2006/relationships/tags" Target="../tags/tag317.xml" /><Relationship Id="rId26" Type="http://schemas.openxmlformats.org/officeDocument/2006/relationships/tags" Target="../tags/tag318.xml" /><Relationship Id="rId27" Type="http://schemas.openxmlformats.org/officeDocument/2006/relationships/tags" Target="../tags/tag319.xml" /><Relationship Id="rId28" Type="http://schemas.openxmlformats.org/officeDocument/2006/relationships/tags" Target="../tags/tag320.xml" /><Relationship Id="rId29" Type="http://schemas.openxmlformats.org/officeDocument/2006/relationships/tags" Target="../tags/tag321.xml" /><Relationship Id="rId3" Type="http://schemas.openxmlformats.org/officeDocument/2006/relationships/tags" Target="../tags/tag297.xml" /><Relationship Id="rId30" Type="http://schemas.openxmlformats.org/officeDocument/2006/relationships/tags" Target="../tags/tag322.xml" /><Relationship Id="rId31" Type="http://schemas.openxmlformats.org/officeDocument/2006/relationships/tags" Target="../tags/tag323.xml" /><Relationship Id="rId32" Type="http://schemas.openxmlformats.org/officeDocument/2006/relationships/tags" Target="../tags/tag324.xml" /><Relationship Id="rId33" Type="http://schemas.openxmlformats.org/officeDocument/2006/relationships/tags" Target="../tags/tag325.xml" /><Relationship Id="rId34" Type="http://schemas.openxmlformats.org/officeDocument/2006/relationships/tags" Target="../tags/tag326.xml" /><Relationship Id="rId35" Type="http://schemas.openxmlformats.org/officeDocument/2006/relationships/tags" Target="../tags/tag327.xml" /><Relationship Id="rId36" Type="http://schemas.openxmlformats.org/officeDocument/2006/relationships/tags" Target="../tags/tag328.xml" /><Relationship Id="rId37" Type="http://schemas.openxmlformats.org/officeDocument/2006/relationships/tags" Target="../tags/tag329.xml" /><Relationship Id="rId38" Type="http://schemas.openxmlformats.org/officeDocument/2006/relationships/tags" Target="../tags/tag330.xml" /><Relationship Id="rId39" Type="http://schemas.openxmlformats.org/officeDocument/2006/relationships/tags" Target="../tags/tag331.xml" /><Relationship Id="rId4" Type="http://schemas.openxmlformats.org/officeDocument/2006/relationships/image" Target="../media/image4.png" /><Relationship Id="rId40" Type="http://schemas.openxmlformats.org/officeDocument/2006/relationships/tags" Target="../tags/tag332.xml" /><Relationship Id="rId41" Type="http://schemas.openxmlformats.org/officeDocument/2006/relationships/tags" Target="../tags/tag333.xml" /><Relationship Id="rId42" Type="http://schemas.openxmlformats.org/officeDocument/2006/relationships/tags" Target="../tags/tag334.xml" /><Relationship Id="rId43" Type="http://schemas.openxmlformats.org/officeDocument/2006/relationships/tags" Target="../tags/tag335.xml" /><Relationship Id="rId44" Type="http://schemas.openxmlformats.org/officeDocument/2006/relationships/tags" Target="../tags/tag336.xml" /><Relationship Id="rId5" Type="http://schemas.microsoft.com/office/2007/relationships/hdphoto" Target="../media/image5.wdp" /><Relationship Id="rId6" Type="http://schemas.openxmlformats.org/officeDocument/2006/relationships/tags" Target="../tags/tag298.xml" /><Relationship Id="rId7" Type="http://schemas.openxmlformats.org/officeDocument/2006/relationships/tags" Target="../tags/tag299.xml" /><Relationship Id="rId8" Type="http://schemas.openxmlformats.org/officeDocument/2006/relationships/tags" Target="../tags/tag300.xml" /><Relationship Id="rId9" Type="http://schemas.openxmlformats.org/officeDocument/2006/relationships/tags" Target="../tags/tag30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43.xml" /><Relationship Id="rId11" Type="http://schemas.openxmlformats.org/officeDocument/2006/relationships/tags" Target="../tags/tag344.xml" /><Relationship Id="rId12" Type="http://schemas.openxmlformats.org/officeDocument/2006/relationships/tags" Target="../tags/tag345.xml" /><Relationship Id="rId13" Type="http://schemas.openxmlformats.org/officeDocument/2006/relationships/tags" Target="../tags/tag346.xml" /><Relationship Id="rId14" Type="http://schemas.openxmlformats.org/officeDocument/2006/relationships/tags" Target="../tags/tag347.xml" /><Relationship Id="rId15" Type="http://schemas.openxmlformats.org/officeDocument/2006/relationships/tags" Target="../tags/tag348.xml" /><Relationship Id="rId16" Type="http://schemas.openxmlformats.org/officeDocument/2006/relationships/tags" Target="../tags/tag349.xml" /><Relationship Id="rId17" Type="http://schemas.openxmlformats.org/officeDocument/2006/relationships/tags" Target="../tags/tag350.xml" /><Relationship Id="rId18" Type="http://schemas.openxmlformats.org/officeDocument/2006/relationships/tags" Target="../tags/tag351.xml" /><Relationship Id="rId19" Type="http://schemas.openxmlformats.org/officeDocument/2006/relationships/tags" Target="../tags/tag352.xml" /><Relationship Id="rId2" Type="http://schemas.openxmlformats.org/officeDocument/2006/relationships/tags" Target="../tags/tag337.xml" /><Relationship Id="rId20" Type="http://schemas.openxmlformats.org/officeDocument/2006/relationships/tags" Target="../tags/tag353.xml" /><Relationship Id="rId21" Type="http://schemas.openxmlformats.org/officeDocument/2006/relationships/tags" Target="../tags/tag354.xml" /><Relationship Id="rId22" Type="http://schemas.openxmlformats.org/officeDocument/2006/relationships/tags" Target="../tags/tag355.xml" /><Relationship Id="rId23" Type="http://schemas.openxmlformats.org/officeDocument/2006/relationships/tags" Target="../tags/tag356.xml" /><Relationship Id="rId24" Type="http://schemas.openxmlformats.org/officeDocument/2006/relationships/tags" Target="../tags/tag357.xml" /><Relationship Id="rId25" Type="http://schemas.openxmlformats.org/officeDocument/2006/relationships/oleObject" Target="../embeddings/oleObject4.bin" TargetMode="Internal" /><Relationship Id="rId26" Type="http://schemas.openxmlformats.org/officeDocument/2006/relationships/image" Target="../media/image11.emf" /><Relationship Id="rId27" Type="http://schemas.openxmlformats.org/officeDocument/2006/relationships/tags" Target="../tags/tag358.xml" /><Relationship Id="rId28" Type="http://schemas.openxmlformats.org/officeDocument/2006/relationships/oleObject" Target="../embeddings/oleObject5.bin" TargetMode="Internal" /><Relationship Id="rId29" Type="http://schemas.openxmlformats.org/officeDocument/2006/relationships/image" Target="../media/image12.emf" /><Relationship Id="rId3" Type="http://schemas.openxmlformats.org/officeDocument/2006/relationships/tags" Target="../tags/tag338.xml" /><Relationship Id="rId30" Type="http://schemas.openxmlformats.org/officeDocument/2006/relationships/tags" Target="../tags/tag359.xml" /><Relationship Id="rId31" Type="http://schemas.openxmlformats.org/officeDocument/2006/relationships/oleObject" Target="../embeddings/oleObject6.bin" TargetMode="Internal" /><Relationship Id="rId32" Type="http://schemas.openxmlformats.org/officeDocument/2006/relationships/image" Target="../media/image13.emf" /><Relationship Id="rId33" Type="http://schemas.openxmlformats.org/officeDocument/2006/relationships/vmlDrawing" Target="../drawings/vmlDrawing2.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339.xml" /><Relationship Id="rId7" Type="http://schemas.openxmlformats.org/officeDocument/2006/relationships/tags" Target="../tags/tag340.xml" /><Relationship Id="rId8" Type="http://schemas.openxmlformats.org/officeDocument/2006/relationships/tags" Target="../tags/tag341.xml" /><Relationship Id="rId9" Type="http://schemas.openxmlformats.org/officeDocument/2006/relationships/tags" Target="../tags/tag34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68.xml" /><Relationship Id="rId11" Type="http://schemas.openxmlformats.org/officeDocument/2006/relationships/tags" Target="../tags/tag369.xml" /><Relationship Id="rId12" Type="http://schemas.openxmlformats.org/officeDocument/2006/relationships/tags" Target="../tags/tag370.xml" /><Relationship Id="rId13" Type="http://schemas.openxmlformats.org/officeDocument/2006/relationships/tags" Target="../tags/tag371.xml" /><Relationship Id="rId14" Type="http://schemas.openxmlformats.org/officeDocument/2006/relationships/tags" Target="../tags/tag372.xml" /><Relationship Id="rId15" Type="http://schemas.openxmlformats.org/officeDocument/2006/relationships/tags" Target="../tags/tag373.xml" /><Relationship Id="rId16" Type="http://schemas.openxmlformats.org/officeDocument/2006/relationships/tags" Target="../tags/tag374.xml" /><Relationship Id="rId17" Type="http://schemas.openxmlformats.org/officeDocument/2006/relationships/tags" Target="../tags/tag375.xml" /><Relationship Id="rId18" Type="http://schemas.openxmlformats.org/officeDocument/2006/relationships/tags" Target="../tags/tag376.xml" /><Relationship Id="rId19" Type="http://schemas.openxmlformats.org/officeDocument/2006/relationships/tags" Target="../tags/tag377.xml" /><Relationship Id="rId2" Type="http://schemas.openxmlformats.org/officeDocument/2006/relationships/notesSlide" Target="../notesSlides/notesSlide2.xml" /><Relationship Id="rId20" Type="http://schemas.openxmlformats.org/officeDocument/2006/relationships/tags" Target="../tags/tag378.xml" /><Relationship Id="rId21" Type="http://schemas.openxmlformats.org/officeDocument/2006/relationships/tags" Target="../tags/tag379.xml" /><Relationship Id="rId22" Type="http://schemas.openxmlformats.org/officeDocument/2006/relationships/tags" Target="../tags/tag380.xml" /><Relationship Id="rId23" Type="http://schemas.openxmlformats.org/officeDocument/2006/relationships/tags" Target="../tags/tag381.xml" /><Relationship Id="rId24" Type="http://schemas.openxmlformats.org/officeDocument/2006/relationships/tags" Target="../tags/tag382.xml" /><Relationship Id="rId25" Type="http://schemas.openxmlformats.org/officeDocument/2006/relationships/tags" Target="../tags/tag383.xml" /><Relationship Id="rId26" Type="http://schemas.openxmlformats.org/officeDocument/2006/relationships/tags" Target="../tags/tag384.xml" /><Relationship Id="rId3" Type="http://schemas.openxmlformats.org/officeDocument/2006/relationships/tags" Target="../tags/tag363.xml" /><Relationship Id="rId4" Type="http://schemas.openxmlformats.org/officeDocument/2006/relationships/tags" Target="../tags/tag364.xml" /><Relationship Id="rId5" Type="http://schemas.openxmlformats.org/officeDocument/2006/relationships/image" Target="../media/image4.png" /><Relationship Id="rId6" Type="http://schemas.microsoft.com/office/2007/relationships/hdphoto" Target="../media/image5.wdp" /><Relationship Id="rId7" Type="http://schemas.openxmlformats.org/officeDocument/2006/relationships/tags" Target="../tags/tag365.xml" /><Relationship Id="rId8" Type="http://schemas.openxmlformats.org/officeDocument/2006/relationships/tags" Target="../tags/tag366.xml" /><Relationship Id="rId9" Type="http://schemas.openxmlformats.org/officeDocument/2006/relationships/tags" Target="../tags/tag367.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391.xml" /><Relationship Id="rId11" Type="http://schemas.openxmlformats.org/officeDocument/2006/relationships/tags" Target="../tags/tag392.xml" /><Relationship Id="rId12" Type="http://schemas.openxmlformats.org/officeDocument/2006/relationships/tags" Target="../tags/tag393.xml" /><Relationship Id="rId13" Type="http://schemas.openxmlformats.org/officeDocument/2006/relationships/tags" Target="../tags/tag394.xml" /><Relationship Id="rId14" Type="http://schemas.openxmlformats.org/officeDocument/2006/relationships/tags" Target="../tags/tag395.xml" /><Relationship Id="rId15" Type="http://schemas.openxmlformats.org/officeDocument/2006/relationships/tags" Target="../tags/tag396.xml" /><Relationship Id="rId16" Type="http://schemas.openxmlformats.org/officeDocument/2006/relationships/tags" Target="../tags/tag397.xml" /><Relationship Id="rId17" Type="http://schemas.openxmlformats.org/officeDocument/2006/relationships/tags" Target="../tags/tag398.xml" /><Relationship Id="rId18" Type="http://schemas.openxmlformats.org/officeDocument/2006/relationships/tags" Target="../tags/tag399.xml" /><Relationship Id="rId19" Type="http://schemas.openxmlformats.org/officeDocument/2006/relationships/tags" Target="../tags/tag400.xml" /><Relationship Id="rId2" Type="http://schemas.openxmlformats.org/officeDocument/2006/relationships/tags" Target="../tags/tag385.xml" /><Relationship Id="rId20" Type="http://schemas.openxmlformats.org/officeDocument/2006/relationships/tags" Target="../tags/tag401.xml" /><Relationship Id="rId21" Type="http://schemas.openxmlformats.org/officeDocument/2006/relationships/tags" Target="../tags/tag402.xml" /><Relationship Id="rId22" Type="http://schemas.openxmlformats.org/officeDocument/2006/relationships/tags" Target="../tags/tag403.xml" /><Relationship Id="rId23" Type="http://schemas.openxmlformats.org/officeDocument/2006/relationships/tags" Target="../tags/tag404.xml" /><Relationship Id="rId24" Type="http://schemas.openxmlformats.org/officeDocument/2006/relationships/tags" Target="../tags/tag405.xml" /><Relationship Id="rId25" Type="http://schemas.openxmlformats.org/officeDocument/2006/relationships/tags" Target="../tags/tag406.xml" /><Relationship Id="rId26" Type="http://schemas.openxmlformats.org/officeDocument/2006/relationships/tags" Target="../tags/tag407.xml" /><Relationship Id="rId27" Type="http://schemas.openxmlformats.org/officeDocument/2006/relationships/tags" Target="../tags/tag408.xml" /><Relationship Id="rId28" Type="http://schemas.openxmlformats.org/officeDocument/2006/relationships/tags" Target="../tags/tag409.xml" /><Relationship Id="rId29" Type="http://schemas.openxmlformats.org/officeDocument/2006/relationships/tags" Target="../tags/tag410.xml" /><Relationship Id="rId3" Type="http://schemas.openxmlformats.org/officeDocument/2006/relationships/tags" Target="../tags/tag386.xml" /><Relationship Id="rId30" Type="http://schemas.openxmlformats.org/officeDocument/2006/relationships/tags" Target="../tags/tag411.xml" /><Relationship Id="rId31" Type="http://schemas.openxmlformats.org/officeDocument/2006/relationships/tags" Target="../tags/tag412.xml" /><Relationship Id="rId32" Type="http://schemas.openxmlformats.org/officeDocument/2006/relationships/oleObject" Target="../embeddings/oleObject7.bin" TargetMode="Internal" /><Relationship Id="rId33" Type="http://schemas.openxmlformats.org/officeDocument/2006/relationships/image" Target="../media/image14.emf" /><Relationship Id="rId34" Type="http://schemas.openxmlformats.org/officeDocument/2006/relationships/tags" Target="../tags/tag413.xml" /><Relationship Id="rId35" Type="http://schemas.openxmlformats.org/officeDocument/2006/relationships/oleObject" Target="../embeddings/oleObject8.bin" TargetMode="Internal" /><Relationship Id="rId36" Type="http://schemas.openxmlformats.org/officeDocument/2006/relationships/image" Target="../media/image15.emf" /><Relationship Id="rId37" Type="http://schemas.openxmlformats.org/officeDocument/2006/relationships/tags" Target="../tags/tag414.xml" /><Relationship Id="rId38" Type="http://schemas.openxmlformats.org/officeDocument/2006/relationships/oleObject" Target="../embeddings/oleObject9.bin" TargetMode="Internal" /><Relationship Id="rId39" Type="http://schemas.openxmlformats.org/officeDocument/2006/relationships/image" Target="../media/image16.emf" /><Relationship Id="rId4" Type="http://schemas.openxmlformats.org/officeDocument/2006/relationships/image" Target="../media/image4.png" /><Relationship Id="rId40" Type="http://schemas.openxmlformats.org/officeDocument/2006/relationships/tags" Target="../tags/tag415.xml" /><Relationship Id="rId41" Type="http://schemas.openxmlformats.org/officeDocument/2006/relationships/oleObject" Target="../embeddings/oleObject10.bin" TargetMode="Internal" /><Relationship Id="rId42" Type="http://schemas.openxmlformats.org/officeDocument/2006/relationships/image" Target="../media/image17.emf" /><Relationship Id="rId43" Type="http://schemas.openxmlformats.org/officeDocument/2006/relationships/tags" Target="../tags/tag416.xml" /><Relationship Id="rId44" Type="http://schemas.openxmlformats.org/officeDocument/2006/relationships/oleObject" Target="../embeddings/oleObject11.bin" TargetMode="Internal" /><Relationship Id="rId45" Type="http://schemas.openxmlformats.org/officeDocument/2006/relationships/image" Target="../media/image18.emf" /><Relationship Id="rId46" Type="http://schemas.openxmlformats.org/officeDocument/2006/relationships/tags" Target="../tags/tag417.xml" /><Relationship Id="rId47" Type="http://schemas.openxmlformats.org/officeDocument/2006/relationships/oleObject" Target="../embeddings/oleObject12.bin" TargetMode="Internal" /><Relationship Id="rId48" Type="http://schemas.openxmlformats.org/officeDocument/2006/relationships/image" Target="../media/image19.emf" /><Relationship Id="rId49" Type="http://schemas.openxmlformats.org/officeDocument/2006/relationships/tags" Target="../tags/tag418.xml" /><Relationship Id="rId5" Type="http://schemas.microsoft.com/office/2007/relationships/hdphoto" Target="../media/image5.wdp" /><Relationship Id="rId50" Type="http://schemas.openxmlformats.org/officeDocument/2006/relationships/oleObject" Target="../embeddings/oleObject13.bin" TargetMode="Internal" /><Relationship Id="rId51" Type="http://schemas.openxmlformats.org/officeDocument/2006/relationships/image" Target="../media/image20.emf" /><Relationship Id="rId52" Type="http://schemas.openxmlformats.org/officeDocument/2006/relationships/vmlDrawing" Target="../drawings/vmlDrawing3.vml" /><Relationship Id="rId6" Type="http://schemas.openxmlformats.org/officeDocument/2006/relationships/tags" Target="../tags/tag387.xml" /><Relationship Id="rId7" Type="http://schemas.openxmlformats.org/officeDocument/2006/relationships/tags" Target="../tags/tag388.xml" /><Relationship Id="rId8" Type="http://schemas.openxmlformats.org/officeDocument/2006/relationships/tags" Target="../tags/tag389.xml" /><Relationship Id="rId9" Type="http://schemas.openxmlformats.org/officeDocument/2006/relationships/tags" Target="../tags/tag390.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26.xml" /><Relationship Id="rId11" Type="http://schemas.openxmlformats.org/officeDocument/2006/relationships/tags" Target="../tags/tag427.xml" /><Relationship Id="rId12" Type="http://schemas.openxmlformats.org/officeDocument/2006/relationships/tags" Target="../tags/tag428.xml" /><Relationship Id="rId13" Type="http://schemas.openxmlformats.org/officeDocument/2006/relationships/tags" Target="../tags/tag429.xml" /><Relationship Id="rId14" Type="http://schemas.openxmlformats.org/officeDocument/2006/relationships/tags" Target="../tags/tag430.xml" /><Relationship Id="rId15" Type="http://schemas.openxmlformats.org/officeDocument/2006/relationships/tags" Target="../tags/tag431.xml" /><Relationship Id="rId16" Type="http://schemas.openxmlformats.org/officeDocument/2006/relationships/tags" Target="../tags/tag432.xml" /><Relationship Id="rId17" Type="http://schemas.openxmlformats.org/officeDocument/2006/relationships/tags" Target="../tags/tag433.xml" /><Relationship Id="rId18" Type="http://schemas.openxmlformats.org/officeDocument/2006/relationships/tags" Target="../tags/tag434.xml" /><Relationship Id="rId19" Type="http://schemas.openxmlformats.org/officeDocument/2006/relationships/tags" Target="../tags/tag435.xml" /><Relationship Id="rId2" Type="http://schemas.openxmlformats.org/officeDocument/2006/relationships/tags" Target="../tags/tag419.xml" /><Relationship Id="rId20" Type="http://schemas.openxmlformats.org/officeDocument/2006/relationships/tags" Target="../tags/tag436.xml" /><Relationship Id="rId21" Type="http://schemas.openxmlformats.org/officeDocument/2006/relationships/tags" Target="../tags/tag437.xml" /><Relationship Id="rId22" Type="http://schemas.openxmlformats.org/officeDocument/2006/relationships/tags" Target="../tags/tag438.xml" /><Relationship Id="rId23" Type="http://schemas.openxmlformats.org/officeDocument/2006/relationships/tags" Target="../tags/tag439.xml" /><Relationship Id="rId24" Type="http://schemas.openxmlformats.org/officeDocument/2006/relationships/tags" Target="../tags/tag440.xml" /><Relationship Id="rId25" Type="http://schemas.openxmlformats.org/officeDocument/2006/relationships/tags" Target="../tags/tag441.xml" /><Relationship Id="rId26" Type="http://schemas.openxmlformats.org/officeDocument/2006/relationships/tags" Target="../tags/tag442.xml" /><Relationship Id="rId27" Type="http://schemas.openxmlformats.org/officeDocument/2006/relationships/tags" Target="../tags/tag443.xml" /><Relationship Id="rId28" Type="http://schemas.openxmlformats.org/officeDocument/2006/relationships/tags" Target="../tags/tag444.xml" /><Relationship Id="rId29" Type="http://schemas.openxmlformats.org/officeDocument/2006/relationships/tags" Target="../tags/tag445.xml" /><Relationship Id="rId3" Type="http://schemas.openxmlformats.org/officeDocument/2006/relationships/tags" Target="../tags/tag420.xml" /><Relationship Id="rId30" Type="http://schemas.openxmlformats.org/officeDocument/2006/relationships/tags" Target="../tags/tag446.xml" /><Relationship Id="rId31" Type="http://schemas.openxmlformats.org/officeDocument/2006/relationships/tags" Target="../tags/tag447.xml" /><Relationship Id="rId32" Type="http://schemas.openxmlformats.org/officeDocument/2006/relationships/tags" Target="../tags/tag448.xml" /><Relationship Id="rId33" Type="http://schemas.openxmlformats.org/officeDocument/2006/relationships/tags" Target="../tags/tag449.xml" /><Relationship Id="rId34" Type="http://schemas.openxmlformats.org/officeDocument/2006/relationships/tags" Target="../tags/tag450.xml" /><Relationship Id="rId35" Type="http://schemas.openxmlformats.org/officeDocument/2006/relationships/tags" Target="../tags/tag451.xml" /><Relationship Id="rId36" Type="http://schemas.openxmlformats.org/officeDocument/2006/relationships/tags" Target="../tags/tag452.xml" /><Relationship Id="rId37" Type="http://schemas.openxmlformats.org/officeDocument/2006/relationships/tags" Target="../tags/tag453.xml" /><Relationship Id="rId38" Type="http://schemas.openxmlformats.org/officeDocument/2006/relationships/tags" Target="../tags/tag454.xml" /><Relationship Id="rId39" Type="http://schemas.openxmlformats.org/officeDocument/2006/relationships/tags" Target="../tags/tag455.xml" /><Relationship Id="rId4" Type="http://schemas.openxmlformats.org/officeDocument/2006/relationships/image" Target="../media/image7.jpeg" /><Relationship Id="rId40" Type="http://schemas.openxmlformats.org/officeDocument/2006/relationships/tags" Target="../tags/tag456.xml" /><Relationship Id="rId41" Type="http://schemas.openxmlformats.org/officeDocument/2006/relationships/tags" Target="../tags/tag457.xml" /><Relationship Id="rId42" Type="http://schemas.openxmlformats.org/officeDocument/2006/relationships/tags" Target="../tags/tag458.xml" /><Relationship Id="rId43" Type="http://schemas.openxmlformats.org/officeDocument/2006/relationships/tags" Target="../tags/tag459.xml" /><Relationship Id="rId5" Type="http://schemas.openxmlformats.org/officeDocument/2006/relationships/tags" Target="../tags/tag421.xml" /><Relationship Id="rId6" Type="http://schemas.openxmlformats.org/officeDocument/2006/relationships/tags" Target="../tags/tag422.xml" /><Relationship Id="rId7" Type="http://schemas.openxmlformats.org/officeDocument/2006/relationships/tags" Target="../tags/tag423.xml" /><Relationship Id="rId8" Type="http://schemas.openxmlformats.org/officeDocument/2006/relationships/tags" Target="../tags/tag424.xml" /><Relationship Id="rId9" Type="http://schemas.openxmlformats.org/officeDocument/2006/relationships/tags" Target="../tags/tag425.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66.xml" /><Relationship Id="rId11" Type="http://schemas.openxmlformats.org/officeDocument/2006/relationships/tags" Target="../tags/tag467.xml" /><Relationship Id="rId12" Type="http://schemas.openxmlformats.org/officeDocument/2006/relationships/tags" Target="../tags/tag468.xml" /><Relationship Id="rId13" Type="http://schemas.openxmlformats.org/officeDocument/2006/relationships/tags" Target="../tags/tag469.xml" /><Relationship Id="rId2" Type="http://schemas.openxmlformats.org/officeDocument/2006/relationships/tags" Target="../tags/tag460.xml" /><Relationship Id="rId3" Type="http://schemas.openxmlformats.org/officeDocument/2006/relationships/tags" Target="../tags/tag461.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462.xml" /><Relationship Id="rId7" Type="http://schemas.openxmlformats.org/officeDocument/2006/relationships/tags" Target="../tags/tag463.xml" /><Relationship Id="rId8" Type="http://schemas.openxmlformats.org/officeDocument/2006/relationships/tags" Target="../tags/tag464.xml" /><Relationship Id="rId9" Type="http://schemas.openxmlformats.org/officeDocument/2006/relationships/tags" Target="../tags/tag465.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476.xml" /><Relationship Id="rId11" Type="http://schemas.openxmlformats.org/officeDocument/2006/relationships/tags" Target="../tags/tag477.xml" /><Relationship Id="rId12" Type="http://schemas.openxmlformats.org/officeDocument/2006/relationships/tags" Target="../tags/tag478.xml" /><Relationship Id="rId13" Type="http://schemas.openxmlformats.org/officeDocument/2006/relationships/tags" Target="../tags/tag479.xml" /><Relationship Id="rId14" Type="http://schemas.openxmlformats.org/officeDocument/2006/relationships/tags" Target="../tags/tag480.xml" /><Relationship Id="rId15" Type="http://schemas.openxmlformats.org/officeDocument/2006/relationships/tags" Target="../tags/tag481.xml" /><Relationship Id="rId16" Type="http://schemas.openxmlformats.org/officeDocument/2006/relationships/tags" Target="../tags/tag482.xml" /><Relationship Id="rId17" Type="http://schemas.openxmlformats.org/officeDocument/2006/relationships/tags" Target="../tags/tag483.xml" /><Relationship Id="rId18" Type="http://schemas.openxmlformats.org/officeDocument/2006/relationships/tags" Target="../tags/tag484.xml" /><Relationship Id="rId19" Type="http://schemas.openxmlformats.org/officeDocument/2006/relationships/tags" Target="../tags/tag485.xml" /><Relationship Id="rId2" Type="http://schemas.openxmlformats.org/officeDocument/2006/relationships/tags" Target="../tags/tag470.xml" /><Relationship Id="rId20" Type="http://schemas.openxmlformats.org/officeDocument/2006/relationships/tags" Target="../tags/tag486.xml" /><Relationship Id="rId21" Type="http://schemas.openxmlformats.org/officeDocument/2006/relationships/tags" Target="../tags/tag487.xml" /><Relationship Id="rId22" Type="http://schemas.openxmlformats.org/officeDocument/2006/relationships/tags" Target="../tags/tag488.xml" /><Relationship Id="rId23" Type="http://schemas.openxmlformats.org/officeDocument/2006/relationships/tags" Target="../tags/tag489.xml" /><Relationship Id="rId24" Type="http://schemas.openxmlformats.org/officeDocument/2006/relationships/tags" Target="../tags/tag490.xml" /><Relationship Id="rId25" Type="http://schemas.openxmlformats.org/officeDocument/2006/relationships/tags" Target="../tags/tag491.xml" /><Relationship Id="rId26" Type="http://schemas.openxmlformats.org/officeDocument/2006/relationships/tags" Target="../tags/tag492.xml" /><Relationship Id="rId27" Type="http://schemas.openxmlformats.org/officeDocument/2006/relationships/tags" Target="../tags/tag493.xml" /><Relationship Id="rId28" Type="http://schemas.openxmlformats.org/officeDocument/2006/relationships/tags" Target="../tags/tag494.xml" /><Relationship Id="rId29" Type="http://schemas.openxmlformats.org/officeDocument/2006/relationships/tags" Target="../tags/tag495.xml" /><Relationship Id="rId3" Type="http://schemas.openxmlformats.org/officeDocument/2006/relationships/tags" Target="../tags/tag471.xml" /><Relationship Id="rId30" Type="http://schemas.openxmlformats.org/officeDocument/2006/relationships/tags" Target="../tags/tag496.xml" /><Relationship Id="rId31" Type="http://schemas.openxmlformats.org/officeDocument/2006/relationships/image" Target="../media/image21.png" /><Relationship Id="rId32" Type="http://schemas.openxmlformats.org/officeDocument/2006/relationships/tags" Target="../tags/tag497.xml" /><Relationship Id="rId33" Type="http://schemas.openxmlformats.org/officeDocument/2006/relationships/tags" Target="../tags/tag498.xml" /><Relationship Id="rId34" Type="http://schemas.openxmlformats.org/officeDocument/2006/relationships/oleObject" Target="../embeddings/oleObject14.bin" TargetMode="Internal" /><Relationship Id="rId35" Type="http://schemas.openxmlformats.org/officeDocument/2006/relationships/image" Target="../media/image22.wmf" /><Relationship Id="rId36" Type="http://schemas.openxmlformats.org/officeDocument/2006/relationships/tags" Target="../tags/tag499.xml" /><Relationship Id="rId37" Type="http://schemas.openxmlformats.org/officeDocument/2006/relationships/oleObject" Target="../embeddings/oleObject15.bin" TargetMode="Internal" /><Relationship Id="rId38" Type="http://schemas.openxmlformats.org/officeDocument/2006/relationships/image" Target="../media/image23.wmf" /><Relationship Id="rId39" Type="http://schemas.openxmlformats.org/officeDocument/2006/relationships/tags" Target="../tags/tag500.xml" /><Relationship Id="rId4" Type="http://schemas.openxmlformats.org/officeDocument/2006/relationships/image" Target="../media/image4.png" /><Relationship Id="rId40" Type="http://schemas.openxmlformats.org/officeDocument/2006/relationships/tags" Target="../tags/tag501.xml" /><Relationship Id="rId41" Type="http://schemas.openxmlformats.org/officeDocument/2006/relationships/tags" Target="../tags/tag502.xml" /><Relationship Id="rId42" Type="http://schemas.openxmlformats.org/officeDocument/2006/relationships/tags" Target="../tags/tag503.xml" /><Relationship Id="rId43" Type="http://schemas.openxmlformats.org/officeDocument/2006/relationships/tags" Target="../tags/tag504.xml" /><Relationship Id="rId44" Type="http://schemas.openxmlformats.org/officeDocument/2006/relationships/tags" Target="../tags/tag505.xml" /><Relationship Id="rId45" Type="http://schemas.openxmlformats.org/officeDocument/2006/relationships/tags" Target="../tags/tag506.xml" /><Relationship Id="rId46" Type="http://schemas.openxmlformats.org/officeDocument/2006/relationships/oleObject" Target="../embeddings/oleObject16.bin" TargetMode="Internal" /><Relationship Id="rId47" Type="http://schemas.openxmlformats.org/officeDocument/2006/relationships/tags" Target="../tags/tag507.xml" /><Relationship Id="rId48" Type="http://schemas.openxmlformats.org/officeDocument/2006/relationships/oleObject" Target="../embeddings/oleObject17.bin" TargetMode="Internal" /><Relationship Id="rId49" Type="http://schemas.openxmlformats.org/officeDocument/2006/relationships/image" Target="../media/image24.wmf" /><Relationship Id="rId5" Type="http://schemas.microsoft.com/office/2007/relationships/hdphoto" Target="../media/image5.wdp" /><Relationship Id="rId50" Type="http://schemas.openxmlformats.org/officeDocument/2006/relationships/tags" Target="../tags/tag508.xml" /><Relationship Id="rId51" Type="http://schemas.openxmlformats.org/officeDocument/2006/relationships/oleObject" Target="../embeddings/oleObject18.bin" TargetMode="Internal" /><Relationship Id="rId52" Type="http://schemas.openxmlformats.org/officeDocument/2006/relationships/image" Target="../media/image25.wmf" /><Relationship Id="rId53" Type="http://schemas.openxmlformats.org/officeDocument/2006/relationships/tags" Target="../tags/tag509.xml" /><Relationship Id="rId54" Type="http://schemas.openxmlformats.org/officeDocument/2006/relationships/tags" Target="../tags/tag510.xml" /><Relationship Id="rId55" Type="http://schemas.openxmlformats.org/officeDocument/2006/relationships/tags" Target="../tags/tag511.xml" /><Relationship Id="rId56" Type="http://schemas.openxmlformats.org/officeDocument/2006/relationships/tags" Target="../tags/tag512.xml" /><Relationship Id="rId57" Type="http://schemas.openxmlformats.org/officeDocument/2006/relationships/tags" Target="../tags/tag513.xml" /><Relationship Id="rId58" Type="http://schemas.openxmlformats.org/officeDocument/2006/relationships/tags" Target="../tags/tag514.xml" /><Relationship Id="rId59" Type="http://schemas.openxmlformats.org/officeDocument/2006/relationships/oleObject" Target="../embeddings/oleObject19.bin" TargetMode="Internal" /><Relationship Id="rId6" Type="http://schemas.openxmlformats.org/officeDocument/2006/relationships/tags" Target="../tags/tag472.xml" /><Relationship Id="rId60" Type="http://schemas.openxmlformats.org/officeDocument/2006/relationships/image" Target="../media/image26.wmf" /><Relationship Id="rId61" Type="http://schemas.openxmlformats.org/officeDocument/2006/relationships/tags" Target="../tags/tag515.xml" /><Relationship Id="rId62" Type="http://schemas.openxmlformats.org/officeDocument/2006/relationships/oleObject" Target="../embeddings/oleObject20.bin" TargetMode="Internal" /><Relationship Id="rId63" Type="http://schemas.openxmlformats.org/officeDocument/2006/relationships/tags" Target="../tags/tag516.xml" /><Relationship Id="rId64" Type="http://schemas.openxmlformats.org/officeDocument/2006/relationships/tags" Target="../tags/tag517.xml" /><Relationship Id="rId65" Type="http://schemas.openxmlformats.org/officeDocument/2006/relationships/tags" Target="../tags/tag518.xml" /><Relationship Id="rId66" Type="http://schemas.openxmlformats.org/officeDocument/2006/relationships/tags" Target="../tags/tag519.xml" /><Relationship Id="rId67" Type="http://schemas.openxmlformats.org/officeDocument/2006/relationships/tags" Target="../tags/tag520.xml" /><Relationship Id="rId68" Type="http://schemas.openxmlformats.org/officeDocument/2006/relationships/tags" Target="../tags/tag521.xml" /><Relationship Id="rId69" Type="http://schemas.openxmlformats.org/officeDocument/2006/relationships/tags" Target="../tags/tag522.xml" /><Relationship Id="rId7" Type="http://schemas.openxmlformats.org/officeDocument/2006/relationships/tags" Target="../tags/tag473.xml" /><Relationship Id="rId70" Type="http://schemas.openxmlformats.org/officeDocument/2006/relationships/tags" Target="../tags/tag523.xml" /><Relationship Id="rId71" Type="http://schemas.openxmlformats.org/officeDocument/2006/relationships/tags" Target="../tags/tag524.xml" /><Relationship Id="rId72" Type="http://schemas.openxmlformats.org/officeDocument/2006/relationships/vmlDrawing" Target="../drawings/vmlDrawing4.vml" /><Relationship Id="rId8" Type="http://schemas.openxmlformats.org/officeDocument/2006/relationships/tags" Target="../tags/tag474.xml" /><Relationship Id="rId9" Type="http://schemas.openxmlformats.org/officeDocument/2006/relationships/tags" Target="../tags/tag475.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31.xml" /><Relationship Id="rId11" Type="http://schemas.openxmlformats.org/officeDocument/2006/relationships/tags" Target="../tags/tag532.xml" /><Relationship Id="rId12" Type="http://schemas.openxmlformats.org/officeDocument/2006/relationships/tags" Target="../tags/tag533.xml" /><Relationship Id="rId13" Type="http://schemas.openxmlformats.org/officeDocument/2006/relationships/tags" Target="../tags/tag534.xml" /><Relationship Id="rId14" Type="http://schemas.openxmlformats.org/officeDocument/2006/relationships/tags" Target="../tags/tag535.xml" /><Relationship Id="rId15" Type="http://schemas.openxmlformats.org/officeDocument/2006/relationships/tags" Target="../tags/tag536.xml" /><Relationship Id="rId16" Type="http://schemas.openxmlformats.org/officeDocument/2006/relationships/tags" Target="../tags/tag537.xml" /><Relationship Id="rId17" Type="http://schemas.openxmlformats.org/officeDocument/2006/relationships/tags" Target="../tags/tag538.xml" /><Relationship Id="rId18" Type="http://schemas.openxmlformats.org/officeDocument/2006/relationships/tags" Target="../tags/tag539.xml" /><Relationship Id="rId19" Type="http://schemas.openxmlformats.org/officeDocument/2006/relationships/tags" Target="../tags/tag540.xml" /><Relationship Id="rId2" Type="http://schemas.openxmlformats.org/officeDocument/2006/relationships/tags" Target="../tags/tag525.xml" /><Relationship Id="rId20" Type="http://schemas.openxmlformats.org/officeDocument/2006/relationships/tags" Target="../tags/tag541.xml" /><Relationship Id="rId21" Type="http://schemas.openxmlformats.org/officeDocument/2006/relationships/tags" Target="../tags/tag542.xml" /><Relationship Id="rId22" Type="http://schemas.openxmlformats.org/officeDocument/2006/relationships/tags" Target="../tags/tag543.xml" /><Relationship Id="rId23" Type="http://schemas.openxmlformats.org/officeDocument/2006/relationships/tags" Target="../tags/tag544.xml" /><Relationship Id="rId24" Type="http://schemas.openxmlformats.org/officeDocument/2006/relationships/tags" Target="../tags/tag545.xml" /><Relationship Id="rId25" Type="http://schemas.openxmlformats.org/officeDocument/2006/relationships/tags" Target="../tags/tag546.xml" /><Relationship Id="rId26" Type="http://schemas.openxmlformats.org/officeDocument/2006/relationships/tags" Target="../tags/tag547.xml" /><Relationship Id="rId27" Type="http://schemas.openxmlformats.org/officeDocument/2006/relationships/tags" Target="../tags/tag548.xml" /><Relationship Id="rId28" Type="http://schemas.openxmlformats.org/officeDocument/2006/relationships/tags" Target="../tags/tag549.xml" /><Relationship Id="rId29" Type="http://schemas.openxmlformats.org/officeDocument/2006/relationships/tags" Target="../tags/tag550.xml" /><Relationship Id="rId3" Type="http://schemas.openxmlformats.org/officeDocument/2006/relationships/tags" Target="../tags/tag526.xml" /><Relationship Id="rId30" Type="http://schemas.openxmlformats.org/officeDocument/2006/relationships/tags" Target="../tags/tag551.xml" /><Relationship Id="rId31" Type="http://schemas.openxmlformats.org/officeDocument/2006/relationships/tags" Target="../tags/tag552.xml" /><Relationship Id="rId32" Type="http://schemas.openxmlformats.org/officeDocument/2006/relationships/tags" Target="../tags/tag553.xml" /><Relationship Id="rId33" Type="http://schemas.openxmlformats.org/officeDocument/2006/relationships/tags" Target="../tags/tag554.xml" /><Relationship Id="rId34" Type="http://schemas.openxmlformats.org/officeDocument/2006/relationships/tags" Target="../tags/tag555.xml" /><Relationship Id="rId35" Type="http://schemas.openxmlformats.org/officeDocument/2006/relationships/tags" Target="../tags/tag556.xml" /><Relationship Id="rId36" Type="http://schemas.openxmlformats.org/officeDocument/2006/relationships/tags" Target="../tags/tag557.xml" /><Relationship Id="rId37" Type="http://schemas.openxmlformats.org/officeDocument/2006/relationships/tags" Target="../tags/tag558.xml" /><Relationship Id="rId38" Type="http://schemas.openxmlformats.org/officeDocument/2006/relationships/tags" Target="../tags/tag559.xml" /><Relationship Id="rId39" Type="http://schemas.openxmlformats.org/officeDocument/2006/relationships/tags" Target="../tags/tag560.xml" /><Relationship Id="rId4" Type="http://schemas.openxmlformats.org/officeDocument/2006/relationships/image" Target="../media/image4.png" /><Relationship Id="rId40" Type="http://schemas.openxmlformats.org/officeDocument/2006/relationships/tags" Target="../tags/tag561.xml" /><Relationship Id="rId41" Type="http://schemas.openxmlformats.org/officeDocument/2006/relationships/tags" Target="../tags/tag562.xml" /><Relationship Id="rId42" Type="http://schemas.openxmlformats.org/officeDocument/2006/relationships/tags" Target="../tags/tag563.xml" /><Relationship Id="rId43" Type="http://schemas.openxmlformats.org/officeDocument/2006/relationships/tags" Target="../tags/tag564.xml" /><Relationship Id="rId5" Type="http://schemas.microsoft.com/office/2007/relationships/hdphoto" Target="../media/image5.wdp" /><Relationship Id="rId6" Type="http://schemas.openxmlformats.org/officeDocument/2006/relationships/tags" Target="../tags/tag527.xml" /><Relationship Id="rId7" Type="http://schemas.openxmlformats.org/officeDocument/2006/relationships/tags" Target="../tags/tag528.xml" /><Relationship Id="rId8" Type="http://schemas.openxmlformats.org/officeDocument/2006/relationships/tags" Target="../tags/tag529.xml" /><Relationship Id="rId9" Type="http://schemas.openxmlformats.org/officeDocument/2006/relationships/tags" Target="../tags/tag530.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71.xml" /><Relationship Id="rId11" Type="http://schemas.openxmlformats.org/officeDocument/2006/relationships/tags" Target="../tags/tag572.xml" /><Relationship Id="rId12" Type="http://schemas.openxmlformats.org/officeDocument/2006/relationships/tags" Target="../tags/tag573.xml" /><Relationship Id="rId13" Type="http://schemas.openxmlformats.org/officeDocument/2006/relationships/tags" Target="../tags/tag574.xml" /><Relationship Id="rId14" Type="http://schemas.openxmlformats.org/officeDocument/2006/relationships/tags" Target="../tags/tag575.xml" /><Relationship Id="rId15" Type="http://schemas.openxmlformats.org/officeDocument/2006/relationships/tags" Target="../tags/tag576.xml" /><Relationship Id="rId16" Type="http://schemas.openxmlformats.org/officeDocument/2006/relationships/tags" Target="../tags/tag577.xml" /><Relationship Id="rId17" Type="http://schemas.openxmlformats.org/officeDocument/2006/relationships/tags" Target="../tags/tag578.xml" /><Relationship Id="rId18" Type="http://schemas.openxmlformats.org/officeDocument/2006/relationships/tags" Target="../tags/tag579.xml" /><Relationship Id="rId19" Type="http://schemas.openxmlformats.org/officeDocument/2006/relationships/tags" Target="../tags/tag580.xml" /><Relationship Id="rId2" Type="http://schemas.openxmlformats.org/officeDocument/2006/relationships/tags" Target="../tags/tag565.xml" /><Relationship Id="rId20" Type="http://schemas.openxmlformats.org/officeDocument/2006/relationships/tags" Target="../tags/tag581.xml" /><Relationship Id="rId21" Type="http://schemas.openxmlformats.org/officeDocument/2006/relationships/tags" Target="../tags/tag582.xml" /><Relationship Id="rId22" Type="http://schemas.openxmlformats.org/officeDocument/2006/relationships/tags" Target="../tags/tag583.xml" /><Relationship Id="rId23" Type="http://schemas.openxmlformats.org/officeDocument/2006/relationships/tags" Target="../tags/tag584.xml" /><Relationship Id="rId24" Type="http://schemas.openxmlformats.org/officeDocument/2006/relationships/tags" Target="../tags/tag585.xml" /><Relationship Id="rId25" Type="http://schemas.openxmlformats.org/officeDocument/2006/relationships/oleObject" Target="../embeddings/oleObject21.bin" TargetMode="Internal" /><Relationship Id="rId26" Type="http://schemas.openxmlformats.org/officeDocument/2006/relationships/image" Target="../media/image27.emf" /><Relationship Id="rId27" Type="http://schemas.openxmlformats.org/officeDocument/2006/relationships/tags" Target="../tags/tag586.xml" /><Relationship Id="rId28" Type="http://schemas.openxmlformats.org/officeDocument/2006/relationships/oleObject" Target="../embeddings/oleObject22.bin" TargetMode="Internal" /><Relationship Id="rId29" Type="http://schemas.openxmlformats.org/officeDocument/2006/relationships/image" Target="../media/image28.emf" /><Relationship Id="rId3" Type="http://schemas.openxmlformats.org/officeDocument/2006/relationships/tags" Target="../tags/tag566.xml" /><Relationship Id="rId30" Type="http://schemas.openxmlformats.org/officeDocument/2006/relationships/tags" Target="../tags/tag587.xml" /><Relationship Id="rId31" Type="http://schemas.openxmlformats.org/officeDocument/2006/relationships/oleObject" Target="../embeddings/oleObject23.bin" TargetMode="Internal" /><Relationship Id="rId32" Type="http://schemas.openxmlformats.org/officeDocument/2006/relationships/image" Target="../media/image13.emf" /><Relationship Id="rId33" Type="http://schemas.openxmlformats.org/officeDocument/2006/relationships/vmlDrawing" Target="../drawings/vmlDrawing5.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567.xml" /><Relationship Id="rId7" Type="http://schemas.openxmlformats.org/officeDocument/2006/relationships/tags" Target="../tags/tag568.xml" /><Relationship Id="rId8" Type="http://schemas.openxmlformats.org/officeDocument/2006/relationships/tags" Target="../tags/tag569.xml" /><Relationship Id="rId9" Type="http://schemas.openxmlformats.org/officeDocument/2006/relationships/tags" Target="../tags/tag570.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596.xml" /><Relationship Id="rId11" Type="http://schemas.openxmlformats.org/officeDocument/2006/relationships/tags" Target="../tags/tag597.xml" /><Relationship Id="rId12" Type="http://schemas.openxmlformats.org/officeDocument/2006/relationships/tags" Target="../tags/tag598.xml" /><Relationship Id="rId13" Type="http://schemas.openxmlformats.org/officeDocument/2006/relationships/tags" Target="../tags/tag599.xml" /><Relationship Id="rId14" Type="http://schemas.openxmlformats.org/officeDocument/2006/relationships/tags" Target="../tags/tag600.xml" /><Relationship Id="rId15" Type="http://schemas.openxmlformats.org/officeDocument/2006/relationships/tags" Target="../tags/tag601.xml" /><Relationship Id="rId16" Type="http://schemas.openxmlformats.org/officeDocument/2006/relationships/tags" Target="../tags/tag602.xml" /><Relationship Id="rId17" Type="http://schemas.openxmlformats.org/officeDocument/2006/relationships/tags" Target="../tags/tag603.xml" /><Relationship Id="rId18" Type="http://schemas.openxmlformats.org/officeDocument/2006/relationships/tags" Target="../tags/tag604.xml" /><Relationship Id="rId19" Type="http://schemas.openxmlformats.org/officeDocument/2006/relationships/tags" Target="../tags/tag605.xml" /><Relationship Id="rId2" Type="http://schemas.openxmlformats.org/officeDocument/2006/relationships/notesSlide" Target="../notesSlides/notesSlide3.xml" /><Relationship Id="rId20" Type="http://schemas.openxmlformats.org/officeDocument/2006/relationships/tags" Target="../tags/tag606.xml" /><Relationship Id="rId21" Type="http://schemas.openxmlformats.org/officeDocument/2006/relationships/tags" Target="../tags/tag607.xml" /><Relationship Id="rId22" Type="http://schemas.openxmlformats.org/officeDocument/2006/relationships/tags" Target="../tags/tag608.xml" /><Relationship Id="rId23" Type="http://schemas.openxmlformats.org/officeDocument/2006/relationships/tags" Target="../tags/tag609.xml" /><Relationship Id="rId24" Type="http://schemas.openxmlformats.org/officeDocument/2006/relationships/tags" Target="../tags/tag610.xml" /><Relationship Id="rId25" Type="http://schemas.openxmlformats.org/officeDocument/2006/relationships/tags" Target="../tags/tag611.xml" /><Relationship Id="rId26" Type="http://schemas.openxmlformats.org/officeDocument/2006/relationships/tags" Target="../tags/tag612.xml" /><Relationship Id="rId3" Type="http://schemas.openxmlformats.org/officeDocument/2006/relationships/tags" Target="../tags/tag591.xml" /><Relationship Id="rId4" Type="http://schemas.openxmlformats.org/officeDocument/2006/relationships/tags" Target="../tags/tag592.xml" /><Relationship Id="rId5" Type="http://schemas.openxmlformats.org/officeDocument/2006/relationships/image" Target="../media/image4.png" /><Relationship Id="rId6" Type="http://schemas.microsoft.com/office/2007/relationships/hdphoto" Target="../media/image5.wdp" /><Relationship Id="rId7" Type="http://schemas.openxmlformats.org/officeDocument/2006/relationships/tags" Target="../tags/tag593.xml" /><Relationship Id="rId8" Type="http://schemas.openxmlformats.org/officeDocument/2006/relationships/tags" Target="../tags/tag594.xml" /><Relationship Id="rId9" Type="http://schemas.openxmlformats.org/officeDocument/2006/relationships/tags" Target="../tags/tag595.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19.xml" /><Relationship Id="rId11" Type="http://schemas.openxmlformats.org/officeDocument/2006/relationships/tags" Target="../tags/tag620.xml" /><Relationship Id="rId12" Type="http://schemas.openxmlformats.org/officeDocument/2006/relationships/tags" Target="../tags/tag621.xml" /><Relationship Id="rId13" Type="http://schemas.openxmlformats.org/officeDocument/2006/relationships/tags" Target="../tags/tag622.xml" /><Relationship Id="rId14" Type="http://schemas.openxmlformats.org/officeDocument/2006/relationships/tags" Target="../tags/tag623.xml" /><Relationship Id="rId15" Type="http://schemas.openxmlformats.org/officeDocument/2006/relationships/tags" Target="../tags/tag624.xml" /><Relationship Id="rId16" Type="http://schemas.openxmlformats.org/officeDocument/2006/relationships/tags" Target="../tags/tag625.xml" /><Relationship Id="rId17" Type="http://schemas.openxmlformats.org/officeDocument/2006/relationships/tags" Target="../tags/tag626.xml" /><Relationship Id="rId18" Type="http://schemas.openxmlformats.org/officeDocument/2006/relationships/tags" Target="../tags/tag627.xml" /><Relationship Id="rId19" Type="http://schemas.openxmlformats.org/officeDocument/2006/relationships/tags" Target="../tags/tag628.xml" /><Relationship Id="rId2" Type="http://schemas.openxmlformats.org/officeDocument/2006/relationships/tags" Target="../tags/tag613.xml" /><Relationship Id="rId20" Type="http://schemas.openxmlformats.org/officeDocument/2006/relationships/tags" Target="../tags/tag629.xml" /><Relationship Id="rId21" Type="http://schemas.openxmlformats.org/officeDocument/2006/relationships/tags" Target="../tags/tag630.xml" /><Relationship Id="rId22" Type="http://schemas.openxmlformats.org/officeDocument/2006/relationships/tags" Target="../tags/tag631.xml" /><Relationship Id="rId23" Type="http://schemas.openxmlformats.org/officeDocument/2006/relationships/tags" Target="../tags/tag632.xml" /><Relationship Id="rId24" Type="http://schemas.openxmlformats.org/officeDocument/2006/relationships/tags" Target="../tags/tag633.xml" /><Relationship Id="rId25" Type="http://schemas.openxmlformats.org/officeDocument/2006/relationships/tags" Target="../tags/tag634.xml" /><Relationship Id="rId26" Type="http://schemas.openxmlformats.org/officeDocument/2006/relationships/tags" Target="../tags/tag635.xml" /><Relationship Id="rId27" Type="http://schemas.openxmlformats.org/officeDocument/2006/relationships/tags" Target="../tags/tag636.xml" /><Relationship Id="rId28" Type="http://schemas.openxmlformats.org/officeDocument/2006/relationships/oleObject" Target="../embeddings/oleObject24.bin" TargetMode="Internal" /><Relationship Id="rId29" Type="http://schemas.openxmlformats.org/officeDocument/2006/relationships/image" Target="../media/image29.wmf" /><Relationship Id="rId3" Type="http://schemas.openxmlformats.org/officeDocument/2006/relationships/tags" Target="../tags/tag614.xml" /><Relationship Id="rId30" Type="http://schemas.openxmlformats.org/officeDocument/2006/relationships/image" Target="../media/image30.png" /><Relationship Id="rId31" Type="http://schemas.openxmlformats.org/officeDocument/2006/relationships/tags" Target="../tags/tag637.xml" /><Relationship Id="rId32" Type="http://schemas.openxmlformats.org/officeDocument/2006/relationships/tags" Target="../tags/tag638.xml" /><Relationship Id="rId33" Type="http://schemas.openxmlformats.org/officeDocument/2006/relationships/tags" Target="../tags/tag639.xml" /><Relationship Id="rId34" Type="http://schemas.openxmlformats.org/officeDocument/2006/relationships/tags" Target="../tags/tag640.xml" /><Relationship Id="rId35" Type="http://schemas.openxmlformats.org/officeDocument/2006/relationships/tags" Target="../tags/tag641.xml" /><Relationship Id="rId36" Type="http://schemas.openxmlformats.org/officeDocument/2006/relationships/image" Target="../media/image31.png" /><Relationship Id="rId37" Type="http://schemas.openxmlformats.org/officeDocument/2006/relationships/tags" Target="../tags/tag642.xml" /><Relationship Id="rId38" Type="http://schemas.openxmlformats.org/officeDocument/2006/relationships/tags" Target="../tags/tag643.xml" /><Relationship Id="rId39" Type="http://schemas.openxmlformats.org/officeDocument/2006/relationships/tags" Target="../tags/tag644.xml" /><Relationship Id="rId4" Type="http://schemas.openxmlformats.org/officeDocument/2006/relationships/image" Target="../media/image4.png" /><Relationship Id="rId40" Type="http://schemas.openxmlformats.org/officeDocument/2006/relationships/tags" Target="../tags/tag645.xml" /><Relationship Id="rId41" Type="http://schemas.openxmlformats.org/officeDocument/2006/relationships/tags" Target="../tags/tag646.xml" /><Relationship Id="rId42" Type="http://schemas.openxmlformats.org/officeDocument/2006/relationships/tags" Target="../tags/tag647.xml" /><Relationship Id="rId43" Type="http://schemas.openxmlformats.org/officeDocument/2006/relationships/tags" Target="../tags/tag648.xml" /><Relationship Id="rId44" Type="http://schemas.openxmlformats.org/officeDocument/2006/relationships/tags" Target="../tags/tag649.xml" /><Relationship Id="rId45" Type="http://schemas.openxmlformats.org/officeDocument/2006/relationships/vmlDrawing" Target="../drawings/vmlDrawing6.vml" /><Relationship Id="rId5" Type="http://schemas.microsoft.com/office/2007/relationships/hdphoto" Target="../media/image5.wdp" /><Relationship Id="rId6" Type="http://schemas.openxmlformats.org/officeDocument/2006/relationships/tags" Target="../tags/tag615.xml" /><Relationship Id="rId7" Type="http://schemas.openxmlformats.org/officeDocument/2006/relationships/tags" Target="../tags/tag616.xml" /><Relationship Id="rId8" Type="http://schemas.openxmlformats.org/officeDocument/2006/relationships/tags" Target="../tags/tag617.xml" /><Relationship Id="rId9" Type="http://schemas.openxmlformats.org/officeDocument/2006/relationships/tags" Target="../tags/tag618.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56.xml" /><Relationship Id="rId11" Type="http://schemas.openxmlformats.org/officeDocument/2006/relationships/tags" Target="../tags/tag657.xml" /><Relationship Id="rId12" Type="http://schemas.openxmlformats.org/officeDocument/2006/relationships/tags" Target="../tags/tag658.xml" /><Relationship Id="rId13" Type="http://schemas.openxmlformats.org/officeDocument/2006/relationships/tags" Target="../tags/tag659.xml" /><Relationship Id="rId14" Type="http://schemas.openxmlformats.org/officeDocument/2006/relationships/tags" Target="../tags/tag660.xml" /><Relationship Id="rId15" Type="http://schemas.openxmlformats.org/officeDocument/2006/relationships/tags" Target="../tags/tag661.xml" /><Relationship Id="rId16" Type="http://schemas.openxmlformats.org/officeDocument/2006/relationships/tags" Target="../tags/tag662.xml" /><Relationship Id="rId17" Type="http://schemas.openxmlformats.org/officeDocument/2006/relationships/tags" Target="../tags/tag663.xml" /><Relationship Id="rId18" Type="http://schemas.openxmlformats.org/officeDocument/2006/relationships/oleObject" Target="../embeddings/oleObject25.bin" TargetMode="Internal" /><Relationship Id="rId19" Type="http://schemas.openxmlformats.org/officeDocument/2006/relationships/image" Target="../media/image32.wmf" /><Relationship Id="rId2" Type="http://schemas.openxmlformats.org/officeDocument/2006/relationships/tags" Target="../tags/tag650.xml" /><Relationship Id="rId20" Type="http://schemas.openxmlformats.org/officeDocument/2006/relationships/tags" Target="../tags/tag664.xml" /><Relationship Id="rId21" Type="http://schemas.openxmlformats.org/officeDocument/2006/relationships/oleObject" Target="../embeddings/oleObject26.bin" TargetMode="Internal" /><Relationship Id="rId22" Type="http://schemas.openxmlformats.org/officeDocument/2006/relationships/image" Target="../media/image29.wmf" /><Relationship Id="rId23" Type="http://schemas.openxmlformats.org/officeDocument/2006/relationships/tags" Target="../tags/tag665.xml" /><Relationship Id="rId24" Type="http://schemas.openxmlformats.org/officeDocument/2006/relationships/tags" Target="../tags/tag666.xml" /><Relationship Id="rId25" Type="http://schemas.openxmlformats.org/officeDocument/2006/relationships/tags" Target="../tags/tag667.xml" /><Relationship Id="rId26" Type="http://schemas.openxmlformats.org/officeDocument/2006/relationships/oleObject" Target="../embeddings/oleObject27.bin" TargetMode="Internal" /><Relationship Id="rId27" Type="http://schemas.openxmlformats.org/officeDocument/2006/relationships/tags" Target="../tags/tag668.xml" /><Relationship Id="rId28" Type="http://schemas.openxmlformats.org/officeDocument/2006/relationships/tags" Target="../tags/tag669.xml" /><Relationship Id="rId29" Type="http://schemas.openxmlformats.org/officeDocument/2006/relationships/tags" Target="../tags/tag670.xml" /><Relationship Id="rId3" Type="http://schemas.openxmlformats.org/officeDocument/2006/relationships/tags" Target="../tags/tag651.xml" /><Relationship Id="rId30" Type="http://schemas.openxmlformats.org/officeDocument/2006/relationships/tags" Target="../tags/tag671.xml" /><Relationship Id="rId31" Type="http://schemas.openxmlformats.org/officeDocument/2006/relationships/tags" Target="../tags/tag672.xml" /><Relationship Id="rId32" Type="http://schemas.openxmlformats.org/officeDocument/2006/relationships/tags" Target="../tags/tag673.xml" /><Relationship Id="rId33" Type="http://schemas.openxmlformats.org/officeDocument/2006/relationships/tags" Target="../tags/tag674.xml" /><Relationship Id="rId34" Type="http://schemas.openxmlformats.org/officeDocument/2006/relationships/tags" Target="../tags/tag675.xml" /><Relationship Id="rId35" Type="http://schemas.openxmlformats.org/officeDocument/2006/relationships/tags" Target="../tags/tag676.xml" /><Relationship Id="rId36" Type="http://schemas.openxmlformats.org/officeDocument/2006/relationships/tags" Target="../tags/tag677.xml" /><Relationship Id="rId37" Type="http://schemas.openxmlformats.org/officeDocument/2006/relationships/tags" Target="../tags/tag678.xml" /><Relationship Id="rId38" Type="http://schemas.openxmlformats.org/officeDocument/2006/relationships/tags" Target="../tags/tag679.xml" /><Relationship Id="rId39" Type="http://schemas.openxmlformats.org/officeDocument/2006/relationships/tags" Target="../tags/tag680.xml" /><Relationship Id="rId4" Type="http://schemas.openxmlformats.org/officeDocument/2006/relationships/image" Target="../media/image4.png" /><Relationship Id="rId40" Type="http://schemas.openxmlformats.org/officeDocument/2006/relationships/vmlDrawing" Target="../drawings/vmlDrawing7.vml" /><Relationship Id="rId5" Type="http://schemas.microsoft.com/office/2007/relationships/hdphoto" Target="../media/image5.wdp" /><Relationship Id="rId6" Type="http://schemas.openxmlformats.org/officeDocument/2006/relationships/tags" Target="../tags/tag652.xml" /><Relationship Id="rId7" Type="http://schemas.openxmlformats.org/officeDocument/2006/relationships/tags" Target="../tags/tag653.xml" /><Relationship Id="rId8" Type="http://schemas.openxmlformats.org/officeDocument/2006/relationships/tags" Target="../tags/tag654.xml" /><Relationship Id="rId9" Type="http://schemas.openxmlformats.org/officeDocument/2006/relationships/tags" Target="../tags/tag655.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688.xml" /><Relationship Id="rId11" Type="http://schemas.openxmlformats.org/officeDocument/2006/relationships/tags" Target="../tags/tag689.xml" /><Relationship Id="rId12" Type="http://schemas.openxmlformats.org/officeDocument/2006/relationships/tags" Target="../tags/tag690.xml" /><Relationship Id="rId13" Type="http://schemas.openxmlformats.org/officeDocument/2006/relationships/tags" Target="../tags/tag691.xml" /><Relationship Id="rId14" Type="http://schemas.openxmlformats.org/officeDocument/2006/relationships/tags" Target="../tags/tag692.xml" /><Relationship Id="rId15" Type="http://schemas.openxmlformats.org/officeDocument/2006/relationships/tags" Target="../tags/tag693.xml" /><Relationship Id="rId16" Type="http://schemas.openxmlformats.org/officeDocument/2006/relationships/tags" Target="../tags/tag694.xml" /><Relationship Id="rId17" Type="http://schemas.openxmlformats.org/officeDocument/2006/relationships/tags" Target="../tags/tag695.xml" /><Relationship Id="rId18" Type="http://schemas.openxmlformats.org/officeDocument/2006/relationships/tags" Target="../tags/tag696.xml" /><Relationship Id="rId19" Type="http://schemas.openxmlformats.org/officeDocument/2006/relationships/tags" Target="../tags/tag697.xml" /><Relationship Id="rId2" Type="http://schemas.openxmlformats.org/officeDocument/2006/relationships/tags" Target="../tags/tag681.xml" /><Relationship Id="rId20" Type="http://schemas.openxmlformats.org/officeDocument/2006/relationships/tags" Target="../tags/tag698.xml" /><Relationship Id="rId21" Type="http://schemas.openxmlformats.org/officeDocument/2006/relationships/tags" Target="../tags/tag699.xml" /><Relationship Id="rId22" Type="http://schemas.openxmlformats.org/officeDocument/2006/relationships/tags" Target="../tags/tag700.xml" /><Relationship Id="rId23" Type="http://schemas.openxmlformats.org/officeDocument/2006/relationships/tags" Target="../tags/tag701.xml" /><Relationship Id="rId24" Type="http://schemas.openxmlformats.org/officeDocument/2006/relationships/tags" Target="../tags/tag702.xml" /><Relationship Id="rId25" Type="http://schemas.openxmlformats.org/officeDocument/2006/relationships/tags" Target="../tags/tag703.xml" /><Relationship Id="rId26" Type="http://schemas.openxmlformats.org/officeDocument/2006/relationships/tags" Target="../tags/tag704.xml" /><Relationship Id="rId27" Type="http://schemas.openxmlformats.org/officeDocument/2006/relationships/tags" Target="../tags/tag705.xml" /><Relationship Id="rId28" Type="http://schemas.openxmlformats.org/officeDocument/2006/relationships/tags" Target="../tags/tag706.xml" /><Relationship Id="rId29" Type="http://schemas.openxmlformats.org/officeDocument/2006/relationships/tags" Target="../tags/tag707.xml" /><Relationship Id="rId3" Type="http://schemas.openxmlformats.org/officeDocument/2006/relationships/tags" Target="../tags/tag682.xml" /><Relationship Id="rId30" Type="http://schemas.openxmlformats.org/officeDocument/2006/relationships/tags" Target="../tags/tag708.xml" /><Relationship Id="rId31" Type="http://schemas.openxmlformats.org/officeDocument/2006/relationships/tags" Target="../tags/tag709.xml" /><Relationship Id="rId32" Type="http://schemas.openxmlformats.org/officeDocument/2006/relationships/tags" Target="../tags/tag710.xml" /><Relationship Id="rId33" Type="http://schemas.openxmlformats.org/officeDocument/2006/relationships/tags" Target="../tags/tag711.xml" /><Relationship Id="rId34" Type="http://schemas.openxmlformats.org/officeDocument/2006/relationships/tags" Target="../tags/tag712.xml" /><Relationship Id="rId35" Type="http://schemas.openxmlformats.org/officeDocument/2006/relationships/tags" Target="../tags/tag713.xml" /><Relationship Id="rId36" Type="http://schemas.openxmlformats.org/officeDocument/2006/relationships/tags" Target="../tags/tag714.xml" /><Relationship Id="rId37" Type="http://schemas.openxmlformats.org/officeDocument/2006/relationships/tags" Target="../tags/tag715.xml" /><Relationship Id="rId38" Type="http://schemas.openxmlformats.org/officeDocument/2006/relationships/tags" Target="../tags/tag716.xml" /><Relationship Id="rId39" Type="http://schemas.openxmlformats.org/officeDocument/2006/relationships/tags" Target="../tags/tag717.xml" /><Relationship Id="rId4" Type="http://schemas.openxmlformats.org/officeDocument/2006/relationships/image" Target="../media/image7.jpeg" /><Relationship Id="rId40" Type="http://schemas.openxmlformats.org/officeDocument/2006/relationships/tags" Target="../tags/tag718.xml" /><Relationship Id="rId41" Type="http://schemas.openxmlformats.org/officeDocument/2006/relationships/tags" Target="../tags/tag719.xml" /><Relationship Id="rId42" Type="http://schemas.openxmlformats.org/officeDocument/2006/relationships/tags" Target="../tags/tag720.xml" /><Relationship Id="rId43" Type="http://schemas.openxmlformats.org/officeDocument/2006/relationships/tags" Target="../tags/tag721.xml" /><Relationship Id="rId5" Type="http://schemas.openxmlformats.org/officeDocument/2006/relationships/tags" Target="../tags/tag683.xml" /><Relationship Id="rId6" Type="http://schemas.openxmlformats.org/officeDocument/2006/relationships/tags" Target="../tags/tag684.xml" /><Relationship Id="rId7" Type="http://schemas.openxmlformats.org/officeDocument/2006/relationships/tags" Target="../tags/tag685.xml" /><Relationship Id="rId8" Type="http://schemas.openxmlformats.org/officeDocument/2006/relationships/tags" Target="../tags/tag686.xml" /><Relationship Id="rId9" Type="http://schemas.openxmlformats.org/officeDocument/2006/relationships/tags" Target="../tags/tag68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28.xml" /><Relationship Id="rId11" Type="http://schemas.openxmlformats.org/officeDocument/2006/relationships/tags" Target="../tags/tag729.xml" /><Relationship Id="rId12" Type="http://schemas.openxmlformats.org/officeDocument/2006/relationships/tags" Target="../tags/tag730.xml" /><Relationship Id="rId13" Type="http://schemas.openxmlformats.org/officeDocument/2006/relationships/tags" Target="../tags/tag731.xml" /><Relationship Id="rId14" Type="http://schemas.openxmlformats.org/officeDocument/2006/relationships/tags" Target="../tags/tag732.xml" /><Relationship Id="rId15" Type="http://schemas.openxmlformats.org/officeDocument/2006/relationships/tags" Target="../tags/tag733.xml" /><Relationship Id="rId16" Type="http://schemas.openxmlformats.org/officeDocument/2006/relationships/tags" Target="../tags/tag734.xml" /><Relationship Id="rId17" Type="http://schemas.openxmlformats.org/officeDocument/2006/relationships/tags" Target="../tags/tag735.xml" /><Relationship Id="rId18" Type="http://schemas.openxmlformats.org/officeDocument/2006/relationships/tags" Target="../tags/tag736.xml" /><Relationship Id="rId19" Type="http://schemas.openxmlformats.org/officeDocument/2006/relationships/tags" Target="../tags/tag737.xml" /><Relationship Id="rId2" Type="http://schemas.openxmlformats.org/officeDocument/2006/relationships/tags" Target="../tags/tag722.xml" /><Relationship Id="rId20" Type="http://schemas.openxmlformats.org/officeDocument/2006/relationships/tags" Target="../tags/tag738.xml" /><Relationship Id="rId21" Type="http://schemas.openxmlformats.org/officeDocument/2006/relationships/tags" Target="../tags/tag739.xml" /><Relationship Id="rId22" Type="http://schemas.openxmlformats.org/officeDocument/2006/relationships/tags" Target="../tags/tag740.xml" /><Relationship Id="rId23" Type="http://schemas.openxmlformats.org/officeDocument/2006/relationships/tags" Target="../tags/tag741.xml" /><Relationship Id="rId24" Type="http://schemas.openxmlformats.org/officeDocument/2006/relationships/tags" Target="../tags/tag742.xml" /><Relationship Id="rId25" Type="http://schemas.openxmlformats.org/officeDocument/2006/relationships/tags" Target="../tags/tag743.xml" /><Relationship Id="rId26" Type="http://schemas.openxmlformats.org/officeDocument/2006/relationships/tags" Target="../tags/tag744.xml" /><Relationship Id="rId27" Type="http://schemas.openxmlformats.org/officeDocument/2006/relationships/tags" Target="../tags/tag745.xml" /><Relationship Id="rId28" Type="http://schemas.openxmlformats.org/officeDocument/2006/relationships/oleObject" Target="../embeddings/oleObject28.bin" TargetMode="Internal" /><Relationship Id="rId29" Type="http://schemas.openxmlformats.org/officeDocument/2006/relationships/image" Target="../media/image33.emf" /><Relationship Id="rId3" Type="http://schemas.openxmlformats.org/officeDocument/2006/relationships/tags" Target="../tags/tag723.xml" /><Relationship Id="rId30" Type="http://schemas.openxmlformats.org/officeDocument/2006/relationships/tags" Target="../tags/tag746.xml" /><Relationship Id="rId31" Type="http://schemas.openxmlformats.org/officeDocument/2006/relationships/oleObject" Target="../embeddings/oleObject29.bin" TargetMode="Internal" /><Relationship Id="rId32" Type="http://schemas.openxmlformats.org/officeDocument/2006/relationships/image" Target="../media/image34.emf" /><Relationship Id="rId33" Type="http://schemas.openxmlformats.org/officeDocument/2006/relationships/tags" Target="../tags/tag747.xml" /><Relationship Id="rId34" Type="http://schemas.openxmlformats.org/officeDocument/2006/relationships/tags" Target="../tags/tag748.xml" /><Relationship Id="rId35" Type="http://schemas.openxmlformats.org/officeDocument/2006/relationships/vmlDrawing" Target="../drawings/vmlDrawing8.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24.xml" /><Relationship Id="rId7" Type="http://schemas.openxmlformats.org/officeDocument/2006/relationships/tags" Target="../tags/tag725.xml" /><Relationship Id="rId8" Type="http://schemas.openxmlformats.org/officeDocument/2006/relationships/tags" Target="../tags/tag726.xml" /><Relationship Id="rId9" Type="http://schemas.openxmlformats.org/officeDocument/2006/relationships/tags" Target="../tags/tag727.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55.xml" /><Relationship Id="rId11" Type="http://schemas.openxmlformats.org/officeDocument/2006/relationships/tags" Target="../tags/tag756.xml" /><Relationship Id="rId12" Type="http://schemas.openxmlformats.org/officeDocument/2006/relationships/tags" Target="../tags/tag757.xml" /><Relationship Id="rId13" Type="http://schemas.openxmlformats.org/officeDocument/2006/relationships/tags" Target="../tags/tag758.xml" /><Relationship Id="rId14" Type="http://schemas.openxmlformats.org/officeDocument/2006/relationships/tags" Target="../tags/tag759.xml" /><Relationship Id="rId15" Type="http://schemas.openxmlformats.org/officeDocument/2006/relationships/tags" Target="../tags/tag760.xml" /><Relationship Id="rId16" Type="http://schemas.openxmlformats.org/officeDocument/2006/relationships/tags" Target="../tags/tag761.xml" /><Relationship Id="rId17" Type="http://schemas.openxmlformats.org/officeDocument/2006/relationships/tags" Target="../tags/tag762.xml" /><Relationship Id="rId18" Type="http://schemas.openxmlformats.org/officeDocument/2006/relationships/tags" Target="../tags/tag763.xml" /><Relationship Id="rId19" Type="http://schemas.openxmlformats.org/officeDocument/2006/relationships/tags" Target="../tags/tag764.xml" /><Relationship Id="rId2" Type="http://schemas.openxmlformats.org/officeDocument/2006/relationships/tags" Target="../tags/tag749.xml" /><Relationship Id="rId20" Type="http://schemas.openxmlformats.org/officeDocument/2006/relationships/tags" Target="../tags/tag765.xml" /><Relationship Id="rId21" Type="http://schemas.openxmlformats.org/officeDocument/2006/relationships/tags" Target="../tags/tag766.xml" /><Relationship Id="rId22" Type="http://schemas.openxmlformats.org/officeDocument/2006/relationships/tags" Target="../tags/tag767.xml" /><Relationship Id="rId23" Type="http://schemas.openxmlformats.org/officeDocument/2006/relationships/tags" Target="../tags/tag768.xml" /><Relationship Id="rId24" Type="http://schemas.openxmlformats.org/officeDocument/2006/relationships/tags" Target="../tags/tag769.xml" /><Relationship Id="rId25" Type="http://schemas.openxmlformats.org/officeDocument/2006/relationships/tags" Target="../tags/tag770.xml" /><Relationship Id="rId26" Type="http://schemas.openxmlformats.org/officeDocument/2006/relationships/tags" Target="../tags/tag771.xml" /><Relationship Id="rId27" Type="http://schemas.openxmlformats.org/officeDocument/2006/relationships/tags" Target="../tags/tag772.xml" /><Relationship Id="rId28" Type="http://schemas.openxmlformats.org/officeDocument/2006/relationships/oleObject" Target="../embeddings/oleObject30.bin" TargetMode="Internal" /><Relationship Id="rId29" Type="http://schemas.openxmlformats.org/officeDocument/2006/relationships/image" Target="../media/image35.emf" /><Relationship Id="rId3" Type="http://schemas.openxmlformats.org/officeDocument/2006/relationships/tags" Target="../tags/tag750.xml" /><Relationship Id="rId30" Type="http://schemas.openxmlformats.org/officeDocument/2006/relationships/tags" Target="../tags/tag773.xml" /><Relationship Id="rId31" Type="http://schemas.openxmlformats.org/officeDocument/2006/relationships/oleObject" Target="../embeddings/oleObject31.bin" TargetMode="Internal" /><Relationship Id="rId32" Type="http://schemas.openxmlformats.org/officeDocument/2006/relationships/image" Target="../media/image36.emf" /><Relationship Id="rId33" Type="http://schemas.openxmlformats.org/officeDocument/2006/relationships/tags" Target="../tags/tag774.xml" /><Relationship Id="rId34" Type="http://schemas.openxmlformats.org/officeDocument/2006/relationships/tags" Target="../tags/tag775.xml" /><Relationship Id="rId35" Type="http://schemas.openxmlformats.org/officeDocument/2006/relationships/vmlDrawing" Target="../drawings/vmlDrawing9.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51.xml" /><Relationship Id="rId7" Type="http://schemas.openxmlformats.org/officeDocument/2006/relationships/tags" Target="../tags/tag752.xml" /><Relationship Id="rId8" Type="http://schemas.openxmlformats.org/officeDocument/2006/relationships/tags" Target="../tags/tag753.xml" /><Relationship Id="rId9" Type="http://schemas.openxmlformats.org/officeDocument/2006/relationships/tags" Target="../tags/tag754.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782.xml" /><Relationship Id="rId11" Type="http://schemas.openxmlformats.org/officeDocument/2006/relationships/tags" Target="../tags/tag783.xml" /><Relationship Id="rId12" Type="http://schemas.openxmlformats.org/officeDocument/2006/relationships/tags" Target="../tags/tag784.xml" /><Relationship Id="rId13" Type="http://schemas.openxmlformats.org/officeDocument/2006/relationships/tags" Target="../tags/tag785.xml" /><Relationship Id="rId14" Type="http://schemas.openxmlformats.org/officeDocument/2006/relationships/tags" Target="../tags/tag786.xml" /><Relationship Id="rId15" Type="http://schemas.openxmlformats.org/officeDocument/2006/relationships/tags" Target="../tags/tag787.xml" /><Relationship Id="rId16" Type="http://schemas.openxmlformats.org/officeDocument/2006/relationships/tags" Target="../tags/tag788.xml" /><Relationship Id="rId17" Type="http://schemas.openxmlformats.org/officeDocument/2006/relationships/tags" Target="../tags/tag789.xml" /><Relationship Id="rId18" Type="http://schemas.openxmlformats.org/officeDocument/2006/relationships/tags" Target="../tags/tag790.xml" /><Relationship Id="rId19" Type="http://schemas.openxmlformats.org/officeDocument/2006/relationships/tags" Target="../tags/tag791.xml" /><Relationship Id="rId2" Type="http://schemas.openxmlformats.org/officeDocument/2006/relationships/tags" Target="../tags/tag776.xml" /><Relationship Id="rId20" Type="http://schemas.openxmlformats.org/officeDocument/2006/relationships/tags" Target="../tags/tag792.xml" /><Relationship Id="rId21" Type="http://schemas.openxmlformats.org/officeDocument/2006/relationships/tags" Target="../tags/tag793.xml" /><Relationship Id="rId22" Type="http://schemas.openxmlformats.org/officeDocument/2006/relationships/tags" Target="../tags/tag794.xml" /><Relationship Id="rId23" Type="http://schemas.openxmlformats.org/officeDocument/2006/relationships/tags" Target="../tags/tag795.xml" /><Relationship Id="rId24" Type="http://schemas.openxmlformats.org/officeDocument/2006/relationships/tags" Target="../tags/tag796.xml" /><Relationship Id="rId25" Type="http://schemas.openxmlformats.org/officeDocument/2006/relationships/tags" Target="../tags/tag797.xml" /><Relationship Id="rId26" Type="http://schemas.openxmlformats.org/officeDocument/2006/relationships/tags" Target="../tags/tag798.xml" /><Relationship Id="rId27" Type="http://schemas.openxmlformats.org/officeDocument/2006/relationships/tags" Target="../tags/tag799.xml" /><Relationship Id="rId28" Type="http://schemas.openxmlformats.org/officeDocument/2006/relationships/oleObject" Target="../embeddings/oleObject32.bin" TargetMode="Internal" /><Relationship Id="rId29" Type="http://schemas.openxmlformats.org/officeDocument/2006/relationships/image" Target="../media/image37.emf" /><Relationship Id="rId3" Type="http://schemas.openxmlformats.org/officeDocument/2006/relationships/tags" Target="../tags/tag777.xml" /><Relationship Id="rId30" Type="http://schemas.openxmlformats.org/officeDocument/2006/relationships/tags" Target="../tags/tag800.xml" /><Relationship Id="rId31" Type="http://schemas.openxmlformats.org/officeDocument/2006/relationships/oleObject" Target="../embeddings/oleObject33.bin" TargetMode="Internal" /><Relationship Id="rId32" Type="http://schemas.openxmlformats.org/officeDocument/2006/relationships/image" Target="../media/image38.emf" /><Relationship Id="rId33" Type="http://schemas.openxmlformats.org/officeDocument/2006/relationships/tags" Target="../tags/tag801.xml" /><Relationship Id="rId34" Type="http://schemas.openxmlformats.org/officeDocument/2006/relationships/vmlDrawing" Target="../drawings/vmlDrawing10.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778.xml" /><Relationship Id="rId7" Type="http://schemas.openxmlformats.org/officeDocument/2006/relationships/tags" Target="../tags/tag779.xml" /><Relationship Id="rId8" Type="http://schemas.openxmlformats.org/officeDocument/2006/relationships/tags" Target="../tags/tag780.xml" /><Relationship Id="rId9" Type="http://schemas.openxmlformats.org/officeDocument/2006/relationships/tags" Target="../tags/tag781.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10.xml" /><Relationship Id="rId11" Type="http://schemas.openxmlformats.org/officeDocument/2006/relationships/tags" Target="../tags/tag811.xml" /><Relationship Id="rId12" Type="http://schemas.openxmlformats.org/officeDocument/2006/relationships/tags" Target="../tags/tag812.xml" /><Relationship Id="rId13" Type="http://schemas.openxmlformats.org/officeDocument/2006/relationships/tags" Target="../tags/tag813.xml" /><Relationship Id="rId14" Type="http://schemas.openxmlformats.org/officeDocument/2006/relationships/tags" Target="../tags/tag814.xml" /><Relationship Id="rId15" Type="http://schemas.openxmlformats.org/officeDocument/2006/relationships/tags" Target="../tags/tag815.xml" /><Relationship Id="rId16" Type="http://schemas.openxmlformats.org/officeDocument/2006/relationships/tags" Target="../tags/tag816.xml" /><Relationship Id="rId17" Type="http://schemas.openxmlformats.org/officeDocument/2006/relationships/tags" Target="../tags/tag817.xml" /><Relationship Id="rId18" Type="http://schemas.openxmlformats.org/officeDocument/2006/relationships/tags" Target="../tags/tag818.xml" /><Relationship Id="rId19" Type="http://schemas.openxmlformats.org/officeDocument/2006/relationships/tags" Target="../tags/tag819.xml" /><Relationship Id="rId2" Type="http://schemas.openxmlformats.org/officeDocument/2006/relationships/notesSlide" Target="../notesSlides/notesSlide4.xml" /><Relationship Id="rId20" Type="http://schemas.openxmlformats.org/officeDocument/2006/relationships/tags" Target="../tags/tag820.xml" /><Relationship Id="rId21" Type="http://schemas.openxmlformats.org/officeDocument/2006/relationships/tags" Target="../tags/tag821.xml" /><Relationship Id="rId22" Type="http://schemas.openxmlformats.org/officeDocument/2006/relationships/tags" Target="../tags/tag822.xml" /><Relationship Id="rId23" Type="http://schemas.openxmlformats.org/officeDocument/2006/relationships/tags" Target="../tags/tag823.xml" /><Relationship Id="rId24" Type="http://schemas.openxmlformats.org/officeDocument/2006/relationships/tags" Target="../tags/tag824.xml" /><Relationship Id="rId25" Type="http://schemas.openxmlformats.org/officeDocument/2006/relationships/tags" Target="../tags/tag825.xml" /><Relationship Id="rId26" Type="http://schemas.openxmlformats.org/officeDocument/2006/relationships/tags" Target="../tags/tag826.xml" /><Relationship Id="rId3" Type="http://schemas.openxmlformats.org/officeDocument/2006/relationships/tags" Target="../tags/tag805.xml" /><Relationship Id="rId4" Type="http://schemas.openxmlformats.org/officeDocument/2006/relationships/tags" Target="../tags/tag806.xml" /><Relationship Id="rId5" Type="http://schemas.openxmlformats.org/officeDocument/2006/relationships/image" Target="../media/image4.png" /><Relationship Id="rId6" Type="http://schemas.microsoft.com/office/2007/relationships/hdphoto" Target="../media/image5.wdp" /><Relationship Id="rId7" Type="http://schemas.openxmlformats.org/officeDocument/2006/relationships/tags" Target="../tags/tag807.xml" /><Relationship Id="rId8" Type="http://schemas.openxmlformats.org/officeDocument/2006/relationships/tags" Target="../tags/tag808.xml" /><Relationship Id="rId9" Type="http://schemas.openxmlformats.org/officeDocument/2006/relationships/tags" Target="../tags/tag809.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34.xml" /><Relationship Id="rId11" Type="http://schemas.openxmlformats.org/officeDocument/2006/relationships/tags" Target="../tags/tag835.xml" /><Relationship Id="rId12" Type="http://schemas.openxmlformats.org/officeDocument/2006/relationships/tags" Target="../tags/tag836.xml" /><Relationship Id="rId13" Type="http://schemas.openxmlformats.org/officeDocument/2006/relationships/tags" Target="../tags/tag837.xml" /><Relationship Id="rId14" Type="http://schemas.openxmlformats.org/officeDocument/2006/relationships/tags" Target="../tags/tag838.xml" /><Relationship Id="rId15" Type="http://schemas.openxmlformats.org/officeDocument/2006/relationships/tags" Target="../tags/tag839.xml" /><Relationship Id="rId16" Type="http://schemas.openxmlformats.org/officeDocument/2006/relationships/tags" Target="../tags/tag840.xml" /><Relationship Id="rId17" Type="http://schemas.openxmlformats.org/officeDocument/2006/relationships/tags" Target="../tags/tag841.xml" /><Relationship Id="rId18" Type="http://schemas.openxmlformats.org/officeDocument/2006/relationships/tags" Target="../tags/tag842.xml" /><Relationship Id="rId19" Type="http://schemas.openxmlformats.org/officeDocument/2006/relationships/tags" Target="../tags/tag843.xml" /><Relationship Id="rId2" Type="http://schemas.openxmlformats.org/officeDocument/2006/relationships/tags" Target="../tags/tag827.xml" /><Relationship Id="rId20" Type="http://schemas.openxmlformats.org/officeDocument/2006/relationships/tags" Target="../tags/tag844.xml" /><Relationship Id="rId21" Type="http://schemas.openxmlformats.org/officeDocument/2006/relationships/tags" Target="../tags/tag845.xml" /><Relationship Id="rId22" Type="http://schemas.openxmlformats.org/officeDocument/2006/relationships/tags" Target="../tags/tag846.xml" /><Relationship Id="rId23" Type="http://schemas.openxmlformats.org/officeDocument/2006/relationships/tags" Target="../tags/tag847.xml" /><Relationship Id="rId24" Type="http://schemas.openxmlformats.org/officeDocument/2006/relationships/tags" Target="../tags/tag848.xml" /><Relationship Id="rId25" Type="http://schemas.openxmlformats.org/officeDocument/2006/relationships/tags" Target="../tags/tag849.xml" /><Relationship Id="rId26" Type="http://schemas.openxmlformats.org/officeDocument/2006/relationships/tags" Target="../tags/tag850.xml" /><Relationship Id="rId27" Type="http://schemas.openxmlformats.org/officeDocument/2006/relationships/tags" Target="../tags/tag851.xml" /><Relationship Id="rId28" Type="http://schemas.openxmlformats.org/officeDocument/2006/relationships/tags" Target="../tags/tag852.xml" /><Relationship Id="rId29" Type="http://schemas.openxmlformats.org/officeDocument/2006/relationships/tags" Target="../tags/tag853.xml" /><Relationship Id="rId3" Type="http://schemas.openxmlformats.org/officeDocument/2006/relationships/tags" Target="../tags/tag828.xml" /><Relationship Id="rId30" Type="http://schemas.openxmlformats.org/officeDocument/2006/relationships/tags" Target="../tags/tag854.xml" /><Relationship Id="rId31" Type="http://schemas.openxmlformats.org/officeDocument/2006/relationships/tags" Target="../tags/tag855.xml" /><Relationship Id="rId32" Type="http://schemas.openxmlformats.org/officeDocument/2006/relationships/tags" Target="../tags/tag856.xml" /><Relationship Id="rId33" Type="http://schemas.openxmlformats.org/officeDocument/2006/relationships/tags" Target="../tags/tag857.xml" /><Relationship Id="rId34" Type="http://schemas.openxmlformats.org/officeDocument/2006/relationships/tags" Target="../tags/tag858.xml" /><Relationship Id="rId35" Type="http://schemas.openxmlformats.org/officeDocument/2006/relationships/tags" Target="../tags/tag859.xml" /><Relationship Id="rId36" Type="http://schemas.openxmlformats.org/officeDocument/2006/relationships/tags" Target="../tags/tag860.xml" /><Relationship Id="rId37" Type="http://schemas.openxmlformats.org/officeDocument/2006/relationships/tags" Target="../tags/tag861.xml" /><Relationship Id="rId38" Type="http://schemas.openxmlformats.org/officeDocument/2006/relationships/tags" Target="../tags/tag862.xml" /><Relationship Id="rId39" Type="http://schemas.openxmlformats.org/officeDocument/2006/relationships/tags" Target="../tags/tag863.xml" /><Relationship Id="rId4" Type="http://schemas.openxmlformats.org/officeDocument/2006/relationships/image" Target="../media/image7.jpeg" /><Relationship Id="rId40" Type="http://schemas.openxmlformats.org/officeDocument/2006/relationships/tags" Target="../tags/tag864.xml" /><Relationship Id="rId41" Type="http://schemas.openxmlformats.org/officeDocument/2006/relationships/tags" Target="../tags/tag865.xml" /><Relationship Id="rId42" Type="http://schemas.openxmlformats.org/officeDocument/2006/relationships/tags" Target="../tags/tag866.xml" /><Relationship Id="rId43" Type="http://schemas.openxmlformats.org/officeDocument/2006/relationships/tags" Target="../tags/tag867.xml" /><Relationship Id="rId5" Type="http://schemas.openxmlformats.org/officeDocument/2006/relationships/tags" Target="../tags/tag829.xml" /><Relationship Id="rId6" Type="http://schemas.openxmlformats.org/officeDocument/2006/relationships/tags" Target="../tags/tag830.xml" /><Relationship Id="rId7" Type="http://schemas.openxmlformats.org/officeDocument/2006/relationships/tags" Target="../tags/tag831.xml" /><Relationship Id="rId8" Type="http://schemas.openxmlformats.org/officeDocument/2006/relationships/tags" Target="../tags/tag832.xml" /><Relationship Id="rId9" Type="http://schemas.openxmlformats.org/officeDocument/2006/relationships/tags" Target="../tags/tag833.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874.xml" /><Relationship Id="rId11" Type="http://schemas.openxmlformats.org/officeDocument/2006/relationships/tags" Target="../tags/tag875.xml" /><Relationship Id="rId12" Type="http://schemas.openxmlformats.org/officeDocument/2006/relationships/tags" Target="../tags/tag876.xml" /><Relationship Id="rId13" Type="http://schemas.openxmlformats.org/officeDocument/2006/relationships/tags" Target="../tags/tag877.xml" /><Relationship Id="rId14" Type="http://schemas.openxmlformats.org/officeDocument/2006/relationships/tags" Target="../tags/tag878.xml" /><Relationship Id="rId15" Type="http://schemas.openxmlformats.org/officeDocument/2006/relationships/tags" Target="../tags/tag879.xml" /><Relationship Id="rId16" Type="http://schemas.openxmlformats.org/officeDocument/2006/relationships/tags" Target="../tags/tag880.xml" /><Relationship Id="rId17" Type="http://schemas.openxmlformats.org/officeDocument/2006/relationships/tags" Target="../tags/tag881.xml" /><Relationship Id="rId18" Type="http://schemas.openxmlformats.org/officeDocument/2006/relationships/tags" Target="../tags/tag882.xml" /><Relationship Id="rId19" Type="http://schemas.openxmlformats.org/officeDocument/2006/relationships/tags" Target="../tags/tag883.xml" /><Relationship Id="rId2" Type="http://schemas.openxmlformats.org/officeDocument/2006/relationships/tags" Target="../tags/tag868.xml" /><Relationship Id="rId20" Type="http://schemas.openxmlformats.org/officeDocument/2006/relationships/tags" Target="../tags/tag884.xml" /><Relationship Id="rId21" Type="http://schemas.openxmlformats.org/officeDocument/2006/relationships/tags" Target="../tags/tag885.xml" /><Relationship Id="rId22" Type="http://schemas.openxmlformats.org/officeDocument/2006/relationships/tags" Target="../tags/tag886.xml" /><Relationship Id="rId23" Type="http://schemas.openxmlformats.org/officeDocument/2006/relationships/tags" Target="../tags/tag887.xml" /><Relationship Id="rId24" Type="http://schemas.openxmlformats.org/officeDocument/2006/relationships/tags" Target="../tags/tag888.xml" /><Relationship Id="rId25" Type="http://schemas.openxmlformats.org/officeDocument/2006/relationships/tags" Target="../tags/tag889.xml" /><Relationship Id="rId26" Type="http://schemas.openxmlformats.org/officeDocument/2006/relationships/tags" Target="../tags/tag890.xml" /><Relationship Id="rId27" Type="http://schemas.openxmlformats.org/officeDocument/2006/relationships/tags" Target="../tags/tag891.xml" /><Relationship Id="rId28" Type="http://schemas.openxmlformats.org/officeDocument/2006/relationships/tags" Target="../tags/tag892.xml" /><Relationship Id="rId29" Type="http://schemas.openxmlformats.org/officeDocument/2006/relationships/tags" Target="../tags/tag893.xml" /><Relationship Id="rId3" Type="http://schemas.openxmlformats.org/officeDocument/2006/relationships/tags" Target="../tags/tag869.xml" /><Relationship Id="rId30" Type="http://schemas.openxmlformats.org/officeDocument/2006/relationships/oleObject" Target="../embeddings/oleObject34.bin" TargetMode="Internal" /><Relationship Id="rId31" Type="http://schemas.openxmlformats.org/officeDocument/2006/relationships/image" Target="../media/image32.wmf" /><Relationship Id="rId32" Type="http://schemas.openxmlformats.org/officeDocument/2006/relationships/tags" Target="../tags/tag894.xml" /><Relationship Id="rId33" Type="http://schemas.openxmlformats.org/officeDocument/2006/relationships/oleObject" Target="../embeddings/oleObject35.bin" TargetMode="Internal" /><Relationship Id="rId34" Type="http://schemas.openxmlformats.org/officeDocument/2006/relationships/image" Target="../media/image29.wmf" /><Relationship Id="rId35" Type="http://schemas.openxmlformats.org/officeDocument/2006/relationships/tags" Target="../tags/tag895.xml" /><Relationship Id="rId36" Type="http://schemas.openxmlformats.org/officeDocument/2006/relationships/tags" Target="../tags/tag896.xml" /><Relationship Id="rId37" Type="http://schemas.openxmlformats.org/officeDocument/2006/relationships/tags" Target="../tags/tag897.xml" /><Relationship Id="rId38" Type="http://schemas.openxmlformats.org/officeDocument/2006/relationships/oleObject" Target="../embeddings/oleObject36.bin" TargetMode="Internal" /><Relationship Id="rId39" Type="http://schemas.openxmlformats.org/officeDocument/2006/relationships/vmlDrawing" Target="../drawings/vmlDrawing11.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870.xml" /><Relationship Id="rId7" Type="http://schemas.openxmlformats.org/officeDocument/2006/relationships/tags" Target="../tags/tag871.xml" /><Relationship Id="rId8" Type="http://schemas.openxmlformats.org/officeDocument/2006/relationships/tags" Target="../tags/tag872.xml" /><Relationship Id="rId9" Type="http://schemas.openxmlformats.org/officeDocument/2006/relationships/tags" Target="../tags/tag873.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04.xml" /><Relationship Id="rId11" Type="http://schemas.openxmlformats.org/officeDocument/2006/relationships/tags" Target="../tags/tag905.xml" /><Relationship Id="rId12" Type="http://schemas.openxmlformats.org/officeDocument/2006/relationships/tags" Target="../tags/tag906.xml" /><Relationship Id="rId13" Type="http://schemas.openxmlformats.org/officeDocument/2006/relationships/tags" Target="../tags/tag907.xml" /><Relationship Id="rId14" Type="http://schemas.openxmlformats.org/officeDocument/2006/relationships/tags" Target="../tags/tag908.xml" /><Relationship Id="rId15" Type="http://schemas.openxmlformats.org/officeDocument/2006/relationships/tags" Target="../tags/tag909.xml" /><Relationship Id="rId16" Type="http://schemas.openxmlformats.org/officeDocument/2006/relationships/tags" Target="../tags/tag910.xml" /><Relationship Id="rId17" Type="http://schemas.openxmlformats.org/officeDocument/2006/relationships/tags" Target="../tags/tag911.xml" /><Relationship Id="rId18" Type="http://schemas.openxmlformats.org/officeDocument/2006/relationships/tags" Target="../tags/tag912.xml" /><Relationship Id="rId19" Type="http://schemas.openxmlformats.org/officeDocument/2006/relationships/tags" Target="../tags/tag913.xml" /><Relationship Id="rId2" Type="http://schemas.openxmlformats.org/officeDocument/2006/relationships/tags" Target="../tags/tag898.xml" /><Relationship Id="rId20" Type="http://schemas.openxmlformats.org/officeDocument/2006/relationships/tags" Target="../tags/tag914.xml" /><Relationship Id="rId21" Type="http://schemas.openxmlformats.org/officeDocument/2006/relationships/tags" Target="../tags/tag915.xml" /><Relationship Id="rId22" Type="http://schemas.openxmlformats.org/officeDocument/2006/relationships/tags" Target="../tags/tag916.xml" /><Relationship Id="rId23" Type="http://schemas.openxmlformats.org/officeDocument/2006/relationships/tags" Target="../tags/tag917.xml" /><Relationship Id="rId24" Type="http://schemas.openxmlformats.org/officeDocument/2006/relationships/image" Target="../media/image39.png" /><Relationship Id="rId25" Type="http://schemas.openxmlformats.org/officeDocument/2006/relationships/tags" Target="../tags/tag918.xml" /><Relationship Id="rId3" Type="http://schemas.openxmlformats.org/officeDocument/2006/relationships/tags" Target="../tags/tag899.x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900.xml" /><Relationship Id="rId7" Type="http://schemas.openxmlformats.org/officeDocument/2006/relationships/tags" Target="../tags/tag901.xml" /><Relationship Id="rId8" Type="http://schemas.openxmlformats.org/officeDocument/2006/relationships/tags" Target="../tags/tag902.xml" /><Relationship Id="rId9" Type="http://schemas.openxmlformats.org/officeDocument/2006/relationships/tags" Target="../tags/tag903.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26.xml" /><Relationship Id="rId11" Type="http://schemas.openxmlformats.org/officeDocument/2006/relationships/tags" Target="../tags/tag927.xml" /><Relationship Id="rId12" Type="http://schemas.openxmlformats.org/officeDocument/2006/relationships/tags" Target="../tags/tag928.xml" /><Relationship Id="rId13" Type="http://schemas.openxmlformats.org/officeDocument/2006/relationships/tags" Target="../tags/tag929.xml" /><Relationship Id="rId14" Type="http://schemas.openxmlformats.org/officeDocument/2006/relationships/tags" Target="../tags/tag930.xml" /><Relationship Id="rId15" Type="http://schemas.openxmlformats.org/officeDocument/2006/relationships/tags" Target="../tags/tag931.xml" /><Relationship Id="rId16" Type="http://schemas.openxmlformats.org/officeDocument/2006/relationships/tags" Target="../tags/tag932.xml" /><Relationship Id="rId17" Type="http://schemas.openxmlformats.org/officeDocument/2006/relationships/tags" Target="../tags/tag933.xml" /><Relationship Id="rId18" Type="http://schemas.openxmlformats.org/officeDocument/2006/relationships/tags" Target="../tags/tag934.xml" /><Relationship Id="rId19" Type="http://schemas.openxmlformats.org/officeDocument/2006/relationships/tags" Target="../tags/tag935.xml" /><Relationship Id="rId2" Type="http://schemas.openxmlformats.org/officeDocument/2006/relationships/tags" Target="../tags/tag919.xml" /><Relationship Id="rId20" Type="http://schemas.openxmlformats.org/officeDocument/2006/relationships/tags" Target="../tags/tag936.xml" /><Relationship Id="rId21" Type="http://schemas.openxmlformats.org/officeDocument/2006/relationships/tags" Target="../tags/tag937.xml" /><Relationship Id="rId22" Type="http://schemas.openxmlformats.org/officeDocument/2006/relationships/tags" Target="../tags/tag938.xml" /><Relationship Id="rId23" Type="http://schemas.openxmlformats.org/officeDocument/2006/relationships/tags" Target="../tags/tag939.xml" /><Relationship Id="rId24" Type="http://schemas.openxmlformats.org/officeDocument/2006/relationships/tags" Target="../tags/tag940.xml" /><Relationship Id="rId25" Type="http://schemas.openxmlformats.org/officeDocument/2006/relationships/tags" Target="../tags/tag941.xml" /><Relationship Id="rId26" Type="http://schemas.openxmlformats.org/officeDocument/2006/relationships/tags" Target="../tags/tag942.xml" /><Relationship Id="rId27" Type="http://schemas.openxmlformats.org/officeDocument/2006/relationships/tags" Target="../tags/tag943.xml" /><Relationship Id="rId28" Type="http://schemas.openxmlformats.org/officeDocument/2006/relationships/tags" Target="../tags/tag944.xml" /><Relationship Id="rId29" Type="http://schemas.openxmlformats.org/officeDocument/2006/relationships/tags" Target="../tags/tag945.xml" /><Relationship Id="rId3" Type="http://schemas.openxmlformats.org/officeDocument/2006/relationships/tags" Target="../tags/tag920.xml" /><Relationship Id="rId30" Type="http://schemas.openxmlformats.org/officeDocument/2006/relationships/tags" Target="../tags/tag946.xml" /><Relationship Id="rId31" Type="http://schemas.openxmlformats.org/officeDocument/2006/relationships/tags" Target="../tags/tag947.xml" /><Relationship Id="rId32" Type="http://schemas.openxmlformats.org/officeDocument/2006/relationships/tags" Target="../tags/tag948.xml" /><Relationship Id="rId33" Type="http://schemas.openxmlformats.org/officeDocument/2006/relationships/tags" Target="../tags/tag949.xml" /><Relationship Id="rId34" Type="http://schemas.openxmlformats.org/officeDocument/2006/relationships/tags" Target="../tags/tag950.xml" /><Relationship Id="rId35" Type="http://schemas.openxmlformats.org/officeDocument/2006/relationships/tags" Target="../tags/tag951.xml" /><Relationship Id="rId36" Type="http://schemas.openxmlformats.org/officeDocument/2006/relationships/tags" Target="../tags/tag952.xml" /><Relationship Id="rId37" Type="http://schemas.openxmlformats.org/officeDocument/2006/relationships/tags" Target="../tags/tag953.xml" /><Relationship Id="rId38" Type="http://schemas.openxmlformats.org/officeDocument/2006/relationships/tags" Target="../tags/tag954.xml" /><Relationship Id="rId39" Type="http://schemas.openxmlformats.org/officeDocument/2006/relationships/tags" Target="../tags/tag955.xml" /><Relationship Id="rId4" Type="http://schemas.openxmlformats.org/officeDocument/2006/relationships/image" Target="../media/image7.jpeg" /><Relationship Id="rId40" Type="http://schemas.openxmlformats.org/officeDocument/2006/relationships/tags" Target="../tags/tag956.xml" /><Relationship Id="rId41" Type="http://schemas.openxmlformats.org/officeDocument/2006/relationships/tags" Target="../tags/tag957.xml" /><Relationship Id="rId42" Type="http://schemas.openxmlformats.org/officeDocument/2006/relationships/tags" Target="../tags/tag958.xml" /><Relationship Id="rId43" Type="http://schemas.openxmlformats.org/officeDocument/2006/relationships/tags" Target="../tags/tag959.xml" /><Relationship Id="rId5" Type="http://schemas.openxmlformats.org/officeDocument/2006/relationships/tags" Target="../tags/tag921.xml" /><Relationship Id="rId6" Type="http://schemas.openxmlformats.org/officeDocument/2006/relationships/tags" Target="../tags/tag922.xml" /><Relationship Id="rId7" Type="http://schemas.openxmlformats.org/officeDocument/2006/relationships/tags" Target="../tags/tag923.xml" /><Relationship Id="rId8" Type="http://schemas.openxmlformats.org/officeDocument/2006/relationships/tags" Target="../tags/tag924.xml" /><Relationship Id="rId9" Type="http://schemas.openxmlformats.org/officeDocument/2006/relationships/tags" Target="../tags/tag925.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66.xml" /><Relationship Id="rId11" Type="http://schemas.openxmlformats.org/officeDocument/2006/relationships/tags" Target="../tags/tag967.xml" /><Relationship Id="rId12" Type="http://schemas.openxmlformats.org/officeDocument/2006/relationships/tags" Target="../tags/tag968.xml" /><Relationship Id="rId13" Type="http://schemas.openxmlformats.org/officeDocument/2006/relationships/tags" Target="../tags/tag969.xml" /><Relationship Id="rId14" Type="http://schemas.openxmlformats.org/officeDocument/2006/relationships/tags" Target="../tags/tag970.xml" /><Relationship Id="rId15" Type="http://schemas.openxmlformats.org/officeDocument/2006/relationships/tags" Target="../tags/tag971.xml" /><Relationship Id="rId16" Type="http://schemas.openxmlformats.org/officeDocument/2006/relationships/tags" Target="../tags/tag972.xml" /><Relationship Id="rId17" Type="http://schemas.openxmlformats.org/officeDocument/2006/relationships/tags" Target="../tags/tag973.xml" /><Relationship Id="rId18" Type="http://schemas.openxmlformats.org/officeDocument/2006/relationships/tags" Target="../tags/tag974.xml" /><Relationship Id="rId19" Type="http://schemas.openxmlformats.org/officeDocument/2006/relationships/tags" Target="../tags/tag975.xml" /><Relationship Id="rId2" Type="http://schemas.openxmlformats.org/officeDocument/2006/relationships/tags" Target="../tags/tag960.xml" /><Relationship Id="rId20" Type="http://schemas.openxmlformats.org/officeDocument/2006/relationships/tags" Target="../tags/tag976.xml" /><Relationship Id="rId21" Type="http://schemas.openxmlformats.org/officeDocument/2006/relationships/tags" Target="../tags/tag977.xml" /><Relationship Id="rId22" Type="http://schemas.openxmlformats.org/officeDocument/2006/relationships/tags" Target="../tags/tag978.xml" /><Relationship Id="rId23" Type="http://schemas.openxmlformats.org/officeDocument/2006/relationships/tags" Target="../tags/tag979.xml" /><Relationship Id="rId24" Type="http://schemas.openxmlformats.org/officeDocument/2006/relationships/tags" Target="../tags/tag980.xml" /><Relationship Id="rId25" Type="http://schemas.openxmlformats.org/officeDocument/2006/relationships/oleObject" Target="../embeddings/oleObject37.bin" TargetMode="Internal" /><Relationship Id="rId26" Type="http://schemas.openxmlformats.org/officeDocument/2006/relationships/image" Target="../media/image40.wmf" /><Relationship Id="rId27" Type="http://schemas.openxmlformats.org/officeDocument/2006/relationships/tags" Target="../tags/tag981.xml" /><Relationship Id="rId28" Type="http://schemas.openxmlformats.org/officeDocument/2006/relationships/oleObject" Target="../embeddings/oleObject38.bin" TargetMode="Internal" /><Relationship Id="rId29" Type="http://schemas.openxmlformats.org/officeDocument/2006/relationships/image" Target="../media/image41.wmf" /><Relationship Id="rId3" Type="http://schemas.openxmlformats.org/officeDocument/2006/relationships/tags" Target="../tags/tag961.xml" /><Relationship Id="rId30" Type="http://schemas.openxmlformats.org/officeDocument/2006/relationships/tags" Target="../tags/tag982.xml" /><Relationship Id="rId31" Type="http://schemas.openxmlformats.org/officeDocument/2006/relationships/oleObject" Target="../embeddings/oleObject39.bin" TargetMode="Internal" /><Relationship Id="rId32" Type="http://schemas.openxmlformats.org/officeDocument/2006/relationships/image" Target="../media/image42.wmf" /><Relationship Id="rId33" Type="http://schemas.openxmlformats.org/officeDocument/2006/relationships/tags" Target="../tags/tag983.xml" /><Relationship Id="rId34" Type="http://schemas.openxmlformats.org/officeDocument/2006/relationships/tags" Target="../tags/tag984.xml" /><Relationship Id="rId35" Type="http://schemas.openxmlformats.org/officeDocument/2006/relationships/oleObject" Target="../embeddings/oleObject40.bin" TargetMode="Internal" /><Relationship Id="rId36" Type="http://schemas.openxmlformats.org/officeDocument/2006/relationships/image" Target="../media/image43.wmf" /><Relationship Id="rId37" Type="http://schemas.openxmlformats.org/officeDocument/2006/relationships/tags" Target="../tags/tag985.xml" /><Relationship Id="rId38" Type="http://schemas.openxmlformats.org/officeDocument/2006/relationships/oleObject" Target="../embeddings/oleObject41.bin" TargetMode="Internal" /><Relationship Id="rId39" Type="http://schemas.openxmlformats.org/officeDocument/2006/relationships/image" Target="../media/image44.wmf" /><Relationship Id="rId4" Type="http://schemas.openxmlformats.org/officeDocument/2006/relationships/image" Target="../media/image4.png" /><Relationship Id="rId40" Type="http://schemas.openxmlformats.org/officeDocument/2006/relationships/tags" Target="../tags/tag986.xml" /><Relationship Id="rId41" Type="http://schemas.openxmlformats.org/officeDocument/2006/relationships/oleObject" Target="../embeddings/oleObject42.bin" TargetMode="Internal" /><Relationship Id="rId42" Type="http://schemas.openxmlformats.org/officeDocument/2006/relationships/image" Target="../media/image45.wmf" /><Relationship Id="rId43" Type="http://schemas.openxmlformats.org/officeDocument/2006/relationships/vmlDrawing" Target="../drawings/vmlDrawing12.vml" /><Relationship Id="rId5" Type="http://schemas.microsoft.com/office/2007/relationships/hdphoto" Target="../media/image5.wdp" /><Relationship Id="rId6" Type="http://schemas.openxmlformats.org/officeDocument/2006/relationships/tags" Target="../tags/tag962.xml" /><Relationship Id="rId7" Type="http://schemas.openxmlformats.org/officeDocument/2006/relationships/tags" Target="../tags/tag963.xml" /><Relationship Id="rId8" Type="http://schemas.openxmlformats.org/officeDocument/2006/relationships/tags" Target="../tags/tag964.xml" /><Relationship Id="rId9" Type="http://schemas.openxmlformats.org/officeDocument/2006/relationships/tags" Target="../tags/tag965.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993.xml" /><Relationship Id="rId11" Type="http://schemas.openxmlformats.org/officeDocument/2006/relationships/tags" Target="../tags/tag994.xml" /><Relationship Id="rId12" Type="http://schemas.openxmlformats.org/officeDocument/2006/relationships/tags" Target="../tags/tag995.xml" /><Relationship Id="rId13" Type="http://schemas.openxmlformats.org/officeDocument/2006/relationships/tags" Target="../tags/tag996.xml" /><Relationship Id="rId14" Type="http://schemas.openxmlformats.org/officeDocument/2006/relationships/tags" Target="../tags/tag997.xml" /><Relationship Id="rId15" Type="http://schemas.openxmlformats.org/officeDocument/2006/relationships/tags" Target="../tags/tag998.xml" /><Relationship Id="rId16" Type="http://schemas.openxmlformats.org/officeDocument/2006/relationships/tags" Target="../tags/tag999.xml" /><Relationship Id="rId17" Type="http://schemas.openxmlformats.org/officeDocument/2006/relationships/tags" Target="../tags/tag1000.xml" /><Relationship Id="rId18" Type="http://schemas.openxmlformats.org/officeDocument/2006/relationships/tags" Target="../tags/tag1001.xml" /><Relationship Id="rId19" Type="http://schemas.openxmlformats.org/officeDocument/2006/relationships/tags" Target="../tags/tag1002.xml" /><Relationship Id="rId2" Type="http://schemas.openxmlformats.org/officeDocument/2006/relationships/tags" Target="../tags/tag987.xml" /><Relationship Id="rId20" Type="http://schemas.openxmlformats.org/officeDocument/2006/relationships/tags" Target="../tags/tag1003.xml" /><Relationship Id="rId21" Type="http://schemas.openxmlformats.org/officeDocument/2006/relationships/tags" Target="../tags/tag1004.xml" /><Relationship Id="rId22" Type="http://schemas.openxmlformats.org/officeDocument/2006/relationships/tags" Target="../tags/tag1005.xml" /><Relationship Id="rId23" Type="http://schemas.openxmlformats.org/officeDocument/2006/relationships/tags" Target="../tags/tag1006.xml" /><Relationship Id="rId24" Type="http://schemas.openxmlformats.org/officeDocument/2006/relationships/tags" Target="../tags/tag1007.xml" /><Relationship Id="rId25" Type="http://schemas.openxmlformats.org/officeDocument/2006/relationships/oleObject" Target="../embeddings/oleObject43.bin" TargetMode="Internal" /><Relationship Id="rId26" Type="http://schemas.openxmlformats.org/officeDocument/2006/relationships/image" Target="../media/image46.wmf" /><Relationship Id="rId27" Type="http://schemas.openxmlformats.org/officeDocument/2006/relationships/tags" Target="../tags/tag1008.xml" /><Relationship Id="rId28" Type="http://schemas.openxmlformats.org/officeDocument/2006/relationships/tags" Target="../tags/tag1009.xml" /><Relationship Id="rId29" Type="http://schemas.openxmlformats.org/officeDocument/2006/relationships/oleObject" Target="../embeddings/oleObject44.bin" TargetMode="Internal" /><Relationship Id="rId3" Type="http://schemas.openxmlformats.org/officeDocument/2006/relationships/tags" Target="../tags/tag988.xml" /><Relationship Id="rId30" Type="http://schemas.openxmlformats.org/officeDocument/2006/relationships/image" Target="../media/image47.wmf" /><Relationship Id="rId31" Type="http://schemas.openxmlformats.org/officeDocument/2006/relationships/tags" Target="../tags/tag1010.xml" /><Relationship Id="rId32" Type="http://schemas.openxmlformats.org/officeDocument/2006/relationships/tags" Target="../tags/tag1011.xml" /><Relationship Id="rId33" Type="http://schemas.openxmlformats.org/officeDocument/2006/relationships/oleObject" Target="../embeddings/oleObject45.bin" TargetMode="Internal" /><Relationship Id="rId34" Type="http://schemas.openxmlformats.org/officeDocument/2006/relationships/image" Target="../media/image48.wmf" /><Relationship Id="rId35" Type="http://schemas.openxmlformats.org/officeDocument/2006/relationships/tags" Target="../tags/tag1012.xml" /><Relationship Id="rId36" Type="http://schemas.openxmlformats.org/officeDocument/2006/relationships/oleObject" Target="../embeddings/oleObject46.bin" TargetMode="Internal" /><Relationship Id="rId37" Type="http://schemas.openxmlformats.org/officeDocument/2006/relationships/image" Target="../media/image49.wmf" /><Relationship Id="rId38" Type="http://schemas.openxmlformats.org/officeDocument/2006/relationships/vmlDrawing" Target="../drawings/vmlDrawing13.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989.xml" /><Relationship Id="rId7" Type="http://schemas.openxmlformats.org/officeDocument/2006/relationships/tags" Target="../tags/tag990.xml" /><Relationship Id="rId8" Type="http://schemas.openxmlformats.org/officeDocument/2006/relationships/tags" Target="../tags/tag991.xml" /><Relationship Id="rId9" Type="http://schemas.openxmlformats.org/officeDocument/2006/relationships/tags" Target="../tags/tag992.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019.xml" /><Relationship Id="rId11" Type="http://schemas.openxmlformats.org/officeDocument/2006/relationships/tags" Target="../tags/tag1020.xml" /><Relationship Id="rId12" Type="http://schemas.openxmlformats.org/officeDocument/2006/relationships/tags" Target="../tags/tag1021.xml" /><Relationship Id="rId13" Type="http://schemas.openxmlformats.org/officeDocument/2006/relationships/tags" Target="../tags/tag1022.xml" /><Relationship Id="rId14" Type="http://schemas.openxmlformats.org/officeDocument/2006/relationships/tags" Target="../tags/tag1023.xml" /><Relationship Id="rId15" Type="http://schemas.openxmlformats.org/officeDocument/2006/relationships/tags" Target="../tags/tag1024.xml" /><Relationship Id="rId16" Type="http://schemas.openxmlformats.org/officeDocument/2006/relationships/tags" Target="../tags/tag1025.xml" /><Relationship Id="rId17" Type="http://schemas.openxmlformats.org/officeDocument/2006/relationships/tags" Target="../tags/tag1026.xml" /><Relationship Id="rId18" Type="http://schemas.openxmlformats.org/officeDocument/2006/relationships/tags" Target="../tags/tag1027.xml" /><Relationship Id="rId19" Type="http://schemas.openxmlformats.org/officeDocument/2006/relationships/tags" Target="../tags/tag1028.xml" /><Relationship Id="rId2" Type="http://schemas.openxmlformats.org/officeDocument/2006/relationships/tags" Target="../tags/tag1013.xml" /><Relationship Id="rId20" Type="http://schemas.openxmlformats.org/officeDocument/2006/relationships/tags" Target="../tags/tag1029.xml" /><Relationship Id="rId21" Type="http://schemas.openxmlformats.org/officeDocument/2006/relationships/tags" Target="../tags/tag1030.xml" /><Relationship Id="rId22" Type="http://schemas.openxmlformats.org/officeDocument/2006/relationships/tags" Target="../tags/tag1031.xml" /><Relationship Id="rId23" Type="http://schemas.openxmlformats.org/officeDocument/2006/relationships/tags" Target="../tags/tag1032.xml" /><Relationship Id="rId24" Type="http://schemas.openxmlformats.org/officeDocument/2006/relationships/tags" Target="../tags/tag1033.xml" /><Relationship Id="rId25" Type="http://schemas.openxmlformats.org/officeDocument/2006/relationships/oleObject" Target="../embeddings/oleObject47.bin" TargetMode="Internal" /><Relationship Id="rId26" Type="http://schemas.openxmlformats.org/officeDocument/2006/relationships/image" Target="../media/image50.wmf" /><Relationship Id="rId27" Type="http://schemas.openxmlformats.org/officeDocument/2006/relationships/tags" Target="../tags/tag1034.xml" /><Relationship Id="rId28" Type="http://schemas.openxmlformats.org/officeDocument/2006/relationships/oleObject" Target="../embeddings/oleObject48.bin" TargetMode="Internal" /><Relationship Id="rId29" Type="http://schemas.openxmlformats.org/officeDocument/2006/relationships/image" Target="../media/image51.wmf" /><Relationship Id="rId3" Type="http://schemas.openxmlformats.org/officeDocument/2006/relationships/tags" Target="../tags/tag1014.xml" /><Relationship Id="rId30" Type="http://schemas.openxmlformats.org/officeDocument/2006/relationships/tags" Target="../tags/tag1035.xml" /><Relationship Id="rId31" Type="http://schemas.openxmlformats.org/officeDocument/2006/relationships/oleObject" Target="../embeddings/oleObject49.bin" TargetMode="Internal" /><Relationship Id="rId32" Type="http://schemas.openxmlformats.org/officeDocument/2006/relationships/image" Target="../media/image52.wmf" /><Relationship Id="rId33" Type="http://schemas.openxmlformats.org/officeDocument/2006/relationships/tags" Target="../tags/tag1036.xml" /><Relationship Id="rId34" Type="http://schemas.openxmlformats.org/officeDocument/2006/relationships/oleObject" Target="../embeddings/oleObject50.bin" TargetMode="Internal" /><Relationship Id="rId35" Type="http://schemas.openxmlformats.org/officeDocument/2006/relationships/image" Target="../media/image53.wmf" /><Relationship Id="rId36" Type="http://schemas.openxmlformats.org/officeDocument/2006/relationships/tags" Target="../tags/tag1037.xml" /><Relationship Id="rId37" Type="http://schemas.openxmlformats.org/officeDocument/2006/relationships/oleObject" Target="../embeddings/oleObject51.bin" TargetMode="Internal" /><Relationship Id="rId38" Type="http://schemas.openxmlformats.org/officeDocument/2006/relationships/image" Target="../media/image54.wmf" /><Relationship Id="rId39" Type="http://schemas.openxmlformats.org/officeDocument/2006/relationships/vmlDrawing" Target="../drawings/vmlDrawing14.vml" /><Relationship Id="rId4" Type="http://schemas.openxmlformats.org/officeDocument/2006/relationships/image" Target="../media/image4.png" /><Relationship Id="rId5" Type="http://schemas.microsoft.com/office/2007/relationships/hdphoto" Target="../media/image5.wdp" /><Relationship Id="rId6" Type="http://schemas.openxmlformats.org/officeDocument/2006/relationships/tags" Target="../tags/tag1015.xml" /><Relationship Id="rId7" Type="http://schemas.openxmlformats.org/officeDocument/2006/relationships/tags" Target="../tags/tag1016.xml" /><Relationship Id="rId8" Type="http://schemas.openxmlformats.org/officeDocument/2006/relationships/tags" Target="../tags/tag1017.xml" /><Relationship Id="rId9" Type="http://schemas.openxmlformats.org/officeDocument/2006/relationships/tags" Target="../tags/tag1018.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tags" Target="../tags/tag1045.xml" /><Relationship Id="rId11" Type="http://schemas.openxmlformats.org/officeDocument/2006/relationships/tags" Target="../tags/tag1046.xml" /><Relationship Id="rId12" Type="http://schemas.openxmlformats.org/officeDocument/2006/relationships/tags" Target="../tags/tag1047.xml" /><Relationship Id="rId13" Type="http://schemas.openxmlformats.org/officeDocument/2006/relationships/tags" Target="../tags/tag1048.xml" /><Relationship Id="rId14" Type="http://schemas.openxmlformats.org/officeDocument/2006/relationships/tags" Target="../tags/tag1049.xml" /><Relationship Id="rId15" Type="http://schemas.openxmlformats.org/officeDocument/2006/relationships/tags" Target="../tags/tag1050.xml" /><Relationship Id="rId16" Type="http://schemas.openxmlformats.org/officeDocument/2006/relationships/tags" Target="../tags/tag1051.xml" /><Relationship Id="rId17" Type="http://schemas.openxmlformats.org/officeDocument/2006/relationships/tags" Target="../tags/tag1052.xml" /><Relationship Id="rId18" Type="http://schemas.openxmlformats.org/officeDocument/2006/relationships/tags" Target="../tags/tag1053.xml" /><Relationship Id="rId19" Type="http://schemas.openxmlformats.org/officeDocument/2006/relationships/tags" Target="../tags/tag1054.xml" /><Relationship Id="rId2" Type="http://schemas.openxmlformats.org/officeDocument/2006/relationships/tags" Target="../tags/tag1038.xml" /><Relationship Id="rId20" Type="http://schemas.openxmlformats.org/officeDocument/2006/relationships/tags" Target="../tags/tag1055.xml" /><Relationship Id="rId21" Type="http://schemas.openxmlformats.org/officeDocument/2006/relationships/tags" Target="../tags/tag1056.xml" /><Relationship Id="rId22" Type="http://schemas.openxmlformats.org/officeDocument/2006/relationships/tags" Target="../tags/tag1057.xml" /><Relationship Id="rId23" Type="http://schemas.openxmlformats.org/officeDocument/2006/relationships/image" Target="../media/image3.png" /><Relationship Id="rId24" Type="http://schemas.openxmlformats.org/officeDocument/2006/relationships/tags" Target="../tags/tag1058.xml" /><Relationship Id="rId25" Type="http://schemas.openxmlformats.org/officeDocument/2006/relationships/tags" Target="../tags/tag1059.xml" /><Relationship Id="rId26" Type="http://schemas.openxmlformats.org/officeDocument/2006/relationships/tags" Target="../tags/tag1060.xml" /><Relationship Id="rId27" Type="http://schemas.openxmlformats.org/officeDocument/2006/relationships/tags" Target="../tags/tag1061.xml" /><Relationship Id="rId3" Type="http://schemas.openxmlformats.org/officeDocument/2006/relationships/image" Target="../media/image2.jpeg" /><Relationship Id="rId4" Type="http://schemas.openxmlformats.org/officeDocument/2006/relationships/tags" Target="../tags/tag1039.xml" /><Relationship Id="rId5" Type="http://schemas.openxmlformats.org/officeDocument/2006/relationships/tags" Target="../tags/tag1040.xml" /><Relationship Id="rId6" Type="http://schemas.openxmlformats.org/officeDocument/2006/relationships/tags" Target="../tags/tag1041.xml" /><Relationship Id="rId7" Type="http://schemas.openxmlformats.org/officeDocument/2006/relationships/tags" Target="../tags/tag1042.xml" /><Relationship Id="rId8" Type="http://schemas.openxmlformats.org/officeDocument/2006/relationships/tags" Target="../tags/tag1043.xml" /><Relationship Id="rId9" Type="http://schemas.openxmlformats.org/officeDocument/2006/relationships/tags" Target="../tags/tag104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title=""/>
          <p:cNvSpPr txBox="1"/>
          <p:nvPr>
            <p:custDataLst>
              <p:tags r:id="rId8"/>
            </p:custDataLst>
          </p:nvPr>
        </p:nvSpPr>
        <p:spPr>
          <a:xfrm>
            <a:off x="0" y="2034540"/>
            <a:ext cx="12191365" cy="1677670"/>
          </a:xfrm>
          <a:prstGeom prst="rect">
            <a:avLst/>
          </a:prstGeom>
          <a:noFill/>
        </p:spPr>
        <p:txBody>
          <a:bodyPr wrap="square" rtlCol="0">
            <a:noAutofit/>
          </a:bodyPr>
          <a:lstStyle/>
          <a:p>
            <a:pPr algn="ctr"/>
            <a:r>
              <a:rPr lang="zh-CN" altLang="en-US" sz="4800" b="1">
                <a:latin typeface="微软雅黑" panose="020b0503020204020204" charset="-122"/>
                <a:ea typeface="微软雅黑" panose="020b0503020204020204" charset="-122"/>
                <a:cs typeface="微软雅黑" panose="020b0503020204020204" charset="-122"/>
              </a:rPr>
              <a:t>第</a:t>
            </a:r>
            <a:r>
              <a:rPr lang="en-US" altLang="zh-CN" sz="4800" b="1">
                <a:latin typeface="微软雅黑" panose="020b0503020204020204" charset="-122"/>
                <a:ea typeface="微软雅黑" panose="020b0503020204020204" charset="-122"/>
                <a:cs typeface="微软雅黑" panose="020b0503020204020204" charset="-122"/>
              </a:rPr>
              <a:t> </a:t>
            </a:r>
            <a:r>
              <a:rPr lang="en-US" altLang="zh-CN" sz="4800" b="1">
                <a:solidFill>
                  <a:srgbClr val="4175FC"/>
                </a:solidFill>
                <a:latin typeface="微软雅黑" panose="020b0503020204020204" charset="-122"/>
                <a:ea typeface="微软雅黑" panose="020b0503020204020204" charset="-122"/>
                <a:cs typeface="微软雅黑" panose="020b0503020204020204" charset="-122"/>
              </a:rPr>
              <a:t>1 </a:t>
            </a:r>
            <a:r>
              <a:rPr lang="zh-CN" altLang="en-US" sz="4800" b="1">
                <a:latin typeface="微软雅黑" panose="020b0503020204020204" charset="-122"/>
                <a:ea typeface="微软雅黑" panose="020b0503020204020204" charset="-122"/>
                <a:cs typeface="微软雅黑" panose="020b0503020204020204" charset="-122"/>
              </a:rPr>
              <a:t>章</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集合与常用逻辑用语</a:t>
            </a:r>
            <a:endParaRPr lang="zh-CN" altLang="en-US" sz="4800" b="1">
              <a:latin typeface="微软雅黑" panose="020b0503020204020204" charset="-122"/>
              <a:ea typeface="微软雅黑" panose="020b0503020204020204" charset="-122"/>
              <a:cs typeface="微软雅黑" panose="020b0503020204020204" charset="-122"/>
            </a:endParaRPr>
          </a:p>
        </p:txBody>
      </p:sp>
      <p:sp>
        <p:nvSpPr>
          <p:cNvPr id="31" name="矩形: 圆角 30" title=""/>
          <p:cNvSpPr/>
          <p:nvPr>
            <p:custDataLst>
              <p:tags r:id="rId9"/>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10"/>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1"/>
              </p:custDataLst>
            </p:nvPr>
          </p:nvGrpSpPr>
          <p:grpSpPr>
            <a:xfrm>
              <a:off x="8452757" y="5040086"/>
              <a:ext cx="134692" cy="1161142"/>
              <a:chOff x="8490857" y="4963886"/>
              <a:chExt cx="134692" cy="1161142"/>
            </a:xfrm>
            <a:grpFill/>
          </p:grpSpPr>
          <p:sp>
            <p:nvSpPr>
              <p:cNvPr id="40" name="等腰三角形 39"/>
              <p:cNvSpPr/>
              <p:nvPr>
                <p:custDataLst>
                  <p:tags r:id="rId1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7"/>
              </p:custDataLst>
            </p:nvPr>
          </p:nvGrpSpPr>
          <p:grpSpPr>
            <a:xfrm>
              <a:off x="8290832" y="4887686"/>
              <a:ext cx="134692" cy="1161142"/>
              <a:chOff x="8490857" y="4963886"/>
              <a:chExt cx="134692" cy="1161142"/>
            </a:xfrm>
            <a:grpFill/>
          </p:grpSpPr>
          <p:sp>
            <p:nvSpPr>
              <p:cNvPr id="35" name="等腰三角形 34"/>
              <p:cNvSpPr/>
              <p:nvPr>
                <p:custDataLst>
                  <p:tags r:id="rId18"/>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9"/>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0"/>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1"/>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2"/>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3"/>
            </p:custDataLst>
          </p:nvPr>
        </p:nvSpPr>
        <p:spPr>
          <a:xfrm>
            <a:off x="4414463" y="5061188"/>
            <a:ext cx="3363074" cy="368300"/>
          </a:xfrm>
          <a:prstGeom prst="rect">
            <a:avLst/>
          </a:prstGeom>
          <a:noFill/>
        </p:spPr>
        <p:txBody>
          <a:bodyPr wrap="square" rtlCol="0">
            <a:spAutoFit/>
          </a:bodyPr>
          <a:lstStyle/>
          <a:p>
            <a:pPr algn="ctr"/>
            <a:r>
              <a:rPr>
                <a:latin typeface="黑体" panose="02010609060101010101" charset="-122"/>
                <a:ea typeface="黑体" panose="02010609060101010101" charset="-122"/>
                <a:cs typeface="黑体" panose="02010609060101010101" charset="-122"/>
              </a:rPr>
              <a:t>人教A版2019必修第一册</a:t>
            </a:r>
            <a:endParaRPr>
              <a:latin typeface="黑体" panose="02010609060101010101" charset="-122"/>
              <a:ea typeface="黑体" panose="02010609060101010101" charset="-122"/>
              <a:cs typeface="黑体" panose="02010609060101010101" charset="-122"/>
            </a:endParaRPr>
          </a:p>
        </p:txBody>
      </p:sp>
      <p:grpSp>
        <p:nvGrpSpPr>
          <p:cNvPr id="3" name="组合 2" title=""/>
          <p:cNvGrpSpPr/>
          <p:nvPr>
            <p:custDataLst>
              <p:tags r:id="rId24"/>
            </p:custDataLst>
          </p:nvPr>
        </p:nvGrpSpPr>
        <p:grpSpPr>
          <a:xfrm>
            <a:off x="2009002" y="3700145"/>
            <a:ext cx="9152696" cy="674370"/>
            <a:chOff x="-1288" y="5979"/>
            <a:chExt cx="17569" cy="1062"/>
          </a:xfrm>
        </p:grpSpPr>
        <p:sp>
          <p:nvSpPr>
            <p:cNvPr id="30" name="矩形: 圆角 29"/>
            <p:cNvSpPr/>
            <p:nvPr>
              <p:custDataLst>
                <p:tags r:id="rId25"/>
              </p:custDataLst>
            </p:nvPr>
          </p:nvSpPr>
          <p:spPr>
            <a:xfrm rot="10800000" flipV="1">
              <a:off x="-1288" y="5979"/>
              <a:ext cx="15823" cy="1062"/>
            </a:xfrm>
            <a:prstGeom prst="roundRect">
              <a:avLst>
                <a:gd name="adj" fmla="val 50000"/>
              </a:avLst>
            </a:prstGeom>
            <a:gradFill flip="none" rotWithShape="1">
              <a:gsLst>
                <a:gs pos="0">
                  <a:srgbClr val="4076FD"/>
                </a:gs>
                <a:gs pos="100000">
                  <a:schemeClr val="accent2">
                    <a:alpha val="4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26"/>
              </p:custDataLst>
            </p:nvPr>
          </p:nvSpPr>
          <p:spPr>
            <a:xfrm>
              <a:off x="-1052" y="6049"/>
              <a:ext cx="17333" cy="919"/>
            </a:xfrm>
            <a:prstGeom prst="rect">
              <a:avLst/>
            </a:prstGeom>
            <a:noFill/>
          </p:spPr>
          <p:txBody>
            <a:bodyPr wrap="square" rtlCol="0">
              <a:spAutoFit/>
            </a:bodyPr>
            <a:lstStyle/>
            <a:p>
              <a:pPr algn="l"/>
              <a:r>
                <a:rPr sz="3200" b="1">
                  <a:solidFill>
                    <a:srgbClr val="FCFDFE"/>
                  </a:solidFill>
                  <a:latin typeface="黑体" panose="02010609060101010101" charset="-122"/>
                  <a:ea typeface="黑体" panose="02010609060101010101" charset="-122"/>
                  <a:cs typeface="黑体" panose="02010609060101010101" charset="-122"/>
                </a:rPr>
                <a:t>1.3集合的基本运算（第1课时）并集与交集</a:t>
              </a:r>
              <a:endParaRPr sz="3200" b="1">
                <a:solidFill>
                  <a:srgbClr val="FCFDFE"/>
                </a:solidFill>
                <a:latin typeface="黑体" panose="02010609060101010101" charset="-122"/>
                <a:ea typeface="黑体" panose="02010609060101010101" charset="-122"/>
                <a:cs typeface="黑体" panose="02010609060101010101" charset="-122"/>
              </a:endParaRPr>
            </a:p>
          </p:txBody>
        </p:sp>
      </p:grpSp>
      <p:pic>
        <p:nvPicPr>
          <p:cNvPr id="4" name="图片 3" title=""/>
          <p:cNvPicPr>
            <a:picLocks noChangeAspect="1"/>
          </p:cNvPicPr>
          <p:nvPr userDrawn="1">
            <p:custDataLst>
              <p:tags r:id="rId28"/>
            </p:custDataLst>
          </p:nvPr>
        </p:nvPicPr>
        <p:blipFill>
          <a:blip r:embed="rId27"/>
          <a:srcRect t="193" b="193"/>
          <a:stretch>
            <a:fillRect/>
          </a:stretch>
        </p:blipFill>
        <p:spPr>
          <a:xfrm>
            <a:off x="267335" y="262890"/>
            <a:ext cx="1640840" cy="520700"/>
          </a:xfrm>
          <a:prstGeom prst="rect">
            <a:avLst/>
          </a:prstGeom>
        </p:spPr>
      </p:pic>
      <p:sp>
        <p:nvSpPr>
          <p:cNvPr id="9" name="矩形: 圆角 13" title=""/>
          <p:cNvSpPr/>
          <p:nvPr>
            <p:custDataLst>
              <p:tags r:id="rId29"/>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30"/>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iterate type="wd">
                                    <p:tmPct val="10000"/>
                                  </p:iterate>
                                  <p:childTnLst>
                                    <p:set>
                                      <p:cBhvr>
                                        <p:cTn id="6" dur="250" fill="hold">
                                          <p:stCondLst>
                                            <p:cond delay="0"/>
                                          </p:stCondLst>
                                        </p:cTn>
                                        <p:tgtEl>
                                          <p:spTgt spid="25"/>
                                        </p:tgtEl>
                                        <p:attrNameLst>
                                          <p:attrName>style.visibility</p:attrName>
                                        </p:attrNameLst>
                                      </p:cBhvr>
                                      <p:to>
                                        <p:strVal val="visible"/>
                                      </p:to>
                                    </p:set>
                                    <p:anim to="0" calcmode="lin" valueType="num">
                                      <p:cBhvr>
                                        <p:cTn id="7" dur="250" decel="100000" fill="hold">
                                          <p:stCondLst>
                                            <p:cond delay="0"/>
                                          </p:stCondLst>
                                        </p:cTn>
                                        <p:tgtEl>
                                          <p:spTgt spid="25"/>
                                        </p:tgtEl>
                                        <p:attrNameLst>
                                          <p:attrName>ppt_y</p:attrName>
                                        </p:attrNameLst>
                                      </p:cBhvr>
                                      <p:tavLst>
                                        <p:tav tm="0">
                                          <p:val>
                                            <p:strVal val="ppt_y+0.02"/>
                                          </p:val>
                                        </p:tav>
                                        <p:tav tm="100000">
                                          <p:val>
                                            <p:strVal val="#ppt_y"/>
                                          </p:val>
                                        </p:tav>
                                      </p:tavLst>
                                    </p:anim>
                                    <p:animEffect transition="in" filter="fade">
                                      <p:cBhvr>
                                        <p:cTn id="8" dur="250">
                                          <p:stCondLst>
                                            <p:cond delay="0"/>
                                          </p:stCondLst>
                                        </p:cTn>
                                        <p:tgtEl>
                                          <p:spTgt spid="25"/>
                                        </p:tgtEl>
                                      </p:cBhvr>
                                    </p:animEffect>
                                    <p:animScale>
                                      <p:cBhvr>
                                        <p:cTn id="9" dur="250" decel="100000" fill="hold">
                                          <p:stCondLst>
                                            <p:cond delay="0"/>
                                          </p:stCondLst>
                                        </p:cTn>
                                        <p:tgtEl>
                                          <p:spTgt spid="25"/>
                                        </p:tgtEl>
                                      </p:cBhvr>
                                      <p:by x="100000" y="100000"/>
                                      <p:from x="110000" y="110000"/>
                                      <p:to x="100000" y="100000"/>
                                    </p:animScale>
                                  </p:childTnLst>
                                </p:cTn>
                              </p:par>
                            </p:childTnLst>
                          </p:cTn>
                        </p:par>
                        <p:par>
                          <p:cTn id="10" fill="hold" nodeType="afterGroup">
                            <p:stCondLst>
                              <p:cond delay="250"/>
                            </p:stCondLst>
                            <p:childTnLst>
                              <p:par>
                                <p:cTn id="11" presetID="12" presetClass="entr" presetSubtype="4" fill="hold" nodeType="afterEffect">
                                  <p:stCondLst>
                                    <p:cond delay="0"/>
                                  </p:stCondLst>
                                  <p:childTnLst>
                                    <p:set>
                                      <p:cBhvr>
                                        <p:cTn id="12" dur="250" fill="hold">
                                          <p:stCondLst>
                                            <p:cond delay="0"/>
                                          </p:stCondLst>
                                        </p:cTn>
                                        <p:tgtEl>
                                          <p:spTgt spid="3"/>
                                        </p:tgtEl>
                                        <p:attrNameLst>
                                          <p:attrName>style.visibility</p:attrName>
                                        </p:attrNameLst>
                                      </p:cBhvr>
                                      <p:to>
                                        <p:strVal val="visible"/>
                                      </p:to>
                                    </p:set>
                                    <p:anim calcmode="lin" valueType="num">
                                      <p:cBhvr additive="base">
                                        <p:cTn id="13" dur="250"/>
                                        <p:tgtEl>
                                          <p:spTgt spid="3"/>
                                        </p:tgtEl>
                                        <p:attrNameLst>
                                          <p:attrName>ppt_y</p:attrName>
                                        </p:attrNameLst>
                                      </p:cBhvr>
                                      <p:tavLst>
                                        <p:tav tm="0">
                                          <p:val>
                                            <p:strVal val="#ppt_y+#ppt_h*1.125000"/>
                                          </p:val>
                                        </p:tav>
                                        <p:tav tm="100000">
                                          <p:val>
                                            <p:strVal val="#ppt_y"/>
                                          </p:val>
                                        </p:tav>
                                      </p:tavLst>
                                    </p:anim>
                                    <p:animEffect transition="in" filter="wipe(up)">
                                      <p:cBhvr>
                                        <p:cTn id="14"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12" name="图片 11" title=""/>
          <p:cNvPicPr>
            <a:picLocks noChangeAspect="1"/>
          </p:cNvPicPr>
          <p:nvPr>
            <p:custDataLst>
              <p:tags r:id="rId5"/>
            </p:custDataLst>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grpSp>
        <p:nvGrpSpPr>
          <p:cNvPr id="4" name="组合 3" title=""/>
          <p:cNvGrpSpPr/>
          <p:nvPr>
            <p:custDataLst>
              <p:tags r:id="rId6"/>
            </p:custDataLst>
          </p:nvPr>
        </p:nvGrpSpPr>
        <p:grpSpPr>
          <a:xfrm>
            <a:off x="703036" y="716625"/>
            <a:ext cx="2047422" cy="3312449"/>
            <a:chOff x="17236" y="716625"/>
            <a:chExt cx="2047422" cy="3312449"/>
          </a:xfrm>
        </p:grpSpPr>
        <p:sp>
          <p:nvSpPr>
            <p:cNvPr id="2" name="文本框 1"/>
            <p:cNvSpPr txBox="1"/>
            <p:nvPr>
              <p:custDataLst>
                <p:tags r:id="rId7"/>
              </p:custDataLst>
            </p:nvPr>
          </p:nvSpPr>
          <p:spPr>
            <a:xfrm>
              <a:off x="17236" y="716625"/>
              <a:ext cx="2008414" cy="2553335"/>
            </a:xfrm>
            <a:prstGeom prst="rect">
              <a:avLst/>
            </a:prstGeom>
            <a:noFill/>
          </p:spPr>
          <p:txBody>
            <a:bodyPr wrap="square" rtlCol="0">
              <a:spAutoFit/>
            </a:bodyPr>
            <a:lstStyle/>
            <a:p>
              <a:pPr algn="ctr"/>
              <a:r>
                <a:rPr lang="zh-CN" altLang="en-US" sz="8000">
                  <a:solidFill>
                    <a:schemeClr val="tx1">
                      <a:lumMod val="85000"/>
                      <a:lumOff val="15000"/>
                    </a:schemeClr>
                  </a:solidFill>
                  <a:latin typeface="黑体" panose="02010609060101010101" charset="-122"/>
                  <a:ea typeface="黑体" panose="02010609060101010101" charset="-122"/>
                </a:rPr>
                <a:t>目录</a:t>
              </a:r>
              <a:endParaRPr lang="zh-CN" altLang="en-US" sz="8000">
                <a:solidFill>
                  <a:schemeClr val="tx1">
                    <a:lumMod val="85000"/>
                    <a:lumOff val="15000"/>
                  </a:schemeClr>
                </a:solidFill>
                <a:latin typeface="黑体" panose="02010609060101010101" charset="-122"/>
                <a:ea typeface="黑体" panose="02010609060101010101" charset="-122"/>
              </a:endParaRPr>
            </a:p>
          </p:txBody>
        </p:sp>
        <p:sp>
          <p:nvSpPr>
            <p:cNvPr id="3" name="文本框 2"/>
            <p:cNvSpPr txBox="1"/>
            <p:nvPr>
              <p:custDataLst>
                <p:tags r:id="rId8"/>
              </p:custDataLst>
            </p:nvPr>
          </p:nvSpPr>
          <p:spPr>
            <a:xfrm>
              <a:off x="1604918" y="1625599"/>
              <a:ext cx="459740" cy="2403475"/>
            </a:xfrm>
            <a:prstGeom prst="rect">
              <a:avLst/>
            </a:prstGeom>
            <a:noFill/>
          </p:spPr>
          <p:txBody>
            <a:bodyPr vert="eaVert" wrap="square" rtlCol="0">
              <a:spAutoFit/>
            </a:bodyPr>
            <a:lstStyle/>
            <a:p>
              <a:pPr algn="dist"/>
              <a:r>
                <a:rPr lang="en-US" altLang="zh-CN">
                  <a:latin typeface="Times New Roman" panose="02020603050405020304" pitchFamily="18" charset="0"/>
                  <a:ea typeface="思源黑体 CN Heavy" panose="020b0a00000000000000" pitchFamily="34" charset="-122"/>
                  <a:cs typeface="Times New Roman" panose="02020603050405020304" pitchFamily="18" charset="0"/>
                </a:rPr>
                <a:t>CATALOG</a:t>
              </a:r>
              <a:endParaRPr lang="en-US" altLang="zh-CN">
                <a:latin typeface="Times New Roman" panose="02020603050405020304" pitchFamily="18" charset="0"/>
                <a:ea typeface="思源黑体 CN Heavy" panose="020b0a00000000000000" pitchFamily="34" charset="-122"/>
                <a:cs typeface="Times New Roman" panose="02020603050405020304" pitchFamily="18" charset="0"/>
              </a:endParaRPr>
            </a:p>
          </p:txBody>
        </p:sp>
      </p:grpSp>
      <p:grpSp>
        <p:nvGrpSpPr>
          <p:cNvPr id="19" name="组合 18" title=""/>
          <p:cNvGrpSpPr/>
          <p:nvPr>
            <p:custDataLst>
              <p:tags r:id="rId9"/>
            </p:custDataLst>
          </p:nvPr>
        </p:nvGrpSpPr>
        <p:grpSpPr>
          <a:xfrm>
            <a:off x="4895850" y="787400"/>
            <a:ext cx="5391150" cy="749300"/>
            <a:chOff x="4718050" y="609600"/>
            <a:chExt cx="5391150" cy="749300"/>
          </a:xfrm>
        </p:grpSpPr>
        <p:sp>
          <p:nvSpPr>
            <p:cNvPr id="5" name="矩形: 圆角 4"/>
            <p:cNvSpPr/>
            <p:nvPr>
              <p:custDataLst>
                <p:tags r:id="rId10"/>
              </p:custDataLst>
            </p:nvPr>
          </p:nvSpPr>
          <p:spPr>
            <a:xfrm flipH="1">
              <a:off x="4718050" y="609600"/>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0" name="文本框 9"/>
            <p:cNvSpPr txBox="1"/>
            <p:nvPr>
              <p:custDataLst>
                <p:tags r:id="rId11"/>
              </p:custDataLst>
            </p:nvPr>
          </p:nvSpPr>
          <p:spPr>
            <a:xfrm>
              <a:off x="5035550" y="694581"/>
              <a:ext cx="5003800" cy="58356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01.</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集合的基本运算---并集</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4" name="组合 23" title=""/>
          <p:cNvGrpSpPr/>
          <p:nvPr>
            <p:custDataLst>
              <p:tags r:id="rId12"/>
            </p:custDataLst>
          </p:nvPr>
        </p:nvGrpSpPr>
        <p:grpSpPr>
          <a:xfrm>
            <a:off x="4895850" y="3615266"/>
            <a:ext cx="5391150" cy="749300"/>
            <a:chOff x="4718050" y="3666066"/>
            <a:chExt cx="5391150" cy="749300"/>
          </a:xfrm>
        </p:grpSpPr>
        <p:sp>
          <p:nvSpPr>
            <p:cNvPr id="7" name="矩形: 圆角 6"/>
            <p:cNvSpPr/>
            <p:nvPr>
              <p:custDataLst>
                <p:tags r:id="rId13"/>
              </p:custDataLst>
            </p:nvPr>
          </p:nvSpPr>
          <p:spPr>
            <a:xfrm flipH="1">
              <a:off x="4718050" y="3666066"/>
              <a:ext cx="5391150" cy="749300"/>
            </a:xfrm>
            <a:prstGeom prst="roundRect">
              <a:avLst>
                <a:gd name="adj" fmla="val 50000"/>
              </a:avLst>
            </a:prstGeom>
            <a:gradFill flip="none" rotWithShape="1">
              <a:gsLst>
                <a:gs pos="0">
                  <a:schemeClr val="accent2">
                    <a:alpha val="34000"/>
                  </a:scheme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1" name="文本框 10"/>
            <p:cNvSpPr txBox="1"/>
            <p:nvPr>
              <p:custDataLst>
                <p:tags r:id="rId14"/>
              </p:custDataLst>
            </p:nvPr>
          </p:nvSpPr>
          <p:spPr>
            <a:xfrm>
              <a:off x="5035550" y="3759091"/>
              <a:ext cx="5003800" cy="583565"/>
            </a:xfrm>
            <a:prstGeom prst="rect">
              <a:avLst/>
            </a:prstGeom>
            <a:noFill/>
          </p:spPr>
          <p:txBody>
            <a:bodyPr wrap="square" rtlCol="0">
              <a:spAutoFit/>
            </a:bodyPr>
            <a:lstStyle/>
            <a:p>
              <a:r>
                <a:rPr lang="en-US" altLang="zh-CN"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03.</a:t>
              </a:r>
              <a:r>
                <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rPr>
                <a:t>典型例题分析</a:t>
              </a:r>
              <a:endParaRPr lang="zh-CN" altLang="en-US" sz="3200">
                <a:solidFill>
                  <a:schemeClr val="tx1">
                    <a:lumMod val="95000"/>
                    <a:lumOff val="5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3" name="组合 22" title=""/>
          <p:cNvGrpSpPr/>
          <p:nvPr>
            <p:custDataLst>
              <p:tags r:id="rId15"/>
            </p:custDataLst>
          </p:nvPr>
        </p:nvGrpSpPr>
        <p:grpSpPr>
          <a:xfrm>
            <a:off x="5899150" y="2201333"/>
            <a:ext cx="5391150" cy="749300"/>
            <a:chOff x="6534150" y="2137833"/>
            <a:chExt cx="5391150" cy="749300"/>
          </a:xfrm>
        </p:grpSpPr>
        <p:sp>
          <p:nvSpPr>
            <p:cNvPr id="6" name="矩形: 圆角 5"/>
            <p:cNvSpPr/>
            <p:nvPr>
              <p:custDataLst>
                <p:tags r:id="rId16"/>
              </p:custDataLst>
            </p:nvPr>
          </p:nvSpPr>
          <p:spPr>
            <a:xfrm flipH="1">
              <a:off x="6534150" y="2137833"/>
              <a:ext cx="53911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7" name="文本框 16"/>
            <p:cNvSpPr txBox="1"/>
            <p:nvPr>
              <p:custDataLst>
                <p:tags r:id="rId17"/>
              </p:custDataLst>
            </p:nvPr>
          </p:nvSpPr>
          <p:spPr>
            <a:xfrm>
              <a:off x="6762750" y="2234456"/>
              <a:ext cx="5003800"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02.</a:t>
              </a:r>
              <a:r>
                <a:rPr lang="zh-CN" altLang="en-US" sz="3200">
                  <a:solidFill>
                    <a:schemeClr val="bg1"/>
                  </a:solidFill>
                  <a:latin typeface="微软雅黑" panose="020b0503020204020204" charset="-122"/>
                  <a:ea typeface="微软雅黑" panose="020b0503020204020204" charset="-122"/>
                  <a:cs typeface="微软雅黑" panose="020b0503020204020204" charset="-122"/>
                </a:rPr>
                <a:t>集合的基本运算---交集</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7" name="组合 26" title=""/>
          <p:cNvGrpSpPr/>
          <p:nvPr>
            <p:custDataLst>
              <p:tags r:id="rId18"/>
            </p:custDataLst>
          </p:nvPr>
        </p:nvGrpSpPr>
        <p:grpSpPr>
          <a:xfrm>
            <a:off x="5899150" y="5029200"/>
            <a:ext cx="5391150" cy="749300"/>
            <a:chOff x="6534150" y="5194300"/>
            <a:chExt cx="5391150" cy="749300"/>
          </a:xfrm>
        </p:grpSpPr>
        <p:sp>
          <p:nvSpPr>
            <p:cNvPr id="8" name="矩形: 圆角 7"/>
            <p:cNvSpPr/>
            <p:nvPr>
              <p:custDataLst>
                <p:tags r:id="rId19"/>
              </p:custDataLst>
            </p:nvPr>
          </p:nvSpPr>
          <p:spPr>
            <a:xfrm flipH="1">
              <a:off x="6534150" y="5194300"/>
              <a:ext cx="5391150" cy="749300"/>
            </a:xfrm>
            <a:prstGeom prst="roundRect">
              <a:avLst>
                <a:gd name="adj" fmla="val 50000"/>
              </a:avLst>
            </a:prstGeom>
            <a:gradFill flip="none" rotWithShape="1">
              <a:gsLst>
                <a:gs pos="0">
                  <a:srgbClr val="4175FC"/>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8" name="文本框 17"/>
            <p:cNvSpPr txBox="1"/>
            <p:nvPr>
              <p:custDataLst>
                <p:tags r:id="rId20"/>
              </p:custDataLst>
            </p:nvPr>
          </p:nvSpPr>
          <p:spPr>
            <a:xfrm>
              <a:off x="6762750" y="5307856"/>
              <a:ext cx="5003800" cy="583565"/>
            </a:xfrm>
            <a:prstGeom prst="rect">
              <a:avLst/>
            </a:prstGeom>
            <a:noFill/>
          </p:spPr>
          <p:txBody>
            <a:bodyPr wrap="square" rtlCol="0">
              <a:spAutoFit/>
            </a:bodyPr>
            <a:lstStyle/>
            <a:p>
              <a:r>
                <a:rPr lang="en-US" altLang="zh-CN" sz="3200">
                  <a:solidFill>
                    <a:schemeClr val="bg1"/>
                  </a:solidFill>
                  <a:latin typeface="微软雅黑" panose="020b0503020204020204" charset="-122"/>
                  <a:ea typeface="微软雅黑" panose="020b0503020204020204" charset="-122"/>
                  <a:cs typeface="微软雅黑" panose="020b0503020204020204" charset="-122"/>
                </a:rPr>
                <a:t>04.</a:t>
              </a:r>
              <a:r>
                <a:rPr lang="zh-CN" altLang="en-US" sz="3200">
                  <a:solidFill>
                    <a:schemeClr val="bg1"/>
                  </a:solidFill>
                  <a:latin typeface="微软雅黑" panose="020b0503020204020204" charset="-122"/>
                  <a:ea typeface="微软雅黑" panose="020b0503020204020204" charset="-122"/>
                  <a:cs typeface="微软雅黑" panose="020b0503020204020204" charset="-122"/>
                </a:rPr>
                <a:t>小结及随堂练习</a:t>
              </a:r>
              <a:endParaRPr lang="zh-CN" altLang="en-US" sz="3200">
                <a:solidFill>
                  <a:schemeClr val="bg1"/>
                </a:solidFill>
                <a:latin typeface="微软雅黑" panose="020b0503020204020204" charset="-122"/>
                <a:ea typeface="微软雅黑" panose="020b0503020204020204" charset="-122"/>
                <a:cs typeface="微软雅黑" panose="020b0503020204020204" charset="-122"/>
              </a:endParaRPr>
            </a:p>
          </p:txBody>
        </p:sp>
      </p:grpSp>
      <p:pic>
        <p:nvPicPr>
          <p:cNvPr id="9" name="Picture 9"/>
          <p:cNvPicPr>
            <a:picLocks noChangeAspect="1"/>
          </p:cNvPicPr>
          <p:nvPr>
            <p:custDataLst>
              <p:tags r:id="rId22"/>
            </p:custDataLst>
          </p:nvPr>
        </p:nvPicPr>
        <p:blipFill>
          <a:blip r:embed="rId21"/>
          <a:stretch>
            <a:fillRect/>
          </a:stretch>
        </p:blipFill>
        <p:spPr>
          <a:xfrm flipH="1">
            <a:off x="12179300" y="11061700"/>
            <a:ext cx="0" cy="0"/>
          </a:xfrm>
          <a:prstGeom prst="rect">
            <a:avLst/>
          </a:prstGeom>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flipH="1">
              <a:off x="330200" y="342900"/>
              <a:ext cx="11515090" cy="6224270"/>
            </a:xfrm>
            <a:prstGeom prst="round2DiagRect">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title=""/>
          <p:cNvGrpSpPr/>
          <p:nvPr>
            <p:custDataLst>
              <p:tags r:id="rId8"/>
            </p:custDataLst>
          </p:nvPr>
        </p:nvGrpSpPr>
        <p:grpSpPr>
          <a:xfrm>
            <a:off x="854711" y="628541"/>
            <a:ext cx="5197474" cy="521970"/>
            <a:chOff x="330201" y="576471"/>
            <a:chExt cx="5197474" cy="521970"/>
          </a:xfrm>
        </p:grpSpPr>
        <p:sp>
          <p:nvSpPr>
            <p:cNvPr id="14" name="文本框 1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学习目标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16" name="矩形: 圆角 15"/>
            <p:cNvSpPr/>
            <p:nvPr>
              <p:custDataLst>
                <p:tags r:id="rId10"/>
              </p:custDataLst>
            </p:nvPr>
          </p:nvSpPr>
          <p:spPr>
            <a:xfrm>
              <a:off x="330201" y="692041"/>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5" name="文本框 24" title=""/>
          <p:cNvSpPr txBox="1"/>
          <p:nvPr>
            <p:custDataLst>
              <p:tags r:id="rId11"/>
            </p:custDataLst>
          </p:nvPr>
        </p:nvSpPr>
        <p:spPr>
          <a:xfrm>
            <a:off x="2957195" y="2201545"/>
            <a:ext cx="8349615" cy="2407285"/>
          </a:xfrm>
          <a:prstGeom prst="rect">
            <a:avLst/>
          </a:prstGeom>
          <a:noFill/>
        </p:spPr>
        <p:txBody>
          <a:bodyPr wrap="square" lIns="0" tIns="0" rIns="0" bIns="0">
            <a:noAutofit/>
          </a:bodyPr>
          <a:lstStyle/>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理解并、交集的含义，会求简单的并、交集；</a:t>
            </a:r>
            <a:endParaRPr lang="zh-CN" altLang="en-US" sz="2400">
              <a:latin typeface="黑体" panose="02010609060101010101" charset="-122"/>
              <a:ea typeface="黑体" panose="02010609060101010101" charset="-122"/>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借助Venn图理解、掌握并、交集的运算性质；</a:t>
            </a:r>
            <a:endParaRPr lang="zh-CN" altLang="en-US" sz="2400">
              <a:latin typeface="黑体" panose="02010609060101010101" charset="-122"/>
              <a:ea typeface="黑体" panose="02010609060101010101" charset="-122"/>
              <a:cs typeface="黑体" panose="02010609060101010101" charset="-122"/>
              <a:sym typeface="+mn-ea"/>
            </a:endParaRPr>
          </a:p>
          <a:p>
            <a:pPr marL="342900" indent="-342900" algn="just" fontAlgn="auto">
              <a:lnSpc>
                <a:spcPct val="200000"/>
              </a:lnSpc>
              <a:buClr>
                <a:srgbClr val="ED7D31"/>
              </a:buClr>
              <a:buFont typeface="Wingdings" panose="05000000000000000000" charset="0"/>
              <a:buChar char="l"/>
            </a:pPr>
            <a:r>
              <a:rPr lang="zh-CN" altLang="en-US" sz="2400">
                <a:latin typeface="黑体" panose="02010609060101010101" charset="-122"/>
                <a:ea typeface="黑体" panose="02010609060101010101" charset="-122"/>
                <a:cs typeface="黑体" panose="02010609060101010101" charset="-122"/>
                <a:sym typeface="+mn-ea"/>
              </a:rPr>
              <a:t>根据并、交集运算的性质求参数问题.</a:t>
            </a:r>
            <a:endParaRPr lang="zh-CN" altLang="en-US" sz="2400">
              <a:latin typeface="黑体" panose="02010609060101010101" charset="-122"/>
              <a:ea typeface="黑体" panose="02010609060101010101" charset="-122"/>
              <a:cs typeface="黑体" panose="02010609060101010101" charset="-122"/>
              <a:sym typeface="+mn-ea"/>
            </a:endParaRPr>
          </a:p>
        </p:txBody>
      </p:sp>
      <p:grpSp>
        <p:nvGrpSpPr>
          <p:cNvPr id="6" name="组合 5" title=""/>
          <p:cNvGrpSpPr/>
          <p:nvPr>
            <p:custDataLst>
              <p:tags r:id="rId12"/>
            </p:custDataLst>
          </p:nvPr>
        </p:nvGrpSpPr>
        <p:grpSpPr>
          <a:xfrm rot="16200000" flipH="1">
            <a:off x="10828399" y="5261685"/>
            <a:ext cx="176150" cy="780068"/>
            <a:chOff x="8290832" y="4887686"/>
            <a:chExt cx="296617" cy="1313542"/>
          </a:xfrm>
          <a:solidFill>
            <a:srgbClr val="4076FD"/>
          </a:solidFill>
        </p:grpSpPr>
        <p:grpSp>
          <p:nvGrpSpPr>
            <p:cNvPr id="7" name="组合 6"/>
            <p:cNvGrpSpPr/>
            <p:nvPr>
              <p:custDataLst>
                <p:tags r:id="rId13"/>
              </p:custDataLst>
            </p:nvPr>
          </p:nvGrpSpPr>
          <p:grpSpPr>
            <a:xfrm>
              <a:off x="8452757" y="5040086"/>
              <a:ext cx="134692" cy="1161142"/>
              <a:chOff x="8490857" y="4963886"/>
              <a:chExt cx="134692" cy="1161142"/>
            </a:xfrm>
            <a:grpFill/>
          </p:grpSpPr>
          <p:sp>
            <p:nvSpPr>
              <p:cNvPr id="53" name="等腰三角形 52"/>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custDataLst>
                <p:tags r:id="rId19"/>
              </p:custDataLst>
            </p:nvPr>
          </p:nvGrpSpPr>
          <p:grpSpPr>
            <a:xfrm>
              <a:off x="8290832" y="4887686"/>
              <a:ext cx="134692" cy="1161142"/>
              <a:chOff x="8490857" y="4963886"/>
              <a:chExt cx="134692" cy="1161142"/>
            </a:xfrm>
            <a:grpFill/>
          </p:grpSpPr>
          <p:sp>
            <p:nvSpPr>
              <p:cNvPr id="10" name="等腰三角形 9"/>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矩形: 圆角 13" title=""/>
          <p:cNvSpPr/>
          <p:nvPr>
            <p:custDataLst>
              <p:tags r:id="rId25"/>
            </p:custDataLst>
          </p:nvPr>
        </p:nvSpPr>
        <p:spPr>
          <a:xfrm>
            <a:off x="8764905" y="5964555"/>
            <a:ext cx="2736850" cy="227965"/>
          </a:xfrm>
          <a:prstGeom prst="roundRect">
            <a:avLst>
              <a:gd name="adj" fmla="val 50000"/>
            </a:avLst>
          </a:prstGeom>
          <a:gradFill flip="none" rotWithShape="1">
            <a:gsLst>
              <a:gs pos="0">
                <a:srgbClr val="4076FD"/>
              </a:gs>
              <a:gs pos="100000">
                <a:schemeClr val="accent2">
                  <a:alpha val="11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1598930" y="2222500"/>
            <a:ext cx="5059680"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01</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3961130" y="3123565"/>
            <a:ext cx="672020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集</a:t>
            </a:r>
            <a:r>
              <a:rPr lang="zh-CN" altLang="en-US" sz="4800" b="1">
                <a:solidFill>
                  <a:srgbClr val="4378FD"/>
                </a:solidFill>
                <a:latin typeface="微软雅黑" panose="020b0503020204020204" charset="-122"/>
                <a:ea typeface="微软雅黑" panose="020b0503020204020204" charset="-122"/>
              </a:rPr>
              <a:t>合</a:t>
            </a:r>
            <a:r>
              <a:rPr lang="zh-CN" altLang="en-US" sz="4800" b="1">
                <a:solidFill>
                  <a:schemeClr val="tx1">
                    <a:lumMod val="95000"/>
                    <a:lumOff val="5000"/>
                  </a:schemeClr>
                </a:solidFill>
                <a:latin typeface="微软雅黑" panose="020b0503020204020204" charset="-122"/>
                <a:ea typeface="微软雅黑" panose="020b0503020204020204" charset="-122"/>
              </a:rPr>
              <a:t>的</a:t>
            </a:r>
            <a:r>
              <a:rPr lang="zh-CN" altLang="en-US" sz="4800" b="1">
                <a:solidFill>
                  <a:srgbClr val="4378FD"/>
                </a:solidFill>
                <a:latin typeface="微软雅黑" panose="020b0503020204020204" charset="-122"/>
                <a:ea typeface="微软雅黑" panose="020b0503020204020204" charset="-122"/>
              </a:rPr>
              <a:t>基</a:t>
            </a:r>
            <a:r>
              <a:rPr lang="zh-CN" altLang="en-US" sz="4800" b="1">
                <a:solidFill>
                  <a:schemeClr val="tx1">
                    <a:lumMod val="95000"/>
                    <a:lumOff val="5000"/>
                  </a:schemeClr>
                </a:solidFill>
                <a:latin typeface="微软雅黑" panose="020b0503020204020204" charset="-122"/>
                <a:ea typeface="微软雅黑" panose="020b0503020204020204" charset="-122"/>
              </a:rPr>
              <a:t>本</a:t>
            </a:r>
            <a:r>
              <a:rPr lang="zh-CN" altLang="en-US" sz="4800" b="1">
                <a:solidFill>
                  <a:srgbClr val="4378FD"/>
                </a:solidFill>
                <a:latin typeface="微软雅黑" panose="020b0503020204020204" charset="-122"/>
                <a:ea typeface="微软雅黑" panose="020b0503020204020204" charset="-122"/>
              </a:rPr>
              <a:t>运</a:t>
            </a:r>
            <a:r>
              <a:rPr lang="zh-CN" altLang="en-US" sz="4800" b="1">
                <a:solidFill>
                  <a:schemeClr val="tx1">
                    <a:lumMod val="95000"/>
                    <a:lumOff val="5000"/>
                  </a:schemeClr>
                </a:solidFill>
                <a:latin typeface="微软雅黑" panose="020b0503020204020204" charset="-122"/>
                <a:ea typeface="微软雅黑" panose="020b0503020204020204" charset="-122"/>
              </a:rPr>
              <a:t>算</a:t>
            </a:r>
            <a:r>
              <a:rPr lang="en-US" altLang="zh-CN" sz="4800" b="1">
                <a:solidFill>
                  <a:schemeClr val="tx1"/>
                </a:solidFill>
                <a:latin typeface="微软雅黑" panose="020b0503020204020204" charset="-122"/>
                <a:ea typeface="微软雅黑" panose="020b0503020204020204" charset="-122"/>
              </a:rPr>
              <a:t>---</a:t>
            </a:r>
            <a:r>
              <a:rPr lang="zh-CN" altLang="en-US" sz="4800" b="1">
                <a:solidFill>
                  <a:srgbClr val="4378FD"/>
                </a:solidFill>
                <a:latin typeface="微软雅黑" panose="020b0503020204020204" charset="-122"/>
                <a:ea typeface="微软雅黑" panose="020b0503020204020204" charset="-122"/>
              </a:rPr>
              <a:t>并</a:t>
            </a:r>
            <a:r>
              <a:rPr lang="zh-CN" altLang="en-US" sz="4800" b="1">
                <a:solidFill>
                  <a:schemeClr val="tx1"/>
                </a:solidFill>
                <a:latin typeface="微软雅黑" panose="020b0503020204020204" charset="-122"/>
                <a:ea typeface="微软雅黑" panose="020b0503020204020204" charset="-122"/>
              </a:rPr>
              <a:t>集</a:t>
            </a:r>
            <a:endParaRPr lang="zh-CN" altLang="en-US" sz="4800" b="1">
              <a:solidFill>
                <a:schemeClr val="tx1"/>
              </a:solidFill>
              <a:latin typeface="微软雅黑" panose="020b0503020204020204" charset="-122"/>
              <a:ea typeface="微软雅黑" panose="020b0503020204020204" charset="-122"/>
            </a:endParaRPr>
          </a:p>
        </p:txBody>
      </p:sp>
      <p:sp>
        <p:nvSpPr>
          <p:cNvPr id="3" name="文本框 2" title=""/>
          <p:cNvSpPr txBox="1"/>
          <p:nvPr>
            <p:custDataLst>
              <p:tags r:id="rId43"/>
            </p:custDataLst>
          </p:nvPr>
        </p:nvSpPr>
        <p:spPr>
          <a:xfrm>
            <a:off x="3134360" y="1657350"/>
            <a:ext cx="592264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集合的基本运算（第1课时）并集与交集</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title=""/>
          <p:cNvSpPr txBox="1"/>
          <p:nvPr>
            <p:custDataLst>
              <p:tags r:id="rId8"/>
            </p:custDataLst>
          </p:nvPr>
        </p:nvSpPr>
        <p:spPr>
          <a:xfrm flipH="1">
            <a:off x="869315" y="1176655"/>
            <a:ext cx="10490200" cy="1369060"/>
          </a:xfrm>
          <a:prstGeom prst="rect">
            <a:avLst/>
          </a:prstGeom>
          <a:gradFill>
            <a:gsLst>
              <a:gs pos="0">
                <a:schemeClr val="accent2">
                  <a:alpha val="0"/>
                </a:schemeClr>
              </a:gs>
              <a:gs pos="100000">
                <a:srgbClr val="4175FC">
                  <a:alpha val="34000"/>
                </a:srgbClr>
              </a:gs>
            </a:gsLst>
            <a:lin ang="18720000" scaled="0"/>
          </a:gradFill>
        </p:spPr>
        <p:txBody>
          <a:bodyPr wrap="square" lIns="0" tIns="0" rIns="0" bIns="0">
            <a:noAutofit/>
          </a:bodyPr>
          <a:lstStyle/>
          <a:p>
            <a:pPr marR="0" lvl="0" indent="0" fontAlgn="auto">
              <a:lnSpc>
                <a:spcPct val="120000"/>
              </a:lnSpc>
              <a:spcBef>
                <a:spcPct val="0"/>
              </a:spcBef>
              <a:spcAft>
                <a:spcPct val="0"/>
              </a:spcAft>
              <a:buClrTx/>
              <a:buSzTx/>
              <a:buFontTx/>
              <a:buNone/>
              <a:defRPr/>
            </a:pPr>
            <a:r>
              <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1.</a:t>
            </a:r>
            <a:r>
              <a:rPr lang="en-US" altLang="zh-CN"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   </a:t>
            </a:r>
            <a:r>
              <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假设一个图书馆有两个分类的书架，A书架包含小说类书籍，B书架包含科幻类书籍。 有一个读者想要阅读小说或科幻类的书籍，那么他可以查看A书架或B书架上的书。</a:t>
            </a:r>
            <a:endPar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endParaRPr>
          </a:p>
        </p:txBody>
      </p:sp>
      <p:grpSp>
        <p:nvGrpSpPr>
          <p:cNvPr id="23" name="组合 22" title=""/>
          <p:cNvGrpSpPr/>
          <p:nvPr>
            <p:custDataLst>
              <p:tags r:id="rId9"/>
            </p:custDataLst>
          </p:nvPr>
        </p:nvGrpSpPr>
        <p:grpSpPr>
          <a:xfrm>
            <a:off x="577851" y="576471"/>
            <a:ext cx="5197474" cy="521970"/>
            <a:chOff x="330201" y="576471"/>
            <a:chExt cx="5197474" cy="521970"/>
          </a:xfrm>
        </p:grpSpPr>
        <p:sp>
          <p:nvSpPr>
            <p:cNvPr id="24" name="文本框 2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文本框 1" title=""/>
          <p:cNvSpPr txBox="1"/>
          <p:nvPr>
            <p:custDataLst>
              <p:tags r:id="rId12"/>
            </p:custDataLst>
          </p:nvPr>
        </p:nvSpPr>
        <p:spPr>
          <a:xfrm>
            <a:off x="765810" y="2640965"/>
            <a:ext cx="10513060" cy="460375"/>
          </a:xfrm>
          <a:prstGeom prst="rect">
            <a:avLst/>
          </a:prstGeom>
          <a:noFill/>
        </p:spPr>
        <p:txBody>
          <a:bodyPr wrap="square" rtlCol="0" anchor="t">
            <a:spAutoFit/>
          </a:bodyPr>
          <a:lstStyle/>
          <a:p>
            <a:pPr indent="0" algn="l" fontAlgn="auto"/>
            <a:r>
              <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rPr>
              <a:t>在这个例子中，A书架和B书架上的书籍并集就是该读者可能选择的书籍集合。</a:t>
            </a:r>
            <a:endPar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5" name="文本框 4" title=""/>
          <p:cNvSpPr txBox="1"/>
          <p:nvPr>
            <p:custDataLst>
              <p:tags r:id="rId13"/>
            </p:custDataLst>
          </p:nvPr>
        </p:nvSpPr>
        <p:spPr>
          <a:xfrm flipH="1">
            <a:off x="869315" y="3157855"/>
            <a:ext cx="10490200" cy="934085"/>
          </a:xfrm>
          <a:prstGeom prst="rect">
            <a:avLst/>
          </a:prstGeom>
          <a:gradFill>
            <a:gsLst>
              <a:gs pos="0">
                <a:schemeClr val="accent2">
                  <a:alpha val="0"/>
                </a:schemeClr>
              </a:gs>
              <a:gs pos="100000">
                <a:srgbClr val="4175FC">
                  <a:alpha val="34000"/>
                </a:srgbClr>
              </a:gs>
            </a:gsLst>
            <a:lin ang="18720000" scaled="0"/>
          </a:gradFill>
        </p:spPr>
        <p:txBody>
          <a:bodyPr wrap="square" lIns="0" tIns="0" rIns="0" bIns="0">
            <a:noAutofit/>
          </a:bodyPr>
          <a:lstStyle/>
          <a:p>
            <a:pPr marR="0" lvl="0" indent="0" fontAlgn="auto">
              <a:lnSpc>
                <a:spcPct val="120000"/>
              </a:lnSpc>
              <a:spcBef>
                <a:spcPct val="0"/>
              </a:spcBef>
              <a:spcAft>
                <a:spcPct val="0"/>
              </a:spcAft>
              <a:buClrTx/>
              <a:buSzTx/>
              <a:buFontTx/>
              <a:buNone/>
              <a:defRPr/>
            </a:pPr>
            <a:r>
              <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2.</a:t>
            </a:r>
            <a:r>
              <a:rPr lang="en-US" altLang="zh-CN"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   </a:t>
            </a:r>
            <a:r>
              <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rPr>
              <a:t>假设有两个人，A喜欢音乐、电影和旅行，B喜欢电影、旅行和摄影。A和B共同喜欢的活动（交集）就是电影和旅行。</a:t>
            </a:r>
            <a:endParaRPr lang="zh-CN" altLang="en-US" sz="2400">
              <a:solidFill>
                <a:schemeClr val="tx1"/>
              </a:solidFill>
              <a:effectLst>
                <a:glow rad="177800">
                  <a:schemeClr val="bg1">
                    <a:alpha val="15000"/>
                  </a:schemeClr>
                </a:glow>
              </a:effectLst>
              <a:latin typeface="Times New Roman" panose="02020603050405020304" pitchFamily="18" charset="0"/>
              <a:ea typeface="黑体" panose="02010609060101010101" charset="-122"/>
              <a:cs typeface="Times New Roman" panose="02020603050405020304" pitchFamily="18" charset="0"/>
              <a:sym typeface="思源黑体 CN Normal" panose="020b0400000000000000" pitchFamily="34" charset="-122"/>
            </a:endParaRPr>
          </a:p>
        </p:txBody>
      </p:sp>
      <p:sp>
        <p:nvSpPr>
          <p:cNvPr id="100" name="文本框 99" title=""/>
          <p:cNvSpPr txBox="1"/>
          <p:nvPr>
            <p:custDataLst>
              <p:tags r:id="rId14"/>
            </p:custDataLst>
          </p:nvPr>
        </p:nvSpPr>
        <p:spPr>
          <a:xfrm>
            <a:off x="765810" y="4147185"/>
            <a:ext cx="10641965" cy="829945"/>
          </a:xfrm>
          <a:prstGeom prst="rect">
            <a:avLst/>
          </a:prstGeom>
          <a:noFill/>
          <a:ln w="9525">
            <a:noFill/>
          </a:ln>
        </p:spPr>
        <p:txBody>
          <a:bodyPr wrap="square">
            <a:spAutoFit/>
          </a:bodyPr>
          <a:lstStyle/>
          <a:p>
            <a:pPr indent="0" fontAlgn="auto"/>
            <a:r>
              <a:rPr lang="zh-CN" sz="2400" b="1">
                <a:solidFill>
                  <a:srgbClr val="054AFB"/>
                </a:solidFill>
                <a:latin typeface="Times New Roman" panose="02020603050405020304" pitchFamily="18" charset="0"/>
                <a:ea typeface="黑体" panose="02010609060101010101" charset="-122"/>
                <a:cs typeface="Times New Roman" panose="02020603050405020304" pitchFamily="18" charset="0"/>
              </a:rPr>
              <a:t>在这个例子中，交集可以帮助我们找到</a:t>
            </a:r>
            <a:r>
              <a:rPr lang="en-US" sz="2400" b="1">
                <a:solidFill>
                  <a:srgbClr val="054AFB"/>
                </a:solidFill>
                <a:latin typeface="Times New Roman" panose="02020603050405020304" pitchFamily="18" charset="0"/>
                <a:ea typeface="黑体" panose="02010609060101010101" charset="-122"/>
                <a:cs typeface="Times New Roman" panose="02020603050405020304" pitchFamily="18" charset="0"/>
              </a:rPr>
              <a:t>A</a:t>
            </a:r>
            <a:r>
              <a:rPr lang="zh-CN" sz="2400" b="1">
                <a:solidFill>
                  <a:srgbClr val="054AFB"/>
                </a:solidFill>
                <a:latin typeface="Times New Roman" panose="02020603050405020304" pitchFamily="18" charset="0"/>
                <a:ea typeface="黑体" panose="02010609060101010101" charset="-122"/>
                <a:cs typeface="Times New Roman" panose="02020603050405020304" pitchFamily="18" charset="0"/>
              </a:rPr>
              <a:t>和</a:t>
            </a:r>
            <a:r>
              <a:rPr lang="en-US" sz="2400" b="1">
                <a:solidFill>
                  <a:srgbClr val="054AFB"/>
                </a:solidFill>
                <a:latin typeface="Times New Roman" panose="02020603050405020304" pitchFamily="18" charset="0"/>
                <a:ea typeface="黑体" panose="02010609060101010101" charset="-122"/>
                <a:cs typeface="Times New Roman" panose="02020603050405020304" pitchFamily="18" charset="0"/>
              </a:rPr>
              <a:t>B</a:t>
            </a:r>
            <a:r>
              <a:rPr lang="zh-CN" sz="2400" b="1">
                <a:solidFill>
                  <a:srgbClr val="054AFB"/>
                </a:solidFill>
                <a:latin typeface="Times New Roman" panose="02020603050405020304" pitchFamily="18" charset="0"/>
                <a:ea typeface="黑体" panose="02010609060101010101" charset="-122"/>
                <a:cs typeface="Times New Roman" panose="02020603050405020304" pitchFamily="18" charset="0"/>
              </a:rPr>
              <a:t>的共同点，从而增进他们的交流和理解。</a:t>
            </a:r>
            <a:endPar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endParaRPr>
          </a:p>
        </p:txBody>
      </p:sp>
      <p:sp>
        <p:nvSpPr>
          <p:cNvPr id="8" name="文本框 7" title=""/>
          <p:cNvSpPr txBox="1"/>
          <p:nvPr>
            <p:custDataLst>
              <p:tags r:id="rId15"/>
            </p:custDataLst>
          </p:nvPr>
        </p:nvSpPr>
        <p:spPr>
          <a:xfrm>
            <a:off x="772160" y="4977130"/>
            <a:ext cx="10588625" cy="1568450"/>
          </a:xfrm>
          <a:prstGeom prst="rect">
            <a:avLst/>
          </a:prstGeom>
          <a:noFill/>
          <a:ln w="9525">
            <a:noFill/>
          </a:ln>
        </p:spPr>
        <p:txBody>
          <a:bodyPr wrap="square">
            <a:spAutoFit/>
          </a:bodyPr>
          <a:lstStyle/>
          <a:p>
            <a:pPr marL="342900" indent="-342900" fontAlgn="auto">
              <a:buClr>
                <a:srgbClr val="FF7A03"/>
              </a:buClr>
              <a:buSzPct val="70000"/>
              <a:buFont typeface="Wingdings" panose="05000000000000000000" charset="0"/>
              <a:buChar char="l"/>
            </a:pPr>
            <a:r>
              <a:rPr lang="zh-CN" sz="2400">
                <a:solidFill>
                  <a:schemeClr val="accent2"/>
                </a:solidFill>
                <a:latin typeface="Times New Roman" panose="02020603050405020304" pitchFamily="18" charset="0"/>
                <a:ea typeface="黑体" panose="02010609060101010101" charset="-122"/>
              </a:rPr>
              <a:t>通过上述生活中的实例，我们可以看到并集和交集在数学中的实际应用。并集表示两个集合中所有可能的元素，而交集表示两个集合中共同的元素。</a:t>
            </a:r>
            <a:endParaRPr lang="zh-CN" sz="2400">
              <a:solidFill>
                <a:schemeClr val="accent2"/>
              </a:solidFill>
              <a:latin typeface="Times New Roman" panose="02020603050405020304" pitchFamily="18" charset="0"/>
              <a:ea typeface="黑体" panose="02010609060101010101" charset="-122"/>
            </a:endParaRPr>
          </a:p>
          <a:p>
            <a:pPr marL="342900" indent="-342900" fontAlgn="auto">
              <a:buClr>
                <a:srgbClr val="FF7A03"/>
              </a:buClr>
              <a:buSzPct val="70000"/>
              <a:buFont typeface="Wingdings" panose="05000000000000000000" charset="0"/>
              <a:buChar char="l"/>
            </a:pPr>
            <a:r>
              <a:rPr lang="zh-CN" sz="2400">
                <a:solidFill>
                  <a:schemeClr val="accent2"/>
                </a:solidFill>
                <a:latin typeface="Times New Roman" panose="02020603050405020304" pitchFamily="18" charset="0"/>
                <a:ea typeface="黑体" panose="02010609060101010101" charset="-122"/>
              </a:rPr>
              <a:t>在实际生活中，并集和交集的概念可以帮助我们更好地理解和解决各种问题，如选择书籍、安排活动、分析共同兴趣等。</a:t>
            </a:r>
            <a:endParaRPr lang="zh-CN" altLang="en-US" sz="2400">
              <a:solidFill>
                <a:schemeClr val="accent2"/>
              </a:solidFill>
              <a:latin typeface="Times New Roman" panose="02020603050405020304" pitchFamily="18" charset="0"/>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100"/>
                                        </p:tgtEl>
                                        <p:attrNameLst>
                                          <p:attrName>style.visibility</p:attrName>
                                        </p:attrNameLst>
                                      </p:cBhvr>
                                      <p:to>
                                        <p:strVal val="visible"/>
                                      </p:to>
                                    </p:set>
                                    <p:animEffect transition="in" filter="fade">
                                      <p:cBhvr>
                                        <p:cTn id="12" dur="250"/>
                                        <p:tgtEl>
                                          <p:spTgt spid="10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8"/>
                                        </p:tgtEl>
                                        <p:attrNameLst>
                                          <p:attrName>style.visibility</p:attrName>
                                        </p:attrNameLst>
                                      </p:cBhvr>
                                      <p:to>
                                        <p:strVal val="visible"/>
                                      </p:to>
                                    </p:set>
                                    <p:animEffect transition="in" filter="fade">
                                      <p:cBhvr>
                                        <p:cTn id="1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0" grpId="0"/>
      <p:bldP spid="8"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导入新知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文本框 1" title=""/>
          <p:cNvSpPr txBox="1"/>
          <p:nvPr>
            <p:custDataLst>
              <p:tags r:id="rId11"/>
            </p:custDataLst>
          </p:nvPr>
        </p:nvSpPr>
        <p:spPr>
          <a:xfrm>
            <a:off x="765810" y="1196340"/>
            <a:ext cx="10513060" cy="460375"/>
          </a:xfrm>
          <a:prstGeom prst="rect">
            <a:avLst/>
          </a:prstGeom>
          <a:gradFill>
            <a:gsLst>
              <a:gs pos="0">
                <a:schemeClr val="accent2">
                  <a:alpha val="0"/>
                </a:schemeClr>
              </a:gs>
              <a:gs pos="100000">
                <a:srgbClr val="4175FC">
                  <a:alpha val="34000"/>
                </a:srgbClr>
              </a:gs>
            </a:gsLst>
            <a:lin ang="10800000" scaled="0"/>
          </a:gradFill>
        </p:spPr>
        <p:txBody>
          <a:bodyPr wrap="square" rtlCol="0" anchor="t">
            <a:spAutoFit/>
          </a:bodyPr>
          <a:lstStyle/>
          <a:p>
            <a:pPr indent="0" algn="l" fontAlgn="auto"/>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我们知道，实数有加、减、乘、除等运算．集合是否也有类似的运算呢？</a:t>
            </a:r>
            <a:endParaRPr lang="zh-CN" altLang="en-US" sz="2400" b="1">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99334" name="文本框 3" title=""/>
          <p:cNvSpPr/>
          <p:nvPr>
            <p:custDataLst>
              <p:tags r:id="rId12"/>
            </p:custDataLst>
          </p:nvPr>
        </p:nvSpPr>
        <p:spPr>
          <a:xfrm>
            <a:off x="765810" y="1659890"/>
            <a:ext cx="10513060" cy="534670"/>
          </a:xfrm>
          <a:prstGeom prst="rect">
            <a:avLst/>
          </a:prstGeom>
          <a:gradFill>
            <a:gsLst>
              <a:gs pos="0">
                <a:schemeClr val="accent2">
                  <a:alpha val="0"/>
                </a:schemeClr>
              </a:gs>
              <a:gs pos="100000">
                <a:srgbClr val="4175FC">
                  <a:alpha val="34000"/>
                </a:srgbClr>
              </a:gs>
            </a:gsLst>
            <a:lin ang="10800000" scaled="0"/>
          </a:gradFill>
          <a:ln>
            <a:noFill/>
            <a:miter lim="800000"/>
          </a:ln>
        </p:spPr>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a:solidFill>
                  <a:srgbClr val="303030"/>
                </a:solidFill>
                <a:latin typeface="Times New Roman" panose="02020603050405020304" pitchFamily="18" charset="0"/>
                <a:cs typeface="Times New Roman" panose="02020603050405020304" pitchFamily="18" charset="0"/>
              </a:rPr>
              <a:t>类比实数的加法运算，你能否尝试定义集合间 </a:t>
            </a:r>
            <a:r>
              <a:rPr lang="en-US" altLang="zh-CN" sz="2400" b="1">
                <a:solidFill>
                  <a:srgbClr val="303030"/>
                </a:solidFill>
                <a:latin typeface="Times New Roman" panose="02020603050405020304" pitchFamily="18" charset="0"/>
                <a:cs typeface="Times New Roman" panose="02020603050405020304" pitchFamily="18" charset="0"/>
              </a:rPr>
              <a:t>“</a:t>
            </a:r>
            <a:r>
              <a:rPr lang="zh-CN" altLang="en-US" sz="2400" b="1">
                <a:solidFill>
                  <a:srgbClr val="303030"/>
                </a:solidFill>
                <a:latin typeface="Times New Roman" panose="02020603050405020304" pitchFamily="18" charset="0"/>
                <a:cs typeface="Times New Roman" panose="02020603050405020304" pitchFamily="18" charset="0"/>
              </a:rPr>
              <a:t>相加</a:t>
            </a:r>
            <a:r>
              <a:rPr lang="en-US" altLang="zh-CN" sz="2400" b="1">
                <a:solidFill>
                  <a:srgbClr val="303030"/>
                </a:solidFill>
                <a:latin typeface="Times New Roman" panose="02020603050405020304" pitchFamily="18" charset="0"/>
                <a:cs typeface="Times New Roman" panose="02020603050405020304" pitchFamily="18" charset="0"/>
              </a:rPr>
              <a:t>”</a:t>
            </a:r>
            <a:r>
              <a:rPr lang="zh-CN" altLang="en-US" sz="2400" b="1">
                <a:solidFill>
                  <a:srgbClr val="303030"/>
                </a:solidFill>
                <a:latin typeface="Times New Roman" panose="02020603050405020304" pitchFamily="18" charset="0"/>
                <a:cs typeface="Times New Roman" panose="02020603050405020304" pitchFamily="18" charset="0"/>
              </a:rPr>
              <a:t>运算？</a:t>
            </a:r>
            <a:endParaRPr lang="zh-CN" altLang="en-US" sz="2400" b="1">
              <a:solidFill>
                <a:srgbClr val="303030"/>
              </a:solidFill>
              <a:latin typeface="Times New Roman" panose="02020603050405020304" pitchFamily="18" charset="0"/>
              <a:cs typeface="Times New Roman" panose="02020603050405020304" pitchFamily="18" charset="0"/>
            </a:endParaRPr>
          </a:p>
        </p:txBody>
      </p:sp>
      <p:sp>
        <p:nvSpPr>
          <p:cNvPr id="99332" name="文本占位符 11266" title=""/>
          <p:cNvSpPr>
            <a:spLocks noGrp="1"/>
          </p:cNvSpPr>
          <p:nvPr>
            <p:custDataLst>
              <p:tags r:id="rId13"/>
            </p:custDataLst>
          </p:nvPr>
        </p:nvSpPr>
        <p:spPr>
          <a:xfrm>
            <a:off x="771525" y="2418080"/>
            <a:ext cx="8731885" cy="2364740"/>
          </a:xfrm>
          <a:prstGeom prst="rect">
            <a:avLst/>
          </a:prstGeom>
          <a:noFill/>
          <a:ln w="28575">
            <a:noFill/>
            <a:prstDash val="sysDot"/>
          </a:ln>
        </p:spPr>
        <p:style>
          <a:lnRef idx="2">
            <a:schemeClr val="accent1"/>
          </a:lnRef>
          <a:fillRef idx="1">
            <a:schemeClr val="lt1"/>
          </a:fillRef>
          <a:effectRef idx="0">
            <a:schemeClr val="accent1"/>
          </a:effectRef>
          <a:fontRef idx="minor">
            <a:schemeClr val="dk1"/>
          </a:fontRef>
        </p:style>
        <p:txBody>
          <a:bodyPr vert="horz" wrap="square" lIns="0" tIns="0" rIns="0" bIns="0" numCol="1" rtlCol="0" anchor="t" anchorCtr="0" compatLnSpc="1">
            <a:noAutofit/>
          </a:bodyPr>
          <a:lstStyle>
            <a:lvl1pPr marL="357505" indent="-357505" algn="just" defTabSz="914400" rtl="0" eaLnBrk="0" fontAlgn="base" hangingPunct="0">
              <a:lnSpc>
                <a:spcPct val="110000"/>
              </a:lnSpc>
              <a:spcBef>
                <a:spcPts val="1800"/>
              </a:spcBef>
              <a:spcAft>
                <a:spcPct val="0"/>
              </a:spcAft>
              <a:buClr>
                <a:srgbClr val="BA7612"/>
              </a:buClr>
              <a:buSzPct val="70000"/>
              <a:buFont typeface="Wingdings" panose="05000000000000000000" pitchFamily="2" charset="2"/>
              <a:buChar char="l"/>
              <a:defRPr kumimoji="0" lang="zh-CN" altLang="en-US" sz="2400" b="0" i="0" u="none" kern="1200" baseline="0">
                <a:solidFill>
                  <a:schemeClr val="tx1"/>
                </a:solidFill>
                <a:latin typeface="Arial" panose="020b0604020202020204" pitchFamily="34" charset="0"/>
                <a:ea typeface="黑体" panose="02010609060101010101" charset="-122"/>
                <a:cs typeface="+mn-cs"/>
              </a:defRPr>
            </a:lvl1pPr>
            <a:lvl2pPr marL="630555" indent="-271780" algn="just" defTabSz="914400" rtl="0" eaLnBrk="0" fontAlgn="base" hangingPunct="0">
              <a:lnSpc>
                <a:spcPct val="110000"/>
              </a:lnSpc>
              <a:spcBef>
                <a:spcPct val="0"/>
              </a:spcBef>
              <a:spcAft>
                <a:spcPct val="0"/>
              </a:spcAft>
              <a:buClr>
                <a:schemeClr val="tx1"/>
              </a:buClr>
              <a:buSzTx/>
              <a:buFont typeface="Arial" panose="020b0604020202020204" pitchFamily="34" charset="0"/>
              <a:buChar char="•"/>
              <a:defRPr kumimoji="0" lang="zh-CN" altLang="en-US" sz="2000" b="0" i="0" u="none" kern="1200" baseline="0">
                <a:solidFill>
                  <a:schemeClr val="tx1"/>
                </a:solidFill>
                <a:latin typeface="+mn-ea"/>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chemeClr val="tx1"/>
                </a:solidFill>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chemeClr val="tx1"/>
                </a:solidFill>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R="0" lvl="0" algn="l" eaLnBrk="1" hangingPunct="1">
              <a:lnSpc>
                <a:spcPct val="125000"/>
              </a:lnSpc>
              <a:spcBef>
                <a:spcPts val="600"/>
              </a:spcBef>
              <a:spcAft>
                <a:spcPts val="600"/>
              </a:spcAft>
              <a:buClr>
                <a:srgbClr val="ED7D31"/>
              </a:buClr>
            </a:pPr>
            <a:r>
              <a:rPr lang="en-US" altLang="en-US" b="1" spc="0">
                <a:solidFill>
                  <a:srgbClr val="303030"/>
                </a:solidFill>
                <a:latin typeface="Times New Roman" panose="02020603050405020304" pitchFamily="18" charset="0"/>
                <a:cs typeface="Times New Roman" panose="02020603050405020304" pitchFamily="18" charset="0"/>
              </a:rPr>
              <a:t>观察下列各个集合，你能说出</a:t>
            </a:r>
            <a:r>
              <a:rPr lang="en-US" altLang="en-US" b="1" spc="0">
                <a:solidFill>
                  <a:schemeClr val="accent2"/>
                </a:solidFill>
                <a:latin typeface="Times New Roman" panose="02020603050405020304" pitchFamily="18" charset="0"/>
                <a:cs typeface="Times New Roman" panose="02020603050405020304" pitchFamily="18" charset="0"/>
              </a:rPr>
              <a:t>集合</a:t>
            </a:r>
            <a:r>
              <a:rPr lang="en-US" altLang="zh-CN" b="1" i="1" spc="0">
                <a:solidFill>
                  <a:schemeClr val="accent2"/>
                </a:solidFill>
                <a:latin typeface="Times New Roman" panose="02020603050405020304" pitchFamily="18" charset="0"/>
                <a:cs typeface="Times New Roman" panose="02020603050405020304" pitchFamily="18" charset="0"/>
              </a:rPr>
              <a:t>C</a:t>
            </a:r>
            <a:r>
              <a:rPr lang="en-US" altLang="en-US" b="1" spc="0">
                <a:solidFill>
                  <a:srgbClr val="303030"/>
                </a:solidFill>
                <a:latin typeface="Times New Roman" panose="02020603050405020304" pitchFamily="18" charset="0"/>
                <a:cs typeface="Times New Roman" panose="02020603050405020304" pitchFamily="18" charset="0"/>
              </a:rPr>
              <a:t>与</a:t>
            </a:r>
            <a:r>
              <a:rPr lang="en-US" altLang="en-US" b="1" spc="0">
                <a:solidFill>
                  <a:schemeClr val="accent2"/>
                </a:solidFill>
                <a:latin typeface="Times New Roman" panose="02020603050405020304" pitchFamily="18" charset="0"/>
                <a:cs typeface="Times New Roman" panose="02020603050405020304" pitchFamily="18" charset="0"/>
              </a:rPr>
              <a:t>集合</a:t>
            </a:r>
            <a:r>
              <a:rPr lang="en-US" altLang="zh-CN" b="1" i="1" spc="0">
                <a:solidFill>
                  <a:schemeClr val="accent2"/>
                </a:solidFill>
                <a:latin typeface="Times New Roman" panose="02020603050405020304" pitchFamily="18" charset="0"/>
                <a:cs typeface="Times New Roman" panose="02020603050405020304" pitchFamily="18" charset="0"/>
              </a:rPr>
              <a:t>A</a:t>
            </a:r>
            <a:r>
              <a:rPr lang="en-US" altLang="zh-CN" b="1" spc="0">
                <a:solidFill>
                  <a:schemeClr val="accent2"/>
                </a:solidFill>
                <a:latin typeface="Times New Roman" panose="02020603050405020304" pitchFamily="18" charset="0"/>
                <a:cs typeface="Times New Roman" panose="02020603050405020304" pitchFamily="18" charset="0"/>
              </a:rPr>
              <a:t>,</a:t>
            </a:r>
            <a:r>
              <a:rPr lang="en-US" altLang="zh-CN" b="1" i="1" spc="0">
                <a:solidFill>
                  <a:schemeClr val="accent2"/>
                </a:solidFill>
                <a:latin typeface="Times New Roman" panose="02020603050405020304" pitchFamily="18" charset="0"/>
                <a:cs typeface="Times New Roman" panose="02020603050405020304" pitchFamily="18" charset="0"/>
              </a:rPr>
              <a:t>B</a:t>
            </a:r>
            <a:r>
              <a:rPr lang="en-US" altLang="en-US" b="1" spc="0">
                <a:solidFill>
                  <a:srgbClr val="303030"/>
                </a:solidFill>
                <a:latin typeface="Times New Roman" panose="02020603050405020304" pitchFamily="18" charset="0"/>
                <a:cs typeface="Times New Roman" panose="02020603050405020304" pitchFamily="18" charset="0"/>
              </a:rPr>
              <a:t>之间的关系吗？</a:t>
            </a:r>
            <a:endParaRPr lang="en-US" altLang="en-US" b="1">
              <a:solidFill>
                <a:srgbClr val="303030"/>
              </a:solidFill>
              <a:latin typeface="Times New Roman" panose="02020603050405020304" pitchFamily="18" charset="0"/>
              <a:cs typeface="Times New Roman" panose="02020603050405020304" pitchFamily="18" charset="0"/>
            </a:endParaRPr>
          </a:p>
          <a:p>
            <a:pPr marL="0" marR="0" lvl="0" indent="0" algn="l" eaLnBrk="1" hangingPunct="1">
              <a:lnSpc>
                <a:spcPct val="125000"/>
              </a:lnSpc>
              <a:spcBef>
                <a:spcPts val="600"/>
              </a:spcBef>
              <a:spcAft>
                <a:spcPts val="600"/>
              </a:spcAft>
              <a:buNone/>
            </a:pPr>
            <a:r>
              <a:rPr lang="en-US" altLang="zh-CN" b="1" spc="0">
                <a:solidFill>
                  <a:srgbClr val="303030"/>
                </a:solidFill>
                <a:latin typeface="Times New Roman" panose="02020603050405020304" pitchFamily="18" charset="0"/>
                <a:cs typeface="Times New Roman" panose="02020603050405020304" pitchFamily="18" charset="0"/>
              </a:rPr>
              <a:t> (1)</a:t>
            </a:r>
            <a:r>
              <a:rPr lang="en-US" altLang="zh-CN" b="1" i="1" spc="0">
                <a:solidFill>
                  <a:srgbClr val="303030"/>
                </a:solidFill>
                <a:latin typeface="Times New Roman" panose="02020603050405020304" pitchFamily="18" charset="0"/>
                <a:cs typeface="Times New Roman" panose="02020603050405020304" pitchFamily="18" charset="0"/>
              </a:rPr>
              <a:t>A</a:t>
            </a:r>
            <a:r>
              <a:rPr lang="en-US" altLang="zh-CN" b="1" spc="0">
                <a:solidFill>
                  <a:srgbClr val="303030"/>
                </a:solidFill>
                <a:latin typeface="Times New Roman" panose="02020603050405020304" pitchFamily="18" charset="0"/>
                <a:cs typeface="Times New Roman" panose="02020603050405020304" pitchFamily="18" charset="0"/>
              </a:rPr>
              <a:t>={1,3,5}</a:t>
            </a:r>
            <a:r>
              <a:rPr lang="en-US" altLang="en-US"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B</a:t>
            </a:r>
            <a:r>
              <a:rPr lang="en-US" altLang="zh-CN" b="1" spc="0">
                <a:solidFill>
                  <a:srgbClr val="303030"/>
                </a:solidFill>
                <a:latin typeface="Times New Roman" panose="02020603050405020304" pitchFamily="18" charset="0"/>
                <a:cs typeface="Times New Roman" panose="02020603050405020304" pitchFamily="18" charset="0"/>
              </a:rPr>
              <a:t>={2,4,6}</a:t>
            </a:r>
            <a:r>
              <a:rPr lang="en-US" altLang="en-US" b="1" spc="0">
                <a:solidFill>
                  <a:srgbClr val="303030"/>
                </a:solidFill>
                <a:latin typeface="Times New Roman" panose="02020603050405020304" pitchFamily="18" charset="0"/>
                <a:cs typeface="Times New Roman" panose="02020603050405020304" pitchFamily="18" charset="0"/>
              </a:rPr>
              <a:t>，</a:t>
            </a:r>
            <a:r>
              <a:rPr lang="en-US" altLang="zh-CN" b="1" i="1" spc="0">
                <a:solidFill>
                  <a:schemeClr val="accent2"/>
                </a:solidFill>
                <a:latin typeface="Times New Roman" panose="02020603050405020304" pitchFamily="18" charset="0"/>
                <a:cs typeface="Times New Roman" panose="02020603050405020304" pitchFamily="18" charset="0"/>
              </a:rPr>
              <a:t>C</a:t>
            </a:r>
            <a:r>
              <a:rPr lang="en-US" altLang="zh-CN" b="1" spc="0">
                <a:solidFill>
                  <a:schemeClr val="accent2"/>
                </a:solidFill>
                <a:latin typeface="Times New Roman" panose="02020603050405020304" pitchFamily="18" charset="0"/>
                <a:cs typeface="Times New Roman" panose="02020603050405020304" pitchFamily="18" charset="0"/>
              </a:rPr>
              <a:t>={1,2,3,4,5,6}</a:t>
            </a:r>
            <a:r>
              <a:rPr lang="en-US" altLang="en-US" b="1" spc="0">
                <a:solidFill>
                  <a:srgbClr val="303030"/>
                </a:solidFill>
                <a:latin typeface="Times New Roman" panose="02020603050405020304" pitchFamily="18" charset="0"/>
                <a:cs typeface="Times New Roman" panose="02020603050405020304" pitchFamily="18" charset="0"/>
              </a:rPr>
              <a:t>；</a:t>
            </a:r>
            <a:endParaRPr lang="en-US" altLang="en-US" b="1">
              <a:solidFill>
                <a:srgbClr val="303030"/>
              </a:solidFill>
              <a:latin typeface="Times New Roman" panose="02020603050405020304" pitchFamily="18" charset="0"/>
              <a:cs typeface="Times New Roman" panose="02020603050405020304" pitchFamily="18" charset="0"/>
            </a:endParaRPr>
          </a:p>
          <a:p>
            <a:pPr marL="0" marR="0" lvl="0" indent="0" algn="l" eaLnBrk="1" hangingPunct="1">
              <a:lnSpc>
                <a:spcPct val="125000"/>
              </a:lnSpc>
              <a:spcBef>
                <a:spcPts val="600"/>
              </a:spcBef>
              <a:spcAft>
                <a:spcPts val="600"/>
              </a:spcAft>
              <a:buNone/>
            </a:pPr>
            <a:r>
              <a:rPr lang="en-US" altLang="zh-CN" b="1" spc="0">
                <a:solidFill>
                  <a:srgbClr val="303030"/>
                </a:solidFill>
                <a:latin typeface="Times New Roman" panose="02020603050405020304" pitchFamily="18" charset="0"/>
                <a:cs typeface="Times New Roman" panose="02020603050405020304" pitchFamily="18" charset="0"/>
              </a:rPr>
              <a:t> (2)</a:t>
            </a:r>
            <a:r>
              <a:rPr lang="en-US" altLang="zh-CN" b="1" i="1" spc="0">
                <a:solidFill>
                  <a:srgbClr val="303030"/>
                </a:solidFill>
                <a:latin typeface="Times New Roman" panose="02020603050405020304" pitchFamily="18" charset="0"/>
                <a:cs typeface="Times New Roman" panose="02020603050405020304" pitchFamily="18" charset="0"/>
              </a:rPr>
              <a:t>A</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x</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x</a:t>
            </a:r>
            <a:r>
              <a:rPr lang="en-US" altLang="en-US" b="1" spc="0">
                <a:solidFill>
                  <a:srgbClr val="303030"/>
                </a:solidFill>
                <a:latin typeface="Times New Roman" panose="02020603050405020304" pitchFamily="18" charset="0"/>
                <a:cs typeface="Times New Roman" panose="02020603050405020304" pitchFamily="18" charset="0"/>
              </a:rPr>
              <a:t>是有理数</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en-US"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B</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x</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x</a:t>
            </a:r>
            <a:r>
              <a:rPr lang="en-US" altLang="en-US" b="1" spc="0">
                <a:solidFill>
                  <a:srgbClr val="303030"/>
                </a:solidFill>
                <a:latin typeface="Times New Roman" panose="02020603050405020304" pitchFamily="18" charset="0"/>
                <a:cs typeface="Times New Roman" panose="02020603050405020304" pitchFamily="18" charset="0"/>
              </a:rPr>
              <a:t>是无理数</a:t>
            </a:r>
            <a:r>
              <a:rPr lang="en-US" altLang="zh-CN" b="1" spc="0">
                <a:solidFill>
                  <a:srgbClr val="303030"/>
                </a:solidFill>
                <a:latin typeface="Times New Roman" panose="02020603050405020304" pitchFamily="18" charset="0"/>
                <a:cs typeface="Times New Roman" panose="02020603050405020304" pitchFamily="18" charset="0"/>
              </a:rPr>
              <a:t>}</a:t>
            </a:r>
            <a:r>
              <a:rPr lang="en-US" altLang="en-US" b="1" spc="0">
                <a:solidFill>
                  <a:srgbClr val="303030"/>
                </a:solidFill>
                <a:latin typeface="Times New Roman" panose="02020603050405020304" pitchFamily="18" charset="0"/>
                <a:cs typeface="Times New Roman" panose="02020603050405020304" pitchFamily="18" charset="0"/>
              </a:rPr>
              <a:t>，</a:t>
            </a:r>
            <a:r>
              <a:rPr lang="en-US" altLang="zh-CN" b="1" i="1" spc="0">
                <a:solidFill>
                  <a:schemeClr val="accent2"/>
                </a:solidFill>
                <a:latin typeface="Times New Roman" panose="02020603050405020304" pitchFamily="18" charset="0"/>
                <a:cs typeface="Times New Roman" panose="02020603050405020304" pitchFamily="18" charset="0"/>
              </a:rPr>
              <a:t>C</a:t>
            </a:r>
            <a:r>
              <a:rPr lang="en-US" altLang="zh-CN" b="1" spc="0">
                <a:solidFill>
                  <a:schemeClr val="accent2"/>
                </a:solidFill>
                <a:latin typeface="Times New Roman" panose="02020603050405020304" pitchFamily="18" charset="0"/>
                <a:cs typeface="Times New Roman" panose="02020603050405020304" pitchFamily="18" charset="0"/>
              </a:rPr>
              <a:t>={</a:t>
            </a:r>
            <a:r>
              <a:rPr lang="en-US" altLang="zh-CN" b="1" i="1" spc="0">
                <a:solidFill>
                  <a:schemeClr val="accent2"/>
                </a:solidFill>
                <a:latin typeface="Times New Roman" panose="02020603050405020304" pitchFamily="18" charset="0"/>
                <a:cs typeface="Times New Roman" panose="02020603050405020304" pitchFamily="18" charset="0"/>
              </a:rPr>
              <a:t>x</a:t>
            </a:r>
            <a:r>
              <a:rPr lang="en-US" altLang="zh-CN" b="1" spc="0">
                <a:solidFill>
                  <a:schemeClr val="accent2"/>
                </a:solidFill>
                <a:latin typeface="Times New Roman" panose="02020603050405020304" pitchFamily="18" charset="0"/>
                <a:cs typeface="Times New Roman" panose="02020603050405020304" pitchFamily="18" charset="0"/>
              </a:rPr>
              <a:t>|</a:t>
            </a:r>
            <a:r>
              <a:rPr lang="en-US" altLang="zh-CN" b="1" i="1" spc="0">
                <a:solidFill>
                  <a:schemeClr val="accent2"/>
                </a:solidFill>
                <a:latin typeface="Times New Roman" panose="02020603050405020304" pitchFamily="18" charset="0"/>
                <a:cs typeface="Times New Roman" panose="02020603050405020304" pitchFamily="18" charset="0"/>
              </a:rPr>
              <a:t>x</a:t>
            </a:r>
            <a:r>
              <a:rPr lang="en-US" altLang="en-US" b="1" spc="0">
                <a:solidFill>
                  <a:schemeClr val="accent2"/>
                </a:solidFill>
                <a:latin typeface="Times New Roman" panose="02020603050405020304" pitchFamily="18" charset="0"/>
                <a:cs typeface="Times New Roman" panose="02020603050405020304" pitchFamily="18" charset="0"/>
              </a:rPr>
              <a:t>是实数</a:t>
            </a:r>
            <a:r>
              <a:rPr lang="en-US" altLang="zh-CN" b="1" spc="0">
                <a:solidFill>
                  <a:schemeClr val="accent2"/>
                </a:solidFill>
                <a:latin typeface="Times New Roman" panose="02020603050405020304" pitchFamily="18" charset="0"/>
                <a:cs typeface="Times New Roman" panose="02020603050405020304" pitchFamily="18" charset="0"/>
              </a:rPr>
              <a:t>}</a:t>
            </a:r>
            <a:r>
              <a:rPr lang="en-US" altLang="en-US" b="1" spc="0">
                <a:solidFill>
                  <a:srgbClr val="303030"/>
                </a:solidFill>
                <a:latin typeface="Times New Roman" panose="02020603050405020304" pitchFamily="18" charset="0"/>
                <a:cs typeface="Times New Roman" panose="02020603050405020304" pitchFamily="18" charset="0"/>
              </a:rPr>
              <a:t>；</a:t>
            </a:r>
            <a:endParaRPr lang="en-US" altLang="en-US" b="1">
              <a:solidFill>
                <a:srgbClr val="303030"/>
              </a:solidFill>
              <a:latin typeface="Times New Roman" panose="02020603050405020304" pitchFamily="18" charset="0"/>
              <a:cs typeface="Times New Roman" panose="02020603050405020304" pitchFamily="18" charset="0"/>
            </a:endParaRPr>
          </a:p>
          <a:p>
            <a:pPr marL="0" marR="0" lvl="0" indent="0" algn="l" eaLnBrk="1" hangingPunct="1">
              <a:lnSpc>
                <a:spcPct val="125000"/>
              </a:lnSpc>
              <a:spcBef>
                <a:spcPts val="600"/>
              </a:spcBef>
              <a:spcAft>
                <a:spcPts val="600"/>
              </a:spcAft>
              <a:buNone/>
            </a:pPr>
            <a:r>
              <a:rPr lang="en-US" altLang="zh-CN" b="1" spc="0">
                <a:solidFill>
                  <a:srgbClr val="303030"/>
                </a:solidFill>
                <a:latin typeface="Times New Roman" panose="02020603050405020304" pitchFamily="18" charset="0"/>
                <a:cs typeface="Times New Roman" panose="02020603050405020304" pitchFamily="18" charset="0"/>
              </a:rPr>
              <a:t> (3)</a:t>
            </a:r>
            <a:r>
              <a:rPr lang="en-US" altLang="zh-CN" b="1" i="1" spc="0">
                <a:solidFill>
                  <a:srgbClr val="303030"/>
                </a:solidFill>
                <a:latin typeface="Times New Roman" panose="02020603050405020304" pitchFamily="18" charset="0"/>
                <a:cs typeface="Times New Roman" panose="02020603050405020304" pitchFamily="18" charset="0"/>
              </a:rPr>
              <a:t>A</a:t>
            </a:r>
            <a:r>
              <a:rPr lang="en-US" altLang="zh-CN" b="1" spc="0">
                <a:solidFill>
                  <a:srgbClr val="303030"/>
                </a:solidFill>
                <a:latin typeface="Times New Roman" panose="02020603050405020304" pitchFamily="18" charset="0"/>
                <a:cs typeface="Times New Roman" panose="02020603050405020304" pitchFamily="18" charset="0"/>
              </a:rPr>
              <a:t>={1,2,3}</a:t>
            </a:r>
            <a:r>
              <a:rPr lang="en-US" altLang="en-US" b="1" spc="0">
                <a:solidFill>
                  <a:srgbClr val="303030"/>
                </a:solidFill>
                <a:latin typeface="Times New Roman" panose="02020603050405020304" pitchFamily="18" charset="0"/>
                <a:cs typeface="Times New Roman" panose="02020603050405020304" pitchFamily="18" charset="0"/>
              </a:rPr>
              <a:t>，</a:t>
            </a:r>
            <a:r>
              <a:rPr lang="en-US" altLang="zh-CN" b="1" i="1" spc="0">
                <a:solidFill>
                  <a:srgbClr val="303030"/>
                </a:solidFill>
                <a:latin typeface="Times New Roman" panose="02020603050405020304" pitchFamily="18" charset="0"/>
                <a:cs typeface="Times New Roman" panose="02020603050405020304" pitchFamily="18" charset="0"/>
              </a:rPr>
              <a:t>B</a:t>
            </a:r>
            <a:r>
              <a:rPr lang="en-US" altLang="zh-CN" b="1" spc="0">
                <a:solidFill>
                  <a:srgbClr val="303030"/>
                </a:solidFill>
                <a:latin typeface="Times New Roman" panose="02020603050405020304" pitchFamily="18" charset="0"/>
                <a:cs typeface="Times New Roman" panose="02020603050405020304" pitchFamily="18" charset="0"/>
              </a:rPr>
              <a:t>={2,3,5,9}</a:t>
            </a:r>
            <a:r>
              <a:rPr lang="en-US" altLang="en-US" b="1" spc="0">
                <a:solidFill>
                  <a:srgbClr val="303030"/>
                </a:solidFill>
                <a:latin typeface="Times New Roman" panose="02020603050405020304" pitchFamily="18" charset="0"/>
                <a:cs typeface="Times New Roman" panose="02020603050405020304" pitchFamily="18" charset="0"/>
                <a:sym typeface="+mn-ea"/>
              </a:rPr>
              <a:t>，</a:t>
            </a:r>
            <a:r>
              <a:rPr lang="en-US" altLang="zh-CN" b="1" i="1" spc="0">
                <a:solidFill>
                  <a:schemeClr val="accent2"/>
                </a:solidFill>
                <a:latin typeface="Times New Roman" panose="02020603050405020304" pitchFamily="18" charset="0"/>
                <a:cs typeface="Times New Roman" panose="02020603050405020304" pitchFamily="18" charset="0"/>
                <a:sym typeface="+mn-ea"/>
              </a:rPr>
              <a:t>C</a:t>
            </a:r>
            <a:r>
              <a:rPr lang="en-US" altLang="zh-CN" b="1" spc="0">
                <a:solidFill>
                  <a:schemeClr val="accent2"/>
                </a:solidFill>
                <a:latin typeface="Times New Roman" panose="02020603050405020304" pitchFamily="18" charset="0"/>
                <a:cs typeface="Times New Roman" panose="02020603050405020304" pitchFamily="18" charset="0"/>
                <a:sym typeface="+mn-ea"/>
              </a:rPr>
              <a:t>={1,2,3,5,9}</a:t>
            </a:r>
            <a:r>
              <a:rPr lang="en-US" altLang="zh-CN" b="1" spc="0">
                <a:solidFill>
                  <a:schemeClr val="tx1"/>
                </a:solidFill>
                <a:latin typeface="Times New Roman" panose="02020603050405020304" pitchFamily="18" charset="0"/>
                <a:cs typeface="Times New Roman" panose="02020603050405020304" pitchFamily="18" charset="0"/>
                <a:sym typeface="+mn-ea"/>
              </a:rPr>
              <a:t>.</a:t>
            </a:r>
            <a:endParaRPr lang="en-US" altLang="zh-CN" b="1" spc="0">
              <a:solidFill>
                <a:schemeClr val="tx1"/>
              </a:solidFill>
              <a:latin typeface="Times New Roman" panose="02020603050405020304" pitchFamily="18" charset="0"/>
              <a:cs typeface="Times New Roman" panose="02020603050405020304" pitchFamily="18" charset="0"/>
              <a:sym typeface="+mn-ea"/>
            </a:endParaRPr>
          </a:p>
        </p:txBody>
      </p:sp>
      <p:grpSp>
        <p:nvGrpSpPr>
          <p:cNvPr id="18" name="组合 17" title=""/>
          <p:cNvGrpSpPr/>
          <p:nvPr>
            <p:custDataLst>
              <p:tags r:id="rId14"/>
            </p:custDataLst>
          </p:nvPr>
        </p:nvGrpSpPr>
        <p:grpSpPr>
          <a:xfrm>
            <a:off x="8401685" y="3590925"/>
            <a:ext cx="2988945" cy="613410"/>
            <a:chOff x="13231" y="5655"/>
            <a:chExt cx="4707" cy="966"/>
          </a:xfrm>
        </p:grpSpPr>
        <p:sp>
          <p:nvSpPr>
            <p:cNvPr id="10" name="矩形: 圆角 29"/>
            <p:cNvSpPr/>
            <p:nvPr>
              <p:custDataLst>
                <p:tags r:id="rId15"/>
              </p:custDataLst>
            </p:nvPr>
          </p:nvSpPr>
          <p:spPr>
            <a:xfrm rot="10800000" flipV="1">
              <a:off x="14127" y="5742"/>
              <a:ext cx="3811" cy="851"/>
            </a:xfrm>
            <a:prstGeom prst="roundRect">
              <a:avLst>
                <a:gd name="adj" fmla="val 50000"/>
              </a:avLst>
            </a:prstGeom>
            <a:gradFill flip="none" rotWithShape="1">
              <a:gsLst>
                <a:gs pos="0">
                  <a:srgbClr val="4076FD"/>
                </a:gs>
                <a:gs pos="100000">
                  <a:schemeClr val="accent2">
                    <a:alpha val="69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黑体" panose="02010609060101010101" charset="-122"/>
                <a:ea typeface="黑体" panose="02010609060101010101" charset="-122"/>
              </a:endParaRPr>
            </a:p>
          </p:txBody>
        </p:sp>
        <p:sp>
          <p:nvSpPr>
            <p:cNvPr id="99338" name="文本框 7"/>
            <p:cNvSpPr/>
            <p:nvPr>
              <p:custDataLst>
                <p:tags r:id="rId16"/>
              </p:custDataLst>
            </p:nvPr>
          </p:nvSpPr>
          <p:spPr>
            <a:xfrm>
              <a:off x="14483" y="5655"/>
              <a:ext cx="1502" cy="957"/>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en-US" altLang="zh-CN" sz="2800" b="1">
                  <a:solidFill>
                    <a:schemeClr val="bg1"/>
                  </a:solidFill>
                  <a:latin typeface="Times New Roman" panose="02020603050405020304" pitchFamily="18" charset="0"/>
                  <a:sym typeface="黑体" panose="02010609060101010101" charset="-122"/>
                </a:rPr>
                <a:t>5∈</a:t>
              </a:r>
              <a:r>
                <a:rPr lang="en-US" altLang="zh-CN" sz="2800" b="1" i="1">
                  <a:solidFill>
                    <a:schemeClr val="bg1"/>
                  </a:solidFill>
                  <a:latin typeface="Times New Roman" panose="02020603050405020304" pitchFamily="18" charset="0"/>
                  <a:sym typeface="黑体" panose="02010609060101010101" charset="-122"/>
                </a:rPr>
                <a:t>A</a:t>
              </a:r>
              <a:endParaRPr lang="en-US" altLang="zh-CN" sz="2800" b="1" i="1">
                <a:solidFill>
                  <a:schemeClr val="bg1"/>
                </a:solidFill>
                <a:latin typeface="Times New Roman" panose="02020603050405020304" pitchFamily="18" charset="0"/>
                <a:sym typeface="黑体" panose="02010609060101010101" charset="-122"/>
              </a:endParaRPr>
            </a:p>
          </p:txBody>
        </p:sp>
        <p:grpSp>
          <p:nvGrpSpPr>
            <p:cNvPr id="99341" name="组合 12"/>
            <p:cNvGrpSpPr/>
            <p:nvPr>
              <p:custDataLst>
                <p:tags r:id="rId17"/>
              </p:custDataLst>
            </p:nvPr>
          </p:nvGrpSpPr>
          <p:grpSpPr>
            <a:xfrm>
              <a:off x="15672" y="5664"/>
              <a:ext cx="2065" cy="957"/>
              <a:chOff x="15401" y="6181"/>
              <a:chExt cx="2065" cy="957"/>
            </a:xfrm>
          </p:grpSpPr>
          <p:sp>
            <p:nvSpPr>
              <p:cNvPr id="99345" name="文本框 14"/>
              <p:cNvSpPr/>
              <p:nvPr>
                <p:custDataLst>
                  <p:tags r:id="rId18"/>
                </p:custDataLst>
              </p:nvPr>
            </p:nvSpPr>
            <p:spPr>
              <a:xfrm>
                <a:off x="15401" y="6181"/>
                <a:ext cx="2065" cy="957"/>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zh-CN" altLang="en-US" sz="2800" b="1">
                    <a:solidFill>
                      <a:schemeClr val="bg1"/>
                    </a:solidFill>
                    <a:latin typeface="Times New Roman" panose="02020603050405020304" pitchFamily="18" charset="0"/>
                    <a:sym typeface="黑体" panose="02010609060101010101" charset="-122"/>
                  </a:rPr>
                  <a:t>且</a:t>
                </a:r>
                <a:r>
                  <a:rPr lang="en-US" altLang="zh-CN" sz="2800" b="1">
                    <a:solidFill>
                      <a:schemeClr val="bg1"/>
                    </a:solidFill>
                    <a:latin typeface="Times New Roman" panose="02020603050405020304" pitchFamily="18" charset="0"/>
                    <a:sym typeface="黑体" panose="02010609060101010101" charset="-122"/>
                  </a:rPr>
                  <a:t>5∈</a:t>
                </a:r>
                <a:r>
                  <a:rPr lang="en-US" altLang="zh-CN" sz="2800" b="1" i="1">
                    <a:solidFill>
                      <a:schemeClr val="bg1"/>
                    </a:solidFill>
                    <a:latin typeface="Times New Roman" panose="02020603050405020304" pitchFamily="18" charset="0"/>
                    <a:sym typeface="黑体" panose="02010609060101010101" charset="-122"/>
                  </a:rPr>
                  <a:t>B</a:t>
                </a:r>
                <a:endParaRPr lang="en-US" altLang="zh-CN" sz="2800" b="1" i="1">
                  <a:solidFill>
                    <a:schemeClr val="bg1"/>
                  </a:solidFill>
                  <a:latin typeface="Times New Roman" panose="02020603050405020304" pitchFamily="18" charset="0"/>
                  <a:ea typeface="微软雅黑" panose="020b0503020204020204" charset="-122"/>
                  <a:sym typeface="黑体" panose="02010609060101010101" charset="-122"/>
                </a:endParaRPr>
              </a:p>
            </p:txBody>
          </p:sp>
          <p:cxnSp>
            <p:nvCxnSpPr>
              <p:cNvPr id="99346" name="直接连接符 15"/>
              <p:cNvCxnSpPr/>
              <p:nvPr>
                <p:custDataLst>
                  <p:tags r:id="rId19"/>
                </p:custDataLst>
              </p:nvPr>
            </p:nvCxnSpPr>
            <p:spPr>
              <a:xfrm flipH="1">
                <a:off x="16641" y="6418"/>
                <a:ext cx="145" cy="512"/>
              </a:xfrm>
              <a:prstGeom prst="line">
                <a:avLst/>
              </a:prstGeom>
              <a:noFill/>
              <a:ln w="25400">
                <a:solidFill>
                  <a:schemeClr val="bg1"/>
                </a:solidFill>
                <a:miter lim="800000"/>
              </a:ln>
            </p:spPr>
          </p:cxnSp>
        </p:grpSp>
        <p:cxnSp>
          <p:nvCxnSpPr>
            <p:cNvPr id="14" name="直接连接符 13"/>
            <p:cNvCxnSpPr/>
            <p:nvPr>
              <p:custDataLst>
                <p:tags r:id="rId20"/>
              </p:custDataLst>
            </p:nvPr>
          </p:nvCxnSpPr>
          <p:spPr>
            <a:xfrm flipH="1">
              <a:off x="13231" y="6168"/>
              <a:ext cx="896" cy="0"/>
            </a:xfrm>
            <a:prstGeom prst="line">
              <a:avLst/>
            </a:prstGeom>
            <a:ln w="22225" cap="flat" cmpd="sng" algn="ctr">
              <a:solidFill>
                <a:srgbClr val="4175FC"/>
              </a:solidFill>
              <a:prstDash val="dash"/>
              <a:miter lim="800000"/>
              <a:headEnd type="none"/>
              <a:tailEnd type="oval"/>
            </a:ln>
          </p:spPr>
          <p:style>
            <a:lnRef idx="0">
              <a:schemeClr val="accent1"/>
            </a:lnRef>
            <a:fillRef idx="0">
              <a:srgbClr val="FFFFFF"/>
            </a:fillRef>
            <a:effectRef idx="0">
              <a:srgbClr val="FFFFFF"/>
            </a:effectRef>
            <a:fontRef idx="minor">
              <a:schemeClr val="tx1"/>
            </a:fontRef>
          </p:style>
        </p:cxnSp>
      </p:grpSp>
      <p:grpSp>
        <p:nvGrpSpPr>
          <p:cNvPr id="17" name="组合 16" title=""/>
          <p:cNvGrpSpPr/>
          <p:nvPr>
            <p:custDataLst>
              <p:tags r:id="rId21"/>
            </p:custDataLst>
          </p:nvPr>
        </p:nvGrpSpPr>
        <p:grpSpPr>
          <a:xfrm>
            <a:off x="6466205" y="2997835"/>
            <a:ext cx="4923790" cy="620395"/>
            <a:chOff x="10183" y="4721"/>
            <a:chExt cx="7754" cy="977"/>
          </a:xfrm>
        </p:grpSpPr>
        <p:sp>
          <p:nvSpPr>
            <p:cNvPr id="30" name="矩形: 圆角 29"/>
            <p:cNvSpPr/>
            <p:nvPr>
              <p:custDataLst>
                <p:tags r:id="rId22"/>
              </p:custDataLst>
            </p:nvPr>
          </p:nvSpPr>
          <p:spPr>
            <a:xfrm rot="10800000" flipV="1">
              <a:off x="14127" y="4818"/>
              <a:ext cx="3811" cy="851"/>
            </a:xfrm>
            <a:prstGeom prst="roundRect">
              <a:avLst>
                <a:gd name="adj" fmla="val 50000"/>
              </a:avLst>
            </a:prstGeom>
            <a:gradFill flip="none" rotWithShape="1">
              <a:gsLst>
                <a:gs pos="0">
                  <a:srgbClr val="4076FD"/>
                </a:gs>
                <a:gs pos="100000">
                  <a:schemeClr val="accent2">
                    <a:alpha val="69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黑体" panose="02010609060101010101" charset="-122"/>
                <a:ea typeface="黑体" panose="02010609060101010101" charset="-122"/>
              </a:endParaRPr>
            </a:p>
          </p:txBody>
        </p:sp>
        <p:sp>
          <p:nvSpPr>
            <p:cNvPr id="99337" name="文本框 6"/>
            <p:cNvSpPr/>
            <p:nvPr>
              <p:custDataLst>
                <p:tags r:id="rId23"/>
              </p:custDataLst>
            </p:nvPr>
          </p:nvSpPr>
          <p:spPr>
            <a:xfrm>
              <a:off x="14428" y="4721"/>
              <a:ext cx="1532" cy="958"/>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en-US" altLang="zh-CN" sz="2800" b="1">
                  <a:solidFill>
                    <a:schemeClr val="bg1"/>
                  </a:solidFill>
                  <a:latin typeface="Times New Roman" panose="02020603050405020304" pitchFamily="18" charset="0"/>
                  <a:sym typeface="黑体" panose="02010609060101010101" charset="-122"/>
                </a:rPr>
                <a:t>1∈</a:t>
              </a:r>
              <a:r>
                <a:rPr lang="en-US" altLang="zh-CN" sz="2800" b="1" i="1">
                  <a:solidFill>
                    <a:schemeClr val="bg1"/>
                  </a:solidFill>
                  <a:latin typeface="Times New Roman" panose="02020603050405020304" pitchFamily="18" charset="0"/>
                  <a:sym typeface="黑体" panose="02010609060101010101" charset="-122"/>
                </a:rPr>
                <a:t>A</a:t>
              </a:r>
              <a:endParaRPr lang="en-US" altLang="zh-CN" sz="2800" b="1" i="1">
                <a:solidFill>
                  <a:schemeClr val="bg1"/>
                </a:solidFill>
                <a:latin typeface="Times New Roman" panose="02020603050405020304" pitchFamily="18" charset="0"/>
                <a:ea typeface="微软雅黑" panose="020b0503020204020204" charset="-122"/>
                <a:sym typeface="黑体" panose="02010609060101010101" charset="-122"/>
              </a:endParaRPr>
            </a:p>
          </p:txBody>
        </p:sp>
        <p:sp>
          <p:nvSpPr>
            <p:cNvPr id="6" name="文本框 9"/>
            <p:cNvSpPr/>
            <p:nvPr>
              <p:custDataLst>
                <p:tags r:id="rId24"/>
              </p:custDataLst>
            </p:nvPr>
          </p:nvSpPr>
          <p:spPr>
            <a:xfrm>
              <a:off x="15647" y="4740"/>
              <a:ext cx="2065" cy="958"/>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zh-CN" altLang="en-US" sz="2800" b="1">
                  <a:solidFill>
                    <a:schemeClr val="bg1"/>
                  </a:solidFill>
                  <a:latin typeface="Times New Roman" panose="02020603050405020304" pitchFamily="18" charset="0"/>
                  <a:sym typeface="黑体" panose="02010609060101010101" charset="-122"/>
                </a:rPr>
                <a:t>且</a:t>
              </a:r>
              <a:r>
                <a:rPr lang="en-US" altLang="zh-CN" sz="2800" b="1">
                  <a:solidFill>
                    <a:schemeClr val="bg1"/>
                  </a:solidFill>
                  <a:latin typeface="Times New Roman" panose="02020603050405020304" pitchFamily="18" charset="0"/>
                  <a:sym typeface="黑体" panose="02010609060101010101" charset="-122"/>
                </a:rPr>
                <a:t>1∈</a:t>
              </a:r>
              <a:r>
                <a:rPr lang="en-US" altLang="zh-CN" sz="2800" b="1" i="1">
                  <a:solidFill>
                    <a:schemeClr val="bg1"/>
                  </a:solidFill>
                  <a:latin typeface="Times New Roman" panose="02020603050405020304" pitchFamily="18" charset="0"/>
                  <a:sym typeface="黑体" panose="02010609060101010101" charset="-122"/>
                </a:rPr>
                <a:t>B</a:t>
              </a:r>
              <a:endParaRPr lang="en-US" altLang="zh-CN" sz="2800" b="1" i="1">
                <a:solidFill>
                  <a:schemeClr val="bg1"/>
                </a:solidFill>
                <a:latin typeface="Times New Roman" panose="02020603050405020304" pitchFamily="18" charset="0"/>
                <a:ea typeface="微软雅黑" panose="020b0503020204020204" charset="-122"/>
                <a:sym typeface="黑体" panose="02010609060101010101" charset="-122"/>
              </a:endParaRPr>
            </a:p>
          </p:txBody>
        </p:sp>
        <p:cxnSp>
          <p:nvCxnSpPr>
            <p:cNvPr id="7" name="直接连接符 6"/>
            <p:cNvCxnSpPr>
              <a:stCxn id="30" idx="3"/>
            </p:cNvCxnSpPr>
            <p:nvPr>
              <p:custDataLst>
                <p:tags r:id="rId25"/>
              </p:custDataLst>
            </p:nvPr>
          </p:nvCxnSpPr>
          <p:spPr>
            <a:xfrm flipH="1">
              <a:off x="10183" y="5244"/>
              <a:ext cx="3944" cy="0"/>
            </a:xfrm>
            <a:prstGeom prst="line">
              <a:avLst/>
            </a:prstGeom>
            <a:ln w="22225" cap="flat" cmpd="sng" algn="ctr">
              <a:solidFill>
                <a:srgbClr val="4175FC"/>
              </a:solidFill>
              <a:prstDash val="dash"/>
              <a:miter lim="800000"/>
              <a:headEnd type="none"/>
              <a:tailEnd type="oval"/>
            </a:ln>
          </p:spPr>
          <p:style>
            <a:lnRef idx="0">
              <a:schemeClr val="accent1"/>
            </a:lnRef>
            <a:fillRef idx="0">
              <a:srgbClr val="FFFFFF"/>
            </a:fillRef>
            <a:effectRef idx="0">
              <a:srgbClr val="FFFFFF"/>
            </a:effectRef>
            <a:fontRef idx="minor">
              <a:schemeClr val="tx1"/>
            </a:fontRef>
          </p:style>
        </p:cxnSp>
        <p:cxnSp>
          <p:nvCxnSpPr>
            <p:cNvPr id="16" name="直接连接符 15"/>
            <p:cNvCxnSpPr/>
            <p:nvPr>
              <p:custDataLst>
                <p:tags r:id="rId26"/>
              </p:custDataLst>
            </p:nvPr>
          </p:nvCxnSpPr>
          <p:spPr>
            <a:xfrm flipH="1">
              <a:off x="16887" y="5016"/>
              <a:ext cx="145" cy="512"/>
            </a:xfrm>
            <a:prstGeom prst="line">
              <a:avLst/>
            </a:prstGeom>
            <a:noFill/>
            <a:ln w="25400">
              <a:solidFill>
                <a:schemeClr val="bg1"/>
              </a:solidFill>
              <a:miter lim="800000"/>
            </a:ln>
          </p:spPr>
        </p:cxnSp>
      </p:grpSp>
      <p:sp>
        <p:nvSpPr>
          <p:cNvPr id="99333" name="文本框 13" title=""/>
          <p:cNvSpPr txBox="1"/>
          <p:nvPr>
            <p:custDataLst>
              <p:tags r:id="rId27"/>
            </p:custDataLst>
          </p:nvPr>
        </p:nvSpPr>
        <p:spPr>
          <a:xfrm>
            <a:off x="771525" y="5006340"/>
            <a:ext cx="10743565" cy="675640"/>
          </a:xfrm>
          <a:prstGeom prst="rect">
            <a:avLst/>
          </a:prstGeom>
          <a:gradFill>
            <a:gsLst>
              <a:gs pos="100000">
                <a:schemeClr val="accent2">
                  <a:lumMod val="99000"/>
                  <a:satMod val="120000"/>
                  <a:shade val="78000"/>
                  <a:alpha val="0"/>
                </a:schemeClr>
              </a:gs>
              <a:gs pos="0">
                <a:srgbClr val="4076FD">
                  <a:alpha val="34000"/>
                </a:srgbClr>
              </a:gs>
              <a:gs pos="100000">
                <a:schemeClr val="accent2">
                  <a:alpha val="69000"/>
                </a:schemeClr>
              </a:gs>
            </a:gsLst>
            <a:lin ang="0" scaled="0"/>
          </a:gradFill>
          <a:effectLst/>
        </p:spPr>
        <p:style>
          <a:lnRef idx="0">
            <a:schemeClr val="accent2"/>
          </a:lnRef>
          <a:fillRef idx="3">
            <a:schemeClr val="accent2"/>
          </a:fillRef>
          <a:effectRef idx="3">
            <a:schemeClr val="accent2"/>
          </a:effectRef>
          <a:fontRef idx="minor">
            <a:schemeClr val="lt1"/>
          </a:fontRef>
        </p:style>
        <p:txBody>
          <a:bodyPr wrap="square"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l" eaLnBrk="1" hangingPunct="1">
              <a:lnSpc>
                <a:spcPct val="110000"/>
              </a:lnSpc>
            </a:pPr>
            <a:r>
              <a:rPr lang="en-US" altLang="zh-CN" sz="2800" b="1" i="1" spc="0">
                <a:solidFill>
                  <a:srgbClr val="303030"/>
                </a:solidFill>
                <a:latin typeface="Times New Roman" panose="02020603050405020304" pitchFamily="18" charset="0"/>
                <a:sym typeface="+mn-ea"/>
              </a:rPr>
              <a:t>C</a:t>
            </a:r>
            <a:r>
              <a:rPr lang="en-US" altLang="en-US" sz="2800" b="1" spc="0">
                <a:solidFill>
                  <a:srgbClr val="303030"/>
                </a:solidFill>
                <a:latin typeface="黑体" panose="02010609060101010101" charset="-122"/>
                <a:sym typeface="+mn-ea"/>
              </a:rPr>
              <a:t>是由</a:t>
            </a:r>
            <a:r>
              <a:rPr lang="en-US" altLang="en-US" sz="2800" b="1" spc="0">
                <a:solidFill>
                  <a:schemeClr val="accent2"/>
                </a:solidFill>
                <a:latin typeface="黑体" panose="02010609060101010101" charset="-122"/>
                <a:sym typeface="+mn-ea"/>
              </a:rPr>
              <a:t>所有</a:t>
            </a:r>
            <a:r>
              <a:rPr lang="en-US" altLang="en-US" sz="2800" b="1" u="sng" spc="0">
                <a:solidFill>
                  <a:srgbClr val="303030"/>
                </a:solidFill>
                <a:latin typeface="黑体" panose="02010609060101010101" charset="-122"/>
                <a:sym typeface="+mn-ea"/>
              </a:rPr>
              <a:t>属于集合</a:t>
            </a:r>
            <a:r>
              <a:rPr lang="en-US" altLang="zh-CN" sz="2800" b="1" i="1" u="sng" spc="0">
                <a:solidFill>
                  <a:srgbClr val="303030"/>
                </a:solidFill>
                <a:latin typeface="Times New Roman" panose="02020603050405020304" pitchFamily="18" charset="0"/>
                <a:sym typeface="+mn-ea"/>
              </a:rPr>
              <a:t>A</a:t>
            </a:r>
            <a:r>
              <a:rPr lang="en-US" altLang="en-US" sz="2800" b="1" spc="0">
                <a:solidFill>
                  <a:schemeClr val="accent2"/>
                </a:solidFill>
                <a:latin typeface="黑体" panose="02010609060101010101" charset="-122"/>
                <a:sym typeface="+mn-ea"/>
              </a:rPr>
              <a:t>或</a:t>
            </a:r>
            <a:r>
              <a:rPr lang="en-US" altLang="en-US" sz="2800" b="1" u="sng" spc="0">
                <a:solidFill>
                  <a:srgbClr val="303030"/>
                </a:solidFill>
                <a:latin typeface="黑体" panose="02010609060101010101" charset="-122"/>
                <a:sym typeface="+mn-ea"/>
              </a:rPr>
              <a:t>属于集合</a:t>
            </a:r>
            <a:r>
              <a:rPr lang="en-US" altLang="zh-CN" sz="2800" b="1" i="1" u="sng" spc="0">
                <a:solidFill>
                  <a:srgbClr val="303030"/>
                </a:solidFill>
                <a:latin typeface="Times New Roman" panose="02020603050405020304" pitchFamily="18" charset="0"/>
                <a:sym typeface="+mn-ea"/>
              </a:rPr>
              <a:t>B</a:t>
            </a:r>
            <a:r>
              <a:rPr lang="en-US" altLang="en-US" sz="2800" b="1" spc="0">
                <a:solidFill>
                  <a:srgbClr val="303030"/>
                </a:solidFill>
                <a:latin typeface="黑体" panose="02010609060101010101" charset="-122"/>
                <a:sym typeface="+mn-ea"/>
              </a:rPr>
              <a:t>的元素组成的</a:t>
            </a:r>
            <a:r>
              <a:rPr lang="en-US" altLang="zh-CN" sz="2800" b="1" spc="0">
                <a:solidFill>
                  <a:srgbClr val="303030"/>
                </a:solidFill>
                <a:latin typeface="黑体" panose="02010609060101010101" charset="-122"/>
                <a:sym typeface="+mn-ea"/>
              </a:rPr>
              <a:t>,</a:t>
            </a:r>
            <a:r>
              <a:rPr lang="en-US" altLang="zh-CN" sz="2800" b="1" spc="0">
                <a:solidFill>
                  <a:srgbClr val="303030"/>
                </a:solidFill>
                <a:latin typeface="Times New Roman" panose="02020603050405020304" pitchFamily="18" charset="0"/>
                <a:cs typeface="Times New Roman" panose="02020603050405020304" pitchFamily="18" charset="0"/>
                <a:sym typeface="+mn-ea"/>
              </a:rPr>
              <a:t>称</a:t>
            </a:r>
            <a:r>
              <a:rPr lang="en-US" altLang="zh-CN" sz="2800" b="1" i="1" spc="0">
                <a:solidFill>
                  <a:srgbClr val="303030"/>
                </a:solidFill>
                <a:latin typeface="Times New Roman" panose="02020603050405020304" pitchFamily="18" charset="0"/>
                <a:cs typeface="Times New Roman" panose="02020603050405020304" pitchFamily="18" charset="0"/>
                <a:sym typeface="+mn-ea"/>
              </a:rPr>
              <a:t>C</a:t>
            </a:r>
            <a:r>
              <a:rPr lang="en-US" altLang="zh-CN" sz="2800" b="1" spc="0">
                <a:solidFill>
                  <a:srgbClr val="303030"/>
                </a:solidFill>
                <a:latin typeface="Times New Roman" panose="02020603050405020304" pitchFamily="18" charset="0"/>
                <a:cs typeface="Times New Roman" panose="02020603050405020304" pitchFamily="18" charset="0"/>
                <a:sym typeface="+mn-ea"/>
              </a:rPr>
              <a:t>是</a:t>
            </a:r>
            <a:r>
              <a:rPr lang="en-US" altLang="zh-CN" sz="2800" b="1" i="1" spc="0">
                <a:solidFill>
                  <a:srgbClr val="303030"/>
                </a:solidFill>
                <a:latin typeface="Times New Roman" panose="02020603050405020304" pitchFamily="18" charset="0"/>
                <a:cs typeface="Times New Roman" panose="02020603050405020304" pitchFamily="18" charset="0"/>
                <a:sym typeface="+mn-ea"/>
              </a:rPr>
              <a:t>A</a:t>
            </a:r>
            <a:r>
              <a:rPr lang="en-US" altLang="zh-CN" sz="2800" b="1" spc="0">
                <a:solidFill>
                  <a:srgbClr val="303030"/>
                </a:solidFill>
                <a:latin typeface="Times New Roman" panose="02020603050405020304" pitchFamily="18" charset="0"/>
                <a:cs typeface="Times New Roman" panose="02020603050405020304" pitchFamily="18" charset="0"/>
                <a:sym typeface="+mn-ea"/>
              </a:rPr>
              <a:t>和</a:t>
            </a:r>
            <a:r>
              <a:rPr lang="en-US" altLang="zh-CN" sz="2800" b="1" i="1" spc="0">
                <a:solidFill>
                  <a:srgbClr val="303030"/>
                </a:solidFill>
                <a:latin typeface="Times New Roman" panose="02020603050405020304" pitchFamily="18" charset="0"/>
                <a:cs typeface="Times New Roman" panose="02020603050405020304" pitchFamily="18" charset="0"/>
                <a:sym typeface="+mn-ea"/>
              </a:rPr>
              <a:t>B</a:t>
            </a:r>
            <a:r>
              <a:rPr lang="en-US" altLang="zh-CN" sz="2800" b="1" spc="0">
                <a:solidFill>
                  <a:srgbClr val="303030"/>
                </a:solidFill>
                <a:latin typeface="Times New Roman" panose="02020603050405020304" pitchFamily="18" charset="0"/>
                <a:cs typeface="Times New Roman" panose="02020603050405020304" pitchFamily="18" charset="0"/>
                <a:sym typeface="+mn-ea"/>
              </a:rPr>
              <a:t>的</a:t>
            </a:r>
            <a:r>
              <a:rPr lang="en-US" altLang="zh-CN" sz="2800" b="1" spc="0">
                <a:solidFill>
                  <a:schemeClr val="accent2"/>
                </a:solidFill>
                <a:latin typeface="Times New Roman" panose="02020603050405020304" pitchFamily="18" charset="0"/>
                <a:cs typeface="Times New Roman" panose="02020603050405020304" pitchFamily="18" charset="0"/>
                <a:sym typeface="+mn-ea"/>
              </a:rPr>
              <a:t>并集</a:t>
            </a:r>
            <a:r>
              <a:rPr lang="en-US" altLang="zh-CN" sz="2800" b="1" spc="0">
                <a:solidFill>
                  <a:schemeClr val="tx1"/>
                </a:solidFill>
                <a:latin typeface="Times New Roman" panose="02020603050405020304" pitchFamily="18" charset="0"/>
                <a:cs typeface="Times New Roman" panose="02020603050405020304" pitchFamily="18" charset="0"/>
                <a:sym typeface="+mn-ea"/>
              </a:rPr>
              <a:t>.</a:t>
            </a:r>
            <a:endParaRPr lang="en-US" altLang="zh-CN" sz="2800" b="1" spc="0">
              <a:solidFill>
                <a:schemeClr val="tx1"/>
              </a:solidFill>
              <a:latin typeface="Times New Roman" panose="02020603050405020304" pitchFamily="18" charset="0"/>
              <a:cs typeface="Times New Roman" panose="02020603050405020304" pitchFamily="18" charset="0"/>
              <a:sym typeface="+mn-ea"/>
            </a:endParaRPr>
          </a:p>
        </p:txBody>
      </p:sp>
      <p:grpSp>
        <p:nvGrpSpPr>
          <p:cNvPr id="21" name="组合 20" title=""/>
          <p:cNvGrpSpPr/>
          <p:nvPr>
            <p:custDataLst>
              <p:tags r:id="rId28"/>
            </p:custDataLst>
          </p:nvPr>
        </p:nvGrpSpPr>
        <p:grpSpPr>
          <a:xfrm>
            <a:off x="6353175" y="4149725"/>
            <a:ext cx="5036820" cy="635000"/>
            <a:chOff x="10005" y="6535"/>
            <a:chExt cx="7932" cy="1000"/>
          </a:xfrm>
        </p:grpSpPr>
        <p:grpSp>
          <p:nvGrpSpPr>
            <p:cNvPr id="19" name="组合 18"/>
            <p:cNvGrpSpPr/>
            <p:nvPr>
              <p:custDataLst>
                <p:tags r:id="rId29"/>
              </p:custDataLst>
            </p:nvPr>
          </p:nvGrpSpPr>
          <p:grpSpPr>
            <a:xfrm>
              <a:off x="10005" y="6535"/>
              <a:ext cx="7933" cy="1000"/>
              <a:chOff x="10005" y="6535"/>
              <a:chExt cx="7933" cy="1000"/>
            </a:xfrm>
          </p:grpSpPr>
          <p:sp>
            <p:nvSpPr>
              <p:cNvPr id="11" name="矩形: 圆角 29"/>
              <p:cNvSpPr/>
              <p:nvPr>
                <p:custDataLst>
                  <p:tags r:id="rId30"/>
                </p:custDataLst>
              </p:nvPr>
            </p:nvSpPr>
            <p:spPr>
              <a:xfrm rot="10800000" flipV="1">
                <a:off x="14127" y="6657"/>
                <a:ext cx="3811" cy="851"/>
              </a:xfrm>
              <a:prstGeom prst="roundRect">
                <a:avLst>
                  <a:gd name="adj" fmla="val 50000"/>
                </a:avLst>
              </a:prstGeom>
              <a:gradFill flip="none" rotWithShape="1">
                <a:gsLst>
                  <a:gs pos="0">
                    <a:srgbClr val="4076FD"/>
                  </a:gs>
                  <a:gs pos="100000">
                    <a:schemeClr val="accent2">
                      <a:alpha val="69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黑体" panose="02010609060101010101" charset="-122"/>
                  <a:ea typeface="黑体" panose="02010609060101010101" charset="-122"/>
                </a:endParaRPr>
              </a:p>
            </p:txBody>
          </p:sp>
          <p:sp>
            <p:nvSpPr>
              <p:cNvPr id="99339" name="文本框 8"/>
              <p:cNvSpPr/>
              <p:nvPr>
                <p:custDataLst>
                  <p:tags r:id="rId31"/>
                </p:custDataLst>
              </p:nvPr>
            </p:nvSpPr>
            <p:spPr>
              <a:xfrm>
                <a:off x="14482" y="6535"/>
                <a:ext cx="1502" cy="957"/>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en-US" altLang="zh-CN" sz="2800" b="1">
                    <a:solidFill>
                      <a:schemeClr val="bg1"/>
                    </a:solidFill>
                    <a:latin typeface="Times New Roman" panose="02020603050405020304" pitchFamily="18" charset="0"/>
                    <a:sym typeface="黑体" panose="02010609060101010101" charset="-122"/>
                  </a:rPr>
                  <a:t>9∈</a:t>
                </a:r>
                <a:r>
                  <a:rPr lang="en-US" altLang="zh-CN" sz="2800" b="1" i="1">
                    <a:solidFill>
                      <a:schemeClr val="bg1"/>
                    </a:solidFill>
                    <a:latin typeface="Times New Roman" panose="02020603050405020304" pitchFamily="18" charset="0"/>
                    <a:sym typeface="黑体" panose="02010609060101010101" charset="-122"/>
                  </a:rPr>
                  <a:t>A</a:t>
                </a:r>
                <a:endParaRPr lang="en-US" altLang="zh-CN" sz="2800" b="1" i="1">
                  <a:solidFill>
                    <a:schemeClr val="bg1"/>
                  </a:solidFill>
                  <a:latin typeface="Times New Roman" panose="02020603050405020304" pitchFamily="18" charset="0"/>
                  <a:sym typeface="黑体" panose="02010609060101010101" charset="-122"/>
                </a:endParaRPr>
              </a:p>
            </p:txBody>
          </p:sp>
          <p:sp>
            <p:nvSpPr>
              <p:cNvPr id="99342" name="文本框 16"/>
              <p:cNvSpPr/>
              <p:nvPr>
                <p:custDataLst>
                  <p:tags r:id="rId32"/>
                </p:custDataLst>
              </p:nvPr>
            </p:nvSpPr>
            <p:spPr>
              <a:xfrm>
                <a:off x="15668" y="6578"/>
                <a:ext cx="2065" cy="957"/>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20000"/>
                  </a:lnSpc>
                </a:pPr>
                <a:r>
                  <a:rPr lang="zh-CN" altLang="en-US" sz="2800" b="1">
                    <a:solidFill>
                      <a:schemeClr val="bg1"/>
                    </a:solidFill>
                    <a:latin typeface="Times New Roman" panose="02020603050405020304" pitchFamily="18" charset="0"/>
                    <a:sym typeface="黑体" panose="02010609060101010101" charset="-122"/>
                  </a:rPr>
                  <a:t>且</a:t>
                </a:r>
                <a:r>
                  <a:rPr lang="en-US" altLang="zh-CN" sz="2800" b="1">
                    <a:solidFill>
                      <a:schemeClr val="bg1"/>
                    </a:solidFill>
                    <a:latin typeface="Times New Roman" panose="02020603050405020304" pitchFamily="18" charset="0"/>
                    <a:sym typeface="黑体" panose="02010609060101010101" charset="-122"/>
                  </a:rPr>
                  <a:t>9∈</a:t>
                </a:r>
                <a:r>
                  <a:rPr lang="en-US" altLang="zh-CN" sz="2800" b="1" i="1">
                    <a:solidFill>
                      <a:schemeClr val="bg1"/>
                    </a:solidFill>
                    <a:latin typeface="Times New Roman" panose="02020603050405020304" pitchFamily="18" charset="0"/>
                    <a:sym typeface="黑体" panose="02010609060101010101" charset="-122"/>
                  </a:rPr>
                  <a:t>B</a:t>
                </a:r>
                <a:endParaRPr lang="en-US" altLang="zh-CN" sz="2800" b="1" i="1">
                  <a:solidFill>
                    <a:schemeClr val="bg1"/>
                  </a:solidFill>
                  <a:latin typeface="Times New Roman" panose="02020603050405020304" pitchFamily="18" charset="0"/>
                  <a:sym typeface="黑体" panose="02010609060101010101" charset="-122"/>
                </a:endParaRPr>
              </a:p>
            </p:txBody>
          </p:sp>
          <p:cxnSp>
            <p:nvCxnSpPr>
              <p:cNvPr id="15" name="直接连接符 14"/>
              <p:cNvCxnSpPr/>
              <p:nvPr>
                <p:custDataLst>
                  <p:tags r:id="rId33"/>
                </p:custDataLst>
              </p:nvPr>
            </p:nvCxnSpPr>
            <p:spPr>
              <a:xfrm flipH="1">
                <a:off x="10005" y="7105"/>
                <a:ext cx="4122" cy="0"/>
              </a:xfrm>
              <a:prstGeom prst="line">
                <a:avLst/>
              </a:prstGeom>
              <a:ln w="22225" cap="flat" cmpd="sng" algn="ctr">
                <a:solidFill>
                  <a:srgbClr val="4175FC"/>
                </a:solidFill>
                <a:prstDash val="dash"/>
                <a:miter lim="800000"/>
                <a:headEnd type="none"/>
                <a:tailEnd type="oval"/>
              </a:ln>
            </p:spPr>
            <p:style>
              <a:lnRef idx="0">
                <a:schemeClr val="accent1"/>
              </a:lnRef>
              <a:fillRef idx="0">
                <a:srgbClr val="FFFFFF"/>
              </a:fillRef>
              <a:effectRef idx="0">
                <a:srgbClr val="FFFFFF"/>
              </a:effectRef>
              <a:fontRef idx="minor">
                <a:schemeClr val="tx1"/>
              </a:fontRef>
            </p:style>
          </p:cxnSp>
        </p:grpSp>
        <p:cxnSp>
          <p:nvCxnSpPr>
            <p:cNvPr id="20" name="直接连接符 15"/>
            <p:cNvCxnSpPr/>
            <p:nvPr>
              <p:custDataLst>
                <p:tags r:id="rId34"/>
              </p:custDataLst>
            </p:nvPr>
          </p:nvCxnSpPr>
          <p:spPr>
            <a:xfrm flipH="1">
              <a:off x="15155" y="6807"/>
              <a:ext cx="145" cy="512"/>
            </a:xfrm>
            <a:prstGeom prst="line">
              <a:avLst/>
            </a:prstGeom>
            <a:noFill/>
            <a:ln w="25400">
              <a:solidFill>
                <a:schemeClr val="bg1"/>
              </a:solidFill>
              <a:miter lim="800000"/>
            </a:ln>
          </p:spPr>
        </p:cxnSp>
      </p:grpSp>
      <p:sp>
        <p:nvSpPr>
          <p:cNvPr id="99344" name="文本框 1" title=""/>
          <p:cNvSpPr txBox="1"/>
          <p:nvPr>
            <p:custDataLst>
              <p:tags r:id="rId35"/>
            </p:custDataLst>
          </p:nvPr>
        </p:nvSpPr>
        <p:spPr>
          <a:xfrm>
            <a:off x="2675890" y="5792470"/>
            <a:ext cx="6692900" cy="460375"/>
          </a:xfrm>
          <a:prstGeom prst="rect">
            <a:avLst/>
          </a:prstGeom>
          <a:noFill/>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r>
              <a:rPr lang="en-US" altLang="en-US" sz="2400" b="1" spc="0">
                <a:solidFill>
                  <a:schemeClr val="tx1"/>
                </a:solidFill>
                <a:latin typeface="黑体" panose="02010609060101010101" charset="-122"/>
                <a:sym typeface="+mn-ea"/>
              </a:rPr>
              <a:t>只属于</a:t>
            </a:r>
            <a:r>
              <a:rPr lang="en-US" altLang="zh-CN" sz="2400" b="1" i="1" spc="0">
                <a:solidFill>
                  <a:schemeClr val="tx1"/>
                </a:solidFill>
                <a:latin typeface="Times New Roman" panose="02020603050405020304" pitchFamily="18" charset="0"/>
                <a:sym typeface="+mn-ea"/>
              </a:rPr>
              <a:t>A</a:t>
            </a:r>
            <a:r>
              <a:rPr lang="en-US" altLang="zh-CN" sz="2400" b="1" spc="0">
                <a:solidFill>
                  <a:schemeClr val="tx1"/>
                </a:solidFill>
                <a:latin typeface="Times New Roman" panose="02020603050405020304" pitchFamily="18" charset="0"/>
                <a:sym typeface="+mn-ea"/>
              </a:rPr>
              <a:t>;</a:t>
            </a:r>
            <a:r>
              <a:rPr lang="en-US" altLang="zh-CN" sz="2400" b="1" i="1" spc="0">
                <a:solidFill>
                  <a:schemeClr val="tx1"/>
                </a:solidFill>
                <a:latin typeface="Times New Roman" panose="02020603050405020304" pitchFamily="18" charset="0"/>
                <a:sym typeface="+mn-ea"/>
              </a:rPr>
              <a:t>          </a:t>
            </a:r>
            <a:r>
              <a:rPr lang="en-US" altLang="en-US" sz="2400" b="1" spc="0">
                <a:solidFill>
                  <a:schemeClr val="tx1"/>
                </a:solidFill>
                <a:latin typeface="黑体" panose="02010609060101010101" charset="-122"/>
                <a:sym typeface="+mn-ea"/>
              </a:rPr>
              <a:t>只属于</a:t>
            </a:r>
            <a:r>
              <a:rPr lang="en-US" altLang="zh-CN" sz="2400" b="1" i="1" spc="0">
                <a:solidFill>
                  <a:schemeClr val="tx1"/>
                </a:solidFill>
                <a:latin typeface="Times New Roman" panose="02020603050405020304" pitchFamily="18" charset="0"/>
                <a:sym typeface="+mn-ea"/>
              </a:rPr>
              <a:t>B</a:t>
            </a:r>
            <a:r>
              <a:rPr lang="en-US" altLang="zh-CN" sz="2400" b="1" spc="0">
                <a:solidFill>
                  <a:schemeClr val="tx1"/>
                </a:solidFill>
                <a:latin typeface="Times New Roman" panose="02020603050405020304" pitchFamily="18" charset="0"/>
                <a:sym typeface="+mn-ea"/>
              </a:rPr>
              <a:t>;</a:t>
            </a:r>
            <a:r>
              <a:rPr lang="en-US" altLang="zh-CN" sz="2400" b="1" i="1" spc="0">
                <a:solidFill>
                  <a:schemeClr val="tx1"/>
                </a:solidFill>
                <a:latin typeface="Times New Roman" panose="02020603050405020304" pitchFamily="18" charset="0"/>
                <a:sym typeface="+mn-ea"/>
              </a:rPr>
              <a:t>       </a:t>
            </a:r>
            <a:r>
              <a:rPr lang="en-US" altLang="en-US" sz="2400" b="1" spc="0">
                <a:solidFill>
                  <a:schemeClr val="tx1"/>
                </a:solidFill>
                <a:latin typeface="黑体" panose="02010609060101010101" charset="-122"/>
              </a:rPr>
              <a:t>属于</a:t>
            </a:r>
            <a:r>
              <a:rPr lang="en-US" altLang="zh-CN" sz="2400" b="1" i="1" spc="0">
                <a:solidFill>
                  <a:schemeClr val="tx1"/>
                </a:solidFill>
                <a:latin typeface="Times New Roman" panose="02020603050405020304" pitchFamily="18" charset="0"/>
                <a:sym typeface="+mn-ea"/>
              </a:rPr>
              <a:t>A</a:t>
            </a:r>
            <a:r>
              <a:rPr lang="en-US" altLang="en-US" sz="2400" b="1" spc="0">
                <a:solidFill>
                  <a:schemeClr val="tx1"/>
                </a:solidFill>
                <a:latin typeface="Times New Roman" panose="02020603050405020304" pitchFamily="18" charset="0"/>
                <a:sym typeface="+mn-ea"/>
              </a:rPr>
              <a:t>且</a:t>
            </a:r>
            <a:r>
              <a:rPr lang="en-US" altLang="en-US" sz="2400" b="1" spc="0">
                <a:solidFill>
                  <a:schemeClr val="tx1"/>
                </a:solidFill>
                <a:latin typeface="黑体" panose="02010609060101010101" charset="-122"/>
              </a:rPr>
              <a:t>属于</a:t>
            </a:r>
            <a:r>
              <a:rPr lang="en-US" altLang="zh-CN" sz="2400" b="1" i="1" spc="0">
                <a:solidFill>
                  <a:schemeClr val="tx1"/>
                </a:solidFill>
                <a:latin typeface="Times New Roman" panose="02020603050405020304" pitchFamily="18" charset="0"/>
                <a:sym typeface="+mn-ea"/>
              </a:rPr>
              <a:t>B</a:t>
            </a:r>
            <a:r>
              <a:rPr lang="en-US" altLang="zh-CN" sz="2400" b="1" spc="0">
                <a:solidFill>
                  <a:schemeClr val="tx1"/>
                </a:solidFill>
                <a:latin typeface="Times New Roman" panose="02020603050405020304" pitchFamily="18" charset="0"/>
                <a:sym typeface="+mn-ea"/>
              </a:rPr>
              <a:t>.</a:t>
            </a:r>
            <a:endParaRPr lang="en-US" altLang="zh-CN" sz="2400" b="1" spc="0">
              <a:solidFill>
                <a:schemeClr val="tx1"/>
              </a:solidFill>
              <a:latin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99334"/>
                                        </p:tgtEl>
                                        <p:attrNameLst>
                                          <p:attrName>style.visibility</p:attrName>
                                        </p:attrNameLst>
                                      </p:cBhvr>
                                      <p:to>
                                        <p:strVal val="visible"/>
                                      </p:to>
                                    </p:set>
                                    <p:animEffect transition="in" filter="fade">
                                      <p:cBhvr>
                                        <p:cTn id="7" dur="250"/>
                                        <p:tgtEl>
                                          <p:spTgt spid="9933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99332"/>
                                        </p:tgtEl>
                                        <p:attrNameLst>
                                          <p:attrName>style.visibility</p:attrName>
                                        </p:attrNameLst>
                                      </p:cBhvr>
                                      <p:to>
                                        <p:strVal val="visible"/>
                                      </p:to>
                                    </p:set>
                                    <p:animEffect transition="in" filter="fade">
                                      <p:cBhvr>
                                        <p:cTn id="12" dur="250"/>
                                        <p:tgtEl>
                                          <p:spTgt spid="9933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250" fill="hold">
                                          <p:stCondLst>
                                            <p:cond delay="0"/>
                                          </p:stCondLst>
                                        </p:cTn>
                                        <p:tgtEl>
                                          <p:spTgt spid="17"/>
                                        </p:tgtEl>
                                        <p:attrNameLst>
                                          <p:attrName>style.visibility</p:attrName>
                                        </p:attrNameLst>
                                      </p:cBhvr>
                                      <p:to>
                                        <p:strVal val="visible"/>
                                      </p:to>
                                    </p:set>
                                    <p:animEffect transition="in" filter="wipe(left)">
                                      <p:cBhvr>
                                        <p:cTn id="17" dur="250"/>
                                        <p:tgtEl>
                                          <p:spTgt spid="17"/>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250" fill="hold">
                                          <p:stCondLst>
                                            <p:cond delay="0"/>
                                          </p:stCondLst>
                                        </p:cTn>
                                        <p:tgtEl>
                                          <p:spTgt spid="18"/>
                                        </p:tgtEl>
                                        <p:attrNameLst>
                                          <p:attrName>style.visibility</p:attrName>
                                        </p:attrNameLst>
                                      </p:cBhvr>
                                      <p:to>
                                        <p:strVal val="visible"/>
                                      </p:to>
                                    </p:set>
                                    <p:animEffect transition="in" filter="wipe(left)">
                                      <p:cBhvr>
                                        <p:cTn id="22" dur="250"/>
                                        <p:tgtEl>
                                          <p:spTgt spid="18"/>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250" fill="hold">
                                          <p:stCondLst>
                                            <p:cond delay="0"/>
                                          </p:stCondLst>
                                        </p:cTn>
                                        <p:tgtEl>
                                          <p:spTgt spid="21"/>
                                        </p:tgtEl>
                                        <p:attrNameLst>
                                          <p:attrName>style.visibility</p:attrName>
                                        </p:attrNameLst>
                                      </p:cBhvr>
                                      <p:to>
                                        <p:strVal val="visible"/>
                                      </p:to>
                                    </p:set>
                                    <p:animEffect transition="in" filter="wipe(left)">
                                      <p:cBhvr>
                                        <p:cTn id="27" dur="250"/>
                                        <p:tgtEl>
                                          <p:spTgt spid="21"/>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250" fill="hold">
                                          <p:stCondLst>
                                            <p:cond delay="0"/>
                                          </p:stCondLst>
                                        </p:cTn>
                                        <p:tgtEl>
                                          <p:spTgt spid="99333"/>
                                        </p:tgtEl>
                                        <p:attrNameLst>
                                          <p:attrName>style.visibility</p:attrName>
                                        </p:attrNameLst>
                                      </p:cBhvr>
                                      <p:to>
                                        <p:strVal val="visible"/>
                                      </p:to>
                                    </p:set>
                                    <p:animEffect transition="in" filter="fade">
                                      <p:cBhvr>
                                        <p:cTn id="32" dur="250"/>
                                        <p:tgtEl>
                                          <p:spTgt spid="99333"/>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250" fill="hold">
                                          <p:stCondLst>
                                            <p:cond delay="0"/>
                                          </p:stCondLst>
                                        </p:cTn>
                                        <p:tgtEl>
                                          <p:spTgt spid="99344"/>
                                        </p:tgtEl>
                                        <p:attrNameLst>
                                          <p:attrName>style.visibility</p:attrName>
                                        </p:attrNameLst>
                                      </p:cBhvr>
                                      <p:to>
                                        <p:strVal val="visible"/>
                                      </p:to>
                                    </p:set>
                                    <p:animEffect transition="in" filter="fade">
                                      <p:cBhvr>
                                        <p:cTn id="37" dur="250"/>
                                        <p:tgtEl>
                                          <p:spTgt spid="99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animBg="1"/>
      <p:bldP spid="99332" grpId="0" animBg="1"/>
      <p:bldP spid="99333" grpId="0" animBg="1"/>
      <p:bldP spid="99344" grpId="0"/>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771525" y="1150620"/>
            <a:ext cx="10518140" cy="1050290"/>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lang="en-US" altLang="zh-CN" sz="2400">
                <a:solidFill>
                  <a:schemeClr val="tx1"/>
                </a:solidFill>
                <a:latin typeface="黑体" panose="02010609060101010101" charset="-122"/>
                <a:ea typeface="黑体" panose="02010609060101010101" charset="-122"/>
                <a:cs typeface="黑体" panose="02010609060101010101" charset="-122"/>
              </a:rPr>
              <a:t>    </a:t>
            </a:r>
            <a:r>
              <a:rPr sz="2400">
                <a:latin typeface="Times New Roman" panose="02020603050405020304" pitchFamily="18" charset="0"/>
                <a:ea typeface="黑体" panose="02010609060101010101" charset="-122"/>
                <a:cs typeface="Times New Roman" panose="02020603050405020304" pitchFamily="18" charset="0"/>
              </a:rPr>
              <a:t>一般地，由所有属于集合</a:t>
            </a:r>
            <a:r>
              <a:rPr sz="2400" i="1">
                <a:latin typeface="Times New Roman" panose="02020603050405020304" pitchFamily="18" charset="0"/>
                <a:ea typeface="黑体" panose="02010609060101010101" charset="-122"/>
                <a:cs typeface="Times New Roman" panose="02020603050405020304" pitchFamily="18" charset="0"/>
              </a:rPr>
              <a:t>A</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或</a:t>
            </a:r>
            <a:r>
              <a:rPr sz="2400">
                <a:latin typeface="Times New Roman" panose="02020603050405020304" pitchFamily="18" charset="0"/>
                <a:ea typeface="黑体" panose="02010609060101010101" charset="-122"/>
                <a:cs typeface="Times New Roman" panose="02020603050405020304" pitchFamily="18" charset="0"/>
              </a:rPr>
              <a:t>属于集合</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的元素所组成的集合，称为集合A与B的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并集</a:t>
            </a:r>
            <a:r>
              <a:rPr sz="2400">
                <a:latin typeface="Times New Roman" panose="02020603050405020304" pitchFamily="18" charset="0"/>
                <a:ea typeface="黑体" panose="02010609060101010101" charset="-122"/>
                <a:cs typeface="Times New Roman" panose="02020603050405020304" pitchFamily="18" charset="0"/>
              </a:rPr>
              <a:t>（Union set）．</a:t>
            </a:r>
            <a:endParaRPr lang="zh-CN" altLang="en-US" sz="240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5" name="文本框 4" title=""/>
          <p:cNvSpPr txBox="1"/>
          <p:nvPr>
            <p:custDataLst>
              <p:tags r:id="rId25"/>
            </p:custDataLst>
          </p:nvPr>
        </p:nvSpPr>
        <p:spPr>
          <a:xfrm>
            <a:off x="772160" y="2075815"/>
            <a:ext cx="11283315" cy="650875"/>
          </a:xfrm>
          <a:prstGeom prst="rect">
            <a:avLst/>
          </a:prstGeom>
          <a:noFill/>
        </p:spPr>
        <p:txBody>
          <a:bodyPr wrap="square" rtlCol="0" anchor="t">
            <a:spAutoFit/>
          </a:bodyPr>
          <a:lstStyle/>
          <a:p>
            <a:pPr algn="l" fontAlgn="auto">
              <a:lnSpc>
                <a:spcPct val="130000"/>
              </a:lnSpc>
            </a:pPr>
            <a:r>
              <a:rPr lang="en-US" sz="2800">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记作：</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（读作：“</a:t>
            </a:r>
            <a:r>
              <a:rPr sz="2400" i="1">
                <a:latin typeface="Times New Roman" panose="02020603050405020304" pitchFamily="18" charset="0"/>
                <a:ea typeface="黑体" panose="02010609060101010101" charset="-122"/>
                <a:cs typeface="Times New Roman" panose="02020603050405020304" pitchFamily="18" charset="0"/>
              </a:rPr>
              <a:t>A</a:t>
            </a:r>
            <a:r>
              <a:rPr lang="en-US" sz="2400" i="1">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并</a:t>
            </a:r>
            <a:r>
              <a:rPr lang="en-US" sz="2400">
                <a:latin typeface="Times New Roman" panose="02020603050405020304" pitchFamily="18" charset="0"/>
                <a:ea typeface="黑体" panose="02010609060101010101" charset="-122"/>
                <a:cs typeface="Times New Roman" panose="02020603050405020304" pitchFamily="18" charset="0"/>
              </a:rPr>
              <a:t> </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”）即： </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 ={</a:t>
            </a:r>
            <a:r>
              <a:rPr lang="en-US" sz="2400">
                <a:latin typeface="Times New Roman" panose="02020603050405020304" pitchFamily="18" charset="0"/>
                <a:ea typeface="黑体" panose="02010609060101010101" charset="-122"/>
                <a:cs typeface="Times New Roman" panose="02020603050405020304" pitchFamily="18" charset="0"/>
              </a:rPr>
              <a:t> </a:t>
            </a:r>
            <a:r>
              <a:rPr sz="2400" i="1">
                <a:latin typeface="Times New Roman" panose="02020603050405020304" pitchFamily="18" charset="0"/>
                <a:ea typeface="黑体" panose="02010609060101010101" charset="-122"/>
                <a:cs typeface="Times New Roman" panose="02020603050405020304" pitchFamily="18" charset="0"/>
              </a:rPr>
              <a:t>x</a:t>
            </a:r>
            <a:r>
              <a:rPr lang="en-US" sz="2400" i="1">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 </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 ∈ </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 ，或 </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 ∈ </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r>
              <a:rPr sz="2400">
                <a:latin typeface="Times New Roman" panose="02020603050405020304" pitchFamily="18" charset="0"/>
                <a:ea typeface="黑体" panose="02010609060101010101" charset="-122"/>
                <a:cs typeface="Times New Roman" panose="02020603050405020304" pitchFamily="18" charset="0"/>
                <a:sym typeface="+mn-ea"/>
              </a:rPr>
              <a:t>．</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6" name="文本框 5" title=""/>
          <p:cNvSpPr txBox="1"/>
          <p:nvPr>
            <p:custDataLst>
              <p:tags r:id="rId26"/>
            </p:custDataLst>
          </p:nvPr>
        </p:nvSpPr>
        <p:spPr>
          <a:xfrm>
            <a:off x="772160" y="2587625"/>
            <a:ext cx="10517505" cy="650875"/>
          </a:xfrm>
          <a:prstGeom prst="rect">
            <a:avLst/>
          </a:prstGeom>
          <a:noFill/>
        </p:spPr>
        <p:txBody>
          <a:bodyPr wrap="square" rtlCol="0" anchor="t">
            <a:spAutoFit/>
          </a:bodyPr>
          <a:lstStyle/>
          <a:p>
            <a:pPr algn="l" fontAlgn="auto">
              <a:lnSpc>
                <a:spcPct val="130000"/>
              </a:lnSpc>
            </a:pPr>
            <a:r>
              <a:rPr lang="en-US" sz="2800">
                <a:latin typeface="Times New Roman" panose="02020603050405020304" pitchFamily="18" charset="0"/>
                <a:ea typeface="黑体" panose="02010609060101010101" charset="-122"/>
                <a:cs typeface="Times New Roman" panose="02020603050405020304" pitchFamily="18" charset="0"/>
              </a:rPr>
              <a:t>       </a:t>
            </a:r>
            <a:r>
              <a:rPr lang="zh-CN" altLang="en-US" sz="2400">
                <a:latin typeface="Times New Roman" panose="02020603050405020304" pitchFamily="18" charset="0"/>
                <a:ea typeface="黑体" panose="02010609060101010101" charset="-122"/>
                <a:cs typeface="Times New Roman" panose="02020603050405020304" pitchFamily="18" charset="0"/>
              </a:rPr>
              <a:t>这样，在问题（</a:t>
            </a:r>
            <a:r>
              <a:rPr lang="en-US" altLang="zh-CN" sz="2400">
                <a:latin typeface="Times New Roman" panose="02020603050405020304" pitchFamily="18" charset="0"/>
                <a:ea typeface="黑体" panose="02010609060101010101" charset="-122"/>
                <a:cs typeface="Times New Roman" panose="02020603050405020304" pitchFamily="18" charset="0"/>
              </a:rPr>
              <a:t>1</a:t>
            </a:r>
            <a:r>
              <a:rPr lang="zh-CN" altLang="en-US" sz="2400">
                <a:latin typeface="Times New Roman" panose="02020603050405020304" pitchFamily="18" charset="0"/>
                <a:ea typeface="黑体" panose="02010609060101010101" charset="-122"/>
                <a:cs typeface="Times New Roman" panose="02020603050405020304" pitchFamily="18" charset="0"/>
              </a:rPr>
              <a:t>）和（</a:t>
            </a:r>
            <a:r>
              <a:rPr lang="en-US" altLang="zh-CN" sz="2400">
                <a:latin typeface="Times New Roman" panose="02020603050405020304" pitchFamily="18" charset="0"/>
                <a:ea typeface="黑体" panose="02010609060101010101" charset="-122"/>
                <a:cs typeface="Times New Roman" panose="02020603050405020304" pitchFamily="18" charset="0"/>
              </a:rPr>
              <a:t>2</a:t>
            </a:r>
            <a:r>
              <a:rPr lang="zh-CN" altLang="en-US" sz="2400">
                <a:latin typeface="Times New Roman" panose="02020603050405020304" pitchFamily="18" charset="0"/>
                <a:ea typeface="黑体" panose="02010609060101010101" charset="-122"/>
                <a:cs typeface="Times New Roman" panose="02020603050405020304" pitchFamily="18" charset="0"/>
              </a:rPr>
              <a:t>）中，</a:t>
            </a:r>
            <a:r>
              <a:rPr sz="2400">
                <a:latin typeface="Times New Roman" panose="02020603050405020304" pitchFamily="18" charset="0"/>
                <a:ea typeface="黑体" panose="02010609060101010101" charset="-122"/>
                <a:cs typeface="Times New Roman" panose="02020603050405020304" pitchFamily="18" charset="0"/>
                <a:sym typeface="+mn-ea"/>
              </a:rPr>
              <a:t>集合</a:t>
            </a:r>
            <a:r>
              <a:rPr sz="2400" i="1">
                <a:latin typeface="Times New Roman" panose="02020603050405020304" pitchFamily="18" charset="0"/>
                <a:ea typeface="黑体" panose="02010609060101010101" charset="-122"/>
                <a:cs typeface="Times New Roman" panose="02020603050405020304" pitchFamily="18" charset="0"/>
                <a:sym typeface="+mn-ea"/>
              </a:rPr>
              <a:t>A</a:t>
            </a:r>
            <a:r>
              <a:rPr sz="2400">
                <a:latin typeface="Times New Roman" panose="02020603050405020304" pitchFamily="18" charset="0"/>
                <a:ea typeface="黑体" panose="02010609060101010101" charset="-122"/>
                <a:cs typeface="Times New Roman" panose="02020603050405020304" pitchFamily="18" charset="0"/>
                <a:sym typeface="+mn-ea"/>
              </a:rPr>
              <a:t>与</a:t>
            </a:r>
            <a:r>
              <a:rPr sz="2400" i="1">
                <a:latin typeface="Times New Roman" panose="02020603050405020304" pitchFamily="18" charset="0"/>
                <a:ea typeface="黑体" panose="02010609060101010101" charset="-122"/>
                <a:cs typeface="Times New Roman" panose="02020603050405020304" pitchFamily="18" charset="0"/>
                <a:sym typeface="+mn-ea"/>
              </a:rPr>
              <a:t>B</a:t>
            </a:r>
            <a:r>
              <a:rPr sz="2400">
                <a:latin typeface="Times New Roman" panose="02020603050405020304" pitchFamily="18" charset="0"/>
                <a:ea typeface="黑体" panose="02010609060101010101" charset="-122"/>
                <a:cs typeface="Times New Roman" panose="02020603050405020304" pitchFamily="18" charset="0"/>
                <a:sym typeface="+mn-ea"/>
              </a:rPr>
              <a:t>的并集</a:t>
            </a:r>
            <a:r>
              <a:rPr lang="zh-CN" altLang="en-US" sz="2400">
                <a:latin typeface="Times New Roman" panose="02020603050405020304" pitchFamily="18" charset="0"/>
                <a:ea typeface="黑体" panose="02010609060101010101" charset="-122"/>
                <a:cs typeface="Times New Roman" panose="02020603050405020304" pitchFamily="18" charset="0"/>
              </a:rPr>
              <a:t>是</a:t>
            </a:r>
            <a:r>
              <a:rPr lang="en-US" altLang="zh-CN" sz="2400" i="1">
                <a:latin typeface="Times New Roman" panose="02020603050405020304" pitchFamily="18" charset="0"/>
                <a:ea typeface="黑体" panose="02010609060101010101" charset="-122"/>
                <a:cs typeface="Times New Roman" panose="02020603050405020304" pitchFamily="18" charset="0"/>
              </a:rPr>
              <a:t>C</a:t>
            </a:r>
            <a:r>
              <a:rPr lang="zh-CN" altLang="en-US" sz="2400">
                <a:latin typeface="Times New Roman" panose="02020603050405020304" pitchFamily="18" charset="0"/>
                <a:ea typeface="黑体" panose="02010609060101010101" charset="-122"/>
                <a:cs typeface="Times New Roman" panose="02020603050405020304" pitchFamily="18" charset="0"/>
              </a:rPr>
              <a:t>，即</a:t>
            </a:r>
            <a:r>
              <a:rPr sz="2400" i="1">
                <a:latin typeface="Times New Roman" panose="02020603050405020304" pitchFamily="18" charset="0"/>
                <a:ea typeface="黑体" panose="02010609060101010101" charset="-122"/>
                <a:cs typeface="Times New Roman" panose="02020603050405020304" pitchFamily="18" charset="0"/>
                <a:sym typeface="+mn-ea"/>
              </a:rPr>
              <a:t>A</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B</a:t>
            </a:r>
            <a:r>
              <a:rPr sz="2400">
                <a:latin typeface="Times New Roman" panose="02020603050405020304" pitchFamily="18" charset="0"/>
                <a:ea typeface="黑体" panose="02010609060101010101" charset="-122"/>
                <a:cs typeface="Times New Roman" panose="02020603050405020304" pitchFamily="18" charset="0"/>
                <a:sym typeface="+mn-ea"/>
              </a:rPr>
              <a:t> =</a:t>
            </a:r>
            <a:r>
              <a:rPr 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i="1">
                <a:latin typeface="Times New Roman" panose="02020603050405020304" pitchFamily="18" charset="0"/>
                <a:ea typeface="黑体" panose="02010609060101010101" charset="-122"/>
                <a:cs typeface="Times New Roman" panose="02020603050405020304" pitchFamily="18" charset="0"/>
                <a:sym typeface="+mn-ea"/>
              </a:rPr>
              <a:t>C</a:t>
            </a:r>
            <a:r>
              <a:rPr sz="2400">
                <a:latin typeface="Times New Roman" panose="02020603050405020304" pitchFamily="18" charset="0"/>
                <a:ea typeface="黑体" panose="02010609060101010101" charset="-122"/>
                <a:cs typeface="Times New Roman" panose="02020603050405020304" pitchFamily="18" charset="0"/>
                <a:sym typeface="+mn-ea"/>
              </a:rPr>
              <a:t>．</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7" name="文本框 6" title=""/>
          <p:cNvSpPr txBox="1"/>
          <p:nvPr>
            <p:custDataLst>
              <p:tags r:id="rId27"/>
            </p:custDataLst>
          </p:nvPr>
        </p:nvSpPr>
        <p:spPr>
          <a:xfrm>
            <a:off x="772160" y="3202940"/>
            <a:ext cx="10723245" cy="977265"/>
          </a:xfrm>
          <a:prstGeom prst="rect">
            <a:avLst/>
          </a:prstGeom>
          <a:noFill/>
        </p:spPr>
        <p:txBody>
          <a:bodyPr wrap="square" rtlCol="0" anchor="t">
            <a:spAutoFit/>
          </a:bodyPr>
          <a:lstStyle/>
          <a:p>
            <a:pPr indent="457200" algn="l" fontAlgn="auto">
              <a:lnSpc>
                <a:spcPct val="120000"/>
              </a:lnSpc>
              <a:spcBef>
                <a:spcPct val="0"/>
              </a:spcBef>
              <a:spcAft>
                <a:spcPct val="0"/>
              </a:spcAft>
            </a:pPr>
            <a:r>
              <a:rPr lang="en-US" sz="2400" b="1">
                <a:solidFill>
                  <a:srgbClr val="4175FC"/>
                </a:solidFill>
                <a:latin typeface="Times New Roman" panose="02020603050405020304" pitchFamily="18" charset="0"/>
                <a:ea typeface="黑体" panose="02010609060101010101" charset="-122"/>
                <a:cs typeface="Times New Roman" panose="02020603050405020304" pitchFamily="18" charset="0"/>
              </a:rPr>
              <a:t>  </a:t>
            </a:r>
            <a:r>
              <a:rPr sz="2400" b="1">
                <a:solidFill>
                  <a:srgbClr val="4175FC"/>
                </a:solidFill>
                <a:latin typeface="Times New Roman" panose="02020603050405020304" pitchFamily="18" charset="0"/>
                <a:ea typeface="黑体" panose="02010609060101010101" charset="-122"/>
                <a:cs typeface="Times New Roman" panose="02020603050405020304" pitchFamily="18" charset="0"/>
              </a:rPr>
              <a:t>说明：两个集合求并集，结果还是一个集合，是由集合A与B 的所有元素组成的集合（重复元素只看成一个元素）</a:t>
            </a:r>
            <a:r>
              <a:rPr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rPr>
              <a:t>．</a:t>
            </a:r>
            <a:endParaRPr sz="2400" b="1">
              <a:solidFill>
                <a:srgbClr val="4175FC"/>
              </a:solidFill>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2" name="组合 1" title=""/>
          <p:cNvGrpSpPr/>
          <p:nvPr>
            <p:custDataLst>
              <p:tags r:id="rId28"/>
            </p:custDataLst>
          </p:nvPr>
        </p:nvGrpSpPr>
        <p:grpSpPr>
          <a:xfrm>
            <a:off x="1402080" y="4237355"/>
            <a:ext cx="9314180" cy="2336165"/>
            <a:chOff x="2208" y="6673"/>
            <a:chExt cx="14668" cy="3679"/>
          </a:xfrm>
        </p:grpSpPr>
        <p:sp>
          <p:nvSpPr>
            <p:cNvPr id="27652" name="矩形 72714"/>
            <p:cNvSpPr/>
            <p:nvPr>
              <p:custDataLst>
                <p:tags r:id="rId29"/>
              </p:custDataLst>
            </p:nvPr>
          </p:nvSpPr>
          <p:spPr>
            <a:xfrm>
              <a:off x="2208" y="6673"/>
              <a:ext cx="6674" cy="725"/>
            </a:xfrm>
            <a:prstGeom prst="rect">
              <a:avLst/>
            </a:prstGeom>
            <a:noFill/>
            <a:ln w="9525">
              <a:noFill/>
            </a:ln>
          </p:spPr>
          <p:txBody>
            <a:bodyPr wrap="none" anchor="ctr" anchorCtr="0">
              <a:spAutoFit/>
            </a:bodyPr>
            <a:lstStyle/>
            <a:p>
              <a:r>
                <a:rPr lang="en-US" altLang="zh-CN" sz="2400">
                  <a:latin typeface="Times New Roman" panose="02020603050405020304" pitchFamily="18" charset="0"/>
                  <a:ea typeface="黑体" panose="02010609060101010101" charset="-122"/>
                  <a:cs typeface="Times New Roman" panose="02020603050405020304" pitchFamily="18" charset="0"/>
                </a:rPr>
                <a:t>Venn</a:t>
              </a:r>
              <a:r>
                <a:rPr lang="zh-CN" altLang="en-US" sz="2400">
                  <a:latin typeface="Times New Roman" panose="02020603050405020304" pitchFamily="18" charset="0"/>
                  <a:ea typeface="黑体" panose="02010609060101010101" charset="-122"/>
                  <a:cs typeface="Times New Roman" panose="02020603050405020304" pitchFamily="18" charset="0"/>
                </a:rPr>
                <a:t>图表示：并集三种情况： </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pSp>
          <p:nvGrpSpPr>
            <p:cNvPr id="26" name="组合 25"/>
            <p:cNvGrpSpPr/>
            <p:nvPr>
              <p:custDataLst>
                <p:tags r:id="rId30"/>
              </p:custDataLst>
            </p:nvPr>
          </p:nvGrpSpPr>
          <p:grpSpPr>
            <a:xfrm>
              <a:off x="2718" y="7558"/>
              <a:ext cx="14158" cy="2795"/>
              <a:chOff x="2118" y="7471"/>
              <a:chExt cx="14158" cy="2795"/>
            </a:xfrm>
          </p:grpSpPr>
          <p:grpSp>
            <p:nvGrpSpPr>
              <p:cNvPr id="27653" name="组合 72747"/>
              <p:cNvGrpSpPr/>
              <p:nvPr>
                <p:custDataLst>
                  <p:tags r:id="rId31"/>
                </p:custDataLst>
              </p:nvPr>
            </p:nvGrpSpPr>
            <p:grpSpPr>
              <a:xfrm>
                <a:off x="7066" y="7471"/>
                <a:ext cx="3150" cy="2770"/>
                <a:chOff x="1920" y="2801"/>
                <a:chExt cx="1564" cy="1248"/>
              </a:xfrm>
            </p:grpSpPr>
            <p:sp>
              <p:nvSpPr>
                <p:cNvPr id="28678" name="椭圆 72711"/>
                <p:cNvSpPr/>
                <p:nvPr>
                  <p:custDataLst>
                    <p:tags r:id="rId32"/>
                  </p:custDataLst>
                </p:nvPr>
              </p:nvSpPr>
              <p:spPr>
                <a:xfrm>
                  <a:off x="1920" y="3026"/>
                  <a:ext cx="816" cy="622"/>
                </a:xfrm>
                <a:prstGeom prst="ellipse">
                  <a:avLst/>
                </a:prstGeom>
                <a:solidFill>
                  <a:srgbClr val="99CCFF"/>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79" name="椭圆 72712"/>
                <p:cNvSpPr/>
                <p:nvPr>
                  <p:custDataLst>
                    <p:tags r:id="rId33"/>
                  </p:custDataLst>
                </p:nvPr>
              </p:nvSpPr>
              <p:spPr>
                <a:xfrm>
                  <a:off x="2301" y="2801"/>
                  <a:ext cx="1183" cy="889"/>
                </a:xfrm>
                <a:prstGeom prst="ellipse">
                  <a:avLst/>
                </a:prstGeom>
                <a:solidFill>
                  <a:srgbClr val="DED1FD"/>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80" name="椭圆 72713"/>
                <p:cNvSpPr/>
                <p:nvPr>
                  <p:custDataLst>
                    <p:tags r:id="rId34"/>
                  </p:custDataLst>
                </p:nvPr>
              </p:nvSpPr>
              <p:spPr>
                <a:xfrm>
                  <a:off x="1920" y="3024"/>
                  <a:ext cx="816" cy="622"/>
                </a:xfrm>
                <a:prstGeom prst="ellipse">
                  <a:avLst/>
                </a:prstGeom>
                <a:solidFill>
                  <a:srgbClr val="DED1FD"/>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81" name="文本框 72715"/>
                <p:cNvSpPr/>
                <p:nvPr>
                  <p:custDataLst>
                    <p:tags r:id="rId35"/>
                  </p:custDataLst>
                </p:nvPr>
              </p:nvSpPr>
              <p:spPr>
                <a:xfrm>
                  <a:off x="2402" y="3734"/>
                  <a:ext cx="993" cy="315"/>
                </a:xfrm>
                <a:prstGeom prst="rect">
                  <a:avLst/>
                </a:prstGeom>
                <a:noFill/>
                <a:ln w="9525">
                  <a:noFill/>
                </a:ln>
              </p:spPr>
              <p:txBody>
                <a:bodyPr wrap="square" anchor="t" anchorCtr="0">
                  <a:spAutoFit/>
                </a:bodyPr>
                <a:lstStyle/>
                <a:p>
                  <a:pPr>
                    <a:spcBef>
                      <a:spcPct val="50000"/>
                    </a:spcBef>
                  </a:pPr>
                  <a:r>
                    <a:rPr lang="en-US" altLang="zh-CN" sz="2400" b="1" i="1">
                      <a:solidFill>
                        <a:schemeClr val="accent2"/>
                      </a:solidFill>
                      <a:latin typeface="Times New Roman" panose="02020603050405020304" pitchFamily="18" charset="0"/>
                      <a:ea typeface="宋体" panose="02010600030101010101" pitchFamily="2" charset="-122"/>
                    </a:rPr>
                    <a:t>A</a:t>
                  </a:r>
                  <a:r>
                    <a:rPr lang="en-US" altLang="zh-CN" sz="2400" b="1">
                      <a:solidFill>
                        <a:schemeClr val="accent2"/>
                      </a:solidFill>
                      <a:latin typeface="Arial" panose="020b0604020202020204" pitchFamily="34" charset="0"/>
                      <a:ea typeface="宋体" panose="02010600030101010101" pitchFamily="2" charset="-122"/>
                    </a:rPr>
                    <a:t>∪</a:t>
                  </a:r>
                  <a:r>
                    <a:rPr lang="en-US" altLang="zh-CN" sz="2400" b="1" i="1">
                      <a:solidFill>
                        <a:schemeClr val="accent2"/>
                      </a:solidFill>
                      <a:latin typeface="Times New Roman" panose="02020603050405020304" pitchFamily="18" charset="0"/>
                      <a:ea typeface="宋体" panose="02010600030101010101" pitchFamily="2" charset="-122"/>
                    </a:rPr>
                    <a:t>B</a:t>
                  </a:r>
                  <a:endParaRPr lang="en-US" altLang="zh-CN" sz="2400" b="1" i="1">
                    <a:solidFill>
                      <a:schemeClr val="accent2"/>
                    </a:solidFill>
                    <a:latin typeface="Times New Roman" panose="02020603050405020304" pitchFamily="18" charset="0"/>
                    <a:ea typeface="宋体" panose="02010600030101010101" pitchFamily="2" charset="-122"/>
                  </a:endParaRPr>
                </a:p>
              </p:txBody>
            </p:sp>
            <p:sp>
              <p:nvSpPr>
                <p:cNvPr id="28682" name="文本框 72716"/>
                <p:cNvSpPr/>
                <p:nvPr>
                  <p:custDataLst>
                    <p:tags r:id="rId36"/>
                  </p:custDataLst>
                </p:nvPr>
              </p:nvSpPr>
              <p:spPr>
                <a:xfrm>
                  <a:off x="2032" y="3120"/>
                  <a:ext cx="272" cy="370"/>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A</a:t>
                  </a:r>
                  <a:endParaRPr lang="en-US" altLang="zh-CN" sz="2800" b="1" i="1">
                    <a:latin typeface="Times New Roman" panose="02020603050405020304" pitchFamily="18" charset="0"/>
                    <a:ea typeface="宋体" panose="02010600030101010101" pitchFamily="2" charset="-122"/>
                  </a:endParaRPr>
                </a:p>
              </p:txBody>
            </p:sp>
            <p:sp>
              <p:nvSpPr>
                <p:cNvPr id="28683" name="文本框 72717"/>
                <p:cNvSpPr/>
                <p:nvPr>
                  <p:custDataLst>
                    <p:tags r:id="rId37"/>
                  </p:custDataLst>
                </p:nvPr>
              </p:nvSpPr>
              <p:spPr>
                <a:xfrm>
                  <a:off x="2815" y="3120"/>
                  <a:ext cx="272" cy="370"/>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B</a:t>
                  </a:r>
                  <a:endParaRPr lang="en-US" altLang="zh-CN" sz="2800" b="1" i="1">
                    <a:latin typeface="Times New Roman" panose="02020603050405020304" pitchFamily="18" charset="0"/>
                    <a:ea typeface="宋体" panose="02010600030101010101" pitchFamily="2" charset="-122"/>
                  </a:endParaRPr>
                </a:p>
              </p:txBody>
            </p:sp>
          </p:grpSp>
          <p:grpSp>
            <p:nvGrpSpPr>
              <p:cNvPr id="27663" name="组合 72748"/>
              <p:cNvGrpSpPr/>
              <p:nvPr>
                <p:custDataLst>
                  <p:tags r:id="rId38"/>
                </p:custDataLst>
              </p:nvPr>
            </p:nvGrpSpPr>
            <p:grpSpPr>
              <a:xfrm>
                <a:off x="12250" y="7474"/>
                <a:ext cx="4026" cy="2791"/>
                <a:chOff x="3600" y="2759"/>
                <a:chExt cx="2066" cy="1260"/>
              </a:xfrm>
            </p:grpSpPr>
            <p:sp>
              <p:nvSpPr>
                <p:cNvPr id="28688" name="椭圆 72727"/>
                <p:cNvSpPr/>
                <p:nvPr>
                  <p:custDataLst>
                    <p:tags r:id="rId39"/>
                  </p:custDataLst>
                </p:nvPr>
              </p:nvSpPr>
              <p:spPr>
                <a:xfrm>
                  <a:off x="3600" y="2978"/>
                  <a:ext cx="816" cy="622"/>
                </a:xfrm>
                <a:prstGeom prst="ellipse">
                  <a:avLst/>
                </a:prstGeom>
                <a:solidFill>
                  <a:srgbClr val="99CCFF"/>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89" name="椭圆 72728"/>
                <p:cNvSpPr/>
                <p:nvPr>
                  <p:custDataLst>
                    <p:tags r:id="rId40"/>
                  </p:custDataLst>
                </p:nvPr>
              </p:nvSpPr>
              <p:spPr>
                <a:xfrm>
                  <a:off x="4483" y="2759"/>
                  <a:ext cx="1183" cy="889"/>
                </a:xfrm>
                <a:prstGeom prst="ellipse">
                  <a:avLst/>
                </a:prstGeom>
                <a:solidFill>
                  <a:srgbClr val="DED1FD"/>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90" name="椭圆 72729"/>
                <p:cNvSpPr/>
                <p:nvPr>
                  <p:custDataLst>
                    <p:tags r:id="rId41"/>
                  </p:custDataLst>
                </p:nvPr>
              </p:nvSpPr>
              <p:spPr>
                <a:xfrm>
                  <a:off x="3600" y="2976"/>
                  <a:ext cx="816" cy="622"/>
                </a:xfrm>
                <a:prstGeom prst="ellipse">
                  <a:avLst/>
                </a:prstGeom>
                <a:solidFill>
                  <a:srgbClr val="DED1FD"/>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91" name="文本框 72730"/>
                <p:cNvSpPr/>
                <p:nvPr>
                  <p:custDataLst>
                    <p:tags r:id="rId42"/>
                  </p:custDataLst>
                </p:nvPr>
              </p:nvSpPr>
              <p:spPr>
                <a:xfrm>
                  <a:off x="4248" y="3692"/>
                  <a:ext cx="935" cy="327"/>
                </a:xfrm>
                <a:prstGeom prst="rect">
                  <a:avLst/>
                </a:prstGeom>
                <a:noFill/>
                <a:ln w="9525">
                  <a:noFill/>
                </a:ln>
              </p:spPr>
              <p:txBody>
                <a:bodyPr wrap="square" anchor="t" anchorCtr="0">
                  <a:spAutoFit/>
                </a:bodyPr>
                <a:lstStyle/>
                <a:p>
                  <a:pPr>
                    <a:spcBef>
                      <a:spcPct val="50000"/>
                    </a:spcBef>
                  </a:pPr>
                  <a:r>
                    <a:rPr lang="en-US" altLang="zh-CN" sz="2400" b="1" i="1">
                      <a:solidFill>
                        <a:schemeClr val="accent2"/>
                      </a:solidFill>
                      <a:latin typeface="Times New Roman" panose="02020603050405020304" pitchFamily="18" charset="0"/>
                      <a:ea typeface="宋体" panose="02010600030101010101" pitchFamily="2" charset="-122"/>
                    </a:rPr>
                    <a:t>A</a:t>
                  </a:r>
                  <a:r>
                    <a:rPr lang="en-US" altLang="zh-CN" sz="2400" b="1">
                      <a:solidFill>
                        <a:schemeClr val="accent2"/>
                      </a:solidFill>
                      <a:latin typeface="Arial" panose="020b0604020202020204" pitchFamily="34" charset="0"/>
                      <a:ea typeface="宋体" panose="02010600030101010101" pitchFamily="2" charset="-122"/>
                    </a:rPr>
                    <a:t>∪</a:t>
                  </a:r>
                  <a:r>
                    <a:rPr lang="en-US" altLang="zh-CN" sz="2400" b="1" i="1">
                      <a:solidFill>
                        <a:schemeClr val="accent2"/>
                      </a:solidFill>
                      <a:latin typeface="Times New Roman" panose="02020603050405020304" pitchFamily="18" charset="0"/>
                      <a:ea typeface="宋体" panose="02010600030101010101" pitchFamily="2" charset="-122"/>
                    </a:rPr>
                    <a:t>B</a:t>
                  </a:r>
                  <a:endParaRPr lang="en-US" altLang="zh-CN" sz="2400" b="1" i="1">
                    <a:solidFill>
                      <a:schemeClr val="accent2"/>
                    </a:solidFill>
                    <a:latin typeface="Times New Roman" panose="02020603050405020304" pitchFamily="18" charset="0"/>
                    <a:ea typeface="宋体" panose="02010600030101010101" pitchFamily="2" charset="-122"/>
                  </a:endParaRPr>
                </a:p>
              </p:txBody>
            </p:sp>
            <p:sp>
              <p:nvSpPr>
                <p:cNvPr id="28692" name="文本框 72731"/>
                <p:cNvSpPr/>
                <p:nvPr>
                  <p:custDataLst>
                    <p:tags r:id="rId43"/>
                  </p:custDataLst>
                </p:nvPr>
              </p:nvSpPr>
              <p:spPr>
                <a:xfrm>
                  <a:off x="3887" y="3072"/>
                  <a:ext cx="272" cy="371"/>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A</a:t>
                  </a:r>
                  <a:endParaRPr lang="en-US" altLang="zh-CN" sz="2800" b="1" i="1">
                    <a:latin typeface="Times New Roman" panose="02020603050405020304" pitchFamily="18" charset="0"/>
                    <a:ea typeface="宋体" panose="02010600030101010101" pitchFamily="2" charset="-122"/>
                  </a:endParaRPr>
                </a:p>
              </p:txBody>
            </p:sp>
            <p:sp>
              <p:nvSpPr>
                <p:cNvPr id="28693" name="文本框 72732"/>
                <p:cNvSpPr/>
                <p:nvPr>
                  <p:custDataLst>
                    <p:tags r:id="rId44"/>
                  </p:custDataLst>
                </p:nvPr>
              </p:nvSpPr>
              <p:spPr>
                <a:xfrm>
                  <a:off x="4896" y="3072"/>
                  <a:ext cx="272" cy="371"/>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B</a:t>
                  </a:r>
                  <a:endParaRPr lang="en-US" altLang="zh-CN" sz="2800" b="1" i="1">
                    <a:latin typeface="Times New Roman" panose="02020603050405020304" pitchFamily="18" charset="0"/>
                    <a:ea typeface="宋体" panose="02010600030101010101" pitchFamily="2" charset="-122"/>
                  </a:endParaRPr>
                </a:p>
              </p:txBody>
            </p:sp>
          </p:grpSp>
          <p:grpSp>
            <p:nvGrpSpPr>
              <p:cNvPr id="27671" name="组合 72746"/>
              <p:cNvGrpSpPr/>
              <p:nvPr>
                <p:custDataLst>
                  <p:tags r:id="rId45"/>
                </p:custDataLst>
              </p:nvPr>
            </p:nvGrpSpPr>
            <p:grpSpPr>
              <a:xfrm>
                <a:off x="2118" y="7518"/>
                <a:ext cx="3277" cy="2748"/>
                <a:chOff x="576" y="2880"/>
                <a:chExt cx="1496" cy="1216"/>
              </a:xfrm>
            </p:grpSpPr>
            <p:sp>
              <p:nvSpPr>
                <p:cNvPr id="28696" name="椭圆 72733"/>
                <p:cNvSpPr/>
                <p:nvPr>
                  <p:custDataLst>
                    <p:tags r:id="rId46"/>
                  </p:custDataLst>
                </p:nvPr>
              </p:nvSpPr>
              <p:spPr>
                <a:xfrm>
                  <a:off x="655" y="3026"/>
                  <a:ext cx="816" cy="622"/>
                </a:xfrm>
                <a:prstGeom prst="ellipse">
                  <a:avLst/>
                </a:prstGeom>
                <a:solidFill>
                  <a:srgbClr val="99CCFF"/>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97" name="椭圆 72734"/>
                <p:cNvSpPr/>
                <p:nvPr>
                  <p:custDataLst>
                    <p:tags r:id="rId47"/>
                  </p:custDataLst>
                </p:nvPr>
              </p:nvSpPr>
              <p:spPr>
                <a:xfrm>
                  <a:off x="576" y="2880"/>
                  <a:ext cx="1183" cy="889"/>
                </a:xfrm>
                <a:prstGeom prst="ellipse">
                  <a:avLst/>
                </a:prstGeom>
                <a:solidFill>
                  <a:srgbClr val="DED1FD"/>
                </a:solid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98" name="椭圆 72735"/>
                <p:cNvSpPr/>
                <p:nvPr>
                  <p:custDataLst>
                    <p:tags r:id="rId48"/>
                  </p:custDataLst>
                </p:nvPr>
              </p:nvSpPr>
              <p:spPr>
                <a:xfrm>
                  <a:off x="655" y="3024"/>
                  <a:ext cx="816" cy="622"/>
                </a:xfrm>
                <a:prstGeom prst="ellipse">
                  <a:avLst/>
                </a:prstGeom>
                <a:noFill/>
                <a:ln w="9525" cap="flat" cmpd="sng">
                  <a:solidFill>
                    <a:srgbClr val="000000"/>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28699" name="文本框 72736"/>
                <p:cNvSpPr/>
                <p:nvPr>
                  <p:custDataLst>
                    <p:tags r:id="rId49"/>
                  </p:custDataLst>
                </p:nvPr>
              </p:nvSpPr>
              <p:spPr>
                <a:xfrm>
                  <a:off x="917" y="3775"/>
                  <a:ext cx="1155" cy="321"/>
                </a:xfrm>
                <a:prstGeom prst="rect">
                  <a:avLst/>
                </a:prstGeom>
                <a:noFill/>
                <a:ln w="9525">
                  <a:noFill/>
                </a:ln>
              </p:spPr>
              <p:txBody>
                <a:bodyPr wrap="square" anchor="t" anchorCtr="0">
                  <a:spAutoFit/>
                </a:bodyPr>
                <a:lstStyle/>
                <a:p>
                  <a:pPr>
                    <a:spcBef>
                      <a:spcPct val="50000"/>
                    </a:spcBef>
                  </a:pPr>
                  <a:r>
                    <a:rPr lang="en-US" altLang="zh-CN" sz="2400" b="1" i="1">
                      <a:solidFill>
                        <a:schemeClr val="accent2"/>
                      </a:solidFill>
                      <a:latin typeface="Times New Roman" panose="02020603050405020304" pitchFamily="18" charset="0"/>
                      <a:ea typeface="宋体" panose="02010600030101010101" pitchFamily="2" charset="-122"/>
                    </a:rPr>
                    <a:t>A</a:t>
                  </a:r>
                  <a:r>
                    <a:rPr lang="en-US" altLang="zh-CN" sz="2400" b="1">
                      <a:solidFill>
                        <a:schemeClr val="accent2"/>
                      </a:solidFill>
                      <a:latin typeface="Arial" panose="020b0604020202020204" pitchFamily="34" charset="0"/>
                      <a:ea typeface="宋体" panose="02010600030101010101" pitchFamily="2" charset="-122"/>
                    </a:rPr>
                    <a:t>∪</a:t>
                  </a:r>
                  <a:r>
                    <a:rPr lang="en-US" altLang="zh-CN" sz="2400" b="1" i="1">
                      <a:solidFill>
                        <a:schemeClr val="accent2"/>
                      </a:solidFill>
                      <a:latin typeface="Times New Roman" panose="02020603050405020304" pitchFamily="18" charset="0"/>
                      <a:ea typeface="宋体" panose="02010600030101010101" pitchFamily="2" charset="-122"/>
                    </a:rPr>
                    <a:t>B</a:t>
                  </a:r>
                  <a:endParaRPr lang="en-US" altLang="zh-CN" sz="2400" b="1" i="1">
                    <a:solidFill>
                      <a:schemeClr val="accent2"/>
                    </a:solidFill>
                    <a:latin typeface="Times New Roman" panose="02020603050405020304" pitchFamily="18" charset="0"/>
                    <a:ea typeface="宋体" panose="02010600030101010101" pitchFamily="2" charset="-122"/>
                  </a:endParaRPr>
                </a:p>
              </p:txBody>
            </p:sp>
            <p:sp>
              <p:nvSpPr>
                <p:cNvPr id="28700" name="文本框 72737"/>
                <p:cNvSpPr/>
                <p:nvPr>
                  <p:custDataLst>
                    <p:tags r:id="rId50"/>
                  </p:custDataLst>
                </p:nvPr>
              </p:nvSpPr>
              <p:spPr>
                <a:xfrm>
                  <a:off x="942" y="3120"/>
                  <a:ext cx="272" cy="364"/>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A</a:t>
                  </a:r>
                  <a:endParaRPr lang="en-US" altLang="zh-CN" sz="2800" b="1" i="1">
                    <a:latin typeface="Times New Roman" panose="02020603050405020304" pitchFamily="18" charset="0"/>
                    <a:ea typeface="宋体" panose="02010600030101010101" pitchFamily="2" charset="-122"/>
                  </a:endParaRPr>
                </a:p>
              </p:txBody>
            </p:sp>
            <p:sp>
              <p:nvSpPr>
                <p:cNvPr id="28701" name="文本框 72738"/>
                <p:cNvSpPr/>
                <p:nvPr>
                  <p:custDataLst>
                    <p:tags r:id="rId51"/>
                  </p:custDataLst>
                </p:nvPr>
              </p:nvSpPr>
              <p:spPr>
                <a:xfrm>
                  <a:off x="1471" y="3120"/>
                  <a:ext cx="272" cy="364"/>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B</a:t>
                  </a:r>
                  <a:endParaRPr lang="en-US" altLang="zh-CN" sz="2800" b="1" i="1">
                    <a:latin typeface="Times New Roman" panose="02020603050405020304" pitchFamily="18" charset="0"/>
                    <a:ea typeface="宋体" panose="02010600030101010101" pitchFamily="2" charset="-122"/>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638175" y="1150620"/>
            <a:ext cx="10518140" cy="57086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【例</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1】 </a:t>
            </a:r>
            <a:r>
              <a:rPr sz="2400">
                <a:latin typeface="Times New Roman" panose="02020603050405020304" pitchFamily="18" charset="0"/>
                <a:ea typeface="黑体" panose="02010609060101010101" charset="-122"/>
                <a:cs typeface="Times New Roman" panose="02020603050405020304" pitchFamily="18" charset="0"/>
              </a:rPr>
              <a:t>设</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={4，5，6，8}，</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={3，5，7，8}，求</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endParaRPr sz="2400">
              <a:latin typeface="Times New Roman" panose="02020603050405020304" pitchFamily="18" charset="0"/>
              <a:ea typeface="黑体" panose="02010609060101010101" charset="-122"/>
              <a:cs typeface="Times New Roman" panose="02020603050405020304" pitchFamily="18" charset="0"/>
            </a:endParaRPr>
          </a:p>
        </p:txBody>
      </p:sp>
      <p:grpSp>
        <p:nvGrpSpPr>
          <p:cNvPr id="8" name="组合 7" title=""/>
          <p:cNvGrpSpPr/>
          <p:nvPr>
            <p:custDataLst>
              <p:tags r:id="rId25"/>
            </p:custDataLst>
          </p:nvPr>
        </p:nvGrpSpPr>
        <p:grpSpPr>
          <a:xfrm>
            <a:off x="4398645" y="1851025"/>
            <a:ext cx="3840286" cy="2329582"/>
            <a:chOff x="4945" y="4482"/>
            <a:chExt cx="6627" cy="4017"/>
          </a:xfrm>
        </p:grpSpPr>
        <p:sp>
          <p:nvSpPr>
            <p:cNvPr id="29722" name="椭圆 8"/>
            <p:cNvSpPr/>
            <p:nvPr>
              <p:custDataLst>
                <p:tags r:id="rId26"/>
              </p:custDataLst>
            </p:nvPr>
          </p:nvSpPr>
          <p:spPr>
            <a:xfrm>
              <a:off x="4945" y="4482"/>
              <a:ext cx="4329" cy="4005"/>
            </a:xfrm>
            <a:prstGeom prst="ellipse">
              <a:avLst/>
            </a:prstGeom>
            <a:solidFill>
              <a:schemeClr val="accent2">
                <a:alpha val="4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23" name="文本框 10"/>
            <p:cNvSpPr/>
            <p:nvPr>
              <p:custDataLst>
                <p:tags r:id="rId27"/>
              </p:custDataLst>
            </p:nvPr>
          </p:nvSpPr>
          <p:spPr>
            <a:xfrm>
              <a:off x="5339" y="5733"/>
              <a:ext cx="1756" cy="1644"/>
            </a:xfrm>
            <a:prstGeom prst="rect">
              <a:avLst/>
            </a:prstGeom>
            <a:noFill/>
            <a:ln w="9525">
              <a:noFill/>
            </a:ln>
          </p:spPr>
          <p:txBody>
            <a:bodyPr wrap="square" anchor="t" anchorCtr="0">
              <a:spAutoFit/>
            </a:bodyPr>
            <a:lstStyle/>
            <a:p>
              <a:r>
                <a:rPr lang="en-US" altLang="zh-CN" sz="2800">
                  <a:latin typeface="Arial" panose="020b0604020202020204" pitchFamily="34" charset="0"/>
                  <a:ea typeface="宋体" panose="02010600030101010101" pitchFamily="2" charset="-122"/>
                </a:rPr>
                <a:t>   </a:t>
              </a:r>
              <a:r>
                <a:rPr lang="en-US" altLang="zh-CN" sz="2800" b="1" i="1">
                  <a:latin typeface="Times New Roman" panose="02020603050405020304" pitchFamily="18" charset="0"/>
                  <a:ea typeface="宋体" panose="02010600030101010101" pitchFamily="2" charset="-122"/>
                  <a:cs typeface="Times New Roman" panose="02020603050405020304" pitchFamily="18" charset="0"/>
                </a:rPr>
                <a:t>A </a:t>
              </a:r>
              <a:endParaRPr lang="en-US" altLang="zh-CN" sz="2800">
                <a:latin typeface="Arial" panose="020b0604020202020204" pitchFamily="34" charset="0"/>
                <a:ea typeface="宋体" panose="02010600030101010101" pitchFamily="2" charset="-122"/>
              </a:endParaRPr>
            </a:p>
            <a:p>
              <a:r>
                <a:rPr lang="en-US" altLang="zh-CN" sz="2800">
                  <a:latin typeface="Times New Roman" panose="02020603050405020304" pitchFamily="18" charset="0"/>
                  <a:ea typeface="宋体" panose="02010600030101010101" pitchFamily="2" charset="-122"/>
                  <a:cs typeface="Times New Roman" panose="02020603050405020304" pitchFamily="18" charset="0"/>
                </a:rPr>
                <a:t>4</a:t>
              </a:r>
              <a:r>
                <a:rPr lang="zh-CN" altLang="en-US" sz="280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a:latin typeface="Times New Roman" panose="02020603050405020304" pitchFamily="18" charset="0"/>
                  <a:ea typeface="宋体" panose="02010600030101010101" pitchFamily="2" charset="-122"/>
                  <a:cs typeface="Times New Roman" panose="02020603050405020304" pitchFamily="18" charset="0"/>
                </a:rPr>
                <a:t>6</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29725" name="椭圆 9"/>
            <p:cNvSpPr/>
            <p:nvPr>
              <p:custDataLst>
                <p:tags r:id="rId28"/>
              </p:custDataLst>
            </p:nvPr>
          </p:nvSpPr>
          <p:spPr>
            <a:xfrm>
              <a:off x="7244" y="4485"/>
              <a:ext cx="4328" cy="4014"/>
            </a:xfrm>
            <a:prstGeom prst="ellipse">
              <a:avLst/>
            </a:prstGeom>
            <a:solidFill>
              <a:srgbClr val="769AFE">
                <a:alpha val="52000"/>
              </a:srgbClr>
            </a:solidFill>
            <a:ln w="28575" cap="flat" cmpd="sng">
              <a:solidFill>
                <a:schemeClr val="accent1"/>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26" name="文本框 11"/>
            <p:cNvSpPr/>
            <p:nvPr>
              <p:custDataLst>
                <p:tags r:id="rId29"/>
              </p:custDataLst>
            </p:nvPr>
          </p:nvSpPr>
          <p:spPr>
            <a:xfrm>
              <a:off x="8219" y="5734"/>
              <a:ext cx="2972" cy="1644"/>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            </a:t>
              </a:r>
              <a:r>
                <a:rPr lang="en-US" altLang="zh-CN" sz="2800">
                  <a:latin typeface="Arial" panose="020b0604020202020204" pitchFamily="34" charset="0"/>
                  <a:ea typeface="宋体" panose="02010600030101010101" pitchFamily="2" charset="-122"/>
                </a:rPr>
                <a:t>  </a:t>
              </a:r>
              <a:r>
                <a:rPr lang="en-US" altLang="zh-CN" sz="2800" b="1" i="1">
                  <a:latin typeface="Times New Roman" panose="02020603050405020304" pitchFamily="18" charset="0"/>
                  <a:ea typeface="宋体" panose="02010600030101010101" pitchFamily="2" charset="-122"/>
                  <a:cs typeface="Times New Roman" panose="02020603050405020304" pitchFamily="18" charset="0"/>
                </a:rPr>
                <a:t>B</a:t>
              </a:r>
              <a:endParaRPr lang="en-US" altLang="zh-CN" sz="2800">
                <a:latin typeface="Arial" panose="020b0604020202020204" pitchFamily="34" charset="0"/>
                <a:ea typeface="宋体" panose="02010600030101010101" pitchFamily="2" charset="-122"/>
              </a:endParaRPr>
            </a:p>
            <a:p>
              <a:r>
                <a:rPr lang="en-US" altLang="zh-CN" sz="2800">
                  <a:latin typeface="Arial" panose="020b0604020202020204" pitchFamily="34" charset="0"/>
                  <a:ea typeface="宋体" panose="02010600030101010101" pitchFamily="2" charset="-122"/>
                </a:rPr>
                <a:t>       </a:t>
              </a:r>
              <a:r>
                <a:rPr lang="en-US" altLang="zh-CN" sz="280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a:latin typeface="Times New Roman" panose="02020603050405020304" pitchFamily="18" charset="0"/>
                  <a:ea typeface="宋体" panose="02010600030101010101" pitchFamily="2" charset="-122"/>
                  <a:cs typeface="Times New Roman" panose="02020603050405020304" pitchFamily="18" charset="0"/>
                </a:rPr>
                <a:t>7</a:t>
              </a:r>
              <a:endParaRPr lang="en-US" altLang="zh-CN" sz="2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10"/>
            <p:cNvSpPr/>
            <p:nvPr>
              <p:custDataLst>
                <p:tags r:id="rId30"/>
              </p:custDataLst>
            </p:nvPr>
          </p:nvSpPr>
          <p:spPr>
            <a:xfrm>
              <a:off x="7423" y="5734"/>
              <a:ext cx="1756" cy="1644"/>
            </a:xfrm>
            <a:prstGeom prst="rect">
              <a:avLst/>
            </a:prstGeom>
            <a:noFill/>
            <a:ln w="9525">
              <a:noFill/>
            </a:ln>
          </p:spPr>
          <p:txBody>
            <a:bodyPr wrap="square" anchor="t" anchorCtr="0">
              <a:spAutoFit/>
            </a:bodyPr>
            <a:lstStyle/>
            <a:p>
              <a:r>
                <a:rPr lang="en-US" altLang="zh-CN" sz="2800">
                  <a:latin typeface="Arial" panose="020b0604020202020204" pitchFamily="34" charset="0"/>
                  <a:ea typeface="宋体" panose="02010600030101010101" pitchFamily="2" charset="-122"/>
                </a:rPr>
                <a:t> </a:t>
              </a:r>
              <a:endParaRPr lang="en-US" altLang="zh-CN" sz="2800">
                <a:latin typeface="Arial" panose="020b0604020202020204" pitchFamily="34" charset="0"/>
                <a:ea typeface="宋体" panose="02010600030101010101" pitchFamily="2" charset="-122"/>
              </a:endParaRPr>
            </a:p>
            <a:p>
              <a:r>
                <a:rPr lang="en-US" altLang="zh-CN" sz="2800">
                  <a:latin typeface="Times New Roman" panose="02020603050405020304" pitchFamily="18" charset="0"/>
                  <a:ea typeface="宋体" panose="02010600030101010101" pitchFamily="2" charset="-122"/>
                  <a:cs typeface="Times New Roman" panose="02020603050405020304" pitchFamily="18" charset="0"/>
                </a:rPr>
                <a:t>5</a:t>
              </a:r>
              <a:r>
                <a:rPr lang="zh-CN" altLang="en-US" sz="280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a:latin typeface="Times New Roman" panose="02020603050405020304" pitchFamily="18" charset="0"/>
                  <a:ea typeface="宋体" panose="02010600030101010101" pitchFamily="2" charset="-122"/>
                  <a:cs typeface="Times New Roman" panose="02020603050405020304" pitchFamily="18" charset="0"/>
                </a:rPr>
                <a:t>8</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grpSp>
      <p:sp>
        <p:nvSpPr>
          <p:cNvPr id="4" name="文本框 3" title=""/>
          <p:cNvSpPr txBox="1"/>
          <p:nvPr>
            <p:custDataLst>
              <p:tags r:id="rId31"/>
            </p:custDataLst>
          </p:nvPr>
        </p:nvSpPr>
        <p:spPr>
          <a:xfrm>
            <a:off x="577850" y="4386580"/>
            <a:ext cx="9814560" cy="607695"/>
          </a:xfrm>
          <a:prstGeom prst="rect">
            <a:avLst/>
          </a:prstGeom>
          <a:noFill/>
          <a:ln w="28575">
            <a:noFill/>
          </a:ln>
        </p:spPr>
        <p:txBody>
          <a:bodyPr wrap="square" rtlCol="0" anchor="t">
            <a:spAutoFit/>
          </a:bodyPr>
          <a:lstStyle/>
          <a:p>
            <a:pPr algn="l" fontAlgn="auto">
              <a:lnSpc>
                <a:spcPct val="120000"/>
              </a:lnSpc>
            </a:pPr>
            <a:r>
              <a:rPr lang="en-US" sz="2800" b="1">
                <a:solidFill>
                  <a:schemeClr val="accent2"/>
                </a:solidFill>
                <a:latin typeface="Times New Roman" panose="02020603050405020304" pitchFamily="18" charset="0"/>
                <a:ea typeface="楷体" panose="02010609060101010101" charset="-122"/>
                <a:cs typeface="Times New Roman" panose="02020603050405020304" pitchFamily="18" charset="0"/>
              </a:rPr>
              <a:t> </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【解析】</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={4，5，6，8} ∪ {3，5，7，8} ={3，4，5，6，7，8}</a:t>
            </a:r>
            <a:r>
              <a:rPr sz="2400">
                <a:latin typeface="Times New Roman" panose="02020603050405020304" pitchFamily="18" charset="0"/>
                <a:ea typeface="黑体" panose="02010609060101010101" charset="-122"/>
                <a:cs typeface="Times New Roman" panose="02020603050405020304" pitchFamily="18" charset="0"/>
                <a:sym typeface="+mn-ea"/>
              </a:rPr>
              <a:t>．</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99334" name="文本框 3" title=""/>
          <p:cNvSpPr/>
          <p:nvPr>
            <p:custDataLst>
              <p:tags r:id="rId32"/>
            </p:custDataLst>
          </p:nvPr>
        </p:nvSpPr>
        <p:spPr>
          <a:xfrm>
            <a:off x="771525" y="5200015"/>
            <a:ext cx="10605770" cy="848360"/>
          </a:xfrm>
          <a:prstGeom prst="rect">
            <a:avLst/>
          </a:prstGeom>
          <a:gradFill>
            <a:gsLst>
              <a:gs pos="0">
                <a:schemeClr val="accent2">
                  <a:alpha val="23000"/>
                </a:schemeClr>
              </a:gs>
              <a:gs pos="100000">
                <a:srgbClr val="4175FC">
                  <a:alpha val="34000"/>
                </a:srgbClr>
              </a:gs>
            </a:gsLst>
            <a:lin ang="10800000" scaled="0"/>
          </a:gradFill>
          <a:ln>
            <a:noFill/>
            <a:miter lim="800000"/>
          </a:ln>
        </p:spPr>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algn="ctr" eaLnBrk="1" hangingPunct="1">
              <a:lnSpc>
                <a:spcPct val="130000"/>
              </a:lnSpc>
            </a:pPr>
            <a:r>
              <a:rPr sz="2400" b="1">
                <a:solidFill>
                  <a:srgbClr val="303030"/>
                </a:solidFill>
                <a:latin typeface="Times New Roman" panose="02020603050405020304" pitchFamily="18" charset="0"/>
                <a:cs typeface="Times New Roman" panose="02020603050405020304" pitchFamily="18" charset="0"/>
              </a:rPr>
              <a:t>  </a:t>
            </a:r>
            <a:r>
              <a:rPr sz="2800" b="1">
                <a:solidFill>
                  <a:srgbClr val="303030"/>
                </a:solidFill>
                <a:latin typeface="Times New Roman" panose="02020603050405020304" pitchFamily="18" charset="0"/>
                <a:cs typeface="Times New Roman" panose="02020603050405020304" pitchFamily="18" charset="0"/>
              </a:rPr>
              <a:t>求两个集合的并集时，它们的公共元素在并集中只能出现一次．</a:t>
            </a:r>
            <a:endParaRPr sz="2800" b="1">
              <a:solidFill>
                <a:srgbClr val="303030"/>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99334"/>
                                        </p:tgtEl>
                                        <p:attrNameLst>
                                          <p:attrName>style.visibility</p:attrName>
                                        </p:attrNameLst>
                                      </p:cBhvr>
                                      <p:to>
                                        <p:strVal val="visible"/>
                                      </p:to>
                                    </p:set>
                                    <p:animEffect transition="in" filter="fade">
                                      <p:cBhvr>
                                        <p:cTn id="17" dur="250"/>
                                        <p:tgtEl>
                                          <p:spTgt spid="99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9334"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88123" name="对象 88122" title=""/>
          <p:cNvGraphicFramePr>
            <a:graphicFrameLocks noChangeAspect="1"/>
          </p:cNvGraphicFramePr>
          <p:nvPr>
            <p:custDataLst>
              <p:tags r:id="rId24"/>
            </p:custDataLst>
          </p:nvPr>
        </p:nvGraphicFramePr>
        <p:xfrm>
          <a:off x="702310" y="1249045"/>
          <a:ext cx="11762740" cy="1029335"/>
        </p:xfrm>
        <a:graphic>
          <a:graphicData uri="http://schemas.openxmlformats.org/presentationml/2006/ole">
            <mc:AlternateContent>
              <mc:Choice xmlns:v="urn:schemas-microsoft-com:vml" Requires="v">
                <p:oleObj spid="_x0000_s1038" r:id="rId25" imgW="7934325" imgH="695325" progId="Word.Document.8">
                  <p:embed/>
                </p:oleObj>
              </mc:Choice>
              <mc:Fallback>
                <p:oleObj r:id="rId25" imgW="7934325" imgH="695325" progId="Word.Document.8">
                  <p:embed/>
                  <p:pic>
                    <p:nvPicPr>
                      <p:cNvPr id="0" name="OLE substitute image"/>
                      <p:cNvPicPr/>
                      <p:nvPr/>
                    </p:nvPicPr>
                    <p:blipFill>
                      <a:blip r:embed="rId26"/>
                      <a:stretch>
                        <a:fillRect/>
                      </a:stretch>
                    </p:blipFill>
                    <p:spPr>
                      <a:xfrm>
                        <a:off x="702310" y="1249045"/>
                        <a:ext cx="11762740" cy="1029335"/>
                      </a:xfrm>
                      <a:prstGeom prst="rect">
                        <a:avLst/>
                      </a:prstGeom>
                      <a:noFill/>
                      <a:ln w="38100">
                        <a:noFill/>
                        <a:miter/>
                      </a:ln>
                    </p:spPr>
                  </p:pic>
                </p:oleObj>
              </mc:Fallback>
            </mc:AlternateContent>
          </a:graphicData>
        </a:graphic>
      </p:graphicFrame>
      <p:graphicFrame>
        <p:nvGraphicFramePr>
          <p:cNvPr id="88124" name="对象 88123" title=""/>
          <p:cNvGraphicFramePr>
            <a:graphicFrameLocks noChangeAspect="1"/>
          </p:cNvGraphicFramePr>
          <p:nvPr>
            <p:custDataLst>
              <p:tags r:id="rId27"/>
            </p:custDataLst>
          </p:nvPr>
        </p:nvGraphicFramePr>
        <p:xfrm>
          <a:off x="711200" y="2891155"/>
          <a:ext cx="10409555" cy="1209040"/>
        </p:xfrm>
        <a:graphic>
          <a:graphicData uri="http://schemas.openxmlformats.org/presentationml/2006/ole">
            <mc:AlternateContent>
              <mc:Choice xmlns:v="urn:schemas-microsoft-com:vml" Requires="v">
                <p:oleObj spid="_x0000_s1039" r:id="rId28" imgW="7191375" imgH="809625" progId="Word.Document.8">
                  <p:embed/>
                </p:oleObj>
              </mc:Choice>
              <mc:Fallback>
                <p:oleObj r:id="rId28" imgW="7191375" imgH="809625" progId="Word.Document.8">
                  <p:embed/>
                  <p:pic>
                    <p:nvPicPr>
                      <p:cNvPr id="0" name="OLE substitute image"/>
                      <p:cNvPicPr/>
                      <p:nvPr/>
                    </p:nvPicPr>
                    <p:blipFill>
                      <a:blip r:embed="rId29"/>
                      <a:stretch>
                        <a:fillRect/>
                      </a:stretch>
                    </p:blipFill>
                    <p:spPr>
                      <a:xfrm>
                        <a:off x="711200" y="2891155"/>
                        <a:ext cx="10409555" cy="1209040"/>
                      </a:xfrm>
                      <a:prstGeom prst="rect">
                        <a:avLst/>
                      </a:prstGeom>
                      <a:noFill/>
                      <a:ln w="38100">
                        <a:noFill/>
                        <a:miter/>
                      </a:ln>
                    </p:spPr>
                  </p:pic>
                </p:oleObj>
              </mc:Fallback>
            </mc:AlternateContent>
          </a:graphicData>
        </a:graphic>
      </p:graphicFrame>
      <p:graphicFrame>
        <p:nvGraphicFramePr>
          <p:cNvPr id="14" name="对象 13" title=""/>
          <p:cNvGraphicFramePr>
            <a:graphicFrameLocks noChangeAspect="1"/>
          </p:cNvGraphicFramePr>
          <p:nvPr>
            <p:custDataLst>
              <p:tags r:id="rId30"/>
            </p:custDataLst>
          </p:nvPr>
        </p:nvGraphicFramePr>
        <p:xfrm>
          <a:off x="731520" y="4726305"/>
          <a:ext cx="10409555" cy="612140"/>
        </p:xfrm>
        <a:graphic>
          <a:graphicData uri="http://schemas.openxmlformats.org/presentationml/2006/ole">
            <mc:AlternateContent>
              <mc:Choice xmlns:v="urn:schemas-microsoft-com:vml" Requires="v">
                <p:oleObj spid="_x0000_s1040" r:id="rId31" imgW="7191375" imgH="409575" progId="Word.Document.8">
                  <p:embed/>
                </p:oleObj>
              </mc:Choice>
              <mc:Fallback>
                <p:oleObj r:id="rId31" imgW="7191375" imgH="409575" progId="Word.Document.8">
                  <p:embed/>
                  <p:pic>
                    <p:nvPicPr>
                      <p:cNvPr id="0" name="OLE substitute image"/>
                      <p:cNvPicPr/>
                      <p:nvPr/>
                    </p:nvPicPr>
                    <p:blipFill>
                      <a:blip r:embed="rId32"/>
                      <a:stretch>
                        <a:fillRect/>
                      </a:stretch>
                    </p:blipFill>
                    <p:spPr>
                      <a:xfrm>
                        <a:off x="731520" y="4726305"/>
                        <a:ext cx="10409555" cy="61214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88124"/>
                                        </p:tgtEl>
                                        <p:attrNameLst>
                                          <p:attrName>style.visibility</p:attrName>
                                        </p:attrNameLst>
                                      </p:cBhvr>
                                      <p:to>
                                        <p:strVal val="visible"/>
                                      </p:to>
                                    </p:set>
                                    <p:animEffect transition="in" filter="fade">
                                      <p:cBhvr>
                                        <p:cTn id="7" dur="250"/>
                                        <p:tgtEl>
                                          <p:spTgt spid="8812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14"/>
                                        </p:tgtEl>
                                        <p:attrNameLst>
                                          <p:attrName>style.visibility</p:attrName>
                                        </p:attrNameLst>
                                      </p:cBhvr>
                                      <p:to>
                                        <p:strVal val="visible"/>
                                      </p:to>
                                    </p:set>
                                    <p:animEffect transition="in" filter="fade">
                                      <p:cBhvr>
                                        <p:cTn id="1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3"/>
          </p:custDataLst>
        </p:nvPr>
      </p:nvGrpSpPr>
      <p:grpSpPr>
        <a:xfrm>
          <a:off x="0" y="0"/>
          <a:ext cx="0" cy="0"/>
        </a:xfrm>
      </p:grpSpPr>
      <p:grpSp>
        <p:nvGrpSpPr>
          <p:cNvPr id="13" name="组合 12" title=""/>
          <p:cNvGrpSpPr/>
          <p:nvPr>
            <p:custDataLst>
              <p:tags r:id="rId4"/>
            </p:custDataLst>
          </p:nvPr>
        </p:nvGrpSpPr>
        <p:grpSpPr>
          <a:xfrm>
            <a:off x="0" y="0"/>
            <a:ext cx="12192000" cy="6858000"/>
            <a:chExt cx="12192000" cy="6858000"/>
          </a:xfrm>
        </p:grpSpPr>
        <p:pic>
          <p:nvPicPr>
            <p:cNvPr id="12" name="图片 11"/>
            <p:cNvPicPr>
              <a:picLocks noChangeAspect="1"/>
            </p:cNvPicPr>
            <p:nvPr>
              <p:custDataLst>
                <p:tags r:id="rId7"/>
              </p:custDataLst>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8"/>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9"/>
            </p:custDataLst>
          </p:nvPr>
        </p:nvGrpSpPr>
        <p:grpSpPr>
          <a:xfrm>
            <a:off x="577851" y="576471"/>
            <a:ext cx="5197474" cy="521970"/>
            <a:chOff x="330201" y="576471"/>
            <a:chExt cx="5197474" cy="521970"/>
          </a:xfrm>
        </p:grpSpPr>
        <p:sp>
          <p:nvSpPr>
            <p:cNvPr id="44" name="文本框 4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 name="文本框 6" title=""/>
          <p:cNvSpPr txBox="1"/>
          <p:nvPr>
            <p:custDataLst>
              <p:tags r:id="rId25"/>
            </p:custDataLst>
          </p:nvPr>
        </p:nvSpPr>
        <p:spPr>
          <a:xfrm>
            <a:off x="661035" y="1739900"/>
            <a:ext cx="10914380" cy="3728720"/>
          </a:xfrm>
          <a:prstGeom prst="rect">
            <a:avLst/>
          </a:prstGeom>
          <a:noFill/>
        </p:spPr>
        <p:txBody>
          <a:bodyPr wrap="square" rtlCol="0">
            <a:noAutofit/>
          </a:bodyPr>
          <a:lstStyle/>
          <a:p>
            <a:pPr indent="457200" fontAlgn="auto">
              <a:lnSpc>
                <a:spcPct val="150000"/>
              </a:lnSpc>
            </a:pPr>
            <a:endPar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rPr>
              <a:t>(1)</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rPr>
              <a:t>对于元素个数有限的集合，可直接根据集合的并集定义求解，但要</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注意集合中元素的互异性</a:t>
            </a:r>
            <a:r>
              <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rPr>
              <a:t>(2)</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对于元素个数无限的集合，</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进行并集运算时，可借助数轴求解</a:t>
            </a:r>
            <a:r>
              <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注意两个集合的并集等于两个集合在数轴上的相应图形所覆盖的全部范围，建立不等式时，要</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注意端点值是否能取到，最好是把端点值代入题目验证</a:t>
            </a:r>
            <a:r>
              <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endParaRPr lang="en-US" altLang="zh-CN"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2" name="圆角矩形 1" title=""/>
          <p:cNvSpPr/>
          <p:nvPr>
            <p:custDataLst>
              <p:tags r:id="rId26"/>
            </p:custDataLst>
          </p:nvPr>
        </p:nvSpPr>
        <p:spPr>
          <a:xfrm>
            <a:off x="3906520" y="1587500"/>
            <a:ext cx="4424045" cy="666115"/>
          </a:xfrm>
          <a:prstGeom prst="roundRect">
            <a:avLst>
              <a:gd name="adj" fmla="val 50000"/>
            </a:avLst>
          </a:prstGeom>
          <a:gradFill>
            <a:gsLst>
              <a:gs pos="0">
                <a:srgbClr val="4076FD">
                  <a:alpha val="100000"/>
                </a:srgbClr>
              </a:gs>
              <a:gs pos="100000">
                <a:srgbClr val="ED9468">
                  <a:alpha val="100000"/>
                </a:srgbClr>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求两个集合的并集的方法</a:t>
            </a:r>
            <a:endPar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638175" y="1150620"/>
            <a:ext cx="10518140" cy="57086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【例</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2</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设集合A={x|-1&lt;x&lt;2}，集合B={x|1&lt;x&lt;3}，求  A∪B．</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4" name="文本框 3" title=""/>
          <p:cNvSpPr txBox="1"/>
          <p:nvPr>
            <p:custDataLst>
              <p:tags r:id="rId25"/>
            </p:custDataLst>
          </p:nvPr>
        </p:nvSpPr>
        <p:spPr>
          <a:xfrm>
            <a:off x="577850" y="3615690"/>
            <a:ext cx="9814560" cy="607695"/>
          </a:xfrm>
          <a:prstGeom prst="rect">
            <a:avLst/>
          </a:prstGeom>
          <a:noFill/>
          <a:ln w="28575">
            <a:noFill/>
          </a:ln>
        </p:spPr>
        <p:txBody>
          <a:bodyPr wrap="square" rtlCol="0" anchor="t">
            <a:spAutoFit/>
          </a:bodyPr>
          <a:lstStyle/>
          <a:p>
            <a:pPr algn="l" fontAlgn="auto">
              <a:lnSpc>
                <a:spcPct val="120000"/>
              </a:lnSpc>
            </a:pPr>
            <a:r>
              <a:rPr lang="en-US" sz="2800" b="1">
                <a:solidFill>
                  <a:schemeClr val="accent2"/>
                </a:solidFill>
                <a:latin typeface="Times New Roman" panose="02020603050405020304" pitchFamily="18" charset="0"/>
                <a:ea typeface="楷体" panose="02010609060101010101" charset="-122"/>
                <a:cs typeface="Times New Roman" panose="02020603050405020304" pitchFamily="18" charset="0"/>
              </a:rPr>
              <a:t> </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【解析】</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|-1&lt;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&lt;2}∪ {</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|1&lt;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&lt;3}={</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|-1&lt;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&lt;3}．</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99334" name="文本框 3" title=""/>
          <p:cNvSpPr/>
          <p:nvPr>
            <p:custDataLst>
              <p:tags r:id="rId26"/>
            </p:custDataLst>
          </p:nvPr>
        </p:nvSpPr>
        <p:spPr>
          <a:xfrm>
            <a:off x="771525" y="4399280"/>
            <a:ext cx="10605770" cy="2085340"/>
          </a:xfrm>
          <a:prstGeom prst="rect">
            <a:avLst/>
          </a:prstGeom>
          <a:gradFill>
            <a:gsLst>
              <a:gs pos="0">
                <a:schemeClr val="accent2">
                  <a:alpha val="23000"/>
                </a:schemeClr>
              </a:gs>
              <a:gs pos="100000">
                <a:srgbClr val="4175FC">
                  <a:alpha val="34000"/>
                </a:srgbClr>
              </a:gs>
            </a:gsLst>
            <a:lin ang="10800000" scaled="0"/>
          </a:gradFill>
          <a:ln>
            <a:noFill/>
            <a:miter lim="800000"/>
          </a:ln>
        </p:spPr>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algn="just" eaLnBrk="1" hangingPunct="1">
              <a:lnSpc>
                <a:spcPct val="130000"/>
              </a:lnSpc>
            </a:pPr>
            <a:r>
              <a:rPr sz="2800" b="1">
                <a:solidFill>
                  <a:srgbClr val="303030"/>
                </a:solidFill>
                <a:latin typeface="Times New Roman" panose="02020603050405020304" pitchFamily="18" charset="0"/>
                <a:cs typeface="Times New Roman" panose="02020603050405020304" pitchFamily="18" charset="0"/>
              </a:rPr>
              <a:t>注重数轴与韦恩图在解题中的应用：①若给定的集合是不等式的解集，用数轴求解；②若给定的集合是点集，用数形结合法求解；</a:t>
            </a:r>
            <a:endParaRPr sz="2800" b="1">
              <a:solidFill>
                <a:srgbClr val="303030"/>
              </a:solidFill>
              <a:latin typeface="Times New Roman" panose="02020603050405020304" pitchFamily="18" charset="0"/>
              <a:cs typeface="Times New Roman" panose="02020603050405020304" pitchFamily="18" charset="0"/>
            </a:endParaRPr>
          </a:p>
          <a:p>
            <a:pPr marL="0" lvl="0" indent="0" algn="just" eaLnBrk="1" hangingPunct="1">
              <a:lnSpc>
                <a:spcPct val="130000"/>
              </a:lnSpc>
            </a:pPr>
            <a:r>
              <a:rPr sz="2800" b="1">
                <a:solidFill>
                  <a:srgbClr val="303030"/>
                </a:solidFill>
                <a:latin typeface="Times New Roman" panose="02020603050405020304" pitchFamily="18" charset="0"/>
                <a:cs typeface="Times New Roman" panose="02020603050405020304" pitchFamily="18" charset="0"/>
              </a:rPr>
              <a:t>③若给定的集合是抽象集合，用Venn图求解．</a:t>
            </a:r>
            <a:endParaRPr sz="2800" b="1">
              <a:solidFill>
                <a:srgbClr val="303030"/>
              </a:solidFill>
              <a:latin typeface="Times New Roman" panose="02020603050405020304" pitchFamily="18" charset="0"/>
              <a:cs typeface="Times New Roman" panose="02020603050405020304" pitchFamily="18" charset="0"/>
            </a:endParaRPr>
          </a:p>
        </p:txBody>
      </p:sp>
      <p:grpSp>
        <p:nvGrpSpPr>
          <p:cNvPr id="2" name="组合 1" title=""/>
          <p:cNvGrpSpPr/>
          <p:nvPr>
            <p:custDataLst>
              <p:tags r:id="rId27"/>
            </p:custDataLst>
          </p:nvPr>
        </p:nvGrpSpPr>
        <p:grpSpPr>
          <a:xfrm>
            <a:off x="3526790" y="1957070"/>
            <a:ext cx="5367655" cy="1698625"/>
            <a:chOff x="4520" y="3197"/>
            <a:chExt cx="8453" cy="2675"/>
          </a:xfrm>
        </p:grpSpPr>
        <p:cxnSp>
          <p:nvCxnSpPr>
            <p:cNvPr id="29704" name="直接箭头连接符 1"/>
            <p:cNvCxnSpPr/>
            <p:nvPr>
              <p:custDataLst>
                <p:tags r:id="rId28"/>
              </p:custDataLst>
            </p:nvPr>
          </p:nvCxnSpPr>
          <p:spPr>
            <a:xfrm>
              <a:off x="4520" y="4972"/>
              <a:ext cx="8453" cy="0"/>
            </a:xfrm>
            <a:prstGeom prst="straightConnector1">
              <a:avLst/>
            </a:prstGeom>
            <a:ln w="53975" cap="flat" cmpd="sng">
              <a:solidFill>
                <a:schemeClr val="accent2"/>
              </a:solidFill>
              <a:prstDash val="solid"/>
              <a:round/>
              <a:headEnd type="none" w="med" len="med"/>
              <a:tailEnd type="arrow" w="med" len="med"/>
            </a:ln>
          </p:spPr>
        </p:cxnSp>
        <p:sp>
          <p:nvSpPr>
            <p:cNvPr id="29710" name="文本框 8"/>
            <p:cNvSpPr/>
            <p:nvPr>
              <p:custDataLst>
                <p:tags r:id="rId29"/>
              </p:custDataLst>
            </p:nvPr>
          </p:nvSpPr>
          <p:spPr>
            <a:xfrm>
              <a:off x="8166" y="5293"/>
              <a:ext cx="445" cy="579"/>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1</a:t>
              </a:r>
              <a:endParaRPr lang="en-US" altLang="zh-CN">
                <a:latin typeface="Arial" panose="020b0604020202020204" pitchFamily="34" charset="0"/>
                <a:ea typeface="宋体" panose="02010600030101010101" pitchFamily="2" charset="-122"/>
              </a:endParaRPr>
            </a:p>
          </p:txBody>
        </p:sp>
        <p:sp>
          <p:nvSpPr>
            <p:cNvPr id="29711" name="文本框 11"/>
            <p:cNvSpPr/>
            <p:nvPr>
              <p:custDataLst>
                <p:tags r:id="rId30"/>
              </p:custDataLst>
            </p:nvPr>
          </p:nvSpPr>
          <p:spPr>
            <a:xfrm>
              <a:off x="7259" y="5292"/>
              <a:ext cx="445" cy="579"/>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0</a:t>
              </a:r>
              <a:endParaRPr lang="en-US" altLang="zh-CN">
                <a:latin typeface="Arial" panose="020b0604020202020204" pitchFamily="34" charset="0"/>
                <a:ea typeface="宋体" panose="02010600030101010101" pitchFamily="2" charset="-122"/>
              </a:endParaRPr>
            </a:p>
          </p:txBody>
        </p:sp>
        <p:sp>
          <p:nvSpPr>
            <p:cNvPr id="29712" name="文本框 12"/>
            <p:cNvSpPr/>
            <p:nvPr>
              <p:custDataLst>
                <p:tags r:id="rId31"/>
              </p:custDataLst>
            </p:nvPr>
          </p:nvSpPr>
          <p:spPr>
            <a:xfrm>
              <a:off x="9103" y="5292"/>
              <a:ext cx="445" cy="579"/>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2</a:t>
              </a:r>
              <a:endParaRPr lang="en-US" altLang="zh-CN">
                <a:latin typeface="Arial" panose="020b0604020202020204" pitchFamily="34" charset="0"/>
                <a:ea typeface="宋体" panose="02010600030101010101" pitchFamily="2" charset="-122"/>
              </a:endParaRPr>
            </a:p>
          </p:txBody>
        </p:sp>
        <p:sp>
          <p:nvSpPr>
            <p:cNvPr id="29713" name="文本框 13"/>
            <p:cNvSpPr/>
            <p:nvPr>
              <p:custDataLst>
                <p:tags r:id="rId32"/>
              </p:custDataLst>
            </p:nvPr>
          </p:nvSpPr>
          <p:spPr>
            <a:xfrm>
              <a:off x="6190" y="5293"/>
              <a:ext cx="741" cy="579"/>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-1</a:t>
              </a:r>
              <a:endParaRPr lang="en-US" altLang="zh-CN">
                <a:latin typeface="Arial" panose="020b0604020202020204" pitchFamily="34" charset="0"/>
                <a:ea typeface="宋体" panose="02010600030101010101" pitchFamily="2" charset="-122"/>
              </a:endParaRPr>
            </a:p>
          </p:txBody>
        </p:sp>
        <p:sp>
          <p:nvSpPr>
            <p:cNvPr id="29714" name="文本框 14"/>
            <p:cNvSpPr/>
            <p:nvPr>
              <p:custDataLst>
                <p:tags r:id="rId33"/>
              </p:custDataLst>
            </p:nvPr>
          </p:nvSpPr>
          <p:spPr>
            <a:xfrm>
              <a:off x="10064" y="5293"/>
              <a:ext cx="445" cy="579"/>
            </a:xfrm>
            <a:prstGeom prst="rect">
              <a:avLst/>
            </a:prstGeom>
            <a:noFill/>
            <a:ln w="9525">
              <a:noFill/>
            </a:ln>
          </p:spPr>
          <p:txBody>
            <a:bodyPr wrap="square" anchor="t" anchorCtr="0">
              <a:spAutoFit/>
            </a:bodyPr>
            <a:lstStyle/>
            <a:p>
              <a:r>
                <a:rPr lang="en-US" altLang="zh-CN">
                  <a:latin typeface="Arial" panose="020b0604020202020204" pitchFamily="34" charset="0"/>
                  <a:ea typeface="宋体" panose="02010600030101010101" pitchFamily="2" charset="-122"/>
                </a:rPr>
                <a:t>3</a:t>
              </a:r>
              <a:endParaRPr lang="en-US" altLang="zh-CN">
                <a:latin typeface="Arial" panose="020b0604020202020204" pitchFamily="34" charset="0"/>
                <a:ea typeface="宋体" panose="02010600030101010101" pitchFamily="2" charset="-122"/>
              </a:endParaRPr>
            </a:p>
          </p:txBody>
        </p:sp>
        <p:grpSp>
          <p:nvGrpSpPr>
            <p:cNvPr id="28692" name="组合 24"/>
            <p:cNvGrpSpPr/>
            <p:nvPr>
              <p:custDataLst>
                <p:tags r:id="rId34"/>
              </p:custDataLst>
            </p:nvPr>
          </p:nvGrpSpPr>
          <p:grpSpPr>
            <a:xfrm>
              <a:off x="6535" y="3684"/>
              <a:ext cx="2740" cy="1291"/>
              <a:chOff x="4115" y="8091"/>
              <a:chExt cx="2341" cy="891"/>
            </a:xfrm>
          </p:grpSpPr>
          <p:sp>
            <p:nvSpPr>
              <p:cNvPr id="29716" name="任意多边形 18"/>
              <p:cNvSpPr/>
              <p:nvPr>
                <p:custDataLst>
                  <p:tags r:id="rId35"/>
                </p:custDataLst>
              </p:nvPr>
            </p:nvSpPr>
            <p:spPr>
              <a:xfrm>
                <a:off x="4115" y="8091"/>
                <a:ext cx="2341" cy="891"/>
              </a:xfrm>
              <a:prstGeom prst="rect">
                <a:avLst/>
              </a:prstGeom>
              <a:noFill/>
              <a:ln w="50800" cap="flat" cmpd="sng">
                <a:solidFill>
                  <a:srgbClr val="0000FE"/>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9717" name="文本框 22"/>
              <p:cNvSpPr/>
              <p:nvPr>
                <p:custDataLst>
                  <p:tags r:id="rId36"/>
                </p:custDataLst>
              </p:nvPr>
            </p:nvSpPr>
            <p:spPr>
              <a:xfrm>
                <a:off x="4240" y="8217"/>
                <a:ext cx="842" cy="567"/>
              </a:xfrm>
              <a:prstGeom prst="rect">
                <a:avLst/>
              </a:prstGeom>
              <a:noFill/>
              <a:ln w="9525">
                <a:noFill/>
              </a:ln>
            </p:spPr>
            <p:txBody>
              <a:bodyPr wrap="square" anchor="t" anchorCtr="0">
                <a:spAutoFit/>
              </a:bodyPr>
              <a:lstStyle/>
              <a:p>
                <a:r>
                  <a:rPr lang="en-US" altLang="zh-CN" sz="2800" b="1" i="1">
                    <a:solidFill>
                      <a:srgbClr val="0000FE"/>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2800" b="1" i="1">
                  <a:solidFill>
                    <a:srgbClr val="0000FE"/>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8695" name="组合 25"/>
            <p:cNvGrpSpPr/>
            <p:nvPr>
              <p:custDataLst>
                <p:tags r:id="rId37"/>
              </p:custDataLst>
            </p:nvPr>
          </p:nvGrpSpPr>
          <p:grpSpPr>
            <a:xfrm>
              <a:off x="8390" y="3197"/>
              <a:ext cx="1928" cy="1770"/>
              <a:chOff x="5761" y="7637"/>
              <a:chExt cx="1743" cy="1222"/>
            </a:xfrm>
          </p:grpSpPr>
          <p:sp>
            <p:nvSpPr>
              <p:cNvPr id="29719" name="任意多边形 21"/>
              <p:cNvSpPr/>
              <p:nvPr>
                <p:custDataLst>
                  <p:tags r:id="rId38"/>
                </p:custDataLst>
              </p:nvPr>
            </p:nvSpPr>
            <p:spPr>
              <a:xfrm>
                <a:off x="5761" y="7637"/>
                <a:ext cx="1743" cy="1222"/>
              </a:xfrm>
              <a:prstGeom prst="rect">
                <a:avLst/>
              </a:prstGeom>
              <a:noFill/>
              <a:ln w="57150" cap="flat" cmpd="sng">
                <a:solidFill>
                  <a:srgbClr val="537AFA"/>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9720" name="文本框 23"/>
              <p:cNvSpPr/>
              <p:nvPr>
                <p:custDataLst>
                  <p:tags r:id="rId39"/>
                </p:custDataLst>
              </p:nvPr>
            </p:nvSpPr>
            <p:spPr>
              <a:xfrm>
                <a:off x="6857" y="8011"/>
                <a:ext cx="390" cy="568"/>
              </a:xfrm>
              <a:prstGeom prst="rect">
                <a:avLst/>
              </a:prstGeom>
              <a:noFill/>
              <a:ln w="9525">
                <a:noFill/>
              </a:ln>
            </p:spPr>
            <p:txBody>
              <a:bodyPr wrap="square" anchor="t" anchorCtr="0">
                <a:spAutoFit/>
              </a:bodyPr>
              <a:lstStyle/>
              <a:p>
                <a:r>
                  <a:rPr lang="en-US" altLang="zh-CN" sz="2800" b="1" i="1">
                    <a:solidFill>
                      <a:srgbClr val="537AFA"/>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2800" b="1" i="1">
                  <a:solidFill>
                    <a:srgbClr val="537AFA"/>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9705" name="椭圆 2"/>
            <p:cNvSpPr/>
            <p:nvPr>
              <p:custDataLst>
                <p:tags r:id="rId40"/>
              </p:custDataLst>
            </p:nvPr>
          </p:nvSpPr>
          <p:spPr>
            <a:xfrm>
              <a:off x="8267" y="4870"/>
              <a:ext cx="217" cy="234"/>
            </a:xfrm>
            <a:prstGeom prst="ellipse">
              <a:avLst/>
            </a:prstGeom>
            <a:solidFill>
              <a:schemeClr val="accent2">
                <a:lumMod val="40000"/>
                <a:lumOff val="6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06" name="椭圆 4"/>
            <p:cNvSpPr/>
            <p:nvPr>
              <p:custDataLst>
                <p:tags r:id="rId41"/>
              </p:custDataLst>
            </p:nvPr>
          </p:nvSpPr>
          <p:spPr>
            <a:xfrm>
              <a:off x="9185" y="4870"/>
              <a:ext cx="217" cy="234"/>
            </a:xfrm>
            <a:prstGeom prst="ellipse">
              <a:avLst/>
            </a:prstGeom>
            <a:solidFill>
              <a:schemeClr val="accent2">
                <a:lumMod val="40000"/>
                <a:lumOff val="6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07" name="椭圆 5"/>
            <p:cNvSpPr/>
            <p:nvPr>
              <p:custDataLst>
                <p:tags r:id="rId42"/>
              </p:custDataLst>
            </p:nvPr>
          </p:nvSpPr>
          <p:spPr>
            <a:xfrm>
              <a:off x="10178" y="4870"/>
              <a:ext cx="217" cy="234"/>
            </a:xfrm>
            <a:prstGeom prst="ellipse">
              <a:avLst/>
            </a:prstGeom>
            <a:solidFill>
              <a:schemeClr val="accent2">
                <a:lumMod val="40000"/>
                <a:lumOff val="6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08" name="椭圆 6"/>
            <p:cNvSpPr/>
            <p:nvPr>
              <p:custDataLst>
                <p:tags r:id="rId43"/>
              </p:custDataLst>
            </p:nvPr>
          </p:nvSpPr>
          <p:spPr>
            <a:xfrm>
              <a:off x="7374" y="4870"/>
              <a:ext cx="217" cy="234"/>
            </a:xfrm>
            <a:prstGeom prst="ellipse">
              <a:avLst/>
            </a:prstGeom>
            <a:solidFill>
              <a:schemeClr val="accent2">
                <a:lumMod val="40000"/>
                <a:lumOff val="6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sp>
          <p:nvSpPr>
            <p:cNvPr id="29709" name="椭圆 7"/>
            <p:cNvSpPr/>
            <p:nvPr>
              <p:custDataLst>
                <p:tags r:id="rId44"/>
              </p:custDataLst>
            </p:nvPr>
          </p:nvSpPr>
          <p:spPr>
            <a:xfrm>
              <a:off x="6450" y="4870"/>
              <a:ext cx="217" cy="234"/>
            </a:xfrm>
            <a:prstGeom prst="ellipse">
              <a:avLst/>
            </a:prstGeom>
            <a:solidFill>
              <a:schemeClr val="accent2">
                <a:lumMod val="40000"/>
                <a:lumOff val="60000"/>
              </a:schemeClr>
            </a:solidFill>
            <a:ln w="28575" cap="flat" cmpd="sng">
              <a:solidFill>
                <a:schemeClr val="accent2"/>
              </a:solidFill>
              <a:prstDash val="solid"/>
              <a:round/>
              <a:headEnd type="none" w="med" len="med"/>
              <a:tailEnd type="none" w="med" len="med"/>
            </a:ln>
          </p:spPr>
          <p:txBody>
            <a:bodyPr anchor="ctr" anchorCtr="0"/>
            <a:lstStyle/>
            <a:p>
              <a:pPr algn="ctr"/>
              <a:endParaRPr lang="zh-CN" altLang="en-US">
                <a:solidFill>
                  <a:srgbClr val="FFFFFF"/>
                </a:solidFill>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250" fill="hold">
                                          <p:stCondLst>
                                            <p:cond delay="0"/>
                                          </p:stCondLst>
                                        </p:cTn>
                                        <p:tgtEl>
                                          <p:spTgt spid="99334"/>
                                        </p:tgtEl>
                                        <p:attrNameLst>
                                          <p:attrName>style.visibility</p:attrName>
                                        </p:attrNameLst>
                                      </p:cBhvr>
                                      <p:to>
                                        <p:strVal val="visible"/>
                                      </p:to>
                                    </p:set>
                                    <p:animEffect transition="in" filter="fade">
                                      <p:cBhvr>
                                        <p:cTn id="17" dur="250"/>
                                        <p:tgtEl>
                                          <p:spTgt spid="99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9334" grpId="0" animBg="1"/>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88123" name="对象 88122" title=""/>
          <p:cNvGraphicFramePr>
            <a:graphicFrameLocks noChangeAspect="1"/>
          </p:cNvGraphicFramePr>
          <p:nvPr>
            <p:custDataLst>
              <p:tags r:id="rId24"/>
            </p:custDataLst>
          </p:nvPr>
        </p:nvGraphicFramePr>
        <p:xfrm>
          <a:off x="499745" y="1234440"/>
          <a:ext cx="11762740" cy="1537335"/>
        </p:xfrm>
        <a:graphic>
          <a:graphicData uri="http://schemas.openxmlformats.org/presentationml/2006/ole">
            <mc:AlternateContent>
              <mc:Choice xmlns:v="urn:schemas-microsoft-com:vml" Requires="v">
                <p:oleObj spid="_x0000_s1041" r:id="rId25" imgW="7934325" imgH="1038225" progId="Word.Document.8">
                  <p:embed/>
                </p:oleObj>
              </mc:Choice>
              <mc:Fallback>
                <p:oleObj r:id="rId25" imgW="7934325" imgH="1038225" progId="Word.Document.8">
                  <p:embed/>
                  <p:pic>
                    <p:nvPicPr>
                      <p:cNvPr id="0" name="OLE substitute image"/>
                      <p:cNvPicPr/>
                      <p:nvPr/>
                    </p:nvPicPr>
                    <p:blipFill>
                      <a:blip r:embed="rId26"/>
                      <a:stretch>
                        <a:fillRect/>
                      </a:stretch>
                    </p:blipFill>
                    <p:spPr>
                      <a:xfrm>
                        <a:off x="499745" y="1234440"/>
                        <a:ext cx="11762740" cy="1537335"/>
                      </a:xfrm>
                      <a:prstGeom prst="rect">
                        <a:avLst/>
                      </a:prstGeom>
                      <a:noFill/>
                      <a:ln w="38100">
                        <a:noFill/>
                        <a:miter/>
                      </a:ln>
                    </p:spPr>
                  </p:pic>
                </p:oleObj>
              </mc:Fallback>
            </mc:AlternateContent>
          </a:graphicData>
        </a:graphic>
      </p:graphicFrame>
      <p:graphicFrame>
        <p:nvGraphicFramePr>
          <p:cNvPr id="88124" name="对象 88123" title=""/>
          <p:cNvGraphicFramePr>
            <a:graphicFrameLocks noChangeAspect="1"/>
          </p:cNvGraphicFramePr>
          <p:nvPr>
            <p:custDataLst>
              <p:tags r:id="rId27"/>
            </p:custDataLst>
          </p:nvPr>
        </p:nvGraphicFramePr>
        <p:xfrm>
          <a:off x="693420" y="2894965"/>
          <a:ext cx="15024100" cy="2988310"/>
        </p:xfrm>
        <a:graphic>
          <a:graphicData uri="http://schemas.openxmlformats.org/presentationml/2006/ole">
            <mc:AlternateContent>
              <mc:Choice xmlns:v="urn:schemas-microsoft-com:vml" Requires="v">
                <p:oleObj spid="_x0000_s1042" r:id="rId28" imgW="10296525" imgH="2000250" progId="Word.Document.8">
                  <p:embed/>
                </p:oleObj>
              </mc:Choice>
              <mc:Fallback>
                <p:oleObj r:id="rId28" imgW="10296525" imgH="2000250" progId="Word.Document.8">
                  <p:embed/>
                  <p:pic>
                    <p:nvPicPr>
                      <p:cNvPr id="0" name="OLE substitute image"/>
                      <p:cNvPicPr/>
                      <p:nvPr/>
                    </p:nvPicPr>
                    <p:blipFill>
                      <a:blip r:embed="rId29"/>
                      <a:stretch>
                        <a:fillRect/>
                      </a:stretch>
                    </p:blipFill>
                    <p:spPr>
                      <a:xfrm>
                        <a:off x="693420" y="2894965"/>
                        <a:ext cx="15024100" cy="2988310"/>
                      </a:xfrm>
                      <a:prstGeom prst="rect">
                        <a:avLst/>
                      </a:prstGeom>
                      <a:noFill/>
                      <a:ln w="38100">
                        <a:noFill/>
                        <a:miter/>
                      </a:ln>
                    </p:spPr>
                  </p:pic>
                </p:oleObj>
              </mc:Fallback>
            </mc:AlternateContent>
          </a:graphicData>
        </a:graphic>
      </p:graphicFrame>
      <p:graphicFrame>
        <p:nvGraphicFramePr>
          <p:cNvPr id="14" name="对象 13" title=""/>
          <p:cNvGraphicFramePr>
            <a:graphicFrameLocks noChangeAspect="1"/>
          </p:cNvGraphicFramePr>
          <p:nvPr>
            <p:custDataLst>
              <p:tags r:id="rId30"/>
            </p:custDataLst>
          </p:nvPr>
        </p:nvGraphicFramePr>
        <p:xfrm>
          <a:off x="692785" y="5888355"/>
          <a:ext cx="10409555" cy="612140"/>
        </p:xfrm>
        <a:graphic>
          <a:graphicData uri="http://schemas.openxmlformats.org/presentationml/2006/ole">
            <mc:AlternateContent>
              <mc:Choice xmlns:v="urn:schemas-microsoft-com:vml" Requires="v">
                <p:oleObj spid="_x0000_s1043" r:id="rId31" imgW="7191375" imgH="409575" progId="Word.Document.8">
                  <p:embed/>
                </p:oleObj>
              </mc:Choice>
              <mc:Fallback>
                <p:oleObj r:id="rId31" imgW="7191375" imgH="409575" progId="Word.Document.8">
                  <p:embed/>
                  <p:pic>
                    <p:nvPicPr>
                      <p:cNvPr id="0" name="OLE substitute image"/>
                      <p:cNvPicPr/>
                      <p:nvPr/>
                    </p:nvPicPr>
                    <p:blipFill>
                      <a:blip r:embed="rId32"/>
                      <a:stretch>
                        <a:fillRect/>
                      </a:stretch>
                    </p:blipFill>
                    <p:spPr>
                      <a:xfrm>
                        <a:off x="692785" y="5888355"/>
                        <a:ext cx="10409555" cy="61214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88124"/>
                                        </p:tgtEl>
                                        <p:attrNameLst>
                                          <p:attrName>style.visibility</p:attrName>
                                        </p:attrNameLst>
                                      </p:cBhvr>
                                      <p:to>
                                        <p:strVal val="visible"/>
                                      </p:to>
                                    </p:set>
                                    <p:animEffect transition="in" filter="fade">
                                      <p:cBhvr>
                                        <p:cTn id="7" dur="250"/>
                                        <p:tgtEl>
                                          <p:spTgt spid="8812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14"/>
                                        </p:tgtEl>
                                        <p:attrNameLst>
                                          <p:attrName>style.visibility</p:attrName>
                                        </p:attrNameLst>
                                      </p:cBhvr>
                                      <p:to>
                                        <p:strVal val="visible"/>
                                      </p:to>
                                    </p:set>
                                    <p:animEffect transition="in" filter="fade">
                                      <p:cBhvr>
                                        <p:cTn id="1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3"/>
          </p:custDataLst>
        </p:nvPr>
      </p:nvGrpSpPr>
      <p:grpSpPr>
        <a:xfrm>
          <a:off x="0" y="0"/>
          <a:ext cx="0" cy="0"/>
        </a:xfrm>
      </p:grpSpPr>
      <p:grpSp>
        <p:nvGrpSpPr>
          <p:cNvPr id="13" name="组合 12" title=""/>
          <p:cNvGrpSpPr/>
          <p:nvPr>
            <p:custDataLst>
              <p:tags r:id="rId4"/>
            </p:custDataLst>
          </p:nvPr>
        </p:nvGrpSpPr>
        <p:grpSpPr>
          <a:xfrm>
            <a:off x="0" y="0"/>
            <a:ext cx="12192000" cy="6858000"/>
            <a:chExt cx="12192000" cy="6858000"/>
          </a:xfrm>
        </p:grpSpPr>
        <p:pic>
          <p:nvPicPr>
            <p:cNvPr id="12" name="图片 11"/>
            <p:cNvPicPr>
              <a:picLocks noChangeAspect="1"/>
            </p:cNvPicPr>
            <p:nvPr>
              <p:custDataLst>
                <p:tags r:id="rId7"/>
              </p:custDataLst>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8"/>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9"/>
            </p:custDataLst>
          </p:nvPr>
        </p:nvGrpSpPr>
        <p:grpSpPr>
          <a:xfrm>
            <a:off x="577851" y="576471"/>
            <a:ext cx="5197474" cy="521970"/>
            <a:chOff x="330201" y="576471"/>
            <a:chExt cx="5197474" cy="521970"/>
          </a:xfrm>
        </p:grpSpPr>
        <p:sp>
          <p:nvSpPr>
            <p:cNvPr id="44" name="文本框 4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 name="文本框 6" title=""/>
          <p:cNvSpPr txBox="1"/>
          <p:nvPr>
            <p:custDataLst>
              <p:tags r:id="rId25"/>
            </p:custDataLst>
          </p:nvPr>
        </p:nvSpPr>
        <p:spPr>
          <a:xfrm>
            <a:off x="659765" y="1894840"/>
            <a:ext cx="11012170" cy="3357880"/>
          </a:xfrm>
          <a:prstGeom prst="rect">
            <a:avLst/>
          </a:prstGeom>
          <a:noFill/>
        </p:spPr>
        <p:txBody>
          <a:bodyPr wrap="square" rtlCol="0">
            <a:noAutofit/>
          </a:bodyPr>
          <a:lstStyle/>
          <a:p>
            <a:pPr algn="ctr">
              <a:lnSpc>
                <a:spcPct val="150000"/>
              </a:lnSpc>
            </a:pPr>
            <a:endParaRPr lang="zh-CN" altLang="en-US" sz="2800" b="1">
              <a:gradFill>
                <a:gsLst>
                  <a:gs pos="0">
                    <a:srgbClr val="4175FC"/>
                  </a:gs>
                  <a:gs pos="100000">
                    <a:schemeClr val="accent2"/>
                  </a:gs>
                </a:gsLst>
                <a:lin ang="18120000" scaled="0"/>
              </a:gradFill>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5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一、两集合用列举法给出：</a:t>
            </a:r>
            <a:r>
              <a:rPr sz="2400" b="1">
                <a:latin typeface="Times New Roman" panose="02020603050405020304" pitchFamily="18" charset="0"/>
                <a:ea typeface="黑体" panose="02010609060101010101" charset="-122"/>
                <a:cs typeface="Times New Roman" panose="02020603050405020304" pitchFamily="18" charset="0"/>
              </a:rPr>
              <a:t>①依定义，直接观察求并集；②借助Venn图写并集．</a:t>
            </a:r>
            <a:endParaRPr sz="2400" b="1">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5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二、两集合用描述法给出：</a:t>
            </a:r>
            <a:r>
              <a:rPr sz="2400" b="1">
                <a:latin typeface="Times New Roman" panose="02020603050405020304" pitchFamily="18" charset="0"/>
                <a:ea typeface="黑体" panose="02010609060101010101" charset="-122"/>
                <a:cs typeface="Times New Roman" panose="02020603050405020304" pitchFamily="18" charset="0"/>
              </a:rPr>
              <a:t>①直接观察，写出并集；②借助数轴，求出并集．</a:t>
            </a:r>
            <a:endParaRPr sz="2400" b="1">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5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三、一个集合用描述法，另一个用列举法：</a:t>
            </a:r>
            <a:r>
              <a:rPr sz="2400" b="1">
                <a:latin typeface="Times New Roman" panose="02020603050405020304" pitchFamily="18" charset="0"/>
                <a:ea typeface="黑体" panose="02010609060101010101" charset="-122"/>
                <a:cs typeface="Times New Roman" panose="02020603050405020304" pitchFamily="18" charset="0"/>
              </a:rPr>
              <a:t>①直接观察，找出并集；②借助图形，观察写出并集．</a:t>
            </a:r>
            <a:endParaRPr sz="2400" b="1">
              <a:latin typeface="Times New Roman" panose="02020603050405020304" pitchFamily="18" charset="0"/>
              <a:ea typeface="黑体" panose="02010609060101010101" charset="-122"/>
              <a:cs typeface="Times New Roman" panose="02020603050405020304" pitchFamily="18" charset="0"/>
            </a:endParaRPr>
          </a:p>
        </p:txBody>
      </p:sp>
      <p:sp>
        <p:nvSpPr>
          <p:cNvPr id="3" name="圆角矩形 2" title=""/>
          <p:cNvSpPr/>
          <p:nvPr>
            <p:custDataLst>
              <p:tags r:id="rId26"/>
            </p:custDataLst>
          </p:nvPr>
        </p:nvSpPr>
        <p:spPr>
          <a:xfrm>
            <a:off x="3906520" y="1844675"/>
            <a:ext cx="4424045" cy="666115"/>
          </a:xfrm>
          <a:prstGeom prst="roundRect">
            <a:avLst>
              <a:gd name="adj" fmla="val 50000"/>
            </a:avLst>
          </a:prstGeom>
          <a:gradFill>
            <a:gsLst>
              <a:gs pos="0">
                <a:srgbClr val="4076FD">
                  <a:alpha val="100000"/>
                </a:srgbClr>
              </a:gs>
              <a:gs pos="100000">
                <a:srgbClr val="ED9468">
                  <a:alpha val="100000"/>
                </a:srgbClr>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求集合并集的方法</a:t>
            </a:r>
            <a:endPar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知识点小结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24"/>
            </p:custDataLst>
          </p:nvPr>
        </p:nvSpPr>
        <p:spPr>
          <a:xfrm>
            <a:off x="0" y="1083310"/>
            <a:ext cx="12191365" cy="460375"/>
          </a:xfrm>
          <a:prstGeom prst="rect">
            <a:avLst/>
          </a:prstGeom>
          <a:noFill/>
        </p:spPr>
        <p:txBody>
          <a:bodyPr wrap="square" rtlCol="0">
            <a:spAutoFit/>
          </a:bodyPr>
          <a:lstStyle/>
          <a:p>
            <a:pPr algn="ctr"/>
            <a:r>
              <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并集</a:t>
            </a:r>
            <a:endParaRPr lang="zh-CN" altLang="en-US" sz="2400" b="1">
              <a:solidFill>
                <a:schemeClr val="tx1"/>
              </a:solidFill>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3" name="表格 2" title=""/>
          <p:cNvGraphicFramePr>
            <a:graphicFrameLocks noGrp="1"/>
          </p:cNvGraphicFramePr>
          <p:nvPr>
            <p:custDataLst>
              <p:tags r:id="rId25"/>
            </p:custDataLst>
          </p:nvPr>
        </p:nvGraphicFramePr>
        <p:xfrm>
          <a:off x="873760" y="1548130"/>
          <a:ext cx="10363200" cy="4666615"/>
        </p:xfrm>
        <a:graphic>
          <a:graphicData uri="http://schemas.openxmlformats.org/drawingml/2006/table">
            <a:tbl>
              <a:tblPr firstRow="1" bandRow="1">
                <a:tableStyleId>{5C22544A-7EE6-4342-B048-85BDC9FD1C3A}</a:tableStyleId>
              </a:tblPr>
              <a:tblGrid>
                <a:gridCol w="1972945"/>
                <a:gridCol w="8390255"/>
              </a:tblGrid>
              <a:tr h="1188720">
                <a:tc>
                  <a:txBody>
                    <a:bodyPr vert="horz" wrap="square"/>
                    <a:lstStyle/>
                    <a:p>
                      <a:pPr algn="ctr">
                        <a:buNone/>
                      </a:pPr>
                      <a:r>
                        <a:rPr lang="zh-CN" altLang="en-US" sz="2400" b="0">
                          <a:solidFill>
                            <a:schemeClr val="tx1"/>
                          </a:solidFill>
                          <a:latin typeface="黑体" panose="02010609060101010101" charset="-122"/>
                          <a:ea typeface="黑体" panose="02010609060101010101" charset="-122"/>
                        </a:rPr>
                        <a:t>文字语言</a:t>
                      </a:r>
                      <a:endParaRPr lang="zh-CN" altLang="en-US" sz="2400" b="0">
                        <a:solidFill>
                          <a:schemeClr val="tx1"/>
                        </a:solidFill>
                        <a:latin typeface="黑体" panose="02010609060101010101" charset="-122"/>
                        <a:ea typeface="黑体" panose="02010609060101010101" charset="-122"/>
                      </a:endParaRPr>
                    </a:p>
                  </a:txBody>
                  <a:tcPr anchor="ctr">
                    <a:lnL>
                      <a:noFill/>
                    </a:lnL>
                    <a:lnR w="12700">
                      <a:solidFill>
                        <a:srgbClr val="5178FA"/>
                      </a:solidFill>
                      <a:prstDash val="sysDot"/>
                    </a:lnR>
                    <a:lnT>
                      <a:noFill/>
                    </a:lnT>
                    <a:lnB w="12700">
                      <a:solidFill>
                        <a:srgbClr val="5178FA"/>
                      </a:solidFill>
                      <a:prstDash val="sysDot"/>
                    </a:lnB>
                    <a:lnTlToBr>
                      <a:noFill/>
                    </a:lnTlToBr>
                    <a:lnBlToTr>
                      <a:noFill/>
                    </a:lnBlToTr>
                    <a:solidFill>
                      <a:srgbClr val="D8DCF7"/>
                    </a:solidFill>
                  </a:tcPr>
                </a:tc>
                <a:tc>
                  <a:txBody>
                    <a:bodyPr vert="horz" wrap="square"/>
                    <a:lstStyle/>
                    <a:p>
                      <a:pPr algn="l">
                        <a:buNone/>
                      </a:pP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一般地，由所有属于集合</a:t>
                      </a:r>
                      <a:r>
                        <a:rPr lang="zh-CN" altLang="en-US" sz="2400" b="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en-US" altLang="zh-CN"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属于集合</a:t>
                      </a:r>
                      <a:r>
                        <a:rPr lang="zh-CN" altLang="en-US" sz="2400" b="0" i="1">
                          <a:solidFill>
                            <a:schemeClr val="tx1"/>
                          </a:solidFill>
                          <a:latin typeface="Times New Roman" panose="02020603050405020304" pitchFamily="18" charset="0"/>
                          <a:ea typeface="黑体" panose="02010609060101010101" charset="-122"/>
                          <a:cs typeface="Times New Roman" panose="02020603050405020304" pitchFamily="18" charset="0"/>
                        </a:rPr>
                        <a:t>B</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的元素组成的集合，称为集合</a:t>
                      </a:r>
                      <a:r>
                        <a:rPr lang="zh-CN" altLang="en-US" sz="2400" b="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与</a:t>
                      </a:r>
                      <a:r>
                        <a:rPr lang="zh-CN" altLang="en-US" sz="2400" b="0" i="1">
                          <a:solidFill>
                            <a:schemeClr val="tx1"/>
                          </a:solidFill>
                          <a:latin typeface="Times New Roman" panose="02020603050405020304" pitchFamily="18" charset="0"/>
                          <a:ea typeface="黑体" panose="02010609060101010101" charset="-122"/>
                          <a:cs typeface="Times New Roman" panose="02020603050405020304" pitchFamily="18" charset="0"/>
                        </a:rPr>
                        <a:t>B</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的并集，记作</a:t>
                      </a:r>
                      <a:r>
                        <a:rPr lang="en-US" altLang="zh-CN"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(读作“</a:t>
                      </a:r>
                      <a:r>
                        <a:rPr lang="zh-CN" altLang="en-US"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en-US" altLang="zh-CN"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b="0" u="sng">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rPr>
                        <a:t>”)</a:t>
                      </a:r>
                      <a:endParaRPr lang="zh-CN" altLang="en-US" sz="2400" b="0">
                        <a:solidFill>
                          <a:schemeClr val="tx1"/>
                        </a:solidFill>
                        <a:latin typeface="Times New Roman" panose="02020603050405020304" pitchFamily="18" charset="0"/>
                        <a:ea typeface="黑体" panose="02010609060101010101" charset="-122"/>
                        <a:cs typeface="Times New Roman" panose="02020603050405020304" pitchFamily="18" charset="0"/>
                      </a:endParaRPr>
                    </a:p>
                  </a:txBody>
                  <a:tcPr anchor="ctr">
                    <a:lnL w="12700">
                      <a:solidFill>
                        <a:srgbClr val="5178FA"/>
                      </a:solidFill>
                      <a:prstDash val="sysDot"/>
                    </a:lnL>
                    <a:lnR w="12700">
                      <a:solidFill>
                        <a:srgbClr val="5178FA"/>
                      </a:solidFill>
                      <a:prstDash val="sysDot"/>
                    </a:lnR>
                    <a:lnT>
                      <a:noFill/>
                    </a:lnT>
                    <a:lnB w="12700">
                      <a:solidFill>
                        <a:srgbClr val="5178FA"/>
                      </a:solidFill>
                      <a:prstDash val="sysDot"/>
                    </a:lnB>
                    <a:lnTlToBr>
                      <a:noFill/>
                    </a:lnTlToBr>
                    <a:lnBlToTr>
                      <a:noFill/>
                    </a:lnBlToTr>
                    <a:solidFill>
                      <a:srgbClr val="D8DCF7">
                        <a:alpha val="63000"/>
                      </a:srgbClr>
                    </a:solidFill>
                  </a:tcPr>
                </a:tc>
              </a:tr>
              <a:tr h="674370">
                <a:tc>
                  <a:txBody>
                    <a:bodyPr vert="horz" wrap="square"/>
                    <a:lstStyle/>
                    <a:p>
                      <a:pPr algn="ctr">
                        <a:buNone/>
                      </a:pPr>
                      <a:r>
                        <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rPr>
                        <a:t>符号语言</a:t>
                      </a:r>
                      <a:endPar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endParaRPr>
                    </a:p>
                  </a:txBody>
                  <a:tcPr anchor="ctr">
                    <a:lnL>
                      <a:noFill/>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F5F9FF"/>
                    </a:solidFill>
                  </a:tcPr>
                </a:tc>
                <a:tc>
                  <a:txBody>
                    <a:bodyPr vert="horz" wrap="square"/>
                    <a:lstStyle/>
                    <a:p>
                      <a:pPr algn="l">
                        <a:buNone/>
                      </a:pP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黑体" panose="02010609060101010101" charset="-122"/>
                          <a:ea typeface="黑体" panose="02010609060101010101" charset="-122"/>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r>
                        <a:rPr lang="zh-CN" altLang="en-US" sz="2400" b="0">
                          <a:latin typeface="黑体" panose="02010609060101010101" charset="-122"/>
                          <a:ea typeface="黑体" panose="02010609060101010101" charset="-122"/>
                        </a:rPr>
                        <a:t>＝___________________</a:t>
                      </a:r>
                      <a:endParaRPr lang="zh-CN" altLang="en-US" sz="2400" b="0">
                        <a:latin typeface="黑体" panose="02010609060101010101" charset="-122"/>
                        <a:ea typeface="黑体" panose="02010609060101010101" charset="-122"/>
                      </a:endParaRPr>
                    </a:p>
                  </a:txBody>
                  <a:tcPr anchor="ctr">
                    <a:lnL w="12700">
                      <a:solidFill>
                        <a:srgbClr val="5178FA"/>
                      </a:solidFill>
                      <a:prstDash val="sysDot"/>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F5F9FF"/>
                    </a:solidFill>
                  </a:tcPr>
                </a:tc>
              </a:tr>
              <a:tr h="1614805">
                <a:tc>
                  <a:txBody>
                    <a:bodyPr vert="horz" wrap="square"/>
                    <a:lstStyle/>
                    <a:p>
                      <a:pPr algn="ctr">
                        <a:buNone/>
                      </a:pPr>
                      <a:r>
                        <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rPr>
                        <a:t>图形语言</a:t>
                      </a:r>
                      <a:endPar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endParaRPr>
                    </a:p>
                  </a:txBody>
                  <a:tcPr anchor="ctr">
                    <a:lnL>
                      <a:noFill/>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D8DCF7"/>
                    </a:solidFill>
                  </a:tcPr>
                </a:tc>
                <a:tc>
                  <a:txBody>
                    <a:bodyPr vert="horz" wrap="square"/>
                    <a:lstStyle/>
                    <a:p>
                      <a:pPr algn="l">
                        <a:buNone/>
                      </a:pPr>
                      <a:endParaRPr lang="zh-CN" altLang="en-US" sz="2400" b="0">
                        <a:latin typeface="黑体" panose="02010609060101010101" charset="-122"/>
                        <a:ea typeface="黑体" panose="02010609060101010101" charset="-122"/>
                        <a:sym typeface="+mn-ea"/>
                      </a:endParaRPr>
                    </a:p>
                  </a:txBody>
                  <a:tcPr anchor="ctr">
                    <a:lnL w="12700">
                      <a:solidFill>
                        <a:srgbClr val="5178FA"/>
                      </a:solidFill>
                      <a:prstDash val="sysDot"/>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D8DCF7">
                        <a:alpha val="63000"/>
                      </a:srgbClr>
                    </a:solidFill>
                  </a:tcPr>
                </a:tc>
              </a:tr>
              <a:tr h="1188720">
                <a:tc>
                  <a:txBody>
                    <a:bodyPr vert="horz" wrap="square"/>
                    <a:lstStyle/>
                    <a:p>
                      <a:pPr algn="ctr">
                        <a:buNone/>
                      </a:pPr>
                      <a:r>
                        <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rPr>
                        <a:t>运算性质</a:t>
                      </a:r>
                      <a:endParaRPr lang="zh-CN" altLang="en-US" sz="2400" b="0">
                        <a:solidFill>
                          <a:srgbClr val="000000"/>
                        </a:solidFill>
                        <a:latin typeface="黑体" panose="02010609060101010101" charset="-122"/>
                        <a:ea typeface="黑体" panose="02010609060101010101" charset="-122"/>
                        <a:cs typeface="Times New Roman" panose="02020603050405020304" pitchFamily="18" charset="0"/>
                        <a:sym typeface="+mn-ea"/>
                      </a:endParaRPr>
                    </a:p>
                  </a:txBody>
                  <a:tcPr anchor="ctr">
                    <a:lnL>
                      <a:noFill/>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F5F9FF"/>
                    </a:solidFill>
                  </a:tcPr>
                </a:tc>
                <a:tc>
                  <a:txBody>
                    <a:bodyPr vert="horz" wrap="square"/>
                    <a:lstStyle/>
                    <a:p>
                      <a:pPr algn="l">
                        <a:buNone/>
                      </a:pP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u="sng">
                          <a:latin typeface="Times New Roman" panose="02020603050405020304" pitchFamily="18" charset="0"/>
                          <a:ea typeface="黑体" panose="02010609060101010101" charset="-122"/>
                          <a:cs typeface="Times New Roman" panose="02020603050405020304" pitchFamily="18" charset="0"/>
                        </a:rPr>
                        <a:t>  </a:t>
                      </a:r>
                      <a:r>
                        <a:rPr lang="en-US" altLang="zh-CN" sz="2400" b="0" u="sng">
                          <a:latin typeface="Times New Roman" panose="02020603050405020304" pitchFamily="18" charset="0"/>
                          <a:ea typeface="黑体" panose="02010609060101010101" charset="-122"/>
                          <a:cs typeface="Times New Roman" panose="02020603050405020304" pitchFamily="18" charset="0"/>
                        </a:rPr>
                        <a:t>       </a:t>
                      </a:r>
                      <a:r>
                        <a:rPr lang="zh-CN" altLang="en-US" sz="2400" b="0" u="sng">
                          <a:latin typeface="Times New Roman" panose="02020603050405020304" pitchFamily="18" charset="0"/>
                          <a:ea typeface="黑体" panose="02010609060101010101" charset="-122"/>
                          <a:cs typeface="Times New Roman" panose="02020603050405020304" pitchFamily="18" charset="0"/>
                        </a:rPr>
                        <a:t>   </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u="sng">
                          <a:latin typeface="Times New Roman" panose="02020603050405020304" pitchFamily="18" charset="0"/>
                          <a:ea typeface="黑体" panose="02010609060101010101" charset="-122"/>
                          <a:cs typeface="Times New Roman" panose="02020603050405020304" pitchFamily="18" charset="0"/>
                        </a:rPr>
                        <a:t>  </a:t>
                      </a:r>
                      <a:r>
                        <a:rPr lang="en-US" altLang="zh-CN" sz="2400" b="0" u="sng">
                          <a:latin typeface="Times New Roman" panose="02020603050405020304" pitchFamily="18" charset="0"/>
                          <a:ea typeface="黑体" panose="02010609060101010101" charset="-122"/>
                          <a:cs typeface="Times New Roman" panose="02020603050405020304" pitchFamily="18" charset="0"/>
                        </a:rPr>
                        <a:t>   </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1">
                          <a:latin typeface="Times New Roman" panose="02020603050405020304" pitchFamily="18" charset="0"/>
                          <a:ea typeface="黑体" panose="02010609060101010101" charset="-122"/>
                          <a:cs typeface="Times New Roman" panose="02020603050405020304" pitchFamily="18" charset="0"/>
                        </a:rPr>
                        <a:t>∅</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1">
                          <a:latin typeface="Times New Roman" panose="02020603050405020304" pitchFamily="18" charset="0"/>
                          <a:ea typeface="黑体" panose="02010609060101010101" charset="-122"/>
                          <a:cs typeface="Times New Roman" panose="02020603050405020304" pitchFamily="18" charset="0"/>
                        </a:rPr>
                        <a:t>∅</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u="sng">
                          <a:latin typeface="Times New Roman" panose="02020603050405020304" pitchFamily="18" charset="0"/>
                          <a:ea typeface="黑体" panose="02010609060101010101" charset="-122"/>
                          <a:cs typeface="Times New Roman" panose="02020603050405020304" pitchFamily="18" charset="0"/>
                        </a:rPr>
                        <a:t>  </a:t>
                      </a:r>
                      <a:r>
                        <a:rPr lang="en-US" altLang="zh-CN" sz="2400" b="0" u="sng">
                          <a:latin typeface="Times New Roman" panose="02020603050405020304" pitchFamily="18" charset="0"/>
                          <a:ea typeface="黑体" panose="02010609060101010101" charset="-122"/>
                          <a:cs typeface="Times New Roman" panose="02020603050405020304" pitchFamily="18" charset="0"/>
                        </a:rPr>
                        <a:t>  </a:t>
                      </a:r>
                      <a:r>
                        <a:rPr lang="zh-CN" altLang="en-US" sz="2400" b="0" u="sng">
                          <a:latin typeface="Times New Roman" panose="02020603050405020304" pitchFamily="18" charset="0"/>
                          <a:ea typeface="黑体" panose="02010609060101010101" charset="-122"/>
                          <a:cs typeface="Times New Roman" panose="02020603050405020304" pitchFamily="18" charset="0"/>
                        </a:rPr>
                        <a:t> </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⊆(A∪B)，B⊆(</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A</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r>
                        <a:rPr lang="zh-CN" altLang="en-US" sz="2400" b="0">
                          <a:latin typeface="Times New Roman" panose="02020603050405020304" pitchFamily="18" charset="0"/>
                          <a:ea typeface="黑体" panose="02010609060101010101" charset="-122"/>
                          <a:cs typeface="Times New Roman" panose="02020603050405020304" pitchFamily="18" charset="0"/>
                        </a:rPr>
                        <a:t>＝</a:t>
                      </a:r>
                      <a:r>
                        <a:rPr lang="zh-CN" altLang="en-US" sz="2400" b="0" i="1">
                          <a:latin typeface="Times New Roman" panose="02020603050405020304" pitchFamily="18" charset="0"/>
                          <a:ea typeface="黑体" panose="02010609060101010101" charset="-122"/>
                          <a:cs typeface="Times New Roman" panose="02020603050405020304" pitchFamily="18" charset="0"/>
                        </a:rPr>
                        <a:t>B</a:t>
                      </a:r>
                      <a:endParaRPr lang="zh-CN" altLang="en-US" sz="2400" b="0" i="1">
                        <a:latin typeface="Times New Roman" panose="02020603050405020304" pitchFamily="18" charset="0"/>
                        <a:ea typeface="黑体" panose="02010609060101010101" charset="-122"/>
                        <a:cs typeface="Times New Roman" panose="02020603050405020304" pitchFamily="18" charset="0"/>
                      </a:endParaRPr>
                    </a:p>
                  </a:txBody>
                  <a:tcPr anchor="ctr">
                    <a:lnL w="12700">
                      <a:solidFill>
                        <a:srgbClr val="5178FA"/>
                      </a:solidFill>
                      <a:prstDash val="sysDot"/>
                    </a:lnL>
                    <a:lnR w="12700">
                      <a:solidFill>
                        <a:srgbClr val="5178FA"/>
                      </a:solidFill>
                      <a:prstDash val="sysDot"/>
                    </a:lnR>
                    <a:lnT w="12700">
                      <a:solidFill>
                        <a:srgbClr val="5178FA"/>
                      </a:solidFill>
                      <a:prstDash val="sysDot"/>
                    </a:lnT>
                    <a:lnB w="12700">
                      <a:solidFill>
                        <a:srgbClr val="5178FA"/>
                      </a:solidFill>
                      <a:prstDash val="sysDot"/>
                    </a:lnB>
                    <a:lnTlToBr>
                      <a:noFill/>
                    </a:lnTlToBr>
                    <a:lnBlToTr>
                      <a:noFill/>
                    </a:lnBlToTr>
                    <a:solidFill>
                      <a:srgbClr val="F5F9FF"/>
                    </a:solidFill>
                  </a:tcPr>
                </a:tc>
              </a:tr>
            </a:tbl>
          </a:graphicData>
        </a:graphic>
      </p:graphicFrame>
      <p:grpSp>
        <p:nvGrpSpPr>
          <p:cNvPr id="8" name="组合 7" title=""/>
          <p:cNvGrpSpPr/>
          <p:nvPr>
            <p:custDataLst>
              <p:tags r:id="rId26"/>
            </p:custDataLst>
          </p:nvPr>
        </p:nvGrpSpPr>
        <p:grpSpPr>
          <a:xfrm>
            <a:off x="6002655" y="3625648"/>
            <a:ext cx="1749958" cy="1100588"/>
            <a:chOff x="7666" y="7558"/>
            <a:chExt cx="3150" cy="1973"/>
          </a:xfrm>
        </p:grpSpPr>
        <p:sp>
          <p:nvSpPr>
            <p:cNvPr id="4" name="椭圆 72712"/>
            <p:cNvSpPr/>
            <p:nvPr>
              <p:custDataLst>
                <p:tags r:id="rId27"/>
              </p:custDataLst>
            </p:nvPr>
          </p:nvSpPr>
          <p:spPr>
            <a:xfrm>
              <a:off x="8433" y="7558"/>
              <a:ext cx="2383" cy="1973"/>
            </a:xfrm>
            <a:prstGeom prst="ellipse">
              <a:avLst/>
            </a:prstGeom>
            <a:solidFill>
              <a:srgbClr val="F5F9FF"/>
            </a:solidFill>
            <a:ln w="9525" cap="flat" cmpd="sng">
              <a:solidFill>
                <a:srgbClr val="054AFB"/>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5" name="椭圆 72713"/>
            <p:cNvSpPr/>
            <p:nvPr>
              <p:custDataLst>
                <p:tags r:id="rId28"/>
              </p:custDataLst>
            </p:nvPr>
          </p:nvSpPr>
          <p:spPr>
            <a:xfrm>
              <a:off x="7666" y="8053"/>
              <a:ext cx="1643" cy="1381"/>
            </a:xfrm>
            <a:prstGeom prst="ellipse">
              <a:avLst/>
            </a:prstGeom>
            <a:solidFill>
              <a:srgbClr val="F5F9FF"/>
            </a:solidFill>
            <a:ln w="9525" cap="flat" cmpd="sng">
              <a:solidFill>
                <a:srgbClr val="054AFB"/>
              </a:solidFill>
              <a:prstDash val="solid"/>
              <a:round/>
              <a:headEnd type="none" w="med" len="med"/>
              <a:tailEnd type="none" w="med" len="med"/>
            </a:ln>
          </p:spPr>
          <p:txBody>
            <a:bodyPr anchor="t" anchorCtr="0"/>
            <a:lstStyle/>
            <a:p>
              <a:pPr algn="just"/>
              <a:endParaRPr lang="zh-CN" altLang="zh-CN">
                <a:latin typeface="Arial" panose="020b0604020202020204" pitchFamily="34" charset="0"/>
                <a:ea typeface="宋体" panose="02010600030101010101" pitchFamily="2" charset="-122"/>
              </a:endParaRPr>
            </a:p>
          </p:txBody>
        </p:sp>
        <p:sp>
          <p:nvSpPr>
            <p:cNvPr id="6" name="文本框 72716"/>
            <p:cNvSpPr/>
            <p:nvPr>
              <p:custDataLst>
                <p:tags r:id="rId29"/>
              </p:custDataLst>
            </p:nvPr>
          </p:nvSpPr>
          <p:spPr>
            <a:xfrm>
              <a:off x="7892" y="8266"/>
              <a:ext cx="548" cy="936"/>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A</a:t>
              </a:r>
              <a:endParaRPr lang="en-US" altLang="zh-CN" sz="2800" b="1" i="1">
                <a:latin typeface="Times New Roman" panose="02020603050405020304" pitchFamily="18" charset="0"/>
                <a:ea typeface="宋体" panose="02010600030101010101" pitchFamily="2" charset="-122"/>
              </a:endParaRPr>
            </a:p>
          </p:txBody>
        </p:sp>
        <p:sp>
          <p:nvSpPr>
            <p:cNvPr id="7" name="文本框 72717"/>
            <p:cNvSpPr/>
            <p:nvPr>
              <p:custDataLst>
                <p:tags r:id="rId30"/>
              </p:custDataLst>
            </p:nvPr>
          </p:nvSpPr>
          <p:spPr>
            <a:xfrm>
              <a:off x="9469" y="8053"/>
              <a:ext cx="548" cy="936"/>
            </a:xfrm>
            <a:prstGeom prst="rect">
              <a:avLst/>
            </a:prstGeom>
            <a:noFill/>
            <a:ln w="9525">
              <a:noFill/>
            </a:ln>
          </p:spPr>
          <p:txBody>
            <a:bodyPr anchor="t" anchorCtr="0">
              <a:spAutoFit/>
            </a:bodyPr>
            <a:lstStyle/>
            <a:p>
              <a:pPr>
                <a:spcBef>
                  <a:spcPct val="50000"/>
                </a:spcBef>
              </a:pPr>
              <a:r>
                <a:rPr lang="en-US" altLang="zh-CN" sz="2800" b="1" i="1">
                  <a:latin typeface="Times New Roman" panose="02020603050405020304" pitchFamily="18" charset="0"/>
                  <a:ea typeface="宋体" panose="02010600030101010101" pitchFamily="2" charset="-122"/>
                </a:rPr>
                <a:t>B</a:t>
              </a:r>
              <a:endParaRPr lang="en-US" altLang="zh-CN" sz="2800" b="1" i="1">
                <a:latin typeface="Times New Roman" panose="02020603050405020304" pitchFamily="18" charset="0"/>
                <a:ea typeface="宋体" panose="02010600030101010101" pitchFamily="2" charset="-122"/>
              </a:endParaRPr>
            </a:p>
          </p:txBody>
        </p:sp>
      </p:grpSp>
      <p:graphicFrame>
        <p:nvGraphicFramePr>
          <p:cNvPr id="81934" name="对象 81933" title=""/>
          <p:cNvGraphicFramePr>
            <a:graphicFrameLocks noChangeAspect="1"/>
          </p:cNvGraphicFramePr>
          <p:nvPr>
            <p:custDataLst>
              <p:tags r:id="rId31"/>
            </p:custDataLst>
          </p:nvPr>
        </p:nvGraphicFramePr>
        <p:xfrm>
          <a:off x="6860064" y="2124393"/>
          <a:ext cx="1007110" cy="402590"/>
        </p:xfrm>
        <a:graphic>
          <a:graphicData uri="http://schemas.openxmlformats.org/presentationml/2006/ole">
            <mc:AlternateContent>
              <mc:Choice xmlns:v="urn:schemas-microsoft-com:vml" Requires="v">
                <p:oleObj spid="_x0000_s1044" r:id="rId32" imgW="1028700" imgH="409575" progId="Word.Document.8">
                  <p:embed/>
                </p:oleObj>
              </mc:Choice>
              <mc:Fallback>
                <p:oleObj r:id="rId32" imgW="1028700" imgH="409575" progId="Word.Document.8">
                  <p:embed/>
                  <p:pic>
                    <p:nvPicPr>
                      <p:cNvPr id="0" name="OLE substitute image"/>
                      <p:cNvPicPr/>
                      <p:nvPr/>
                    </p:nvPicPr>
                    <p:blipFill>
                      <a:blip r:embed="rId33"/>
                      <a:stretch>
                        <a:fillRect/>
                      </a:stretch>
                    </p:blipFill>
                    <p:spPr>
                      <a:xfrm>
                        <a:off x="6860064" y="2124393"/>
                        <a:ext cx="1007110" cy="402590"/>
                      </a:xfrm>
                      <a:prstGeom prst="rect">
                        <a:avLst/>
                      </a:prstGeom>
                      <a:noFill/>
                      <a:ln w="38100">
                        <a:noFill/>
                        <a:miter/>
                      </a:ln>
                    </p:spPr>
                  </p:pic>
                </p:oleObj>
              </mc:Fallback>
            </mc:AlternateContent>
          </a:graphicData>
        </a:graphic>
      </p:graphicFrame>
      <p:graphicFrame>
        <p:nvGraphicFramePr>
          <p:cNvPr id="81935" name="对象 81934" title=""/>
          <p:cNvGraphicFramePr>
            <a:graphicFrameLocks noChangeAspect="1"/>
          </p:cNvGraphicFramePr>
          <p:nvPr>
            <p:custDataLst>
              <p:tags r:id="rId34"/>
            </p:custDataLst>
          </p:nvPr>
        </p:nvGraphicFramePr>
        <p:xfrm>
          <a:off x="9020652" y="2124393"/>
          <a:ext cx="1177925" cy="402590"/>
        </p:xfrm>
        <a:graphic>
          <a:graphicData uri="http://schemas.openxmlformats.org/presentationml/2006/ole">
            <mc:AlternateContent>
              <mc:Choice xmlns:v="urn:schemas-microsoft-com:vml" Requires="v">
                <p:oleObj spid="_x0000_s1045" r:id="rId35" imgW="1200150" imgH="409575" progId="Word.Document.8">
                  <p:embed/>
                </p:oleObj>
              </mc:Choice>
              <mc:Fallback>
                <p:oleObj r:id="rId35" imgW="1200150" imgH="409575" progId="Word.Document.8">
                  <p:embed/>
                  <p:pic>
                    <p:nvPicPr>
                      <p:cNvPr id="0" name="OLE substitute image"/>
                      <p:cNvPicPr/>
                      <p:nvPr/>
                    </p:nvPicPr>
                    <p:blipFill>
                      <a:blip r:embed="rId36"/>
                      <a:stretch>
                        <a:fillRect/>
                      </a:stretch>
                    </p:blipFill>
                    <p:spPr>
                      <a:xfrm>
                        <a:off x="9020652" y="2124393"/>
                        <a:ext cx="1177925" cy="402590"/>
                      </a:xfrm>
                      <a:prstGeom prst="rect">
                        <a:avLst/>
                      </a:prstGeom>
                      <a:noFill/>
                      <a:ln w="38100">
                        <a:noFill/>
                        <a:miter/>
                      </a:ln>
                    </p:spPr>
                  </p:pic>
                </p:oleObj>
              </mc:Fallback>
            </mc:AlternateContent>
          </a:graphicData>
        </a:graphic>
      </p:graphicFrame>
      <p:graphicFrame>
        <p:nvGraphicFramePr>
          <p:cNvPr id="81936" name="对象 81935" title=""/>
          <p:cNvGraphicFramePr>
            <a:graphicFrameLocks noChangeAspect="1"/>
          </p:cNvGraphicFramePr>
          <p:nvPr>
            <p:custDataLst>
              <p:tags r:id="rId37"/>
            </p:custDataLst>
          </p:nvPr>
        </p:nvGraphicFramePr>
        <p:xfrm>
          <a:off x="4120198" y="2783841"/>
          <a:ext cx="2581910" cy="402590"/>
        </p:xfrm>
        <a:graphic>
          <a:graphicData uri="http://schemas.openxmlformats.org/presentationml/2006/ole">
            <mc:AlternateContent>
              <mc:Choice xmlns:v="urn:schemas-microsoft-com:vml" Requires="v">
                <p:oleObj spid="_x0000_s1046" r:id="rId38" imgW="2619375" imgH="409575" progId="Word.Document.8">
                  <p:embed/>
                </p:oleObj>
              </mc:Choice>
              <mc:Fallback>
                <p:oleObj r:id="rId38" imgW="2619375" imgH="409575" progId="Word.Document.8">
                  <p:embed/>
                  <p:pic>
                    <p:nvPicPr>
                      <p:cNvPr id="0" name="OLE substitute image"/>
                      <p:cNvPicPr/>
                      <p:nvPr/>
                    </p:nvPicPr>
                    <p:blipFill>
                      <a:blip r:embed="rId39"/>
                      <a:stretch>
                        <a:fillRect/>
                      </a:stretch>
                    </p:blipFill>
                    <p:spPr>
                      <a:xfrm>
                        <a:off x="4120198" y="2783841"/>
                        <a:ext cx="2581910" cy="402590"/>
                      </a:xfrm>
                      <a:prstGeom prst="rect">
                        <a:avLst/>
                      </a:prstGeom>
                      <a:noFill/>
                      <a:ln w="38100">
                        <a:noFill/>
                        <a:miter/>
                      </a:ln>
                    </p:spPr>
                  </p:pic>
                </p:oleObj>
              </mc:Fallback>
            </mc:AlternateContent>
          </a:graphicData>
        </a:graphic>
      </p:graphicFrame>
      <p:graphicFrame>
        <p:nvGraphicFramePr>
          <p:cNvPr id="81937" name="对象 81936" title=""/>
          <p:cNvGraphicFramePr>
            <a:graphicFrameLocks noChangeAspect="1"/>
          </p:cNvGraphicFramePr>
          <p:nvPr>
            <p:custDataLst>
              <p:tags r:id="rId40"/>
            </p:custDataLst>
          </p:nvPr>
        </p:nvGraphicFramePr>
        <p:xfrm>
          <a:off x="4032092" y="5227956"/>
          <a:ext cx="1178560" cy="402590"/>
        </p:xfrm>
        <a:graphic>
          <a:graphicData uri="http://schemas.openxmlformats.org/presentationml/2006/ole">
            <mc:AlternateContent>
              <mc:Choice xmlns:v="urn:schemas-microsoft-com:vml" Requires="v">
                <p:oleObj spid="_x0000_s1047" r:id="rId41" imgW="1200150" imgH="409575" progId="Word.Document.8">
                  <p:embed/>
                </p:oleObj>
              </mc:Choice>
              <mc:Fallback>
                <p:oleObj r:id="rId41" imgW="1200150" imgH="409575" progId="Word.Document.8">
                  <p:embed/>
                  <p:pic>
                    <p:nvPicPr>
                      <p:cNvPr id="0" name="OLE substitute image"/>
                      <p:cNvPicPr/>
                      <p:nvPr/>
                    </p:nvPicPr>
                    <p:blipFill>
                      <a:blip r:embed="rId42"/>
                      <a:stretch>
                        <a:fillRect/>
                      </a:stretch>
                    </p:blipFill>
                    <p:spPr>
                      <a:xfrm>
                        <a:off x="4032092" y="5227956"/>
                        <a:ext cx="1178560" cy="402590"/>
                      </a:xfrm>
                      <a:prstGeom prst="rect">
                        <a:avLst/>
                      </a:prstGeom>
                      <a:noFill/>
                      <a:ln w="38100">
                        <a:noFill/>
                        <a:miter/>
                      </a:ln>
                    </p:spPr>
                  </p:pic>
                </p:oleObj>
              </mc:Fallback>
            </mc:AlternateContent>
          </a:graphicData>
        </a:graphic>
      </p:graphicFrame>
      <p:graphicFrame>
        <p:nvGraphicFramePr>
          <p:cNvPr id="81938" name="对象 81937" title=""/>
          <p:cNvGraphicFramePr>
            <a:graphicFrameLocks noChangeAspect="1"/>
          </p:cNvGraphicFramePr>
          <p:nvPr>
            <p:custDataLst>
              <p:tags r:id="rId43"/>
            </p:custDataLst>
          </p:nvPr>
        </p:nvGraphicFramePr>
        <p:xfrm>
          <a:off x="6231097" y="5220971"/>
          <a:ext cx="1178560" cy="402590"/>
        </p:xfrm>
        <a:graphic>
          <a:graphicData uri="http://schemas.openxmlformats.org/presentationml/2006/ole">
            <mc:AlternateContent>
              <mc:Choice xmlns:v="urn:schemas-microsoft-com:vml" Requires="v">
                <p:oleObj spid="_x0000_s1048" r:id="rId44" imgW="1200150" imgH="409575" progId="Word.Document.8">
                  <p:embed/>
                </p:oleObj>
              </mc:Choice>
              <mc:Fallback>
                <p:oleObj r:id="rId44" imgW="1200150" imgH="409575" progId="Word.Document.8">
                  <p:embed/>
                  <p:pic>
                    <p:nvPicPr>
                      <p:cNvPr id="0" name="OLE substitute image"/>
                      <p:cNvPicPr/>
                      <p:nvPr/>
                    </p:nvPicPr>
                    <p:blipFill>
                      <a:blip r:embed="rId45"/>
                      <a:stretch>
                        <a:fillRect/>
                      </a:stretch>
                    </p:blipFill>
                    <p:spPr>
                      <a:xfrm>
                        <a:off x="6231097" y="5220971"/>
                        <a:ext cx="1178560" cy="402590"/>
                      </a:xfrm>
                      <a:prstGeom prst="rect">
                        <a:avLst/>
                      </a:prstGeom>
                      <a:noFill/>
                      <a:ln w="38100">
                        <a:noFill/>
                        <a:miter/>
                      </a:ln>
                    </p:spPr>
                  </p:pic>
                </p:oleObj>
              </mc:Fallback>
            </mc:AlternateContent>
          </a:graphicData>
        </a:graphic>
      </p:graphicFrame>
      <p:graphicFrame>
        <p:nvGraphicFramePr>
          <p:cNvPr id="81939" name="对象 81938" title=""/>
          <p:cNvGraphicFramePr>
            <a:graphicFrameLocks noChangeAspect="1"/>
          </p:cNvGraphicFramePr>
          <p:nvPr>
            <p:custDataLst>
              <p:tags r:id="rId46"/>
            </p:custDataLst>
          </p:nvPr>
        </p:nvGraphicFramePr>
        <p:xfrm>
          <a:off x="9120982" y="5221606"/>
          <a:ext cx="1178560" cy="402590"/>
        </p:xfrm>
        <a:graphic>
          <a:graphicData uri="http://schemas.openxmlformats.org/presentationml/2006/ole">
            <mc:AlternateContent>
              <mc:Choice xmlns:v="urn:schemas-microsoft-com:vml" Requires="v">
                <p:oleObj spid="_x0000_s1049" r:id="rId47" imgW="1200150" imgH="409575" progId="Word.Document.8">
                  <p:embed/>
                </p:oleObj>
              </mc:Choice>
              <mc:Fallback>
                <p:oleObj r:id="rId47" imgW="1200150" imgH="409575" progId="Word.Document.8">
                  <p:embed/>
                  <p:pic>
                    <p:nvPicPr>
                      <p:cNvPr id="0" name="OLE substitute image"/>
                      <p:cNvPicPr/>
                      <p:nvPr/>
                    </p:nvPicPr>
                    <p:blipFill>
                      <a:blip r:embed="rId48"/>
                      <a:stretch>
                        <a:fillRect/>
                      </a:stretch>
                    </p:blipFill>
                    <p:spPr>
                      <a:xfrm>
                        <a:off x="9120982" y="5221606"/>
                        <a:ext cx="1178560" cy="402590"/>
                      </a:xfrm>
                      <a:prstGeom prst="rect">
                        <a:avLst/>
                      </a:prstGeom>
                      <a:noFill/>
                      <a:ln w="38100">
                        <a:noFill/>
                        <a:miter/>
                      </a:ln>
                    </p:spPr>
                  </p:pic>
                </p:oleObj>
              </mc:Fallback>
            </mc:AlternateContent>
          </a:graphicData>
        </a:graphic>
      </p:graphicFrame>
      <p:graphicFrame>
        <p:nvGraphicFramePr>
          <p:cNvPr id="81940" name="对象 81939" title=""/>
          <p:cNvGraphicFramePr>
            <a:graphicFrameLocks noChangeAspect="1"/>
          </p:cNvGraphicFramePr>
          <p:nvPr>
            <p:custDataLst>
              <p:tags r:id="rId49"/>
            </p:custDataLst>
          </p:nvPr>
        </p:nvGraphicFramePr>
        <p:xfrm>
          <a:off x="6555264" y="1739583"/>
          <a:ext cx="1007745" cy="402590"/>
        </p:xfrm>
        <a:graphic>
          <a:graphicData uri="http://schemas.openxmlformats.org/presentationml/2006/ole">
            <mc:AlternateContent>
              <mc:Choice xmlns:v="urn:schemas-microsoft-com:vml" Requires="v">
                <p:oleObj spid="_x0000_s1050" r:id="rId50" imgW="1028700" imgH="409575" progId="Word.Document.8">
                  <p:embed/>
                </p:oleObj>
              </mc:Choice>
              <mc:Fallback>
                <p:oleObj r:id="rId50" imgW="1028700" imgH="409575" progId="Word.Document.8">
                  <p:embed/>
                  <p:pic>
                    <p:nvPicPr>
                      <p:cNvPr id="0" name="OLE substitute image"/>
                      <p:cNvPicPr/>
                      <p:nvPr/>
                    </p:nvPicPr>
                    <p:blipFill>
                      <a:blip r:embed="rId51"/>
                      <a:stretch>
                        <a:fillRect/>
                      </a:stretch>
                    </p:blipFill>
                    <p:spPr>
                      <a:xfrm>
                        <a:off x="6555264" y="1739583"/>
                        <a:ext cx="1007745" cy="40259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81940"/>
                                        </p:tgtEl>
                                        <p:attrNameLst>
                                          <p:attrName>style.visibility</p:attrName>
                                        </p:attrNameLst>
                                      </p:cBhvr>
                                      <p:to>
                                        <p:strVal val="visible"/>
                                      </p:to>
                                    </p:set>
                                    <p:animEffect transition="in" filter="fade">
                                      <p:cBhvr>
                                        <p:cTn id="7" dur="250"/>
                                        <p:tgtEl>
                                          <p:spTgt spid="8194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81934"/>
                                        </p:tgtEl>
                                        <p:attrNameLst>
                                          <p:attrName>style.visibility</p:attrName>
                                        </p:attrNameLst>
                                      </p:cBhvr>
                                      <p:to>
                                        <p:strVal val="visible"/>
                                      </p:to>
                                    </p:set>
                                    <p:animEffect transition="in" filter="fade">
                                      <p:cBhvr>
                                        <p:cTn id="12" dur="250"/>
                                        <p:tgtEl>
                                          <p:spTgt spid="8193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81935"/>
                                        </p:tgtEl>
                                        <p:attrNameLst>
                                          <p:attrName>style.visibility</p:attrName>
                                        </p:attrNameLst>
                                      </p:cBhvr>
                                      <p:to>
                                        <p:strVal val="visible"/>
                                      </p:to>
                                    </p:set>
                                    <p:animEffect transition="in" filter="fade">
                                      <p:cBhvr>
                                        <p:cTn id="17" dur="250"/>
                                        <p:tgtEl>
                                          <p:spTgt spid="8193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81936"/>
                                        </p:tgtEl>
                                        <p:attrNameLst>
                                          <p:attrName>style.visibility</p:attrName>
                                        </p:attrNameLst>
                                      </p:cBhvr>
                                      <p:to>
                                        <p:strVal val="visible"/>
                                      </p:to>
                                    </p:set>
                                    <p:animEffect transition="in" filter="fade">
                                      <p:cBhvr>
                                        <p:cTn id="22" dur="250"/>
                                        <p:tgtEl>
                                          <p:spTgt spid="81936"/>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250" fill="hold">
                                          <p:stCondLst>
                                            <p:cond delay="0"/>
                                          </p:stCondLst>
                                        </p:cTn>
                                        <p:tgtEl>
                                          <p:spTgt spid="81937"/>
                                        </p:tgtEl>
                                        <p:attrNameLst>
                                          <p:attrName>style.visibility</p:attrName>
                                        </p:attrNameLst>
                                      </p:cBhvr>
                                      <p:to>
                                        <p:strVal val="visible"/>
                                      </p:to>
                                    </p:set>
                                    <p:animEffect transition="in" filter="fade">
                                      <p:cBhvr>
                                        <p:cTn id="27" dur="250"/>
                                        <p:tgtEl>
                                          <p:spTgt spid="8193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250" fill="hold">
                                          <p:stCondLst>
                                            <p:cond delay="0"/>
                                          </p:stCondLst>
                                        </p:cTn>
                                        <p:tgtEl>
                                          <p:spTgt spid="81938"/>
                                        </p:tgtEl>
                                        <p:attrNameLst>
                                          <p:attrName>style.visibility</p:attrName>
                                        </p:attrNameLst>
                                      </p:cBhvr>
                                      <p:to>
                                        <p:strVal val="visible"/>
                                      </p:to>
                                    </p:set>
                                    <p:animEffect transition="in" filter="fade">
                                      <p:cBhvr>
                                        <p:cTn id="32" dur="250"/>
                                        <p:tgtEl>
                                          <p:spTgt spid="81938"/>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250" fill="hold">
                                          <p:stCondLst>
                                            <p:cond delay="0"/>
                                          </p:stCondLst>
                                        </p:cTn>
                                        <p:tgtEl>
                                          <p:spTgt spid="81939"/>
                                        </p:tgtEl>
                                        <p:attrNameLst>
                                          <p:attrName>style.visibility</p:attrName>
                                        </p:attrNameLst>
                                      </p:cBhvr>
                                      <p:to>
                                        <p:strVal val="visible"/>
                                      </p:to>
                                    </p:set>
                                    <p:animEffect transition="in" filter="fade">
                                      <p:cBhvr>
                                        <p:cTn id="37" dur="250"/>
                                        <p:tgtEl>
                                          <p:spTgt spid="81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文本框 10" title=""/>
          <p:cNvSpPr txBox="1"/>
          <p:nvPr>
            <p:custDataLst>
              <p:tags r:id="rId41"/>
            </p:custDataLst>
          </p:nvPr>
        </p:nvSpPr>
        <p:spPr>
          <a:xfrm>
            <a:off x="1567180" y="2222500"/>
            <a:ext cx="5059680"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02</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12" name="文本框 11" title=""/>
          <p:cNvSpPr txBox="1"/>
          <p:nvPr>
            <p:custDataLst>
              <p:tags r:id="rId42"/>
            </p:custDataLst>
          </p:nvPr>
        </p:nvSpPr>
        <p:spPr>
          <a:xfrm>
            <a:off x="3961130" y="3123565"/>
            <a:ext cx="672020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集</a:t>
            </a:r>
            <a:r>
              <a:rPr lang="zh-CN" altLang="en-US" sz="4800" b="1">
                <a:solidFill>
                  <a:srgbClr val="4378FD"/>
                </a:solidFill>
                <a:latin typeface="微软雅黑" panose="020b0503020204020204" charset="-122"/>
                <a:ea typeface="微软雅黑" panose="020b0503020204020204" charset="-122"/>
              </a:rPr>
              <a:t>合</a:t>
            </a:r>
            <a:r>
              <a:rPr lang="zh-CN" altLang="en-US" sz="4800" b="1">
                <a:solidFill>
                  <a:schemeClr val="tx1">
                    <a:lumMod val="95000"/>
                    <a:lumOff val="5000"/>
                  </a:schemeClr>
                </a:solidFill>
                <a:latin typeface="微软雅黑" panose="020b0503020204020204" charset="-122"/>
                <a:ea typeface="微软雅黑" panose="020b0503020204020204" charset="-122"/>
              </a:rPr>
              <a:t>的</a:t>
            </a:r>
            <a:r>
              <a:rPr lang="zh-CN" altLang="en-US" sz="4800" b="1">
                <a:solidFill>
                  <a:srgbClr val="4378FD"/>
                </a:solidFill>
                <a:latin typeface="微软雅黑" panose="020b0503020204020204" charset="-122"/>
                <a:ea typeface="微软雅黑" panose="020b0503020204020204" charset="-122"/>
              </a:rPr>
              <a:t>基</a:t>
            </a:r>
            <a:r>
              <a:rPr lang="zh-CN" altLang="en-US" sz="4800" b="1">
                <a:solidFill>
                  <a:schemeClr val="tx1">
                    <a:lumMod val="95000"/>
                    <a:lumOff val="5000"/>
                  </a:schemeClr>
                </a:solidFill>
                <a:latin typeface="微软雅黑" panose="020b0503020204020204" charset="-122"/>
                <a:ea typeface="微软雅黑" panose="020b0503020204020204" charset="-122"/>
              </a:rPr>
              <a:t>本</a:t>
            </a:r>
            <a:r>
              <a:rPr lang="zh-CN" altLang="en-US" sz="4800" b="1">
                <a:solidFill>
                  <a:srgbClr val="4378FD"/>
                </a:solidFill>
                <a:latin typeface="微软雅黑" panose="020b0503020204020204" charset="-122"/>
                <a:ea typeface="微软雅黑" panose="020b0503020204020204" charset="-122"/>
              </a:rPr>
              <a:t>运</a:t>
            </a:r>
            <a:r>
              <a:rPr lang="zh-CN" altLang="en-US" sz="4800" b="1">
                <a:solidFill>
                  <a:schemeClr val="tx1">
                    <a:lumMod val="95000"/>
                    <a:lumOff val="5000"/>
                  </a:schemeClr>
                </a:solidFill>
                <a:latin typeface="微软雅黑" panose="020b0503020204020204" charset="-122"/>
                <a:ea typeface="微软雅黑" panose="020b0503020204020204" charset="-122"/>
              </a:rPr>
              <a:t>算</a:t>
            </a:r>
            <a:r>
              <a:rPr lang="en-US" altLang="zh-CN" sz="4800" b="1">
                <a:solidFill>
                  <a:schemeClr val="tx1"/>
                </a:solidFill>
                <a:latin typeface="微软雅黑" panose="020b0503020204020204" charset="-122"/>
                <a:ea typeface="微软雅黑" panose="020b0503020204020204" charset="-122"/>
              </a:rPr>
              <a:t>---</a:t>
            </a:r>
            <a:r>
              <a:rPr lang="zh-CN" altLang="en-US" sz="4800" b="1">
                <a:solidFill>
                  <a:srgbClr val="4378FD"/>
                </a:solidFill>
                <a:latin typeface="微软雅黑" panose="020b0503020204020204" charset="-122"/>
                <a:ea typeface="微软雅黑" panose="020b0503020204020204" charset="-122"/>
              </a:rPr>
              <a:t>交</a:t>
            </a:r>
            <a:r>
              <a:rPr lang="zh-CN" altLang="en-US" sz="4800" b="1">
                <a:solidFill>
                  <a:schemeClr val="tx1"/>
                </a:solidFill>
                <a:latin typeface="微软雅黑" panose="020b0503020204020204" charset="-122"/>
                <a:ea typeface="微软雅黑" panose="020b0503020204020204" charset="-122"/>
              </a:rPr>
              <a:t>集</a:t>
            </a:r>
            <a:endParaRPr lang="zh-CN" altLang="en-US" sz="4800" b="1">
              <a:solidFill>
                <a:schemeClr val="tx1"/>
              </a:solidFill>
              <a:latin typeface="微软雅黑" panose="020b0503020204020204" charset="-122"/>
              <a:ea typeface="微软雅黑" panose="020b0503020204020204" charset="-122"/>
            </a:endParaRPr>
          </a:p>
        </p:txBody>
      </p:sp>
      <p:sp>
        <p:nvSpPr>
          <p:cNvPr id="14" name="文本框 13" title=""/>
          <p:cNvSpPr txBox="1"/>
          <p:nvPr>
            <p:custDataLst>
              <p:tags r:id="rId43"/>
            </p:custDataLst>
          </p:nvPr>
        </p:nvSpPr>
        <p:spPr>
          <a:xfrm>
            <a:off x="3134360" y="1657350"/>
            <a:ext cx="592264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集合的基本运算（第1课时）并集与交集</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12"/>
                                        </p:tgtEl>
                                        <p:attrNameLst>
                                          <p:attrName>style.visibility</p:attrName>
                                        </p:attrNameLst>
                                      </p:cBhvr>
                                      <p:to>
                                        <p:strVal val="visible"/>
                                      </p:to>
                                    </p:set>
                                    <p:anim calcmode="lin" valueType="num">
                                      <p:cBhvr additive="base">
                                        <p:cTn id="7" dur="250"/>
                                        <p:tgtEl>
                                          <p:spTgt spid="12"/>
                                        </p:tgtEl>
                                        <p:attrNameLst>
                                          <p:attrName>ppt_y</p:attrName>
                                        </p:attrNameLst>
                                      </p:cBhvr>
                                      <p:tavLst>
                                        <p:tav tm="0">
                                          <p:val>
                                            <p:strVal val="#ppt_y+#ppt_h*1.125000"/>
                                          </p:val>
                                        </p:tav>
                                        <p:tav tm="100000">
                                          <p:val>
                                            <p:strVal val="#ppt_y"/>
                                          </p:val>
                                        </p:tav>
                                      </p:tavLst>
                                    </p:anim>
                                    <p:animEffect transition="in" filter="wipe(up)">
                                      <p:cBhvr>
                                        <p:cTn id="8"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title=""/>
          <p:cNvGrpSpPr/>
          <p:nvPr>
            <p:custDataLst>
              <p:tags r:id="rId8"/>
            </p:custDataLst>
          </p:nvPr>
        </p:nvGrpSpPr>
        <p:grpSpPr>
          <a:xfrm>
            <a:off x="577851" y="576471"/>
            <a:ext cx="5197474" cy="521970"/>
            <a:chOff x="330201" y="576471"/>
            <a:chExt cx="5197474" cy="521970"/>
          </a:xfrm>
        </p:grpSpPr>
        <p:sp>
          <p:nvSpPr>
            <p:cNvPr id="24" name="文本框 2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2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2" name="文本框 1" title=""/>
          <p:cNvSpPr txBox="1"/>
          <p:nvPr>
            <p:custDataLst>
              <p:tags r:id="rId11"/>
            </p:custDataLst>
          </p:nvPr>
        </p:nvSpPr>
        <p:spPr>
          <a:xfrm>
            <a:off x="765810" y="1196340"/>
            <a:ext cx="10513060" cy="2604135"/>
          </a:xfrm>
          <a:prstGeom prst="rect">
            <a:avLst/>
          </a:prstGeom>
          <a:gradFill>
            <a:gsLst>
              <a:gs pos="0">
                <a:schemeClr val="accent2">
                  <a:alpha val="0"/>
                </a:schemeClr>
              </a:gs>
              <a:gs pos="100000">
                <a:srgbClr val="4175FC">
                  <a:alpha val="34000"/>
                </a:srgbClr>
              </a:gs>
            </a:gsLst>
            <a:lin ang="10800000" scaled="0"/>
          </a:gradFill>
        </p:spPr>
        <p:txBody>
          <a:bodyPr wrap="square" rtlCol="0" anchor="ctr" anchorCtr="0">
            <a:noAutofit/>
          </a:bodyPr>
          <a:lstStyle/>
          <a:p>
            <a:pPr indent="0" algn="l" fontAlgn="auto">
              <a:lnSpc>
                <a:spcPct val="130000"/>
              </a:lnSpc>
            </a:pPr>
            <a:r>
              <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rPr>
              <a:t>思考：</a:t>
            </a:r>
            <a:r>
              <a:rPr lang="en-US" altLang="zh-CN"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观察下面的集合，集合</a:t>
            </a:r>
            <a:r>
              <a:rPr lang="zh-CN" altLang="en-US" sz="2400" b="1" i="1">
                <a:latin typeface="Times New Roman" panose="02020603050405020304" pitchFamily="18" charset="0"/>
                <a:ea typeface="黑体" panose="02010609060101010101" charset="-122"/>
                <a:cs typeface="Times New Roman" panose="02020603050405020304" pitchFamily="18" charset="0"/>
                <a:sym typeface="+mn-ea"/>
              </a:rPr>
              <a:t>C</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与集合</a:t>
            </a:r>
            <a:r>
              <a:rPr lang="zh-CN" altLang="en-US" sz="2400" b="1"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b="1"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b="1">
                <a:latin typeface="Times New Roman" panose="02020603050405020304" pitchFamily="18" charset="0"/>
                <a:ea typeface="黑体" panose="02010609060101010101" charset="-122"/>
                <a:cs typeface="Times New Roman" panose="02020603050405020304" pitchFamily="18" charset="0"/>
                <a:sym typeface="+mn-ea"/>
              </a:rPr>
              <a:t>之间有什么关系吗？</a:t>
            </a:r>
            <a:endParaRPr lang="zh-CN" altLang="en-US" sz="2400" b="1">
              <a:latin typeface="Times New Roman" panose="02020603050405020304" pitchFamily="18" charset="0"/>
              <a:ea typeface="黑体" panose="02010609060101010101" charset="-122"/>
              <a:cs typeface="Times New Roman" panose="02020603050405020304" pitchFamily="18" charset="0"/>
              <a:sym typeface="+mn-ea"/>
            </a:endParaRPr>
          </a:p>
          <a:p>
            <a:pPr indent="0" algn="l" fontAlgn="auto">
              <a:lnSpc>
                <a:spcPct val="130000"/>
              </a:lnSpc>
            </a:pPr>
            <a:r>
              <a:rPr lang="en-US" altLang="zh-CN" sz="2400" b="1">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={2，4，6，8，10}，</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={3，5，8，12}，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C</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={8}；</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indent="0" algn="l" fontAlgn="auto">
              <a:lnSpc>
                <a:spcPct val="130000"/>
              </a:lnSpc>
            </a:pP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是立德中学2020年9月在校的女同学}，</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indent="0" algn="l" fontAlgn="auto">
              <a:lnSpc>
                <a:spcPct val="130000"/>
              </a:lnSpc>
            </a:pP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是立德中学2020年9月在校的高一年级同学}，</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indent="0" algn="l" fontAlgn="auto">
              <a:lnSpc>
                <a:spcPct val="130000"/>
              </a:lnSpc>
            </a:pP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C</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是立德中学2020年9月在校的高一年级女同学}．</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5" name="文本框 4" title=""/>
          <p:cNvSpPr txBox="1"/>
          <p:nvPr>
            <p:custDataLst>
              <p:tags r:id="rId12"/>
            </p:custDataLst>
          </p:nvPr>
        </p:nvSpPr>
        <p:spPr>
          <a:xfrm>
            <a:off x="772160" y="4302760"/>
            <a:ext cx="10506710" cy="703580"/>
          </a:xfrm>
          <a:prstGeom prst="rect">
            <a:avLst/>
          </a:prstGeom>
          <a:noFill/>
          <a:ln w="28575">
            <a:noFill/>
          </a:ln>
        </p:spPr>
        <p:txBody>
          <a:bodyPr wrap="square" rtlCol="0" anchor="t">
            <a:noAutofit/>
          </a:bodyPr>
          <a:lstStyle/>
          <a:p>
            <a:pPr algn="ctr" fontAlgn="auto">
              <a:lnSpc>
                <a:spcPct val="120000"/>
              </a:lnSpc>
            </a:pPr>
            <a:r>
              <a:rPr lang="en-US" sz="2800">
                <a:latin typeface="Times New Roman" panose="02020603050405020304" pitchFamily="18" charset="0"/>
                <a:ea typeface="楷体" panose="02010609060101010101" charset="-122"/>
                <a:cs typeface="Times New Roman" panose="02020603050405020304" pitchFamily="18" charset="0"/>
              </a:rPr>
              <a:t>      </a:t>
            </a:r>
            <a:r>
              <a:rPr lang="en-US" sz="2400">
                <a:latin typeface="Times New Roman" panose="02020603050405020304" pitchFamily="18" charset="0"/>
                <a:ea typeface="黑体" panose="02010609060101010101" charset="-122"/>
                <a:cs typeface="Times New Roman" panose="02020603050405020304" pitchFamily="18" charset="0"/>
              </a:rPr>
              <a:t> </a:t>
            </a:r>
            <a:r>
              <a:rPr lang="zh-CN" altLang="en-US" sz="2400">
                <a:latin typeface="Times New Roman" panose="02020603050405020304" pitchFamily="18" charset="0"/>
                <a:ea typeface="黑体" panose="02010609060101010101" charset="-122"/>
                <a:cs typeface="Times New Roman" panose="02020603050405020304" pitchFamily="18" charset="0"/>
              </a:rPr>
              <a:t>上述两个问题中，</a:t>
            </a:r>
            <a:r>
              <a:rPr sz="2400">
                <a:latin typeface="Times New Roman" panose="02020603050405020304" pitchFamily="18" charset="0"/>
                <a:ea typeface="黑体" panose="02010609060101010101" charset="-122"/>
                <a:cs typeface="Times New Roman" panose="02020603050405020304" pitchFamily="18" charset="0"/>
              </a:rPr>
              <a:t>集合</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和</a:t>
            </a:r>
            <a:r>
              <a:rPr sz="2400" i="1">
                <a:latin typeface="Times New Roman" panose="02020603050405020304" pitchFamily="18" charset="0"/>
                <a:ea typeface="黑体" panose="02010609060101010101" charset="-122"/>
                <a:cs typeface="Times New Roman" panose="02020603050405020304" pitchFamily="18" charset="0"/>
              </a:rPr>
              <a:t>C</a:t>
            </a:r>
            <a:r>
              <a:rPr lang="zh-CN" sz="2400">
                <a:latin typeface="Times New Roman" panose="02020603050405020304" pitchFamily="18" charset="0"/>
                <a:ea typeface="黑体" panose="02010609060101010101" charset="-122"/>
                <a:cs typeface="Times New Roman" panose="02020603050405020304" pitchFamily="18" charset="0"/>
              </a:rPr>
              <a:t>之间都具有这样一种</a:t>
            </a:r>
            <a:r>
              <a:rPr sz="2400">
                <a:latin typeface="Times New Roman" panose="02020603050405020304" pitchFamily="18" charset="0"/>
                <a:ea typeface="黑体" panose="02010609060101010101" charset="-122"/>
                <a:cs typeface="Times New Roman" panose="02020603050405020304" pitchFamily="18" charset="0"/>
              </a:rPr>
              <a:t>关系</a:t>
            </a:r>
            <a:r>
              <a:rPr lang="zh-CN" sz="2400">
                <a:latin typeface="Times New Roman" panose="02020603050405020304" pitchFamily="18" charset="0"/>
                <a:ea typeface="黑体" panose="02010609060101010101" charset="-122"/>
                <a:cs typeface="Times New Roman" panose="02020603050405020304" pitchFamily="18" charset="0"/>
              </a:rPr>
              <a:t>：</a:t>
            </a:r>
            <a:endParaRPr lang="zh-CN" sz="2400">
              <a:latin typeface="Times New Roman" panose="02020603050405020304" pitchFamily="18" charset="0"/>
              <a:ea typeface="黑体" panose="02010609060101010101" charset="-122"/>
              <a:cs typeface="Times New Roman" panose="02020603050405020304" pitchFamily="18" charset="0"/>
            </a:endParaRPr>
          </a:p>
          <a:p>
            <a:pPr algn="l" fontAlgn="auto">
              <a:lnSpc>
                <a:spcPct val="120000"/>
              </a:lnSpc>
            </a:pP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3" name="文本框 13" title=""/>
          <p:cNvSpPr txBox="1"/>
          <p:nvPr>
            <p:custDataLst>
              <p:tags r:id="rId13"/>
            </p:custDataLst>
          </p:nvPr>
        </p:nvSpPr>
        <p:spPr>
          <a:xfrm>
            <a:off x="772160" y="5006340"/>
            <a:ext cx="10506710" cy="675640"/>
          </a:xfrm>
          <a:prstGeom prst="rect">
            <a:avLst/>
          </a:prstGeom>
          <a:gradFill>
            <a:gsLst>
              <a:gs pos="100000">
                <a:schemeClr val="accent2">
                  <a:lumMod val="99000"/>
                  <a:satMod val="120000"/>
                  <a:shade val="78000"/>
                  <a:alpha val="0"/>
                </a:schemeClr>
              </a:gs>
              <a:gs pos="0">
                <a:srgbClr val="4076FD">
                  <a:alpha val="34000"/>
                </a:srgbClr>
              </a:gs>
              <a:gs pos="100000">
                <a:schemeClr val="accent2">
                  <a:alpha val="69000"/>
                </a:schemeClr>
              </a:gs>
            </a:gsLst>
            <a:lin ang="0" scaled="0"/>
          </a:gradFill>
          <a:effectLst/>
        </p:spPr>
        <p:style>
          <a:lnRef idx="0">
            <a:schemeClr val="accent2"/>
          </a:lnRef>
          <a:fillRef idx="3">
            <a:schemeClr val="accent2"/>
          </a:fillRef>
          <a:effectRef idx="3">
            <a:schemeClr val="accent2"/>
          </a:effectRef>
          <a:fontRef idx="minor">
            <a:schemeClr val="lt1"/>
          </a:fontRef>
        </p:style>
        <p:txBody>
          <a:bodyPr wrap="square"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lnSpc>
                <a:spcPct val="110000"/>
              </a:lnSpc>
            </a:pPr>
            <a:r>
              <a:rPr lang="en-US" sz="2700" b="1" i="1" spc="0">
                <a:latin typeface="Times New Roman" panose="02020603050405020304" pitchFamily="18" charset="0"/>
                <a:cs typeface="Times New Roman" panose="02020603050405020304" pitchFamily="18" charset="0"/>
                <a:sym typeface="+mn-ea"/>
              </a:rPr>
              <a:t>C</a:t>
            </a:r>
            <a:r>
              <a:rPr lang="en-US" sz="2700" b="1" spc="0">
                <a:latin typeface="Times New Roman" panose="02020603050405020304" pitchFamily="18" charset="0"/>
                <a:cs typeface="Times New Roman" panose="02020603050405020304" pitchFamily="18" charset="0"/>
                <a:sym typeface="+mn-ea"/>
              </a:rPr>
              <a:t>是由所有</a:t>
            </a:r>
            <a:r>
              <a:rPr lang="en-US" sz="2700" b="1" spc="0">
                <a:solidFill>
                  <a:schemeClr val="accent2"/>
                </a:solidFill>
                <a:latin typeface="Times New Roman" panose="02020603050405020304" pitchFamily="18" charset="0"/>
                <a:cs typeface="Times New Roman" panose="02020603050405020304" pitchFamily="18" charset="0"/>
                <a:sym typeface="+mn-ea"/>
              </a:rPr>
              <a:t>既属于</a:t>
            </a:r>
            <a:r>
              <a:rPr lang="en-US" sz="2700" b="1" i="1" spc="0">
                <a:latin typeface="Times New Roman" panose="02020603050405020304" pitchFamily="18" charset="0"/>
                <a:cs typeface="Times New Roman" panose="02020603050405020304" pitchFamily="18" charset="0"/>
                <a:sym typeface="+mn-ea"/>
              </a:rPr>
              <a:t>A</a:t>
            </a:r>
            <a:r>
              <a:rPr lang="en-US" sz="2700" b="1" spc="0">
                <a:solidFill>
                  <a:schemeClr val="accent2"/>
                </a:solidFill>
                <a:latin typeface="Times New Roman" panose="02020603050405020304" pitchFamily="18" charset="0"/>
                <a:cs typeface="Times New Roman" panose="02020603050405020304" pitchFamily="18" charset="0"/>
                <a:sym typeface="+mn-ea"/>
              </a:rPr>
              <a:t>又属于</a:t>
            </a:r>
            <a:r>
              <a:rPr lang="en-US" sz="2700" b="1" spc="0">
                <a:latin typeface="Times New Roman" panose="02020603050405020304" pitchFamily="18" charset="0"/>
                <a:cs typeface="Times New Roman" panose="02020603050405020304" pitchFamily="18" charset="0"/>
                <a:sym typeface="+mn-ea"/>
              </a:rPr>
              <a:t>集合</a:t>
            </a:r>
            <a:r>
              <a:rPr lang="en-US" sz="2700" b="1" i="1" spc="0">
                <a:latin typeface="Times New Roman" panose="02020603050405020304" pitchFamily="18" charset="0"/>
                <a:cs typeface="Times New Roman" panose="02020603050405020304" pitchFamily="18" charset="0"/>
                <a:sym typeface="+mn-ea"/>
              </a:rPr>
              <a:t>B</a:t>
            </a:r>
            <a:r>
              <a:rPr lang="en-US" sz="2700" b="1" spc="0">
                <a:latin typeface="Times New Roman" panose="02020603050405020304" pitchFamily="18" charset="0"/>
                <a:cs typeface="Times New Roman" panose="02020603050405020304" pitchFamily="18" charset="0"/>
                <a:sym typeface="+mn-ea"/>
              </a:rPr>
              <a:t>的元素组成的</a:t>
            </a:r>
            <a:r>
              <a:rPr sz="2700" b="1" spc="0">
                <a:latin typeface="Times New Roman" panose="02020603050405020304" pitchFamily="18" charset="0"/>
                <a:cs typeface="Times New Roman" panose="02020603050405020304" pitchFamily="18" charset="0"/>
                <a:sym typeface="+mn-ea"/>
              </a:rPr>
              <a:t>，</a:t>
            </a:r>
            <a:r>
              <a:rPr lang="en-US" altLang="zh-CN" sz="2700" b="1">
                <a:solidFill>
                  <a:srgbClr val="303030"/>
                </a:solidFill>
                <a:latin typeface="Times New Roman" panose="02020603050405020304" pitchFamily="18" charset="0"/>
                <a:cs typeface="Times New Roman" panose="02020603050405020304" pitchFamily="18" charset="0"/>
                <a:sym typeface="+mn-ea"/>
              </a:rPr>
              <a:t>称</a:t>
            </a:r>
            <a:r>
              <a:rPr lang="en-US" altLang="zh-CN" sz="2700" b="1" i="1">
                <a:solidFill>
                  <a:srgbClr val="303030"/>
                </a:solidFill>
                <a:latin typeface="Times New Roman" panose="02020603050405020304" pitchFamily="18" charset="0"/>
                <a:cs typeface="Times New Roman" panose="02020603050405020304" pitchFamily="18" charset="0"/>
                <a:sym typeface="+mn-ea"/>
              </a:rPr>
              <a:t>C</a:t>
            </a:r>
            <a:r>
              <a:rPr lang="en-US" altLang="zh-CN" sz="2700" b="1">
                <a:solidFill>
                  <a:srgbClr val="303030"/>
                </a:solidFill>
                <a:latin typeface="Times New Roman" panose="02020603050405020304" pitchFamily="18" charset="0"/>
                <a:cs typeface="Times New Roman" panose="02020603050405020304" pitchFamily="18" charset="0"/>
                <a:sym typeface="+mn-ea"/>
              </a:rPr>
              <a:t>是</a:t>
            </a:r>
            <a:r>
              <a:rPr lang="en-US" altLang="zh-CN" sz="2700" b="1" i="1">
                <a:solidFill>
                  <a:srgbClr val="303030"/>
                </a:solidFill>
                <a:latin typeface="Times New Roman" panose="02020603050405020304" pitchFamily="18" charset="0"/>
                <a:cs typeface="Times New Roman" panose="02020603050405020304" pitchFamily="18" charset="0"/>
                <a:sym typeface="+mn-ea"/>
              </a:rPr>
              <a:t>A</a:t>
            </a:r>
            <a:r>
              <a:rPr lang="en-US" altLang="zh-CN" sz="2700" b="1">
                <a:solidFill>
                  <a:srgbClr val="303030"/>
                </a:solidFill>
                <a:latin typeface="Times New Roman" panose="02020603050405020304" pitchFamily="18" charset="0"/>
                <a:cs typeface="Times New Roman" panose="02020603050405020304" pitchFamily="18" charset="0"/>
                <a:sym typeface="+mn-ea"/>
              </a:rPr>
              <a:t>和</a:t>
            </a:r>
            <a:r>
              <a:rPr lang="en-US" altLang="zh-CN" sz="2700" b="1" i="1">
                <a:solidFill>
                  <a:srgbClr val="303030"/>
                </a:solidFill>
                <a:latin typeface="Times New Roman" panose="02020603050405020304" pitchFamily="18" charset="0"/>
                <a:cs typeface="Times New Roman" panose="02020603050405020304" pitchFamily="18" charset="0"/>
                <a:sym typeface="+mn-ea"/>
              </a:rPr>
              <a:t>B</a:t>
            </a:r>
            <a:r>
              <a:rPr lang="en-US" altLang="zh-CN" sz="2700" b="1">
                <a:solidFill>
                  <a:srgbClr val="303030"/>
                </a:solidFill>
                <a:latin typeface="Times New Roman" panose="02020603050405020304" pitchFamily="18" charset="0"/>
                <a:cs typeface="Times New Roman" panose="02020603050405020304" pitchFamily="18" charset="0"/>
                <a:sym typeface="+mn-ea"/>
              </a:rPr>
              <a:t>的</a:t>
            </a:r>
            <a:r>
              <a:rPr sz="2700" b="1">
                <a:solidFill>
                  <a:schemeClr val="accent2"/>
                </a:solidFill>
                <a:latin typeface="Times New Roman" panose="02020603050405020304" pitchFamily="18" charset="0"/>
                <a:cs typeface="Times New Roman" panose="02020603050405020304" pitchFamily="18" charset="0"/>
                <a:sym typeface="+mn-ea"/>
              </a:rPr>
              <a:t>交</a:t>
            </a:r>
            <a:r>
              <a:rPr lang="en-US" altLang="zh-CN" sz="2700" b="1">
                <a:solidFill>
                  <a:schemeClr val="accent2"/>
                </a:solidFill>
                <a:latin typeface="Times New Roman" panose="02020603050405020304" pitchFamily="18" charset="0"/>
                <a:cs typeface="Times New Roman" panose="02020603050405020304" pitchFamily="18" charset="0"/>
                <a:sym typeface="+mn-ea"/>
              </a:rPr>
              <a:t>集</a:t>
            </a:r>
            <a:r>
              <a:rPr lang="en-US" altLang="zh-CN" sz="2700" b="1">
                <a:latin typeface="Times New Roman" panose="02020603050405020304" pitchFamily="18" charset="0"/>
                <a:cs typeface="Times New Roman" panose="02020603050405020304" pitchFamily="18" charset="0"/>
                <a:sym typeface="+mn-ea"/>
              </a:rPr>
              <a:t>.</a:t>
            </a:r>
            <a:endParaRPr lang="en-US" sz="2700" b="1" spc="0">
              <a:latin typeface="Times New Roman" panose="02020603050405020304" pitchFamily="18" charset="0"/>
              <a:cs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3"/>
                                        </p:tgtEl>
                                        <p:attrNameLst>
                                          <p:attrName>style.visibility</p:attrName>
                                        </p:attrNameLst>
                                      </p:cBhvr>
                                      <p:to>
                                        <p:strVal val="visible"/>
                                      </p:to>
                                    </p:set>
                                    <p:animEffect transition="in" filter="fade">
                                      <p:cBhvr>
                                        <p:cTn id="12"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771525" y="1150620"/>
            <a:ext cx="10518140" cy="152971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lang="en-US" altLang="zh-CN" sz="2400">
                <a:solidFill>
                  <a:schemeClr val="tx1"/>
                </a:solidFill>
                <a:latin typeface="黑体" panose="02010609060101010101" charset="-122"/>
                <a:ea typeface="黑体" panose="02010609060101010101" charset="-122"/>
                <a:cs typeface="黑体" panose="02010609060101010101" charset="-122"/>
              </a:rPr>
              <a:t>    </a:t>
            </a:r>
            <a:r>
              <a:rPr sz="2400">
                <a:latin typeface="Times New Roman" panose="02020603050405020304" pitchFamily="18" charset="0"/>
                <a:ea typeface="黑体" panose="02010609060101010101" charset="-122"/>
                <a:cs typeface="Times New Roman" panose="02020603050405020304" pitchFamily="18" charset="0"/>
              </a:rPr>
              <a:t>一般地，由所有属于集合A</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且</a:t>
            </a:r>
            <a:r>
              <a:rPr sz="2400">
                <a:latin typeface="Times New Roman" panose="02020603050405020304" pitchFamily="18" charset="0"/>
                <a:ea typeface="黑体" panose="02010609060101010101" charset="-122"/>
                <a:cs typeface="Times New Roman" panose="02020603050405020304" pitchFamily="18" charset="0"/>
              </a:rPr>
              <a:t>属于集合B的元素组成的集合，称为集合A与B的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交集</a:t>
            </a:r>
            <a:r>
              <a:rPr sz="2400">
                <a:solidFill>
                  <a:schemeClr val="tx1"/>
                </a:solidFill>
                <a:latin typeface="Times New Roman" panose="02020603050405020304" pitchFamily="18" charset="0"/>
                <a:ea typeface="黑体" panose="02010609060101010101" charset="-122"/>
                <a:cs typeface="Times New Roman" panose="02020603050405020304" pitchFamily="18" charset="0"/>
              </a:rPr>
              <a:t>（intersection set）．</a:t>
            </a:r>
            <a:r>
              <a:rPr sz="2400">
                <a:latin typeface="Times New Roman" panose="02020603050405020304" pitchFamily="18" charset="0"/>
                <a:ea typeface="黑体" panose="02010609060101010101" charset="-122"/>
                <a:cs typeface="Times New Roman" panose="02020603050405020304" pitchFamily="18" charset="0"/>
                <a:sym typeface="+mn-ea"/>
              </a:rPr>
              <a:t>记作：</a:t>
            </a:r>
            <a:r>
              <a:rPr sz="2400" i="1">
                <a:latin typeface="Times New Roman" panose="02020603050405020304" pitchFamily="18" charset="0"/>
                <a:ea typeface="黑体" panose="02010609060101010101" charset="-122"/>
                <a:cs typeface="Times New Roman" panose="02020603050405020304" pitchFamily="18" charset="0"/>
                <a:sym typeface="+mn-ea"/>
              </a:rPr>
              <a:t>A</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B</a:t>
            </a:r>
            <a:r>
              <a:rPr sz="2400">
                <a:latin typeface="Times New Roman" panose="02020603050405020304" pitchFamily="18" charset="0"/>
                <a:ea typeface="黑体" panose="02010609060101010101" charset="-122"/>
                <a:cs typeface="Times New Roman" panose="02020603050405020304" pitchFamily="18" charset="0"/>
                <a:sym typeface="+mn-ea"/>
              </a:rPr>
              <a:t>（读作：“</a:t>
            </a:r>
            <a:r>
              <a:rPr sz="2400" i="1">
                <a:latin typeface="Times New Roman" panose="02020603050405020304" pitchFamily="18" charset="0"/>
                <a:ea typeface="黑体" panose="02010609060101010101" charset="-122"/>
                <a:cs typeface="Times New Roman" panose="02020603050405020304" pitchFamily="18" charset="0"/>
                <a:sym typeface="+mn-ea"/>
              </a:rPr>
              <a:t>A</a:t>
            </a:r>
            <a:r>
              <a:rPr lang="en-US" sz="2400" i="1">
                <a:latin typeface="Times New Roman" panose="02020603050405020304" pitchFamily="18" charset="0"/>
                <a:ea typeface="黑体" panose="02010609060101010101" charset="-122"/>
                <a:cs typeface="Times New Roman" panose="02020603050405020304" pitchFamily="18" charset="0"/>
                <a:sym typeface="+mn-ea"/>
              </a:rPr>
              <a:t> </a:t>
            </a:r>
            <a:r>
              <a:rPr sz="2400">
                <a:latin typeface="Times New Roman" panose="02020603050405020304" pitchFamily="18" charset="0"/>
                <a:ea typeface="黑体" panose="02010609060101010101" charset="-122"/>
                <a:cs typeface="Times New Roman" panose="02020603050405020304" pitchFamily="18" charset="0"/>
                <a:sym typeface="+mn-ea"/>
              </a:rPr>
              <a:t>交</a:t>
            </a:r>
            <a:r>
              <a:rPr lang="en-US" sz="2400">
                <a:latin typeface="Times New Roman" panose="02020603050405020304" pitchFamily="18" charset="0"/>
                <a:ea typeface="黑体" panose="02010609060101010101" charset="-122"/>
                <a:cs typeface="Times New Roman" panose="02020603050405020304" pitchFamily="18" charset="0"/>
                <a:sym typeface="+mn-ea"/>
              </a:rPr>
              <a:t> </a:t>
            </a:r>
            <a:r>
              <a:rPr sz="2400" i="1">
                <a:latin typeface="Times New Roman" panose="02020603050405020304" pitchFamily="18" charset="0"/>
                <a:ea typeface="黑体" panose="02010609060101010101" charset="-122"/>
                <a:cs typeface="Times New Roman" panose="02020603050405020304" pitchFamily="18" charset="0"/>
                <a:sym typeface="+mn-ea"/>
              </a:rPr>
              <a:t>B</a:t>
            </a:r>
            <a:r>
              <a:rPr sz="2400">
                <a:latin typeface="Times New Roman" panose="02020603050405020304" pitchFamily="18" charset="0"/>
                <a:ea typeface="黑体" panose="02010609060101010101" charset="-122"/>
                <a:cs typeface="Times New Roman" panose="02020603050405020304" pitchFamily="18" charset="0"/>
                <a:sym typeface="+mn-ea"/>
              </a:rPr>
              <a:t>”）</a:t>
            </a:r>
            <a:endParaRPr sz="2400">
              <a:latin typeface="Times New Roman" panose="02020603050405020304" pitchFamily="18" charset="0"/>
              <a:ea typeface="黑体" panose="02010609060101010101" charset="-122"/>
              <a:cs typeface="Times New Roman" panose="02020603050405020304" pitchFamily="18" charset="0"/>
            </a:endParaRPr>
          </a:p>
          <a:p>
            <a:pPr marL="0" lvl="0" indent="0" algn="just" eaLnBrk="1" hangingPunct="1">
              <a:lnSpc>
                <a:spcPct val="130000"/>
              </a:lnSpc>
              <a:spcBef>
                <a:spcPct val="0"/>
              </a:spcBef>
              <a:spcAft>
                <a:spcPct val="0"/>
              </a:spcAft>
              <a:buNone/>
            </a:pPr>
            <a:endParaRPr sz="240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27652" name="矩形 72714" title=""/>
          <p:cNvSpPr/>
          <p:nvPr>
            <p:custDataLst>
              <p:tags r:id="rId25"/>
            </p:custDataLst>
          </p:nvPr>
        </p:nvSpPr>
        <p:spPr>
          <a:xfrm>
            <a:off x="1402080" y="2688590"/>
            <a:ext cx="1706880" cy="460375"/>
          </a:xfrm>
          <a:prstGeom prst="rect">
            <a:avLst/>
          </a:prstGeom>
          <a:noFill/>
          <a:ln w="9525">
            <a:noFill/>
          </a:ln>
        </p:spPr>
        <p:txBody>
          <a:bodyPr wrap="none" anchor="ctr" anchorCtr="0">
            <a:spAutoFit/>
          </a:bodyPr>
          <a:lstStyle/>
          <a:p>
            <a:r>
              <a:rPr lang="zh-CN" altLang="en-US" sz="2400">
                <a:latin typeface="Times New Roman" panose="02020603050405020304" pitchFamily="18" charset="0"/>
                <a:ea typeface="黑体" panose="02010609060101010101" charset="-122"/>
                <a:cs typeface="Times New Roman" panose="02020603050405020304" pitchFamily="18" charset="0"/>
              </a:rPr>
              <a:t>图形语言：</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pSp>
        <p:nvGrpSpPr>
          <p:cNvPr id="3" name="组合 2" title=""/>
          <p:cNvGrpSpPr/>
          <p:nvPr>
            <p:custDataLst>
              <p:tags r:id="rId26"/>
            </p:custDataLst>
          </p:nvPr>
        </p:nvGrpSpPr>
        <p:grpSpPr>
          <a:xfrm>
            <a:off x="772160" y="2054225"/>
            <a:ext cx="10516870" cy="650240"/>
            <a:chOff x="1216" y="3235"/>
            <a:chExt cx="16562" cy="1024"/>
          </a:xfrm>
        </p:grpSpPr>
        <p:sp>
          <p:nvSpPr>
            <p:cNvPr id="6" name="文本框 5"/>
            <p:cNvSpPr txBox="1"/>
            <p:nvPr>
              <p:custDataLst>
                <p:tags r:id="rId27"/>
              </p:custDataLst>
            </p:nvPr>
          </p:nvSpPr>
          <p:spPr>
            <a:xfrm>
              <a:off x="1216" y="3235"/>
              <a:ext cx="16563" cy="1025"/>
            </a:xfrm>
            <a:prstGeom prst="rect">
              <a:avLst/>
            </a:prstGeom>
            <a:noFill/>
          </p:spPr>
          <p:txBody>
            <a:bodyPr wrap="square" rtlCol="0" anchor="t">
              <a:spAutoFit/>
            </a:bodyPr>
            <a:lstStyle/>
            <a:p>
              <a:pPr algn="l" fontAlgn="auto">
                <a:lnSpc>
                  <a:spcPct val="130000"/>
                </a:lnSpc>
              </a:pPr>
              <a:r>
                <a:rPr lang="en-US" sz="2800">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符号语言：</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102408" name="文本框 9"/>
            <p:cNvSpPr/>
            <p:nvPr>
              <p:custDataLst>
                <p:tags r:id="rId28"/>
              </p:custDataLst>
            </p:nvPr>
          </p:nvSpPr>
          <p:spPr>
            <a:xfrm>
              <a:off x="4553" y="3403"/>
              <a:ext cx="7153" cy="783"/>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en-US" altLang="zh-CN" sz="2400" b="1" i="1">
                  <a:solidFill>
                    <a:schemeClr val="accent2"/>
                  </a:solidFill>
                  <a:latin typeface="Times New Roman" panose="02020603050405020304" pitchFamily="18" charset="0"/>
                  <a:sym typeface="黑体" panose="02010609060101010101" charset="-122"/>
                </a:rPr>
                <a:t>A</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B</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x|x</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A</a:t>
              </a:r>
              <a:r>
                <a:rPr lang="en-US" altLang="zh-CN" sz="2400" b="1">
                  <a:solidFill>
                    <a:schemeClr val="accent2"/>
                  </a:solidFill>
                  <a:latin typeface="Times New Roman" panose="02020603050405020304" pitchFamily="18" charset="0"/>
                  <a:sym typeface="黑体" panose="02010609060101010101" charset="-122"/>
                </a:rPr>
                <a:t>,</a:t>
              </a:r>
              <a:r>
                <a:rPr lang="zh-CN" altLang="en-US" sz="2400" b="1">
                  <a:solidFill>
                    <a:srgbClr val="054AFB"/>
                  </a:solidFill>
                  <a:latin typeface="Times New Roman" panose="02020603050405020304" pitchFamily="18" charset="0"/>
                  <a:sym typeface="黑体" panose="02010609060101010101" charset="-122"/>
                </a:rPr>
                <a:t>且</a:t>
              </a:r>
              <a:r>
                <a:rPr lang="en-US" altLang="zh-CN" sz="2400" b="1" i="1">
                  <a:solidFill>
                    <a:schemeClr val="accent2"/>
                  </a:solidFill>
                  <a:latin typeface="Times New Roman" panose="02020603050405020304" pitchFamily="18" charset="0"/>
                  <a:sym typeface="黑体" panose="02010609060101010101" charset="-122"/>
                </a:rPr>
                <a:t>x</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B</a:t>
              </a:r>
              <a:r>
                <a:rPr lang="en-US" altLang="zh-CN" sz="2400" b="1">
                  <a:solidFill>
                    <a:schemeClr val="accent2"/>
                  </a:solidFill>
                  <a:latin typeface="Times New Roman" panose="02020603050405020304" pitchFamily="18" charset="0"/>
                  <a:sym typeface="黑体" panose="02010609060101010101" charset="-122"/>
                </a:rPr>
                <a:t>}</a:t>
              </a:r>
              <a:endParaRPr lang="en-US" altLang="zh-CN" sz="2400" b="1">
                <a:solidFill>
                  <a:schemeClr val="accent2"/>
                </a:solidFill>
                <a:latin typeface="Times New Roman" panose="02020603050405020304" pitchFamily="18" charset="0"/>
                <a:ea typeface="微软雅黑" panose="020b0503020204020204" charset="-122"/>
                <a:sym typeface="黑体" panose="02010609060101010101" charset="-122"/>
              </a:endParaRPr>
            </a:p>
          </p:txBody>
        </p:sp>
      </p:grpSp>
      <p:grpSp>
        <p:nvGrpSpPr>
          <p:cNvPr id="4" name="组合 3" title=""/>
          <p:cNvGrpSpPr/>
          <p:nvPr>
            <p:custDataLst>
              <p:tags r:id="rId29"/>
            </p:custDataLst>
          </p:nvPr>
        </p:nvGrpSpPr>
        <p:grpSpPr>
          <a:xfrm>
            <a:off x="3089910" y="2757805"/>
            <a:ext cx="2830830" cy="2207260"/>
            <a:chOff x="4866" y="4343"/>
            <a:chExt cx="4458" cy="3476"/>
          </a:xfrm>
        </p:grpSpPr>
        <p:grpSp>
          <p:nvGrpSpPr>
            <p:cNvPr id="102418" name="组合 19"/>
            <p:cNvGrpSpPr/>
            <p:nvPr>
              <p:custDataLst>
                <p:tags r:id="rId30"/>
              </p:custDataLst>
            </p:nvPr>
          </p:nvGrpSpPr>
          <p:grpSpPr>
            <a:xfrm>
              <a:off x="5243" y="4343"/>
              <a:ext cx="3530" cy="2112"/>
              <a:chOff x="4680" y="5233"/>
              <a:chExt cx="3531" cy="2364"/>
            </a:xfrm>
          </p:grpSpPr>
          <p:pic>
            <p:nvPicPr>
              <p:cNvPr id="102433" name="图片 16"/>
              <p:cNvPicPr>
                <a:picLocks noChangeAspect="1"/>
              </p:cNvPicPr>
              <p:nvPr>
                <p:custDataLst>
                  <p:tags r:id="rId32"/>
                </p:custDataLst>
              </p:nvPr>
            </p:nvPicPr>
            <p:blipFill>
              <a:blip r:embed="rId31"/>
              <a:stretch>
                <a:fillRect/>
              </a:stretch>
            </p:blipFill>
            <p:spPr>
              <a:xfrm>
                <a:off x="4680" y="5233"/>
                <a:ext cx="3531" cy="2364"/>
              </a:xfrm>
              <a:prstGeom prst="rect">
                <a:avLst/>
              </a:prstGeom>
              <a:noFill/>
              <a:ln>
                <a:noFill/>
                <a:miter lim="800000"/>
              </a:ln>
            </p:spPr>
          </p:pic>
          <p:graphicFrame>
            <p:nvGraphicFramePr>
              <p:cNvPr id="102434" name="对象 17"/>
              <p:cNvGraphicFramePr>
                <a:graphicFrameLocks noChangeAspect="1"/>
              </p:cNvGraphicFramePr>
              <p:nvPr>
                <p:custDataLst>
                  <p:tags r:id="rId33"/>
                </p:custDataLst>
              </p:nvPr>
            </p:nvGraphicFramePr>
            <p:xfrm>
              <a:off x="4983" y="6047"/>
              <a:ext cx="530" cy="532"/>
            </p:xfrm>
            <a:graphic>
              <a:graphicData uri="http://schemas.openxmlformats.org/presentationml/2006/ole">
                <mc:AlternateContent>
                  <mc:Choice xmlns:v="urn:schemas-microsoft-com:vml" Requires="v">
                    <p:oleObj spid="_x0000_s1051" r:id="rId34" imgW="165100" imgH="165100" progId="Equation.KSEE3">
                      <p:embed/>
                    </p:oleObj>
                  </mc:Choice>
                  <mc:Fallback>
                    <p:oleObj r:id="rId34" imgW="165100" imgH="165100" progId="Equation.KSEE3">
                      <p:embed/>
                      <p:pic>
                        <p:nvPicPr>
                          <p:cNvPr id="0" name="OLE substitute image"/>
                          <p:cNvPicPr/>
                          <p:nvPr/>
                        </p:nvPicPr>
                        <p:blipFill>
                          <a:blip r:embed="rId35"/>
                          <a:stretch>
                            <a:fillRect/>
                          </a:stretch>
                        </p:blipFill>
                        <p:spPr>
                          <a:xfrm>
                            <a:off x="4983" y="6047"/>
                            <a:ext cx="530" cy="532"/>
                          </a:xfrm>
                          <a:prstGeom prst="rect">
                            <a:avLst/>
                          </a:prstGeom>
                          <a:noFill/>
                          <a:ln w="38100">
                            <a:noFill/>
                            <a:miter lim="800000"/>
                          </a:ln>
                        </p:spPr>
                      </p:pic>
                    </p:oleObj>
                  </mc:Fallback>
                </mc:AlternateContent>
              </a:graphicData>
            </a:graphic>
          </p:graphicFrame>
          <p:graphicFrame>
            <p:nvGraphicFramePr>
              <p:cNvPr id="102435" name="对象 18"/>
              <p:cNvGraphicFramePr>
                <a:graphicFrameLocks noChangeAspect="1"/>
              </p:cNvGraphicFramePr>
              <p:nvPr>
                <p:custDataLst>
                  <p:tags r:id="rId36"/>
                </p:custDataLst>
              </p:nvPr>
            </p:nvGraphicFramePr>
            <p:xfrm>
              <a:off x="6986" y="6078"/>
              <a:ext cx="530" cy="533"/>
            </p:xfrm>
            <a:graphic>
              <a:graphicData uri="http://schemas.openxmlformats.org/presentationml/2006/ole">
                <mc:AlternateContent>
                  <mc:Choice xmlns:v="urn:schemas-microsoft-com:vml" Requires="v">
                    <p:oleObj spid="_x0000_s1052" r:id="rId37" imgW="165100" imgH="165100" progId="Equation.KSEE3">
                      <p:embed/>
                    </p:oleObj>
                  </mc:Choice>
                  <mc:Fallback>
                    <p:oleObj r:id="rId37" imgW="165100" imgH="165100" progId="Equation.KSEE3">
                      <p:embed/>
                      <p:pic>
                        <p:nvPicPr>
                          <p:cNvPr id="0" name="OLE substitute image"/>
                          <p:cNvPicPr/>
                          <p:nvPr/>
                        </p:nvPicPr>
                        <p:blipFill>
                          <a:blip r:embed="rId38"/>
                          <a:stretch>
                            <a:fillRect/>
                          </a:stretch>
                        </p:blipFill>
                        <p:spPr>
                          <a:xfrm>
                            <a:off x="6986" y="6078"/>
                            <a:ext cx="530" cy="533"/>
                          </a:xfrm>
                          <a:prstGeom prst="rect">
                            <a:avLst/>
                          </a:prstGeom>
                          <a:noFill/>
                          <a:ln w="38100">
                            <a:noFill/>
                            <a:miter lim="800000"/>
                          </a:ln>
                        </p:spPr>
                      </p:pic>
                    </p:oleObj>
                  </mc:Fallback>
                </mc:AlternateContent>
              </a:graphicData>
            </a:graphic>
          </p:graphicFrame>
        </p:grpSp>
        <p:sp>
          <p:nvSpPr>
            <p:cNvPr id="102410" name="文本框 11"/>
            <p:cNvSpPr/>
            <p:nvPr>
              <p:custDataLst>
                <p:tags r:id="rId39"/>
              </p:custDataLst>
            </p:nvPr>
          </p:nvSpPr>
          <p:spPr>
            <a:xfrm>
              <a:off x="4866" y="6513"/>
              <a:ext cx="4458" cy="1307"/>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r>
                <a:rPr lang="en-US" altLang="zh-CN" sz="2400" b="1" i="1">
                  <a:solidFill>
                    <a:srgbClr val="054AFB"/>
                  </a:solidFill>
                  <a:latin typeface="Times New Roman" panose="02020603050405020304" pitchFamily="18" charset="0"/>
                </a:rPr>
                <a:t>A</a:t>
              </a:r>
              <a:r>
                <a:rPr lang="en-US" altLang="zh-CN" sz="2400" b="1">
                  <a:solidFill>
                    <a:srgbClr val="054AFB"/>
                  </a:solidFill>
                  <a:latin typeface="Times New Roman" panose="02020603050405020304" pitchFamily="18" charset="0"/>
                </a:rPr>
                <a:t>={1,3,5}, </a:t>
              </a:r>
              <a:r>
                <a:rPr lang="en-US" altLang="zh-CN" sz="2400" b="1" i="1">
                  <a:solidFill>
                    <a:srgbClr val="054AFB"/>
                  </a:solidFill>
                  <a:latin typeface="Times New Roman" panose="02020603050405020304" pitchFamily="18" charset="0"/>
                </a:rPr>
                <a:t>B</a:t>
              </a:r>
              <a:r>
                <a:rPr lang="en-US" altLang="zh-CN" sz="2400" b="1">
                  <a:solidFill>
                    <a:srgbClr val="054AFB"/>
                  </a:solidFill>
                  <a:latin typeface="Times New Roman" panose="02020603050405020304" pitchFamily="18" charset="0"/>
                </a:rPr>
                <a:t>={2,3,5}</a:t>
              </a:r>
              <a:endParaRPr lang="en-US" altLang="zh-CN" sz="2400" b="1">
                <a:solidFill>
                  <a:srgbClr val="054AFB"/>
                </a:solidFill>
                <a:latin typeface="Times New Roman" panose="02020603050405020304" pitchFamily="18" charset="0"/>
              </a:endParaRPr>
            </a:p>
            <a:p>
              <a:pPr marL="0" lvl="0" indent="0" algn="ctr" eaLnBrk="1" hangingPunct="1"/>
              <a:r>
                <a:rPr lang="en-US" altLang="zh-CN" sz="2400" b="1" i="1">
                  <a:solidFill>
                    <a:schemeClr val="accent2"/>
                  </a:solidFill>
                  <a:latin typeface="Times New Roman" panose="02020603050405020304" pitchFamily="18" charset="0"/>
                  <a:sym typeface="黑体" panose="02010609060101010101" charset="-122"/>
                </a:rPr>
                <a:t>A</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B</a:t>
              </a:r>
              <a:r>
                <a:rPr lang="en-US" altLang="zh-CN" sz="2400" b="1">
                  <a:solidFill>
                    <a:schemeClr val="accent2"/>
                  </a:solidFill>
                  <a:latin typeface="Times New Roman" panose="02020603050405020304" pitchFamily="18" charset="0"/>
                  <a:sym typeface="黑体" panose="02010609060101010101" charset="-122"/>
                </a:rPr>
                <a:t>={3,5}</a:t>
              </a:r>
              <a:endParaRPr lang="en-US" altLang="zh-CN" sz="2400" b="1">
                <a:solidFill>
                  <a:schemeClr val="accent2"/>
                </a:solidFill>
                <a:latin typeface="Times New Roman" panose="02020603050405020304" pitchFamily="18" charset="0"/>
                <a:sym typeface="黑体" panose="02010609060101010101" charset="-122"/>
              </a:endParaRPr>
            </a:p>
          </p:txBody>
        </p:sp>
      </p:grpSp>
      <p:grpSp>
        <p:nvGrpSpPr>
          <p:cNvPr id="8" name="组合 7" title=""/>
          <p:cNvGrpSpPr/>
          <p:nvPr>
            <p:custDataLst>
              <p:tags r:id="rId40"/>
            </p:custDataLst>
          </p:nvPr>
        </p:nvGrpSpPr>
        <p:grpSpPr>
          <a:xfrm>
            <a:off x="5939790" y="2751455"/>
            <a:ext cx="2557780" cy="2211705"/>
            <a:chOff x="9354" y="4333"/>
            <a:chExt cx="4028" cy="3483"/>
          </a:xfrm>
        </p:grpSpPr>
        <p:grpSp>
          <p:nvGrpSpPr>
            <p:cNvPr id="102421" name="组合 24"/>
            <p:cNvGrpSpPr/>
            <p:nvPr>
              <p:custDataLst>
                <p:tags r:id="rId41"/>
              </p:custDataLst>
            </p:nvPr>
          </p:nvGrpSpPr>
          <p:grpSpPr>
            <a:xfrm>
              <a:off x="9384" y="4333"/>
              <a:ext cx="3592" cy="2106"/>
              <a:chOff x="9702" y="4333"/>
              <a:chExt cx="2673" cy="2009"/>
            </a:xfrm>
          </p:grpSpPr>
          <p:grpSp>
            <p:nvGrpSpPr>
              <p:cNvPr id="102423" name="组合 3"/>
              <p:cNvGrpSpPr/>
              <p:nvPr>
                <p:custDataLst>
                  <p:tags r:id="rId42"/>
                </p:custDataLst>
              </p:nvPr>
            </p:nvGrpSpPr>
            <p:grpSpPr>
              <a:xfrm>
                <a:off x="9702" y="4333"/>
                <a:ext cx="2673" cy="2009"/>
                <a:chOff x="8506" y="5333"/>
                <a:chExt cx="2673" cy="2010"/>
              </a:xfrm>
            </p:grpSpPr>
            <p:sp>
              <p:nvSpPr>
                <p:cNvPr id="102425" name="椭圆 14"/>
                <p:cNvSpPr/>
                <p:nvPr>
                  <p:custDataLst>
                    <p:tags r:id="rId43"/>
                  </p:custDataLst>
                </p:nvPr>
              </p:nvSpPr>
              <p:spPr>
                <a:xfrm>
                  <a:off x="8506" y="5333"/>
                  <a:ext cx="2673" cy="2010"/>
                </a:xfrm>
                <a:prstGeom prst="ellipse">
                  <a:avLst/>
                </a:prstGeom>
                <a:noFill/>
                <a:ln w="38100">
                  <a:solidFill>
                    <a:schemeClr val="tx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sp>
              <p:nvSpPr>
                <p:cNvPr id="102426" name="椭圆 17"/>
                <p:cNvSpPr/>
                <p:nvPr>
                  <p:custDataLst>
                    <p:tags r:id="rId44"/>
                  </p:custDataLst>
                </p:nvPr>
              </p:nvSpPr>
              <p:spPr>
                <a:xfrm>
                  <a:off x="8746" y="5762"/>
                  <a:ext cx="1767" cy="1251"/>
                </a:xfrm>
                <a:prstGeom prst="ellipse">
                  <a:avLst/>
                </a:prstGeom>
                <a:solidFill>
                  <a:srgbClr val="DED1FD"/>
                </a:solid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graphicFrame>
              <p:nvGraphicFramePr>
                <p:cNvPr id="102427" name="对象 30"/>
                <p:cNvGraphicFramePr>
                  <a:graphicFrameLocks noChangeAspect="1"/>
                </p:cNvGraphicFramePr>
                <p:nvPr>
                  <p:custDataLst>
                    <p:tags r:id="rId45"/>
                  </p:custDataLst>
                </p:nvPr>
              </p:nvGraphicFramePr>
              <p:xfrm>
                <a:off x="10554" y="6063"/>
                <a:ext cx="532" cy="531"/>
              </p:xfrm>
              <a:graphic>
                <a:graphicData uri="http://schemas.openxmlformats.org/presentationml/2006/ole">
                  <mc:AlternateContent>
                    <mc:Choice xmlns:v="urn:schemas-microsoft-com:vml" Requires="v">
                      <p:oleObj spid="_x0000_s1053" r:id="rId46" imgW="165100" imgH="165100" progId="Equation.KSEE3">
                        <p:embed/>
                      </p:oleObj>
                    </mc:Choice>
                    <mc:Fallback>
                      <p:oleObj r:id="rId46" imgW="165100" imgH="165100" progId="Equation.KSEE3">
                        <p:embed/>
                        <p:pic>
                          <p:nvPicPr>
                            <p:cNvPr id="0" name="OLE substitute image"/>
                            <p:cNvPicPr/>
                            <p:nvPr/>
                          </p:nvPicPr>
                          <p:blipFill>
                            <a:blip r:embed="rId38"/>
                            <a:stretch>
                              <a:fillRect/>
                            </a:stretch>
                          </p:blipFill>
                          <p:spPr>
                            <a:xfrm>
                              <a:off x="10554" y="6063"/>
                              <a:ext cx="532" cy="531"/>
                            </a:xfrm>
                            <a:prstGeom prst="rect">
                              <a:avLst/>
                            </a:prstGeom>
                            <a:noFill/>
                            <a:ln w="38100">
                              <a:noFill/>
                              <a:miter lim="800000"/>
                            </a:ln>
                          </p:spPr>
                        </p:pic>
                      </p:oleObj>
                    </mc:Fallback>
                  </mc:AlternateContent>
                </a:graphicData>
              </a:graphic>
            </p:graphicFrame>
            <p:graphicFrame>
              <p:nvGraphicFramePr>
                <p:cNvPr id="102428" name="对象 32"/>
                <p:cNvGraphicFramePr>
                  <a:graphicFrameLocks noChangeAspect="1"/>
                </p:cNvGraphicFramePr>
                <p:nvPr>
                  <p:custDataLst>
                    <p:tags r:id="rId47"/>
                  </p:custDataLst>
                </p:nvPr>
              </p:nvGraphicFramePr>
              <p:xfrm>
                <a:off x="9509" y="6118"/>
                <a:ext cx="854" cy="517"/>
              </p:xfrm>
              <a:graphic>
                <a:graphicData uri="http://schemas.openxmlformats.org/presentationml/2006/ole">
                  <mc:AlternateContent>
                    <mc:Choice xmlns:v="urn:schemas-microsoft-com:vml" Requires="v">
                      <p:oleObj spid="_x0000_s1054" r:id="rId48" imgW="419100" imgH="190500" progId="Equation.KSEE3">
                        <p:embed/>
                      </p:oleObj>
                    </mc:Choice>
                    <mc:Fallback>
                      <p:oleObj r:id="rId48" imgW="419100" imgH="190500" progId="Equation.KSEE3">
                        <p:embed/>
                        <p:pic>
                          <p:nvPicPr>
                            <p:cNvPr id="0" name="OLE substitute image"/>
                            <p:cNvPicPr/>
                            <p:nvPr/>
                          </p:nvPicPr>
                          <p:blipFill>
                            <a:blip r:embed="rId49"/>
                            <a:stretch>
                              <a:fillRect/>
                            </a:stretch>
                          </p:blipFill>
                          <p:spPr>
                            <a:xfrm>
                              <a:off x="9509" y="6118"/>
                              <a:ext cx="854" cy="517"/>
                            </a:xfrm>
                            <a:prstGeom prst="rect">
                              <a:avLst/>
                            </a:prstGeom>
                            <a:noFill/>
                            <a:ln w="38100">
                              <a:noFill/>
                              <a:miter lim="800000"/>
                            </a:ln>
                          </p:spPr>
                        </p:pic>
                      </p:oleObj>
                    </mc:Fallback>
                  </mc:AlternateContent>
                </a:graphicData>
              </a:graphic>
            </p:graphicFrame>
          </p:grpSp>
          <p:graphicFrame>
            <p:nvGraphicFramePr>
              <p:cNvPr id="102424" name="对象 17"/>
              <p:cNvGraphicFramePr>
                <a:graphicFrameLocks noChangeAspect="1"/>
              </p:cNvGraphicFramePr>
              <p:nvPr>
                <p:custDataLst>
                  <p:tags r:id="rId50"/>
                </p:custDataLst>
              </p:nvPr>
            </p:nvGraphicFramePr>
            <p:xfrm>
              <a:off x="10115" y="5118"/>
              <a:ext cx="505" cy="451"/>
            </p:xfrm>
            <a:graphic>
              <a:graphicData uri="http://schemas.openxmlformats.org/presentationml/2006/ole">
                <mc:AlternateContent>
                  <mc:Choice xmlns:v="urn:schemas-microsoft-com:vml" Requires="v">
                    <p:oleObj spid="_x0000_s1055" r:id="rId51" imgW="165100" imgH="165100" progId="Equation.KSEE3">
                      <p:embed/>
                    </p:oleObj>
                  </mc:Choice>
                  <mc:Fallback>
                    <p:oleObj r:id="rId51" imgW="165100" imgH="165100" progId="Equation.KSEE3">
                      <p:embed/>
                      <p:pic>
                        <p:nvPicPr>
                          <p:cNvPr id="0" name="OLE substitute image"/>
                          <p:cNvPicPr/>
                          <p:nvPr/>
                        </p:nvPicPr>
                        <p:blipFill>
                          <a:blip r:embed="rId52"/>
                          <a:stretch>
                            <a:fillRect/>
                          </a:stretch>
                        </p:blipFill>
                        <p:spPr>
                          <a:xfrm>
                            <a:off x="10115" y="5118"/>
                            <a:ext cx="505" cy="451"/>
                          </a:xfrm>
                          <a:prstGeom prst="rect">
                            <a:avLst/>
                          </a:prstGeom>
                          <a:noFill/>
                          <a:ln w="38100">
                            <a:noFill/>
                            <a:miter lim="800000"/>
                          </a:ln>
                        </p:spPr>
                      </p:pic>
                    </p:oleObj>
                  </mc:Fallback>
                </mc:AlternateContent>
              </a:graphicData>
            </a:graphic>
          </p:graphicFrame>
        </p:grpSp>
        <p:sp>
          <p:nvSpPr>
            <p:cNvPr id="102411" name="文本框 12"/>
            <p:cNvSpPr/>
            <p:nvPr>
              <p:custDataLst>
                <p:tags r:id="rId53"/>
              </p:custDataLst>
            </p:nvPr>
          </p:nvSpPr>
          <p:spPr>
            <a:xfrm>
              <a:off x="9354" y="6510"/>
              <a:ext cx="4029" cy="1307"/>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r>
                <a:rPr lang="en-US" altLang="zh-CN" sz="2400" b="1" i="1">
                  <a:solidFill>
                    <a:srgbClr val="054AFB"/>
                  </a:solidFill>
                  <a:latin typeface="Times New Roman" panose="02020603050405020304" pitchFamily="18" charset="0"/>
                  <a:sym typeface="黑体" panose="02010609060101010101" charset="-122"/>
                </a:rPr>
                <a:t>A</a:t>
              </a:r>
              <a:r>
                <a:rPr lang="en-US" altLang="zh-CN" sz="2400" b="1">
                  <a:solidFill>
                    <a:srgbClr val="054AFB"/>
                  </a:solidFill>
                  <a:latin typeface="Times New Roman" panose="02020603050405020304" pitchFamily="18" charset="0"/>
                  <a:sym typeface="黑体" panose="02010609060101010101" charset="-122"/>
                </a:rPr>
                <a:t>={1,3}, </a:t>
              </a:r>
              <a:r>
                <a:rPr lang="en-US" altLang="zh-CN" sz="2400" b="1" i="1">
                  <a:solidFill>
                    <a:srgbClr val="054AFB"/>
                  </a:solidFill>
                  <a:latin typeface="Times New Roman" panose="02020603050405020304" pitchFamily="18" charset="0"/>
                  <a:sym typeface="黑体" panose="02010609060101010101" charset="-122"/>
                </a:rPr>
                <a:t>B</a:t>
              </a:r>
              <a:r>
                <a:rPr lang="en-US" altLang="zh-CN" sz="2400" b="1">
                  <a:solidFill>
                    <a:srgbClr val="054AFB"/>
                  </a:solidFill>
                  <a:latin typeface="Times New Roman" panose="02020603050405020304" pitchFamily="18" charset="0"/>
                  <a:sym typeface="黑体" panose="02010609060101010101" charset="-122"/>
                </a:rPr>
                <a:t>={1,3,5} </a:t>
              </a:r>
              <a:endParaRPr lang="en-US" altLang="zh-CN" sz="2400" b="1">
                <a:solidFill>
                  <a:srgbClr val="0070C0"/>
                </a:solidFill>
                <a:latin typeface="Times New Roman" panose="02020603050405020304" pitchFamily="18" charset="0"/>
                <a:sym typeface="黑体" panose="02010609060101010101" charset="-122"/>
              </a:endParaRPr>
            </a:p>
            <a:p>
              <a:pPr marL="0" lvl="0" indent="0" algn="ctr" eaLnBrk="1" hangingPunct="1"/>
              <a:r>
                <a:rPr lang="en-US" altLang="zh-CN" sz="2400" b="1" i="1">
                  <a:solidFill>
                    <a:schemeClr val="accent2"/>
                  </a:solidFill>
                  <a:latin typeface="Times New Roman" panose="02020603050405020304" pitchFamily="18" charset="0"/>
                  <a:sym typeface="黑体" panose="02010609060101010101" charset="-122"/>
                </a:rPr>
                <a:t>A</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B</a:t>
              </a:r>
              <a:r>
                <a:rPr lang="en-US" altLang="zh-CN" sz="2400" b="1">
                  <a:solidFill>
                    <a:schemeClr val="accent2"/>
                  </a:solidFill>
                  <a:latin typeface="Times New Roman" panose="02020603050405020304" pitchFamily="18" charset="0"/>
                  <a:sym typeface="黑体" panose="02010609060101010101" charset="-122"/>
                </a:rPr>
                <a:t>={1,3}</a:t>
              </a:r>
              <a:endParaRPr lang="en-US" altLang="zh-CN" sz="2400" b="1">
                <a:solidFill>
                  <a:schemeClr val="accent2"/>
                </a:solidFill>
                <a:latin typeface="Times New Roman" panose="02020603050405020304" pitchFamily="18" charset="0"/>
                <a:sym typeface="黑体" panose="02010609060101010101" charset="-122"/>
              </a:endParaRPr>
            </a:p>
          </p:txBody>
        </p:sp>
      </p:grpSp>
      <p:grpSp>
        <p:nvGrpSpPr>
          <p:cNvPr id="10" name="组合 9" title=""/>
          <p:cNvGrpSpPr/>
          <p:nvPr>
            <p:custDataLst>
              <p:tags r:id="rId54"/>
            </p:custDataLst>
          </p:nvPr>
        </p:nvGrpSpPr>
        <p:grpSpPr>
          <a:xfrm>
            <a:off x="8627110" y="2759710"/>
            <a:ext cx="2496820" cy="2200275"/>
            <a:chOff x="13586" y="4346"/>
            <a:chExt cx="3932" cy="3465"/>
          </a:xfrm>
        </p:grpSpPr>
        <p:grpSp>
          <p:nvGrpSpPr>
            <p:cNvPr id="102419" name="组合 35"/>
            <p:cNvGrpSpPr/>
            <p:nvPr>
              <p:custDataLst>
                <p:tags r:id="rId55"/>
              </p:custDataLst>
            </p:nvPr>
          </p:nvGrpSpPr>
          <p:grpSpPr>
            <a:xfrm>
              <a:off x="13586" y="4346"/>
              <a:ext cx="3931" cy="2084"/>
              <a:chOff x="8750" y="5483"/>
              <a:chExt cx="3292" cy="1856"/>
            </a:xfrm>
          </p:grpSpPr>
          <p:sp>
            <p:nvSpPr>
              <p:cNvPr id="102429" name="椭圆 36"/>
              <p:cNvSpPr/>
              <p:nvPr>
                <p:custDataLst>
                  <p:tags r:id="rId56"/>
                </p:custDataLst>
              </p:nvPr>
            </p:nvSpPr>
            <p:spPr>
              <a:xfrm>
                <a:off x="8750" y="5483"/>
                <a:ext cx="2077" cy="1856"/>
              </a:xfrm>
              <a:prstGeom prst="ellipse">
                <a:avLst/>
              </a:prstGeom>
              <a:noFill/>
              <a:ln w="38100">
                <a:solidFill>
                  <a:schemeClr val="tx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sp>
            <p:nvSpPr>
              <p:cNvPr id="102430" name="椭圆 37"/>
              <p:cNvSpPr/>
              <p:nvPr>
                <p:custDataLst>
                  <p:tags r:id="rId57"/>
                </p:custDataLst>
              </p:nvPr>
            </p:nvSpPr>
            <p:spPr>
              <a:xfrm>
                <a:off x="10957" y="5976"/>
                <a:ext cx="1085" cy="1055"/>
              </a:xfrm>
              <a:prstGeom prst="ellipse">
                <a:avLst/>
              </a:prstGeom>
              <a:noFill/>
              <a:ln w="38100">
                <a:solidFill>
                  <a:schemeClr val="tx1">
                    <a:lumMod val="50000"/>
                  </a:schemeClr>
                </a:solid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graphicFrame>
            <p:nvGraphicFramePr>
              <p:cNvPr id="102431" name="对象 38"/>
              <p:cNvGraphicFramePr>
                <a:graphicFrameLocks noChangeAspect="1"/>
              </p:cNvGraphicFramePr>
              <p:nvPr>
                <p:custDataLst>
                  <p:tags r:id="rId58"/>
                </p:custDataLst>
              </p:nvPr>
            </p:nvGraphicFramePr>
            <p:xfrm>
              <a:off x="9333" y="6140"/>
              <a:ext cx="530" cy="532"/>
            </p:xfrm>
            <a:graphic>
              <a:graphicData uri="http://schemas.openxmlformats.org/presentationml/2006/ole">
                <mc:AlternateContent>
                  <mc:Choice xmlns:v="urn:schemas-microsoft-com:vml" Requires="v">
                    <p:oleObj spid="_x0000_s1056" r:id="rId59" imgW="165100" imgH="165100" progId="Equation.KSEE3">
                      <p:embed/>
                    </p:oleObj>
                  </mc:Choice>
                  <mc:Fallback>
                    <p:oleObj r:id="rId59" imgW="165100" imgH="165100" progId="Equation.KSEE3">
                      <p:embed/>
                      <p:pic>
                        <p:nvPicPr>
                          <p:cNvPr id="0" name="OLE substitute image"/>
                          <p:cNvPicPr/>
                          <p:nvPr/>
                        </p:nvPicPr>
                        <p:blipFill>
                          <a:blip r:embed="rId60"/>
                          <a:stretch>
                            <a:fillRect/>
                          </a:stretch>
                        </p:blipFill>
                        <p:spPr>
                          <a:xfrm>
                            <a:off x="9333" y="6140"/>
                            <a:ext cx="530" cy="532"/>
                          </a:xfrm>
                          <a:prstGeom prst="rect">
                            <a:avLst/>
                          </a:prstGeom>
                          <a:noFill/>
                          <a:ln w="38100">
                            <a:noFill/>
                            <a:miter lim="800000"/>
                          </a:ln>
                        </p:spPr>
                      </p:pic>
                    </p:oleObj>
                  </mc:Fallback>
                </mc:AlternateContent>
              </a:graphicData>
            </a:graphic>
          </p:graphicFrame>
          <p:graphicFrame>
            <p:nvGraphicFramePr>
              <p:cNvPr id="102432" name="对象 40"/>
              <p:cNvGraphicFramePr>
                <a:graphicFrameLocks noChangeAspect="1"/>
              </p:cNvGraphicFramePr>
              <p:nvPr>
                <p:custDataLst>
                  <p:tags r:id="rId61"/>
                </p:custDataLst>
              </p:nvPr>
            </p:nvGraphicFramePr>
            <p:xfrm>
              <a:off x="11220" y="6234"/>
              <a:ext cx="348" cy="462"/>
            </p:xfrm>
            <a:graphic>
              <a:graphicData uri="http://schemas.openxmlformats.org/presentationml/2006/ole">
                <mc:AlternateContent>
                  <mc:Choice xmlns:v="urn:schemas-microsoft-com:vml" Requires="v">
                    <p:oleObj spid="_x0000_s1057" r:id="rId62" imgW="165100" imgH="165100" progId="Equation.KSEE3">
                      <p:embed/>
                    </p:oleObj>
                  </mc:Choice>
                  <mc:Fallback>
                    <p:oleObj r:id="rId62" imgW="165100" imgH="165100" progId="Equation.KSEE3">
                      <p:embed/>
                      <p:pic>
                        <p:nvPicPr>
                          <p:cNvPr id="0" name="OLE substitute image"/>
                          <p:cNvPicPr/>
                          <p:nvPr/>
                        </p:nvPicPr>
                        <p:blipFill>
                          <a:blip r:embed="rId35"/>
                          <a:stretch>
                            <a:fillRect/>
                          </a:stretch>
                        </p:blipFill>
                        <p:spPr>
                          <a:xfrm>
                            <a:off x="11220" y="6234"/>
                            <a:ext cx="348" cy="462"/>
                          </a:xfrm>
                          <a:prstGeom prst="rect">
                            <a:avLst/>
                          </a:prstGeom>
                          <a:noFill/>
                          <a:ln w="38100">
                            <a:noFill/>
                            <a:miter lim="800000"/>
                          </a:ln>
                        </p:spPr>
                      </p:pic>
                    </p:oleObj>
                  </mc:Fallback>
                </mc:AlternateContent>
              </a:graphicData>
            </a:graphic>
          </p:graphicFrame>
        </p:grpSp>
        <p:sp>
          <p:nvSpPr>
            <p:cNvPr id="102412" name="文本框 13"/>
            <p:cNvSpPr/>
            <p:nvPr>
              <p:custDataLst>
                <p:tags r:id="rId63"/>
              </p:custDataLst>
            </p:nvPr>
          </p:nvSpPr>
          <p:spPr>
            <a:xfrm>
              <a:off x="13886" y="6505"/>
              <a:ext cx="3632" cy="1307"/>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r>
                <a:rPr lang="en-US" altLang="zh-CN" sz="2400" b="1" i="1">
                  <a:solidFill>
                    <a:srgbClr val="054AFB"/>
                  </a:solidFill>
                  <a:latin typeface="Times New Roman" panose="02020603050405020304" pitchFamily="18" charset="0"/>
                  <a:sym typeface="黑体" panose="02010609060101010101" charset="-122"/>
                </a:rPr>
                <a:t>A</a:t>
              </a:r>
              <a:r>
                <a:rPr lang="en-US" altLang="zh-CN" sz="2400" b="1">
                  <a:solidFill>
                    <a:srgbClr val="054AFB"/>
                  </a:solidFill>
                  <a:latin typeface="Times New Roman" panose="02020603050405020304" pitchFamily="18" charset="0"/>
                  <a:sym typeface="黑体" panose="02010609060101010101" charset="-122"/>
                </a:rPr>
                <a:t>={1,3}, </a:t>
              </a:r>
              <a:r>
                <a:rPr lang="en-US" altLang="zh-CN" sz="2400" b="1" i="1">
                  <a:solidFill>
                    <a:srgbClr val="054AFB"/>
                  </a:solidFill>
                  <a:latin typeface="Times New Roman" panose="02020603050405020304" pitchFamily="18" charset="0"/>
                  <a:sym typeface="黑体" panose="02010609060101010101" charset="-122"/>
                </a:rPr>
                <a:t>B</a:t>
              </a:r>
              <a:r>
                <a:rPr lang="en-US" altLang="zh-CN" sz="2400" b="1">
                  <a:solidFill>
                    <a:srgbClr val="054AFB"/>
                  </a:solidFill>
                  <a:latin typeface="Times New Roman" panose="02020603050405020304" pitchFamily="18" charset="0"/>
                  <a:sym typeface="黑体" panose="02010609060101010101" charset="-122"/>
                </a:rPr>
                <a:t>={2,5}</a:t>
              </a:r>
              <a:endParaRPr lang="en-US" altLang="zh-CN" sz="2400" b="1">
                <a:solidFill>
                  <a:srgbClr val="054AFB"/>
                </a:solidFill>
                <a:latin typeface="Times New Roman" panose="02020603050405020304" pitchFamily="18" charset="0"/>
                <a:sym typeface="黑体" panose="02010609060101010101" charset="-122"/>
              </a:endParaRPr>
            </a:p>
            <a:p>
              <a:pPr marL="0" lvl="0" indent="0" algn="ctr" eaLnBrk="1" hangingPunct="1"/>
              <a:r>
                <a:rPr lang="en-US" altLang="zh-CN" sz="2400" b="1" i="1">
                  <a:solidFill>
                    <a:schemeClr val="accent2"/>
                  </a:solidFill>
                  <a:latin typeface="Times New Roman" panose="02020603050405020304" pitchFamily="18" charset="0"/>
                  <a:sym typeface="黑体" panose="02010609060101010101" charset="-122"/>
                </a:rPr>
                <a:t>A</a:t>
              </a:r>
              <a:r>
                <a:rPr lang="en-US" altLang="zh-CN" sz="2400" b="1">
                  <a:solidFill>
                    <a:schemeClr val="accent2"/>
                  </a:solidFill>
                  <a:latin typeface="Times New Roman" panose="02020603050405020304" pitchFamily="18" charset="0"/>
                  <a:sym typeface="黑体" panose="02010609060101010101" charset="-122"/>
                </a:rPr>
                <a:t>∩</a:t>
              </a:r>
              <a:r>
                <a:rPr lang="en-US" altLang="zh-CN" sz="2400" b="1" i="1">
                  <a:solidFill>
                    <a:schemeClr val="accent2"/>
                  </a:solidFill>
                  <a:latin typeface="Times New Roman" panose="02020603050405020304" pitchFamily="18" charset="0"/>
                  <a:sym typeface="黑体" panose="02010609060101010101" charset="-122"/>
                </a:rPr>
                <a:t>B</a:t>
              </a:r>
              <a:r>
                <a:rPr lang="en-US" altLang="zh-CN" sz="2400" b="1">
                  <a:solidFill>
                    <a:schemeClr val="accent2"/>
                  </a:solidFill>
                  <a:latin typeface="Times New Roman" panose="02020603050405020304" pitchFamily="18" charset="0"/>
                  <a:sym typeface="黑体" panose="02010609060101010101" charset="-122"/>
                </a:rPr>
                <a:t>=Ø</a:t>
              </a:r>
              <a:endParaRPr lang="en-US" altLang="zh-CN" sz="2400" b="1">
                <a:solidFill>
                  <a:schemeClr val="accent2"/>
                </a:solidFill>
                <a:latin typeface="Times New Roman" panose="02020603050405020304" pitchFamily="18" charset="0"/>
                <a:sym typeface="黑体" panose="02010609060101010101" charset="-122"/>
              </a:endParaRPr>
            </a:p>
          </p:txBody>
        </p:sp>
      </p:grpSp>
      <p:sp>
        <p:nvSpPr>
          <p:cNvPr id="102413" name="文本框 3" title=""/>
          <p:cNvSpPr/>
          <p:nvPr>
            <p:custDataLst>
              <p:tags r:id="rId64"/>
            </p:custDataLst>
          </p:nvPr>
        </p:nvSpPr>
        <p:spPr>
          <a:xfrm>
            <a:off x="1420813" y="5116513"/>
            <a:ext cx="2336800" cy="497205"/>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400">
                <a:solidFill>
                  <a:srgbClr val="303030"/>
                </a:solidFill>
                <a:latin typeface="Times New Roman" panose="02020603050405020304" pitchFamily="18" charset="0"/>
              </a:rPr>
              <a:t>性质：</a:t>
            </a:r>
            <a:endParaRPr lang="zh-CN" altLang="en-US" sz="2400">
              <a:solidFill>
                <a:srgbClr val="303030"/>
              </a:solidFill>
              <a:latin typeface="黑体" panose="02010609060101010101" charset="-122"/>
              <a:sym typeface="黑体" panose="02010609060101010101" charset="-122"/>
            </a:endParaRPr>
          </a:p>
        </p:txBody>
      </p:sp>
      <p:grpSp>
        <p:nvGrpSpPr>
          <p:cNvPr id="11" name="组合 10" title=""/>
          <p:cNvGrpSpPr/>
          <p:nvPr>
            <p:custDataLst>
              <p:tags r:id="rId65"/>
            </p:custDataLst>
          </p:nvPr>
        </p:nvGrpSpPr>
        <p:grpSpPr>
          <a:xfrm>
            <a:off x="2339975" y="5081588"/>
            <a:ext cx="7654925" cy="1133475"/>
            <a:chOff x="3685" y="8003"/>
            <a:chExt cx="12055" cy="1785"/>
          </a:xfrm>
        </p:grpSpPr>
        <p:sp>
          <p:nvSpPr>
            <p:cNvPr id="102414" name="文本框 15"/>
            <p:cNvSpPr/>
            <p:nvPr>
              <p:custDataLst>
                <p:tags r:id="rId66"/>
              </p:custDataLst>
            </p:nvPr>
          </p:nvSpPr>
          <p:spPr>
            <a:xfrm>
              <a:off x="3685" y="8003"/>
              <a:ext cx="3255" cy="890"/>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800">
                  <a:solidFill>
                    <a:srgbClr val="303030"/>
                  </a:solidFill>
                  <a:latin typeface="Times New Roman" panose="02020603050405020304" pitchFamily="18" charset="0"/>
                  <a:sym typeface="黑体" panose="02010609060101010101" charset="-122"/>
                </a:rPr>
                <a:t>①</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r>
                <a:rPr lang="zh-CN" altLang="en-US" sz="2800" b="1">
                  <a:solidFill>
                    <a:srgbClr val="054AFB"/>
                  </a:solidFill>
                  <a:latin typeface="Times New Roman" panose="02020603050405020304" pitchFamily="18" charset="0"/>
                  <a:sym typeface="黑体" panose="02010609060101010101" charset="-122"/>
                </a:rPr>
                <a:t>；</a:t>
              </a:r>
              <a:endParaRPr lang="zh-CN" altLang="en-US" sz="2800" b="1">
                <a:solidFill>
                  <a:srgbClr val="054AFB"/>
                </a:solidFill>
                <a:latin typeface="Times New Roman" panose="02020603050405020304" pitchFamily="18" charset="0"/>
                <a:sym typeface="黑体" panose="02010609060101010101" charset="-122"/>
              </a:endParaRPr>
            </a:p>
          </p:txBody>
        </p:sp>
        <p:sp>
          <p:nvSpPr>
            <p:cNvPr id="102415" name="文本框 2"/>
            <p:cNvSpPr/>
            <p:nvPr>
              <p:custDataLst>
                <p:tags r:id="rId67"/>
              </p:custDataLst>
            </p:nvPr>
          </p:nvSpPr>
          <p:spPr>
            <a:xfrm>
              <a:off x="10668" y="8893"/>
              <a:ext cx="2692" cy="890"/>
            </a:xfrm>
            <a:prstGeom prst="rect">
              <a:avLst/>
            </a:prstGeom>
            <a:solidFill>
              <a:schemeClr val="bg1"/>
            </a:solid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800">
                  <a:solidFill>
                    <a:srgbClr val="303030"/>
                  </a:solidFill>
                  <a:latin typeface="Times New Roman" panose="02020603050405020304" pitchFamily="18" charset="0"/>
                  <a:sym typeface="黑体" panose="02010609060101010101" charset="-122"/>
                </a:rPr>
                <a:t>⑤</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endParaRPr lang="en-US" altLang="zh-CN" sz="2800" b="1" i="1">
                <a:solidFill>
                  <a:srgbClr val="054AFB"/>
                </a:solidFill>
                <a:latin typeface="Times New Roman" panose="02020603050405020304" pitchFamily="18" charset="0"/>
                <a:sym typeface="黑体" panose="02010609060101010101" charset="-122"/>
              </a:endParaRPr>
            </a:p>
          </p:txBody>
        </p:sp>
        <p:sp>
          <p:nvSpPr>
            <p:cNvPr id="102416" name="文本框 4"/>
            <p:cNvSpPr/>
            <p:nvPr>
              <p:custDataLst>
                <p:tags r:id="rId68"/>
              </p:custDataLst>
            </p:nvPr>
          </p:nvSpPr>
          <p:spPr>
            <a:xfrm>
              <a:off x="13185" y="8893"/>
              <a:ext cx="2555" cy="890"/>
            </a:xfrm>
            <a:prstGeom prst="rect">
              <a:avLst/>
            </a:prstGeom>
            <a:solidFill>
              <a:schemeClr val="bg1"/>
            </a:solid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en-US" altLang="zh-CN" sz="2800" b="1">
                  <a:solidFill>
                    <a:srgbClr val="054AFB"/>
                  </a:solidFill>
                  <a:latin typeface="Times New Roman" panose="02020603050405020304" pitchFamily="18" charset="0"/>
                </a:rPr>
                <a:t>⇔</a:t>
              </a:r>
              <a:r>
                <a:rPr lang="en-US" altLang="zh-CN" sz="2800" b="1" i="1">
                  <a:solidFill>
                    <a:srgbClr val="054AFB"/>
                  </a:solidFill>
                  <a:latin typeface="Times New Roman" panose="02020603050405020304" pitchFamily="18" charset="0"/>
                </a:rPr>
                <a:t>A</a:t>
              </a:r>
              <a:r>
                <a:rPr lang="en-US" altLang="zh-CN" sz="2800" b="1">
                  <a:solidFill>
                    <a:srgbClr val="054AFB"/>
                  </a:solidFill>
                  <a:latin typeface="Times New Roman" panose="02020603050405020304" pitchFamily="18" charset="0"/>
                </a:rPr>
                <a:t>⊆</a:t>
              </a:r>
              <a:r>
                <a:rPr lang="en-US" altLang="zh-CN" sz="2800" b="1" i="1">
                  <a:solidFill>
                    <a:srgbClr val="054AFB"/>
                  </a:solidFill>
                  <a:latin typeface="Times New Roman" panose="02020603050405020304" pitchFamily="18" charset="0"/>
                </a:rPr>
                <a:t>B</a:t>
              </a:r>
              <a:r>
                <a:rPr lang="zh-CN" altLang="en-US" sz="2800" b="1">
                  <a:solidFill>
                    <a:srgbClr val="054AFB"/>
                  </a:solidFill>
                  <a:latin typeface="Times New Roman" panose="02020603050405020304" pitchFamily="18" charset="0"/>
                  <a:sym typeface="黑体" panose="02010609060101010101" charset="-122"/>
                </a:rPr>
                <a:t>；</a:t>
              </a:r>
              <a:endParaRPr lang="zh-CN" altLang="en-US" sz="2800" b="1" i="1">
                <a:solidFill>
                  <a:srgbClr val="054AFB"/>
                </a:solidFill>
                <a:latin typeface="Times New Roman" panose="02020603050405020304" pitchFamily="18" charset="0"/>
                <a:sym typeface="黑体" panose="02010609060101010101" charset="-122"/>
              </a:endParaRPr>
            </a:p>
          </p:txBody>
        </p:sp>
        <p:sp>
          <p:nvSpPr>
            <p:cNvPr id="102417" name="文本框 9"/>
            <p:cNvSpPr/>
            <p:nvPr>
              <p:custDataLst>
                <p:tags r:id="rId69"/>
              </p:custDataLst>
            </p:nvPr>
          </p:nvSpPr>
          <p:spPr>
            <a:xfrm>
              <a:off x="3705" y="8898"/>
              <a:ext cx="6888" cy="890"/>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800">
                  <a:solidFill>
                    <a:srgbClr val="303030"/>
                  </a:solidFill>
                  <a:latin typeface="Times New Roman" panose="02020603050405020304" pitchFamily="18" charset="0"/>
                  <a:sym typeface="黑体" panose="02010609060101010101" charset="-122"/>
                </a:rPr>
                <a:t>④</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r>
                <a:rPr lang="zh-CN" altLang="en-US" sz="2800" b="1">
                  <a:solidFill>
                    <a:srgbClr val="054AFB"/>
                  </a:solidFill>
                  <a:latin typeface="Times New Roman" panose="02020603050405020304" pitchFamily="18" charset="0"/>
                  <a:sym typeface="黑体" panose="02010609060101010101" charset="-122"/>
                </a:rPr>
                <a:t>；</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zh-CN" altLang="en-US" sz="2800" b="1">
                  <a:solidFill>
                    <a:srgbClr val="054AFB"/>
                  </a:solidFill>
                  <a:latin typeface="Times New Roman" panose="02020603050405020304" pitchFamily="18" charset="0"/>
                  <a:sym typeface="黑体" panose="02010609060101010101" charset="-122"/>
                </a:rPr>
                <a:t>；</a:t>
              </a:r>
              <a:endParaRPr lang="zh-CN" altLang="en-US" sz="2800" b="1">
                <a:solidFill>
                  <a:srgbClr val="054AFB"/>
                </a:solidFill>
                <a:latin typeface="Times New Roman" panose="02020603050405020304" pitchFamily="18" charset="0"/>
                <a:sym typeface="黑体" panose="02010609060101010101" charset="-122"/>
              </a:endParaRPr>
            </a:p>
          </p:txBody>
        </p:sp>
        <p:sp>
          <p:nvSpPr>
            <p:cNvPr id="102420" name="文本框 18"/>
            <p:cNvSpPr/>
            <p:nvPr>
              <p:custDataLst>
                <p:tags r:id="rId70"/>
              </p:custDataLst>
            </p:nvPr>
          </p:nvSpPr>
          <p:spPr>
            <a:xfrm>
              <a:off x="6660" y="8015"/>
              <a:ext cx="3379" cy="890"/>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800">
                  <a:solidFill>
                    <a:srgbClr val="303030"/>
                  </a:solidFill>
                  <a:latin typeface="Times New Roman" panose="02020603050405020304" pitchFamily="18" charset="0"/>
                  <a:sym typeface="黑体" panose="02010609060101010101" charset="-122"/>
                </a:rPr>
                <a:t>②</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∩Ø=Ø</a:t>
              </a:r>
              <a:r>
                <a:rPr lang="zh-CN" altLang="en-US" sz="2800" b="1">
                  <a:solidFill>
                    <a:srgbClr val="054AFB"/>
                  </a:solidFill>
                  <a:latin typeface="Times New Roman" panose="02020603050405020304" pitchFamily="18" charset="0"/>
                  <a:sym typeface="黑体" panose="02010609060101010101" charset="-122"/>
                </a:rPr>
                <a:t>；</a:t>
              </a:r>
              <a:endParaRPr lang="zh-CN" altLang="en-US" sz="2800" b="1">
                <a:solidFill>
                  <a:srgbClr val="054AFB"/>
                </a:solidFill>
                <a:latin typeface="Times New Roman" panose="02020603050405020304" pitchFamily="18" charset="0"/>
                <a:sym typeface="黑体" panose="02010609060101010101" charset="-122"/>
              </a:endParaRPr>
            </a:p>
          </p:txBody>
        </p:sp>
        <p:sp>
          <p:nvSpPr>
            <p:cNvPr id="102422" name="文本框 3"/>
            <p:cNvSpPr/>
            <p:nvPr>
              <p:custDataLst>
                <p:tags r:id="rId71"/>
              </p:custDataLst>
            </p:nvPr>
          </p:nvSpPr>
          <p:spPr>
            <a:xfrm>
              <a:off x="10043" y="8018"/>
              <a:ext cx="3469" cy="890"/>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lang="zh-CN" altLang="en-US" sz="2800">
                  <a:solidFill>
                    <a:srgbClr val="303030"/>
                  </a:solidFill>
                  <a:latin typeface="Times New Roman" panose="02020603050405020304" pitchFamily="18" charset="0"/>
                  <a:sym typeface="黑体" panose="02010609060101010101" charset="-122"/>
                </a:rPr>
                <a:t>③</a:t>
              </a:r>
              <a:r>
                <a:rPr lang="en-US" altLang="zh-CN" sz="2800" b="1" i="1">
                  <a:solidFill>
                    <a:srgbClr val="054AFB"/>
                  </a:solidFill>
                  <a:latin typeface="Times New Roman" panose="02020603050405020304" pitchFamily="18" charset="0"/>
                  <a:sym typeface="黑体" panose="02010609060101010101" charset="-122"/>
                </a:rPr>
                <a:t>A</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B</a:t>
              </a:r>
              <a:r>
                <a:rPr lang="en-US" altLang="zh-CN" sz="2800" b="1">
                  <a:solidFill>
                    <a:srgbClr val="054AFB"/>
                  </a:solidFill>
                  <a:latin typeface="Times New Roman" panose="02020603050405020304" pitchFamily="18" charset="0"/>
                  <a:sym typeface="黑体" panose="02010609060101010101" charset="-122"/>
                </a:rPr>
                <a:t>∩</a:t>
              </a:r>
              <a:r>
                <a:rPr lang="en-US" altLang="zh-CN" sz="2800" b="1" i="1">
                  <a:solidFill>
                    <a:srgbClr val="054AFB"/>
                  </a:solidFill>
                  <a:latin typeface="Times New Roman" panose="02020603050405020304" pitchFamily="18" charset="0"/>
                  <a:sym typeface="黑体" panose="02010609060101010101" charset="-122"/>
                </a:rPr>
                <a:t>A</a:t>
              </a:r>
              <a:endParaRPr lang="en-US" altLang="zh-CN" sz="2800" b="1" i="1">
                <a:solidFill>
                  <a:srgbClr val="054AFB"/>
                </a:solidFill>
                <a:latin typeface="Times New Roman" panose="02020603050405020304" pitchFamily="18" charset="0"/>
                <a:sym typeface="黑体" panose="02010609060101010101"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27652"/>
                                        </p:tgtEl>
                                        <p:attrNameLst>
                                          <p:attrName>style.visibility</p:attrName>
                                        </p:attrNameLst>
                                      </p:cBhvr>
                                      <p:to>
                                        <p:strVal val="visible"/>
                                      </p:to>
                                    </p:set>
                                    <p:animEffect transition="in" filter="fade">
                                      <p:cBhvr>
                                        <p:cTn id="12" dur="250"/>
                                        <p:tgtEl>
                                          <p:spTgt spid="2765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8"/>
                                        </p:tgtEl>
                                        <p:attrNameLst>
                                          <p:attrName>style.visibility</p:attrName>
                                        </p:attrNameLst>
                                      </p:cBhvr>
                                      <p:to>
                                        <p:strVal val="visible"/>
                                      </p:to>
                                    </p:set>
                                    <p:animEffect transition="in" filter="fade">
                                      <p:cBhvr>
                                        <p:cTn id="22" dur="250"/>
                                        <p:tgtEl>
                                          <p:spTgt spid="8"/>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250" fill="hold">
                                          <p:stCondLst>
                                            <p:cond delay="0"/>
                                          </p:stCondLst>
                                        </p:cTn>
                                        <p:tgtEl>
                                          <p:spTgt spid="10"/>
                                        </p:tgtEl>
                                        <p:attrNameLst>
                                          <p:attrName>style.visibility</p:attrName>
                                        </p:attrNameLst>
                                      </p:cBhvr>
                                      <p:to>
                                        <p:strVal val="visible"/>
                                      </p:to>
                                    </p:set>
                                    <p:animEffect transition="in" filter="fade">
                                      <p:cBhvr>
                                        <p:cTn id="27" dur="250"/>
                                        <p:tgtEl>
                                          <p:spTgt spid="10"/>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250" fill="hold">
                                          <p:stCondLst>
                                            <p:cond delay="0"/>
                                          </p:stCondLst>
                                        </p:cTn>
                                        <p:tgtEl>
                                          <p:spTgt spid="102413"/>
                                        </p:tgtEl>
                                        <p:attrNameLst>
                                          <p:attrName>style.visibility</p:attrName>
                                        </p:attrNameLst>
                                      </p:cBhvr>
                                      <p:to>
                                        <p:strVal val="visible"/>
                                      </p:to>
                                    </p:set>
                                    <p:animEffect transition="in" filter="fade">
                                      <p:cBhvr>
                                        <p:cTn id="32" dur="250"/>
                                        <p:tgtEl>
                                          <p:spTgt spid="102413"/>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250" fill="hold">
                                          <p:stCondLst>
                                            <p:cond delay="0"/>
                                          </p:stCondLst>
                                        </p:cTn>
                                        <p:tgtEl>
                                          <p:spTgt spid="11"/>
                                        </p:tgtEl>
                                        <p:attrNameLst>
                                          <p:attrName>style.visibility</p:attrName>
                                        </p:attrNameLst>
                                      </p:cBhvr>
                                      <p:to>
                                        <p:strVal val="visible"/>
                                      </p:to>
                                    </p:set>
                                    <p:animEffect transition="in" filter="wipe(left)">
                                      <p:cBhvr>
                                        <p:cTn id="3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3" grpId="0"/>
      <p:bldP spid="27652" grpId="0"/>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638175" y="1150620"/>
            <a:ext cx="10518140" cy="1529715"/>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【例</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3</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立德中学开运动会，设</a:t>
            </a:r>
            <a:endParaRPr sz="2400">
              <a:latin typeface="Times New Roman" panose="02020603050405020304" pitchFamily="18" charset="0"/>
              <a:ea typeface="黑体" panose="02010609060101010101" charset="-122"/>
              <a:cs typeface="Times New Roman" panose="02020603050405020304" pitchFamily="18" charset="0"/>
            </a:endParaRPr>
          </a:p>
          <a:p>
            <a:pPr marL="0" lvl="0" indent="0" algn="just" eaLnBrk="1" hangingPunct="1">
              <a:lnSpc>
                <a:spcPct val="130000"/>
              </a:lnSpc>
              <a:spcBef>
                <a:spcPct val="0"/>
              </a:spcBef>
              <a:spcAft>
                <a:spcPct val="0"/>
              </a:spcAft>
              <a:buNone/>
            </a:pPr>
            <a:r>
              <a:rPr lang="en-US" sz="2400">
                <a:latin typeface="Times New Roman" panose="02020603050405020304" pitchFamily="18" charset="0"/>
                <a:ea typeface="黑体" panose="02010609060101010101" charset="-122"/>
                <a:cs typeface="Times New Roman" panose="02020603050405020304" pitchFamily="18" charset="0"/>
              </a:rPr>
              <a:t>                </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是立德中学高一年级参加百米赛跑的同学}，  </a:t>
            </a:r>
            <a:endParaRPr sz="2400">
              <a:latin typeface="Times New Roman" panose="02020603050405020304" pitchFamily="18" charset="0"/>
              <a:ea typeface="黑体" panose="02010609060101010101" charset="-122"/>
              <a:cs typeface="Times New Roman" panose="02020603050405020304" pitchFamily="18" charset="0"/>
            </a:endParaRPr>
          </a:p>
          <a:p>
            <a:pPr marL="0" lvl="0" indent="0" algn="just" eaLnBrk="1" hangingPunct="1">
              <a:lnSpc>
                <a:spcPct val="130000"/>
              </a:lnSpc>
              <a:spcBef>
                <a:spcPct val="0"/>
              </a:spcBef>
              <a:spcAft>
                <a:spcPct val="0"/>
              </a:spcAft>
              <a:buNone/>
            </a:pPr>
            <a:r>
              <a:rPr lang="en-US" sz="2400">
                <a:latin typeface="Times New Roman" panose="02020603050405020304" pitchFamily="18" charset="0"/>
                <a:ea typeface="黑体" panose="02010609060101010101" charset="-122"/>
                <a:cs typeface="Times New Roman" panose="02020603050405020304" pitchFamily="18" charset="0"/>
              </a:rPr>
              <a:t>                </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是立德中学高一年级参加跳高比赛的同学}，求</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4" name="文本框 3" title=""/>
          <p:cNvSpPr txBox="1"/>
          <p:nvPr>
            <p:custDataLst>
              <p:tags r:id="rId25"/>
            </p:custDataLst>
          </p:nvPr>
        </p:nvSpPr>
        <p:spPr>
          <a:xfrm>
            <a:off x="577850" y="2701290"/>
            <a:ext cx="11094720" cy="1494155"/>
          </a:xfrm>
          <a:prstGeom prst="rect">
            <a:avLst/>
          </a:prstGeom>
          <a:noFill/>
          <a:ln w="28575">
            <a:noFill/>
          </a:ln>
        </p:spPr>
        <p:txBody>
          <a:bodyPr wrap="square" rtlCol="0" anchor="t">
            <a:spAutoFit/>
          </a:bodyPr>
          <a:lstStyle/>
          <a:p>
            <a:pPr algn="l" fontAlgn="auto">
              <a:lnSpc>
                <a:spcPct val="120000"/>
              </a:lnSpc>
            </a:pPr>
            <a:r>
              <a:rPr lang="en-US" sz="2800" b="1">
                <a:solidFill>
                  <a:schemeClr val="accent2"/>
                </a:solidFill>
                <a:latin typeface="Times New Roman" panose="02020603050405020304" pitchFamily="18" charset="0"/>
                <a:ea typeface="楷体" panose="02010609060101010101" charset="-122"/>
                <a:cs typeface="Times New Roman" panose="02020603050405020304" pitchFamily="18" charset="0"/>
              </a:rPr>
              <a:t> </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【解析】</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就是立德中学高一年级中那些既参加百米赛跑又参加跳高比赛的同学组成的集合．所以，</a:t>
            </a:r>
            <a:r>
              <a:rPr sz="2400" i="1">
                <a:latin typeface="Times New Roman" panose="02020603050405020304" pitchFamily="18" charset="0"/>
                <a:ea typeface="黑体" panose="02010609060101010101" charset="-122"/>
                <a:cs typeface="Times New Roman" panose="02020603050405020304" pitchFamily="18" charset="0"/>
              </a:rPr>
              <a:t>A</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B</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a:t>
            </a:r>
            <a:r>
              <a:rPr sz="2400" i="1">
                <a:latin typeface="Times New Roman" panose="02020603050405020304" pitchFamily="18" charset="0"/>
                <a:ea typeface="黑体" panose="02010609060101010101" charset="-122"/>
                <a:cs typeface="Times New Roman" panose="02020603050405020304" pitchFamily="18" charset="0"/>
              </a:rPr>
              <a:t>x</a:t>
            </a:r>
            <a:r>
              <a:rPr sz="2400">
                <a:latin typeface="Times New Roman" panose="02020603050405020304" pitchFamily="18" charset="0"/>
                <a:ea typeface="黑体" panose="02010609060101010101" charset="-122"/>
                <a:cs typeface="Times New Roman" panose="02020603050405020304" pitchFamily="18" charset="0"/>
              </a:rPr>
              <a:t>是立德中学高一年级既参加百米赛跑又参加跳高比赛的同学}．</a:t>
            </a:r>
            <a:endParaRPr sz="2400">
              <a:latin typeface="Times New Roman" panose="02020603050405020304" pitchFamily="18" charset="0"/>
              <a:ea typeface="黑体" panose="02010609060101010101" charset="-122"/>
              <a:cs typeface="Times New Roman" panose="02020603050405020304" pitchFamily="18" charset="0"/>
            </a:endParaRPr>
          </a:p>
        </p:txBody>
      </p:sp>
      <p:sp>
        <p:nvSpPr>
          <p:cNvPr id="99334" name="文本框 3" title=""/>
          <p:cNvSpPr/>
          <p:nvPr>
            <p:custDataLst>
              <p:tags r:id="rId26"/>
            </p:custDataLst>
          </p:nvPr>
        </p:nvSpPr>
        <p:spPr>
          <a:xfrm>
            <a:off x="771525" y="4359275"/>
            <a:ext cx="3347085" cy="1998345"/>
          </a:xfrm>
          <a:prstGeom prst="rect">
            <a:avLst/>
          </a:prstGeom>
          <a:gradFill>
            <a:gsLst>
              <a:gs pos="0">
                <a:schemeClr val="accent2">
                  <a:alpha val="23000"/>
                </a:schemeClr>
              </a:gs>
              <a:gs pos="100000">
                <a:srgbClr val="4175FC">
                  <a:alpha val="34000"/>
                </a:srgbClr>
              </a:gs>
            </a:gsLst>
            <a:lin ang="10800000" scaled="0"/>
          </a:gradFill>
          <a:ln>
            <a:noFill/>
            <a:miter lim="800000"/>
          </a:ln>
        </p:spPr>
        <p:txBody>
          <a:bodyPr anchor="t"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algn="ctr" eaLnBrk="1" hangingPunct="1">
              <a:lnSpc>
                <a:spcPct val="130000"/>
              </a:lnSpc>
            </a:pPr>
            <a:r>
              <a:rPr sz="2400" b="1">
                <a:solidFill>
                  <a:srgbClr val="303030"/>
                </a:solidFill>
                <a:latin typeface="Times New Roman" panose="02020603050405020304" pitchFamily="18" charset="0"/>
                <a:cs typeface="Times New Roman" panose="02020603050405020304" pitchFamily="18" charset="0"/>
              </a:rPr>
              <a:t>参赛共100人</a:t>
            </a:r>
            <a:endParaRPr sz="2400" b="1">
              <a:solidFill>
                <a:srgbClr val="303030"/>
              </a:solidFill>
              <a:latin typeface="Times New Roman" panose="02020603050405020304" pitchFamily="18" charset="0"/>
              <a:cs typeface="Times New Roman" panose="02020603050405020304" pitchFamily="18" charset="0"/>
            </a:endParaRPr>
          </a:p>
          <a:p>
            <a:pPr marL="0" lvl="0" indent="0" algn="ctr" eaLnBrk="1" hangingPunct="1">
              <a:lnSpc>
                <a:spcPct val="130000"/>
              </a:lnSpc>
            </a:pPr>
            <a:r>
              <a:rPr sz="2400" b="1">
                <a:solidFill>
                  <a:srgbClr val="303030"/>
                </a:solidFill>
                <a:latin typeface="Times New Roman" panose="02020603050405020304" pitchFamily="18" charset="0"/>
                <a:cs typeface="Times New Roman" panose="02020603050405020304" pitchFamily="18" charset="0"/>
              </a:rPr>
              <a:t>百米：54人</a:t>
            </a:r>
            <a:endParaRPr sz="2400" b="1">
              <a:solidFill>
                <a:srgbClr val="303030"/>
              </a:solidFill>
              <a:latin typeface="Times New Roman" panose="02020603050405020304" pitchFamily="18" charset="0"/>
              <a:cs typeface="Times New Roman" panose="02020603050405020304" pitchFamily="18" charset="0"/>
            </a:endParaRPr>
          </a:p>
          <a:p>
            <a:pPr marL="0" lvl="0" indent="0" algn="ctr" eaLnBrk="1" hangingPunct="1">
              <a:lnSpc>
                <a:spcPct val="130000"/>
              </a:lnSpc>
            </a:pPr>
            <a:r>
              <a:rPr sz="2400" b="1">
                <a:solidFill>
                  <a:srgbClr val="303030"/>
                </a:solidFill>
                <a:latin typeface="Times New Roman" panose="02020603050405020304" pitchFamily="18" charset="0"/>
                <a:cs typeface="Times New Roman" panose="02020603050405020304" pitchFamily="18" charset="0"/>
              </a:rPr>
              <a:t>跳高：68人</a:t>
            </a:r>
            <a:endParaRPr sz="2400" b="1">
              <a:solidFill>
                <a:srgbClr val="303030"/>
              </a:solidFill>
              <a:latin typeface="Times New Roman" panose="02020603050405020304" pitchFamily="18" charset="0"/>
              <a:cs typeface="Times New Roman" panose="02020603050405020304" pitchFamily="18" charset="0"/>
            </a:endParaRPr>
          </a:p>
          <a:p>
            <a:pPr marL="0" lvl="0" indent="0" algn="ctr" eaLnBrk="1" hangingPunct="1">
              <a:lnSpc>
                <a:spcPct val="130000"/>
              </a:lnSpc>
            </a:pPr>
            <a:r>
              <a:rPr sz="2400" b="1">
                <a:solidFill>
                  <a:srgbClr val="303030"/>
                </a:solidFill>
                <a:latin typeface="Times New Roman" panose="02020603050405020304" pitchFamily="18" charset="0"/>
                <a:cs typeface="Times New Roman" panose="02020603050405020304" pitchFamily="18" charset="0"/>
              </a:rPr>
              <a:t>百+跳：</a:t>
            </a:r>
            <a:r>
              <a:rPr lang="en-US" altLang="zh-CN" sz="2400" b="1" u="sng">
                <a:solidFill>
                  <a:srgbClr val="303030"/>
                </a:solidFill>
                <a:latin typeface="Times New Roman" panose="02020603050405020304" pitchFamily="18" charset="0"/>
                <a:cs typeface="Times New Roman" panose="02020603050405020304" pitchFamily="18" charset="0"/>
              </a:rPr>
              <a:t>  22  </a:t>
            </a:r>
            <a:r>
              <a:rPr sz="2400" b="1">
                <a:solidFill>
                  <a:srgbClr val="303030"/>
                </a:solidFill>
                <a:latin typeface="Times New Roman" panose="02020603050405020304" pitchFamily="18" charset="0"/>
                <a:cs typeface="Times New Roman" panose="02020603050405020304" pitchFamily="18" charset="0"/>
              </a:rPr>
              <a:t>人</a:t>
            </a:r>
            <a:endParaRPr sz="2400" b="1">
              <a:solidFill>
                <a:srgbClr val="303030"/>
              </a:solidFill>
              <a:latin typeface="Times New Roman" panose="02020603050405020304" pitchFamily="18" charset="0"/>
              <a:cs typeface="Times New Roman" panose="02020603050405020304" pitchFamily="18" charset="0"/>
            </a:endParaRPr>
          </a:p>
        </p:txBody>
      </p:sp>
      <p:grpSp>
        <p:nvGrpSpPr>
          <p:cNvPr id="5" name="组合 4" title=""/>
          <p:cNvGrpSpPr/>
          <p:nvPr>
            <p:custDataLst>
              <p:tags r:id="rId27"/>
            </p:custDataLst>
          </p:nvPr>
        </p:nvGrpSpPr>
        <p:grpSpPr>
          <a:xfrm>
            <a:off x="4756785" y="4116705"/>
            <a:ext cx="3645535" cy="2274570"/>
            <a:chOff x="7491" y="6483"/>
            <a:chExt cx="5741" cy="3582"/>
          </a:xfrm>
        </p:grpSpPr>
        <p:sp>
          <p:nvSpPr>
            <p:cNvPr id="104455" name="椭圆 5"/>
            <p:cNvSpPr/>
            <p:nvPr>
              <p:custDataLst>
                <p:tags r:id="rId28"/>
              </p:custDataLst>
            </p:nvPr>
          </p:nvSpPr>
          <p:spPr>
            <a:xfrm>
              <a:off x="7491" y="6485"/>
              <a:ext cx="3597" cy="3527"/>
            </a:xfrm>
            <a:prstGeom prst="ellipse">
              <a:avLst/>
            </a:prstGeom>
            <a:solidFill>
              <a:srgbClr val="D7DCF7">
                <a:alpha val="57000"/>
              </a:srgbClr>
            </a:solidFill>
            <a:ln w="28575">
              <a:solidFill>
                <a:srgbClr val="537AFA"/>
              </a:solidFill>
            </a:ln>
            <a:effectLst/>
          </p:spPr>
          <p:style>
            <a:lnRef idx="0">
              <a:schemeClr val="accent5"/>
            </a:lnRef>
            <a:fillRef idx="3">
              <a:schemeClr val="accent5"/>
            </a:fillRef>
            <a:effectRef idx="3">
              <a:schemeClr val="accent5"/>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sp>
          <p:nvSpPr>
            <p:cNvPr id="104456" name="椭圆 16"/>
            <p:cNvSpPr/>
            <p:nvPr>
              <p:custDataLst>
                <p:tags r:id="rId29"/>
              </p:custDataLst>
            </p:nvPr>
          </p:nvSpPr>
          <p:spPr>
            <a:xfrm>
              <a:off x="9556" y="6483"/>
              <a:ext cx="3591" cy="3582"/>
            </a:xfrm>
            <a:prstGeom prst="ellipse">
              <a:avLst/>
            </a:prstGeom>
            <a:solidFill>
              <a:srgbClr val="D7DCF7">
                <a:alpha val="63000"/>
              </a:srgbClr>
            </a:solidFill>
            <a:ln w="28575">
              <a:solidFill>
                <a:srgbClr val="054AFB"/>
              </a:solidFill>
            </a:ln>
            <a:effectLst/>
          </p:spPr>
          <p:style>
            <a:lnRef idx="0">
              <a:schemeClr val="accent5"/>
            </a:lnRef>
            <a:fillRef idx="3">
              <a:schemeClr val="accent5"/>
            </a:fillRef>
            <a:effectRef idx="3">
              <a:schemeClr val="accent5"/>
            </a:effectRef>
            <a:fontRef idx="minor">
              <a:schemeClr val="lt1"/>
            </a:fontRef>
          </p:style>
          <p:txBody>
            <a:bodyPr anchor="ctr" anchorCtr="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marR="0" lvl="0" indent="0" algn="ctr" eaLnBrk="1" hangingPunct="1"/>
              <a:endParaRPr lang="en-US" altLang="en-US">
                <a:solidFill>
                  <a:srgbClr val="FFFFFF"/>
                </a:solidFill>
              </a:endParaRPr>
            </a:p>
          </p:txBody>
        </p:sp>
        <p:sp>
          <p:nvSpPr>
            <p:cNvPr id="104457" name="文本框 6"/>
            <p:cNvSpPr/>
            <p:nvPr>
              <p:custDataLst>
                <p:tags r:id="rId30"/>
              </p:custDataLst>
            </p:nvPr>
          </p:nvSpPr>
          <p:spPr>
            <a:xfrm>
              <a:off x="8109" y="6865"/>
              <a:ext cx="1007" cy="1025"/>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en-US" altLang="zh-CN" sz="2800" b="1" i="1">
                  <a:solidFill>
                    <a:srgbClr val="054AFB"/>
                  </a:solidFill>
                  <a:latin typeface="Times New Roman" panose="02020603050405020304" pitchFamily="18" charset="0"/>
                  <a:ea typeface="微软雅黑" panose="020b0503020204020204" charset="-122"/>
                </a:rPr>
                <a:t>A</a:t>
              </a:r>
              <a:endParaRPr lang="en-US" altLang="zh-CN" sz="2800" b="1" i="1">
                <a:solidFill>
                  <a:srgbClr val="054AFB"/>
                </a:solidFill>
                <a:latin typeface="Times New Roman" panose="02020603050405020304" pitchFamily="18" charset="0"/>
                <a:ea typeface="微软雅黑" panose="020b0503020204020204" charset="-122"/>
              </a:endParaRPr>
            </a:p>
          </p:txBody>
        </p:sp>
        <p:sp>
          <p:nvSpPr>
            <p:cNvPr id="104458" name="文本框 7"/>
            <p:cNvSpPr/>
            <p:nvPr>
              <p:custDataLst>
                <p:tags r:id="rId31"/>
              </p:custDataLst>
            </p:nvPr>
          </p:nvSpPr>
          <p:spPr>
            <a:xfrm>
              <a:off x="11854" y="6958"/>
              <a:ext cx="662" cy="1025"/>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en-US" altLang="zh-CN" sz="2800" b="1" i="1">
                  <a:solidFill>
                    <a:srgbClr val="054AFB"/>
                  </a:solidFill>
                  <a:latin typeface="Times New Roman" panose="02020603050405020304" pitchFamily="18" charset="0"/>
                  <a:ea typeface="微软雅黑" panose="020b0503020204020204" charset="-122"/>
                </a:rPr>
                <a:t>B</a:t>
              </a:r>
              <a:endParaRPr lang="en-US" altLang="zh-CN" sz="2800" b="1" i="1">
                <a:solidFill>
                  <a:srgbClr val="054AFB"/>
                </a:solidFill>
                <a:latin typeface="Times New Roman" panose="02020603050405020304" pitchFamily="18" charset="0"/>
                <a:ea typeface="微软雅黑" panose="020b0503020204020204" charset="-122"/>
              </a:endParaRPr>
            </a:p>
          </p:txBody>
        </p:sp>
        <p:sp>
          <p:nvSpPr>
            <p:cNvPr id="104459" name="文本框 8"/>
            <p:cNvSpPr/>
            <p:nvPr>
              <p:custDataLst>
                <p:tags r:id="rId32"/>
              </p:custDataLst>
            </p:nvPr>
          </p:nvSpPr>
          <p:spPr>
            <a:xfrm>
              <a:off x="7669" y="7669"/>
              <a:ext cx="1828" cy="1615"/>
            </a:xfrm>
            <a:prstGeom prst="rect">
              <a:avLst/>
            </a:prstGeom>
            <a:noFill/>
            <a:ln>
              <a:noFill/>
              <a:miter lim="800000"/>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sz="2400">
                  <a:latin typeface="黑体" panose="02010609060101010101" charset="-122"/>
                  <a:cs typeface="Times New Roman" panose="02020603050405020304" pitchFamily="18" charset="0"/>
                  <a:sym typeface="+mn-ea"/>
                </a:rPr>
                <a:t>参加百米赛跑</a:t>
              </a:r>
              <a:endParaRPr lang="zh-CN" altLang="en-US" sz="2400" b="1">
                <a:solidFill>
                  <a:srgbClr val="303030"/>
                </a:solidFill>
                <a:latin typeface="黑体" panose="02010609060101010101" charset="-122"/>
              </a:endParaRPr>
            </a:p>
          </p:txBody>
        </p:sp>
        <p:sp>
          <p:nvSpPr>
            <p:cNvPr id="104460" name="文本框 22"/>
            <p:cNvSpPr/>
            <p:nvPr>
              <p:custDataLst>
                <p:tags r:id="rId33"/>
              </p:custDataLst>
            </p:nvPr>
          </p:nvSpPr>
          <p:spPr>
            <a:xfrm>
              <a:off x="11256" y="7679"/>
              <a:ext cx="1977" cy="1422"/>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10000"/>
                </a:lnSpc>
              </a:pPr>
              <a:r>
                <a:rPr sz="2400">
                  <a:latin typeface="黑体" panose="02010609060101010101" charset="-122"/>
                  <a:cs typeface="Times New Roman" panose="02020603050405020304" pitchFamily="18" charset="0"/>
                  <a:sym typeface="+mn-ea"/>
                </a:rPr>
                <a:t>参加跳高比赛</a:t>
              </a:r>
              <a:endParaRPr lang="zh-CN" altLang="en-US" sz="2400" b="1">
                <a:solidFill>
                  <a:srgbClr val="303030"/>
                </a:solidFill>
                <a:latin typeface="黑体" panose="02010609060101010101" charset="-122"/>
              </a:endParaRPr>
            </a:p>
          </p:txBody>
        </p:sp>
        <p:cxnSp>
          <p:nvCxnSpPr>
            <p:cNvPr id="104461" name="直接连接符 23"/>
            <p:cNvCxnSpPr/>
            <p:nvPr>
              <p:custDataLst>
                <p:tags r:id="rId34"/>
              </p:custDataLst>
            </p:nvPr>
          </p:nvCxnSpPr>
          <p:spPr>
            <a:xfrm flipH="1">
              <a:off x="9767" y="7079"/>
              <a:ext cx="880" cy="382"/>
            </a:xfrm>
            <a:prstGeom prst="line">
              <a:avLst/>
            </a:prstGeom>
            <a:noFill/>
            <a:ln w="28575">
              <a:solidFill>
                <a:schemeClr val="accent2"/>
              </a:solidFill>
              <a:miter lim="800000"/>
            </a:ln>
          </p:spPr>
        </p:cxnSp>
        <p:cxnSp>
          <p:nvCxnSpPr>
            <p:cNvPr id="104462" name="直接连接符 25"/>
            <p:cNvCxnSpPr/>
            <p:nvPr>
              <p:custDataLst>
                <p:tags r:id="rId35"/>
              </p:custDataLst>
            </p:nvPr>
          </p:nvCxnSpPr>
          <p:spPr>
            <a:xfrm flipV="1">
              <a:off x="9603" y="7424"/>
              <a:ext cx="1269" cy="531"/>
            </a:xfrm>
            <a:prstGeom prst="line">
              <a:avLst/>
            </a:prstGeom>
            <a:noFill/>
            <a:ln w="28575">
              <a:solidFill>
                <a:schemeClr val="accent2"/>
              </a:solidFill>
              <a:miter lim="800000"/>
            </a:ln>
          </p:spPr>
        </p:cxnSp>
        <p:cxnSp>
          <p:nvCxnSpPr>
            <p:cNvPr id="104463" name="直接连接符 26"/>
            <p:cNvCxnSpPr/>
            <p:nvPr>
              <p:custDataLst>
                <p:tags r:id="rId36"/>
              </p:custDataLst>
            </p:nvPr>
          </p:nvCxnSpPr>
          <p:spPr>
            <a:xfrm flipV="1">
              <a:off x="9556" y="7814"/>
              <a:ext cx="1496" cy="597"/>
            </a:xfrm>
            <a:prstGeom prst="line">
              <a:avLst/>
            </a:prstGeom>
            <a:noFill/>
            <a:ln w="28575">
              <a:solidFill>
                <a:schemeClr val="accent2"/>
              </a:solidFill>
              <a:miter lim="800000"/>
            </a:ln>
          </p:spPr>
        </p:cxnSp>
        <p:cxnSp>
          <p:nvCxnSpPr>
            <p:cNvPr id="104464" name="直接连接符 27"/>
            <p:cNvCxnSpPr/>
            <p:nvPr>
              <p:custDataLst>
                <p:tags r:id="rId37"/>
              </p:custDataLst>
            </p:nvPr>
          </p:nvCxnSpPr>
          <p:spPr>
            <a:xfrm flipV="1">
              <a:off x="9643" y="8234"/>
              <a:ext cx="1454" cy="568"/>
            </a:xfrm>
            <a:prstGeom prst="line">
              <a:avLst/>
            </a:prstGeom>
            <a:noFill/>
            <a:ln w="28575">
              <a:solidFill>
                <a:schemeClr val="accent2"/>
              </a:solidFill>
              <a:miter lim="800000"/>
            </a:ln>
          </p:spPr>
        </p:cxnSp>
        <p:cxnSp>
          <p:nvCxnSpPr>
            <p:cNvPr id="104465" name="直接连接符 28"/>
            <p:cNvCxnSpPr/>
            <p:nvPr>
              <p:custDataLst>
                <p:tags r:id="rId38"/>
              </p:custDataLst>
            </p:nvPr>
          </p:nvCxnSpPr>
          <p:spPr>
            <a:xfrm flipV="1">
              <a:off x="9781" y="8654"/>
              <a:ext cx="1271" cy="480"/>
            </a:xfrm>
            <a:prstGeom prst="line">
              <a:avLst/>
            </a:prstGeom>
            <a:noFill/>
            <a:ln w="28575">
              <a:solidFill>
                <a:schemeClr val="accent2"/>
              </a:solidFill>
              <a:miter lim="800000"/>
            </a:ln>
          </p:spPr>
        </p:cxnSp>
        <p:cxnSp>
          <p:nvCxnSpPr>
            <p:cNvPr id="104466" name="直接连接符 29"/>
            <p:cNvCxnSpPr/>
            <p:nvPr>
              <p:custDataLst>
                <p:tags r:id="rId39"/>
              </p:custDataLst>
            </p:nvPr>
          </p:nvCxnSpPr>
          <p:spPr>
            <a:xfrm flipH="1">
              <a:off x="9991" y="9119"/>
              <a:ext cx="881" cy="330"/>
            </a:xfrm>
            <a:prstGeom prst="line">
              <a:avLst/>
            </a:prstGeom>
            <a:noFill/>
            <a:ln w="28575">
              <a:solidFill>
                <a:schemeClr val="accent2"/>
              </a:solidFill>
              <a:miter lim="800000"/>
            </a:ln>
          </p:spPr>
        </p:cxnSp>
        <p:sp>
          <p:nvSpPr>
            <p:cNvPr id="104470" name="文本框 33"/>
            <p:cNvSpPr/>
            <p:nvPr>
              <p:custDataLst>
                <p:tags r:id="rId40"/>
              </p:custDataLst>
            </p:nvPr>
          </p:nvSpPr>
          <p:spPr>
            <a:xfrm>
              <a:off x="9517" y="7717"/>
              <a:ext cx="1599" cy="1025"/>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800" b="1" i="1">
                  <a:solidFill>
                    <a:srgbClr val="054AFB"/>
                  </a:solidFill>
                  <a:latin typeface="Times New Roman" panose="02020603050405020304" pitchFamily="18" charset="0"/>
                </a:rPr>
                <a:t>A</a:t>
              </a:r>
              <a:r>
                <a:rPr lang="zh-CN" altLang="en-US" sz="2800" b="1">
                  <a:solidFill>
                    <a:srgbClr val="054AFB"/>
                  </a:solidFill>
                  <a:latin typeface="黑体" panose="02010609060101010101" charset="-122"/>
                </a:rPr>
                <a:t>∩</a:t>
              </a:r>
              <a:r>
                <a:rPr lang="en-US" altLang="zh-CN" sz="2800" b="1" i="1">
                  <a:solidFill>
                    <a:srgbClr val="054AFB"/>
                  </a:solidFill>
                  <a:latin typeface="Times New Roman" panose="02020603050405020304" pitchFamily="18" charset="0"/>
                  <a:cs typeface="Times New Roman" panose="02020603050405020304" pitchFamily="18" charset="0"/>
                </a:rPr>
                <a:t>B</a:t>
              </a:r>
              <a:endParaRPr lang="en-US" altLang="zh-CN" sz="2800" b="1" i="1">
                <a:solidFill>
                  <a:srgbClr val="054AFB"/>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3" name="组合 2" title=""/>
          <p:cNvGrpSpPr/>
          <p:nvPr>
            <p:custDataLst>
              <p:tags r:id="rId41"/>
            </p:custDataLst>
          </p:nvPr>
        </p:nvGrpSpPr>
        <p:grpSpPr>
          <a:xfrm>
            <a:off x="6583680" y="4347210"/>
            <a:ext cx="4674870" cy="2022475"/>
            <a:chOff x="10698" y="6696"/>
            <a:chExt cx="7362" cy="3185"/>
          </a:xfrm>
        </p:grpSpPr>
        <p:sp>
          <p:nvSpPr>
            <p:cNvPr id="104467" name="文本框 30"/>
            <p:cNvSpPr/>
            <p:nvPr>
              <p:custDataLst>
                <p:tags r:id="rId42"/>
              </p:custDataLst>
            </p:nvPr>
          </p:nvSpPr>
          <p:spPr>
            <a:xfrm>
              <a:off x="14258" y="6696"/>
              <a:ext cx="3802" cy="3185"/>
            </a:xfrm>
            <a:prstGeom prst="rect">
              <a:avLst/>
            </a:prstGeom>
            <a:noFill/>
            <a:ln w="28575">
              <a:solidFill>
                <a:schemeClr val="accent2"/>
              </a:solidFill>
              <a:prstDash val="sysDash"/>
              <a:miter lim="800000"/>
            </a:ln>
          </p:spPr>
          <p:txBody>
            <a:bodyPr wrap="square">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sz="2400" b="1">
                  <a:solidFill>
                    <a:srgbClr val="054AFB"/>
                  </a:solidFill>
                  <a:latin typeface="黑体" panose="02010609060101010101" charset="-122"/>
                  <a:cs typeface="Times New Roman" panose="02020603050405020304" pitchFamily="18" charset="0"/>
                  <a:sym typeface="+mn-ea"/>
                </a:rPr>
                <a:t>立德中学</a:t>
              </a:r>
              <a:r>
                <a:rPr lang="zh-CN" altLang="en-US" sz="2400" b="1">
                  <a:solidFill>
                    <a:srgbClr val="054AFB"/>
                  </a:solidFill>
                  <a:latin typeface="黑体" panose="02010609060101010101" charset="-122"/>
                </a:rPr>
                <a:t>高一级既参加</a:t>
              </a:r>
              <a:r>
                <a:rPr sz="2400" b="1">
                  <a:solidFill>
                    <a:srgbClr val="054AFB"/>
                  </a:solidFill>
                  <a:latin typeface="黑体" panose="02010609060101010101" charset="-122"/>
                  <a:cs typeface="Times New Roman" panose="02020603050405020304" pitchFamily="18" charset="0"/>
                  <a:sym typeface="+mn-ea"/>
                </a:rPr>
                <a:t>百米赛跑</a:t>
              </a:r>
              <a:r>
                <a:rPr lang="zh-CN" altLang="en-US" sz="2400" b="1">
                  <a:solidFill>
                    <a:srgbClr val="054AFB"/>
                  </a:solidFill>
                  <a:latin typeface="黑体" panose="02010609060101010101" charset="-122"/>
                </a:rPr>
                <a:t>又参加</a:t>
              </a:r>
              <a:r>
                <a:rPr sz="2400" b="1">
                  <a:solidFill>
                    <a:srgbClr val="054AFB"/>
                  </a:solidFill>
                  <a:latin typeface="黑体" panose="02010609060101010101" charset="-122"/>
                  <a:cs typeface="Times New Roman" panose="02020603050405020304" pitchFamily="18" charset="0"/>
                  <a:sym typeface="+mn-ea"/>
                </a:rPr>
                <a:t>跳高</a:t>
              </a:r>
              <a:r>
                <a:rPr lang="zh-CN" altLang="en-US" sz="2400" b="1">
                  <a:solidFill>
                    <a:srgbClr val="054AFB"/>
                  </a:solidFill>
                  <a:latin typeface="黑体" panose="02010609060101010101" charset="-122"/>
                </a:rPr>
                <a:t>比赛的同学</a:t>
              </a:r>
              <a:endParaRPr lang="zh-CN" altLang="en-US" sz="2400" b="1">
                <a:solidFill>
                  <a:srgbClr val="054AFB"/>
                </a:solidFill>
                <a:latin typeface="黑体" panose="02010609060101010101" charset="-122"/>
              </a:endParaRPr>
            </a:p>
          </p:txBody>
        </p:sp>
        <p:cxnSp>
          <p:nvCxnSpPr>
            <p:cNvPr id="104468" name="直接箭头连接符 31"/>
            <p:cNvCxnSpPr/>
            <p:nvPr>
              <p:custDataLst>
                <p:tags r:id="rId43"/>
              </p:custDataLst>
            </p:nvPr>
          </p:nvCxnSpPr>
          <p:spPr>
            <a:xfrm>
              <a:off x="10698" y="9133"/>
              <a:ext cx="3552" cy="26"/>
            </a:xfrm>
            <a:prstGeom prst="line">
              <a:avLst/>
            </a:prstGeom>
            <a:noFill/>
            <a:ln w="28575">
              <a:solidFill>
                <a:schemeClr val="accent2"/>
              </a:solidFill>
              <a:prstDash val="sysDash"/>
              <a:miter lim="800000"/>
              <a:headEnd type="oval"/>
              <a:tailEnd type="arrow"/>
            </a:ln>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99334"/>
                                        </p:tgtEl>
                                        <p:attrNameLst>
                                          <p:attrName>style.visibility</p:attrName>
                                        </p:attrNameLst>
                                      </p:cBhvr>
                                      <p:to>
                                        <p:strVal val="visible"/>
                                      </p:to>
                                    </p:set>
                                    <p:animEffect transition="in" filter="fade">
                                      <p:cBhvr>
                                        <p:cTn id="12" dur="250"/>
                                        <p:tgtEl>
                                          <p:spTgt spid="9933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5"/>
                                        </p:tgtEl>
                                        <p:attrNameLst>
                                          <p:attrName>style.visibility</p:attrName>
                                        </p:attrNameLst>
                                      </p:cBhvr>
                                      <p:to>
                                        <p:strVal val="visible"/>
                                      </p:to>
                                    </p:set>
                                    <p:animEffect transition="in" filter="fade">
                                      <p:cBhvr>
                                        <p:cTn id="17" dur="250"/>
                                        <p:tgtEl>
                                          <p:spTgt spid="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250" fill="hold">
                                          <p:stCondLst>
                                            <p:cond delay="0"/>
                                          </p:stCondLst>
                                        </p:cTn>
                                        <p:tgtEl>
                                          <p:spTgt spid="3"/>
                                        </p:tgtEl>
                                        <p:attrNameLst>
                                          <p:attrName>style.visibility</p:attrName>
                                        </p:attrNameLst>
                                      </p:cBhvr>
                                      <p:to>
                                        <p:strVal val="visible"/>
                                      </p:to>
                                    </p:set>
                                    <p:animEffect transition="in" filter="wipe(left)">
                                      <p:cBhvr>
                                        <p:cTn id="22"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9334" grpId="0" animBg="1"/>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88123" name="对象 88122" title=""/>
          <p:cNvGraphicFramePr>
            <a:graphicFrameLocks noChangeAspect="1"/>
          </p:cNvGraphicFramePr>
          <p:nvPr>
            <p:custDataLst>
              <p:tags r:id="rId24"/>
            </p:custDataLst>
          </p:nvPr>
        </p:nvGraphicFramePr>
        <p:xfrm>
          <a:off x="-984250" y="1304290"/>
          <a:ext cx="12238355" cy="1617980"/>
        </p:xfrm>
        <a:graphic>
          <a:graphicData uri="http://schemas.openxmlformats.org/presentationml/2006/ole">
            <mc:AlternateContent>
              <mc:Choice xmlns:v="urn:schemas-microsoft-com:vml" Requires="v">
                <p:oleObj spid="_x0000_s1058" r:id="rId25" imgW="7934325" imgH="1038225" progId="Word.Document.8">
                  <p:embed/>
                </p:oleObj>
              </mc:Choice>
              <mc:Fallback>
                <p:oleObj r:id="rId25" imgW="7934325" imgH="1038225" progId="Word.Document.8">
                  <p:embed/>
                  <p:pic>
                    <p:nvPicPr>
                      <p:cNvPr id="0" name="OLE substitute image"/>
                      <p:cNvPicPr/>
                      <p:nvPr/>
                    </p:nvPicPr>
                    <p:blipFill>
                      <a:blip r:embed="rId26"/>
                      <a:stretch>
                        <a:fillRect/>
                      </a:stretch>
                    </p:blipFill>
                    <p:spPr>
                      <a:xfrm>
                        <a:off x="-984250" y="1304290"/>
                        <a:ext cx="12238355" cy="1617980"/>
                      </a:xfrm>
                      <a:prstGeom prst="rect">
                        <a:avLst/>
                      </a:prstGeom>
                      <a:noFill/>
                      <a:ln w="38100">
                        <a:noFill/>
                        <a:miter/>
                      </a:ln>
                    </p:spPr>
                  </p:pic>
                </p:oleObj>
              </mc:Fallback>
            </mc:AlternateContent>
          </a:graphicData>
        </a:graphic>
      </p:graphicFrame>
      <p:graphicFrame>
        <p:nvGraphicFramePr>
          <p:cNvPr id="88124" name="对象 88123" title=""/>
          <p:cNvGraphicFramePr>
            <a:graphicFrameLocks noChangeAspect="1"/>
          </p:cNvGraphicFramePr>
          <p:nvPr>
            <p:custDataLst>
              <p:tags r:id="rId27"/>
            </p:custDataLst>
          </p:nvPr>
        </p:nvGraphicFramePr>
        <p:xfrm>
          <a:off x="693420" y="3094038"/>
          <a:ext cx="15024100" cy="2590165"/>
        </p:xfrm>
        <a:graphic>
          <a:graphicData uri="http://schemas.openxmlformats.org/presentationml/2006/ole">
            <mc:AlternateContent>
              <mc:Choice xmlns:v="urn:schemas-microsoft-com:vml" Requires="v">
                <p:oleObj spid="_x0000_s1059" r:id="rId28" imgW="10296525" imgH="1733550" progId="Word.Document.8">
                  <p:embed/>
                </p:oleObj>
              </mc:Choice>
              <mc:Fallback>
                <p:oleObj r:id="rId28" imgW="10296525" imgH="1733550" progId="Word.Document.8">
                  <p:embed/>
                  <p:pic>
                    <p:nvPicPr>
                      <p:cNvPr id="0" name="OLE substitute image"/>
                      <p:cNvPicPr/>
                      <p:nvPr/>
                    </p:nvPicPr>
                    <p:blipFill>
                      <a:blip r:embed="rId29"/>
                      <a:stretch>
                        <a:fillRect/>
                      </a:stretch>
                    </p:blipFill>
                    <p:spPr>
                      <a:xfrm>
                        <a:off x="693420" y="3094038"/>
                        <a:ext cx="15024100" cy="2590165"/>
                      </a:xfrm>
                      <a:prstGeom prst="rect">
                        <a:avLst/>
                      </a:prstGeom>
                      <a:noFill/>
                      <a:ln w="38100">
                        <a:noFill/>
                        <a:miter/>
                      </a:ln>
                    </p:spPr>
                  </p:pic>
                </p:oleObj>
              </mc:Fallback>
            </mc:AlternateContent>
          </a:graphicData>
        </a:graphic>
      </p:graphicFrame>
      <p:graphicFrame>
        <p:nvGraphicFramePr>
          <p:cNvPr id="14" name="对象 13" title=""/>
          <p:cNvGraphicFramePr>
            <a:graphicFrameLocks noChangeAspect="1"/>
          </p:cNvGraphicFramePr>
          <p:nvPr>
            <p:custDataLst>
              <p:tags r:id="rId30"/>
            </p:custDataLst>
          </p:nvPr>
        </p:nvGraphicFramePr>
        <p:xfrm>
          <a:off x="692785" y="5659755"/>
          <a:ext cx="10409555" cy="612140"/>
        </p:xfrm>
        <a:graphic>
          <a:graphicData uri="http://schemas.openxmlformats.org/presentationml/2006/ole">
            <mc:AlternateContent>
              <mc:Choice xmlns:v="urn:schemas-microsoft-com:vml" Requires="v">
                <p:oleObj spid="_x0000_s1060" r:id="rId31" imgW="7191375" imgH="409575" progId="Word.Document.8">
                  <p:embed/>
                </p:oleObj>
              </mc:Choice>
              <mc:Fallback>
                <p:oleObj r:id="rId31" imgW="7191375" imgH="409575" progId="Word.Document.8">
                  <p:embed/>
                  <p:pic>
                    <p:nvPicPr>
                      <p:cNvPr id="0" name="OLE substitute image"/>
                      <p:cNvPicPr/>
                      <p:nvPr/>
                    </p:nvPicPr>
                    <p:blipFill>
                      <a:blip r:embed="rId32"/>
                      <a:stretch>
                        <a:fillRect/>
                      </a:stretch>
                    </p:blipFill>
                    <p:spPr>
                      <a:xfrm>
                        <a:off x="692785" y="5659755"/>
                        <a:ext cx="10409555" cy="61214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88124"/>
                                        </p:tgtEl>
                                        <p:attrNameLst>
                                          <p:attrName>style.visibility</p:attrName>
                                        </p:attrNameLst>
                                      </p:cBhvr>
                                      <p:to>
                                        <p:strVal val="visible"/>
                                      </p:to>
                                    </p:set>
                                    <p:animEffect transition="in" filter="fade">
                                      <p:cBhvr>
                                        <p:cTn id="7" dur="250"/>
                                        <p:tgtEl>
                                          <p:spTgt spid="8812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14"/>
                                        </p:tgtEl>
                                        <p:attrNameLst>
                                          <p:attrName>style.visibility</p:attrName>
                                        </p:attrNameLst>
                                      </p:cBhvr>
                                      <p:to>
                                        <p:strVal val="visible"/>
                                      </p:to>
                                    </p:set>
                                    <p:animEffect transition="in" filter="fade">
                                      <p:cBhvr>
                                        <p:cTn id="1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3"/>
          </p:custDataLst>
        </p:nvPr>
      </p:nvGrpSpPr>
      <p:grpSpPr>
        <a:xfrm>
          <a:off x="0" y="0"/>
          <a:ext cx="0" cy="0"/>
        </a:xfrm>
      </p:grpSpPr>
      <p:grpSp>
        <p:nvGrpSpPr>
          <p:cNvPr id="13" name="组合 12" title=""/>
          <p:cNvGrpSpPr/>
          <p:nvPr>
            <p:custDataLst>
              <p:tags r:id="rId4"/>
            </p:custDataLst>
          </p:nvPr>
        </p:nvGrpSpPr>
        <p:grpSpPr>
          <a:xfrm>
            <a:off x="0" y="0"/>
            <a:ext cx="12192000" cy="6858000"/>
            <a:chExt cx="12192000" cy="6858000"/>
          </a:xfrm>
        </p:grpSpPr>
        <p:pic>
          <p:nvPicPr>
            <p:cNvPr id="12" name="图片 11"/>
            <p:cNvPicPr>
              <a:picLocks noChangeAspect="1"/>
            </p:cNvPicPr>
            <p:nvPr>
              <p:custDataLst>
                <p:tags r:id="rId7"/>
              </p:custDataLst>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8"/>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9"/>
            </p:custDataLst>
          </p:nvPr>
        </p:nvGrpSpPr>
        <p:grpSpPr>
          <a:xfrm>
            <a:off x="577851" y="576471"/>
            <a:ext cx="5197474" cy="521970"/>
            <a:chOff x="330201" y="576471"/>
            <a:chExt cx="5197474" cy="521970"/>
          </a:xfrm>
        </p:grpSpPr>
        <p:sp>
          <p:nvSpPr>
            <p:cNvPr id="44" name="文本框 4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 name="文本框 6" title=""/>
          <p:cNvSpPr txBox="1"/>
          <p:nvPr>
            <p:custDataLst>
              <p:tags r:id="rId25"/>
            </p:custDataLst>
          </p:nvPr>
        </p:nvSpPr>
        <p:spPr>
          <a:xfrm>
            <a:off x="659765" y="1894840"/>
            <a:ext cx="11012170" cy="3357880"/>
          </a:xfrm>
          <a:prstGeom prst="rect">
            <a:avLst/>
          </a:prstGeom>
          <a:noFill/>
        </p:spPr>
        <p:txBody>
          <a:bodyPr wrap="square" rtlCol="0">
            <a:noAutofit/>
          </a:bodyPr>
          <a:lstStyle/>
          <a:p>
            <a:pPr algn="ctr">
              <a:lnSpc>
                <a:spcPct val="150000"/>
              </a:lnSpc>
            </a:pPr>
            <a:endParaRPr lang="zh-CN" altLang="en-US" sz="2800" b="1">
              <a:gradFill>
                <a:gsLst>
                  <a:gs pos="0">
                    <a:srgbClr val="4175FC"/>
                  </a:gs>
                  <a:gs pos="100000">
                    <a:schemeClr val="accent2"/>
                  </a:gs>
                </a:gsLst>
                <a:lin ang="18120000" scaled="0"/>
              </a:gradFill>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(1)对于元素个数有限的集合，</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逐个挑出</a:t>
            </a:r>
            <a:r>
              <a:rPr sz="2400" b="1">
                <a:latin typeface="Times New Roman" panose="02020603050405020304" pitchFamily="18" charset="0"/>
                <a:ea typeface="黑体" panose="02010609060101010101" charset="-122"/>
                <a:cs typeface="Times New Roman" panose="02020603050405020304" pitchFamily="18" charset="0"/>
              </a:rPr>
              <a:t>两个集合的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公共元素</a:t>
            </a:r>
            <a:r>
              <a:rPr sz="2400" b="1">
                <a:latin typeface="Times New Roman" panose="02020603050405020304" pitchFamily="18" charset="0"/>
                <a:ea typeface="黑体" panose="02010609060101010101" charset="-122"/>
                <a:cs typeface="Times New Roman" panose="02020603050405020304" pitchFamily="18" charset="0"/>
              </a:rPr>
              <a:t>即可.</a:t>
            </a:r>
            <a:endParaRPr sz="2400" b="1">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(2)对于元素个数无限的集合，一般</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借助数轴求交集</a:t>
            </a:r>
            <a:r>
              <a:rPr sz="2400" b="1">
                <a:latin typeface="Times New Roman" panose="02020603050405020304" pitchFamily="18" charset="0"/>
                <a:ea typeface="黑体" panose="02010609060101010101" charset="-122"/>
                <a:cs typeface="Times New Roman" panose="02020603050405020304" pitchFamily="18" charset="0"/>
              </a:rPr>
              <a:t>，两个集合的交集等于两个集合在数轴上的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相应图形所覆盖的公共范围</a:t>
            </a:r>
            <a:r>
              <a:rPr sz="2400" b="1">
                <a:latin typeface="Times New Roman" panose="02020603050405020304" pitchFamily="18" charset="0"/>
                <a:ea typeface="黑体" panose="02010609060101010101" charset="-122"/>
                <a:cs typeface="Times New Roman" panose="02020603050405020304" pitchFamily="18" charset="0"/>
              </a:rPr>
              <a:t>，要</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注意端点值的取舍</a:t>
            </a:r>
            <a:r>
              <a:rPr sz="2400" b="1">
                <a:latin typeface="Times New Roman" panose="02020603050405020304" pitchFamily="18" charset="0"/>
                <a:ea typeface="黑体" panose="02010609060101010101" charset="-122"/>
                <a:cs typeface="Times New Roman" panose="02020603050405020304" pitchFamily="18" charset="0"/>
              </a:rPr>
              <a:t>．</a:t>
            </a:r>
            <a:endParaRPr sz="2400" b="1">
              <a:latin typeface="Times New Roman" panose="02020603050405020304" pitchFamily="18" charset="0"/>
              <a:ea typeface="黑体" panose="02010609060101010101" charset="-122"/>
              <a:cs typeface="Times New Roman" panose="02020603050405020304" pitchFamily="18" charset="0"/>
            </a:endParaRPr>
          </a:p>
        </p:txBody>
      </p:sp>
      <p:sp>
        <p:nvSpPr>
          <p:cNvPr id="4" name="圆角矩形 3" title=""/>
          <p:cNvSpPr/>
          <p:nvPr>
            <p:custDataLst>
              <p:tags r:id="rId26"/>
            </p:custDataLst>
          </p:nvPr>
        </p:nvSpPr>
        <p:spPr>
          <a:xfrm>
            <a:off x="3708400" y="1852930"/>
            <a:ext cx="4914265" cy="666115"/>
          </a:xfrm>
          <a:prstGeom prst="roundRect">
            <a:avLst>
              <a:gd name="adj" fmla="val 50000"/>
            </a:avLst>
          </a:prstGeom>
          <a:gradFill>
            <a:gsLst>
              <a:gs pos="0">
                <a:srgbClr val="4076FD">
                  <a:alpha val="100000"/>
                </a:srgbClr>
              </a:gs>
              <a:gs pos="100000">
                <a:srgbClr val="ED9468">
                  <a:alpha val="100000"/>
                </a:srgbClr>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求两个集合的交集的方法</a:t>
            </a:r>
            <a:endPar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学习新知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1"/>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2"/>
              </p:custDataLst>
            </p:nvPr>
          </p:nvGrpSpPr>
          <p:grpSpPr>
            <a:xfrm>
              <a:off x="8452757" y="5040086"/>
              <a:ext cx="134692" cy="1161142"/>
              <a:chOff x="8490857" y="4963886"/>
              <a:chExt cx="134692" cy="1161142"/>
            </a:xfrm>
            <a:grpFill/>
          </p:grpSpPr>
          <p:sp>
            <p:nvSpPr>
              <p:cNvPr id="55" name="等腰三角形 5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8"/>
              </p:custDataLst>
            </p:nvPr>
          </p:nvGrpSpPr>
          <p:grpSpPr>
            <a:xfrm>
              <a:off x="8290832" y="4887686"/>
              <a:ext cx="134692" cy="1161142"/>
              <a:chOff x="8490857" y="4963886"/>
              <a:chExt cx="134692" cy="1161142"/>
            </a:xfrm>
            <a:grpFill/>
          </p:grpSpPr>
          <p:sp>
            <p:nvSpPr>
              <p:cNvPr id="61" name="等腰三角形 6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6386" name="Text Box 4" title=""/>
          <p:cNvSpPr/>
          <p:nvPr>
            <p:custDataLst>
              <p:tags r:id="rId24"/>
            </p:custDataLst>
          </p:nvPr>
        </p:nvSpPr>
        <p:spPr>
          <a:xfrm>
            <a:off x="638175" y="1150620"/>
            <a:ext cx="10518140" cy="1050290"/>
          </a:xfrm>
          <a:prstGeom prst="rect">
            <a:avLst/>
          </a:prstGeom>
          <a:noFill/>
          <a:ln w="9525">
            <a:noFill/>
          </a:ln>
        </p:spPr>
        <p:txBody>
          <a:bodyPr wrap="square">
            <a:spAutoFit/>
          </a:bodyPr>
          <a:lstStyle>
            <a:lvl1pPr marL="342900" indent="-342900" algn="l" defTabSz="914400" rtl="0" eaLnBrk="0" fontAlgn="base" hangingPunct="0">
              <a:lnSpc>
                <a:spcPct val="100000"/>
              </a:lnSpc>
              <a:spcBef>
                <a:spcPct val="20000"/>
              </a:spcBef>
              <a:spcAft>
                <a:spcPct val="0"/>
              </a:spcAft>
              <a:buClrTx/>
              <a:buSzTx/>
              <a:buFontTx/>
              <a:buChar char="•"/>
              <a:defRPr kumimoji="0" sz="3200" b="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Tx/>
              <a:buChar char="•"/>
              <a:defRPr kumimoji="0" sz="2400" b="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Tx/>
              <a:buChar char="»"/>
              <a:defRPr kumimoji="0" sz="2000" b="0" u="none" kern="1200" baseline="0">
                <a:solidFill>
                  <a:schemeClr val="tx1"/>
                </a:solidFill>
                <a:effectLst/>
                <a:latin typeface="+mn-lt"/>
                <a:ea typeface="+mn-ea"/>
                <a:cs typeface="+mn-cs"/>
              </a:defRPr>
            </a:lvl5pPr>
          </a:lstStyle>
          <a:p>
            <a:pPr marL="0" lvl="0" indent="0" algn="just" eaLnBrk="1" hangingPunct="1">
              <a:lnSpc>
                <a:spcPct val="130000"/>
              </a:lnSpc>
              <a:spcBef>
                <a:spcPct val="0"/>
              </a:spcBef>
              <a:spcAft>
                <a:spcPct val="0"/>
              </a:spcAft>
              <a:buNone/>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【例</a:t>
            </a:r>
            <a:r>
              <a:rPr 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rPr>
              <a:t> 4</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 </a:t>
            </a:r>
            <a:r>
              <a:rPr sz="2400">
                <a:latin typeface="Times New Roman" panose="02020603050405020304" pitchFamily="18" charset="0"/>
                <a:ea typeface="黑体" panose="02010609060101010101" charset="-122"/>
                <a:cs typeface="Times New Roman" panose="02020603050405020304" pitchFamily="18" charset="0"/>
              </a:rPr>
              <a:t>设平面内直线</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ea typeface="黑体" panose="02010609060101010101" charset="-122"/>
                <a:cs typeface="Times New Roman" panose="02020603050405020304" pitchFamily="18" charset="0"/>
              </a:rPr>
              <a:t>上的点的集合为</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ea typeface="黑体" panose="02010609060101010101" charset="-122"/>
                <a:cs typeface="Times New Roman" panose="02020603050405020304" pitchFamily="18" charset="0"/>
              </a:rPr>
              <a:t>,直线</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rPr>
              <a:t>上的点的集合为</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rPr>
              <a:t>,试用集合的运算表示</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1</a:t>
            </a:r>
            <a:r>
              <a:rPr lang="zh-CN" altLang="en-US" sz="2400" b="1">
                <a:solidFill>
                  <a:schemeClr val="accent2"/>
                </a:solidFill>
                <a:latin typeface="Times New Roman" panose="02020603050405020304" pitchFamily="18" charset="0"/>
                <a:cs typeface="Times New Roman" panose="02020603050405020304" pitchFamily="18" charset="0"/>
                <a:sym typeface="+mn-ea"/>
              </a:rPr>
              <a:t>,</a:t>
            </a:r>
            <a:r>
              <a:rPr lang="zh-CN" altLang="en-US" sz="2400" b="1" i="1">
                <a:solidFill>
                  <a:schemeClr val="accent2"/>
                </a:solidFill>
                <a:latin typeface="Times New Roman" panose="02020603050405020304" pitchFamily="18" charset="0"/>
                <a:cs typeface="Times New Roman" panose="02020603050405020304" pitchFamily="18" charset="0"/>
                <a:sym typeface="+mn-ea"/>
              </a:rPr>
              <a:t>l</a:t>
            </a:r>
            <a:r>
              <a:rPr lang="zh-CN" altLang="en-US" sz="2400" b="1" baseline="-25000">
                <a:solidFill>
                  <a:schemeClr val="accent2"/>
                </a:solidFill>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rPr>
              <a:t>的位置关系。</a:t>
            </a:r>
            <a:endParaRPr sz="2400">
              <a:latin typeface="Times New Roman" panose="02020603050405020304" pitchFamily="18" charset="0"/>
              <a:ea typeface="黑体" panose="02010609060101010101" charset="-122"/>
              <a:cs typeface="Times New Roman" panose="02020603050405020304" pitchFamily="18" charset="0"/>
            </a:endParaRPr>
          </a:p>
        </p:txBody>
      </p:sp>
      <p:grpSp>
        <p:nvGrpSpPr>
          <p:cNvPr id="2" name="组合 1" title=""/>
          <p:cNvGrpSpPr/>
          <p:nvPr>
            <p:custDataLst>
              <p:tags r:id="rId25"/>
            </p:custDataLst>
          </p:nvPr>
        </p:nvGrpSpPr>
        <p:grpSpPr>
          <a:xfrm>
            <a:off x="577850" y="4398010"/>
            <a:ext cx="11094720" cy="1936750"/>
            <a:chOff x="910" y="6926"/>
            <a:chExt cx="17472" cy="3050"/>
          </a:xfrm>
        </p:grpSpPr>
        <p:sp>
          <p:nvSpPr>
            <p:cNvPr id="4" name="文本框 3"/>
            <p:cNvSpPr txBox="1"/>
            <p:nvPr>
              <p:custDataLst>
                <p:tags r:id="rId26"/>
              </p:custDataLst>
            </p:nvPr>
          </p:nvSpPr>
          <p:spPr>
            <a:xfrm>
              <a:off x="910" y="6926"/>
              <a:ext cx="17472" cy="3051"/>
            </a:xfrm>
            <a:prstGeom prst="rect">
              <a:avLst/>
            </a:prstGeom>
            <a:noFill/>
            <a:ln w="28575">
              <a:noFill/>
            </a:ln>
          </p:spPr>
          <p:txBody>
            <a:bodyPr wrap="square" rtlCol="0" anchor="t">
              <a:spAutoFit/>
            </a:bodyPr>
            <a:lstStyle/>
            <a:p>
              <a:pPr algn="l" fontAlgn="auto">
                <a:lnSpc>
                  <a:spcPct val="120000"/>
                </a:lnSpc>
              </a:pPr>
              <a:r>
                <a:rPr lang="en-US" sz="2800" b="1">
                  <a:solidFill>
                    <a:schemeClr val="accent2"/>
                  </a:solidFill>
                  <a:latin typeface="Times New Roman" panose="02020603050405020304" pitchFamily="18" charset="0"/>
                  <a:ea typeface="楷体" panose="02010609060101010101" charset="-122"/>
                  <a:cs typeface="Times New Roman" panose="02020603050405020304" pitchFamily="18" charset="0"/>
                </a:rPr>
                <a:t> </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【解析】</a:t>
              </a:r>
              <a:endParaRPr sz="2400" b="1">
                <a:solidFill>
                  <a:schemeClr val="accent2"/>
                </a:solidFill>
                <a:latin typeface="Times New Roman" panose="02020603050405020304" pitchFamily="18" charset="0"/>
                <a:ea typeface="黑体" panose="02010609060101010101" charset="-122"/>
                <a:cs typeface="Times New Roman" panose="02020603050405020304" pitchFamily="18" charset="0"/>
              </a:endParaRPr>
            </a:p>
            <a:p>
              <a:pPr algn="l" fontAlgn="auto">
                <a:lnSpc>
                  <a:spcPct val="120000"/>
                </a:lnSpc>
              </a:pPr>
              <a:r>
                <a:rPr sz="2400">
                  <a:latin typeface="Times New Roman" panose="02020603050405020304" pitchFamily="18" charset="0"/>
                  <a:ea typeface="黑体" panose="02010609060101010101" charset="-122"/>
                  <a:cs typeface="Times New Roman" panose="02020603050405020304" pitchFamily="18" charset="0"/>
                </a:rPr>
                <a:t>（1）</a:t>
              </a:r>
              <a:r>
                <a:rPr sz="2400">
                  <a:latin typeface="黑体" panose="02010609060101010101" charset="-122"/>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楷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楷体" panose="02010609060101010101" charset="-122"/>
                  <a:cs typeface="Times New Roman" panose="02020603050405020304" pitchFamily="18" charset="0"/>
                  <a:sym typeface="+mn-ea"/>
                </a:rPr>
                <a:t>1</a:t>
              </a:r>
              <a:r>
                <a:rPr lang="zh-CN" sz="2400">
                  <a:latin typeface="黑体" panose="02010609060101010101" charset="-122"/>
                  <a:ea typeface="黑体" panose="02010609060101010101" charset="-122"/>
                  <a:cs typeface="Times New Roman" panose="02020603050405020304" pitchFamily="18" charset="0"/>
                  <a:sym typeface="+mn-ea"/>
                </a:rPr>
                <a:t>与</a:t>
              </a:r>
              <a:r>
                <a:rPr sz="2400">
                  <a:latin typeface="黑体" panose="02010609060101010101" charset="-122"/>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楷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楷体" panose="02010609060101010101" charset="-122"/>
                  <a:cs typeface="Times New Roman" panose="02020603050405020304" pitchFamily="18" charset="0"/>
                  <a:sym typeface="+mn-ea"/>
                </a:rPr>
                <a:t>2</a:t>
              </a:r>
              <a:r>
                <a:rPr lang="zh-CN" sz="2400">
                  <a:latin typeface="黑体" panose="02010609060101010101" charset="-122"/>
                  <a:ea typeface="黑体" panose="02010609060101010101" charset="-122"/>
                  <a:cs typeface="Times New Roman" panose="02020603050405020304" pitchFamily="18" charset="0"/>
                  <a:sym typeface="+mn-ea"/>
                </a:rPr>
                <a:t>相交于一点</a:t>
              </a:r>
              <a:r>
                <a:rPr lang="en-US" altLang="zh-CN" sz="2400" i="1">
                  <a:latin typeface="Times New Roman" panose="02020603050405020304" pitchFamily="18" charset="0"/>
                  <a:ea typeface="楷体" panose="02010609060101010101" charset="-122"/>
                  <a:cs typeface="Times New Roman" panose="02020603050405020304" pitchFamily="18" charset="0"/>
                  <a:sym typeface="+mn-ea"/>
                </a:rPr>
                <a:t>P</a:t>
              </a:r>
              <a:r>
                <a:rPr lang="zh-CN" altLang="en-US" sz="2400">
                  <a:latin typeface="黑体" panose="02010609060101010101" charset="-122"/>
                  <a:ea typeface="黑体" panose="02010609060101010101" charset="-122"/>
                  <a:cs typeface="Times New Roman" panose="02020603050405020304" pitchFamily="18" charset="0"/>
                  <a:sym typeface="+mn-ea"/>
                </a:rPr>
                <a:t>可表示为：</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sz="2400">
                  <a:latin typeface="Times New Roman" panose="02020603050405020304" pitchFamily="18" charset="0"/>
                  <a:ea typeface="微软雅黑" panose="020b0503020204020204"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sz="2400">
                  <a:latin typeface="Times New Roman" panose="02020603050405020304" pitchFamily="18" charset="0"/>
                  <a:ea typeface="楷体" panose="02010609060101010101" charset="-122"/>
                  <a:cs typeface="Times New Roman" panose="02020603050405020304" pitchFamily="18" charset="0"/>
                  <a:sym typeface="+mn-ea"/>
                </a:rPr>
                <a:t>=</a:t>
              </a:r>
              <a:r>
                <a:rPr lang="en-US" sz="240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2400" i="1">
                  <a:latin typeface="Times New Roman" panose="02020603050405020304" pitchFamily="18" charset="0"/>
                  <a:ea typeface="楷体" panose="02010609060101010101" charset="-122"/>
                  <a:cs typeface="Times New Roman" panose="02020603050405020304" pitchFamily="18" charset="0"/>
                  <a:sym typeface="+mn-ea"/>
                </a:rPr>
                <a:t>P</a:t>
              </a:r>
              <a:r>
                <a:rPr lang="en-US" altLang="zh-CN" sz="240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楷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楷体" panose="02010609060101010101" charset="-122"/>
                <a:cs typeface="Times New Roman" panose="02020603050405020304" pitchFamily="18" charset="0"/>
                <a:sym typeface="+mn-ea"/>
              </a:endParaRPr>
            </a:p>
            <a:p>
              <a:pPr algn="l" fontAlgn="auto">
                <a:lnSpc>
                  <a:spcPct val="120000"/>
                </a:lnSpc>
              </a:pPr>
              <a:r>
                <a:rPr lang="zh-CN" altLang="en-US" sz="2400">
                  <a:latin typeface="Times New Roman" panose="02020603050405020304" pitchFamily="18" charset="0"/>
                  <a:ea typeface="黑体" panose="02010609060101010101" charset="-122"/>
                  <a:cs typeface="Times New Roman" panose="02020603050405020304" pitchFamily="18" charset="0"/>
                </a:rPr>
                <a:t>（</a:t>
              </a:r>
              <a:r>
                <a:rPr lang="en-US" altLang="zh-CN" sz="2400">
                  <a:latin typeface="Times New Roman" panose="02020603050405020304" pitchFamily="18" charset="0"/>
                  <a:ea typeface="黑体" panose="02010609060101010101" charset="-122"/>
                  <a:cs typeface="Times New Roman" panose="02020603050405020304" pitchFamily="18" charset="0"/>
                </a:rPr>
                <a:t>2</a:t>
              </a:r>
              <a:r>
                <a:rPr lang="zh-CN" altLang="en-US" sz="2400">
                  <a:latin typeface="Times New Roman" panose="02020603050405020304" pitchFamily="18" charset="0"/>
                  <a:ea typeface="黑体" panose="02010609060101010101" charset="-122"/>
                  <a:cs typeface="Times New Roman" panose="02020603050405020304" pitchFamily="18" charset="0"/>
                </a:rPr>
                <a:t>）</a:t>
              </a:r>
              <a:r>
                <a:rPr sz="2400">
                  <a:latin typeface="Times New Roman" panose="02020603050405020304" pitchFamily="18" charset="0"/>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lang="zh-CN" sz="2400">
                  <a:latin typeface="Times New Roman" panose="02020603050405020304" pitchFamily="18" charset="0"/>
                  <a:ea typeface="黑体" panose="02010609060101010101" charset="-122"/>
                  <a:cs typeface="Times New Roman" panose="02020603050405020304" pitchFamily="18" charset="0"/>
                  <a:sym typeface="+mn-ea"/>
                </a:rPr>
                <a:t>与</a:t>
              </a:r>
              <a:r>
                <a:rPr sz="2400">
                  <a:latin typeface="Times New Roman" panose="02020603050405020304" pitchFamily="18" charset="0"/>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lang="zh-CN" sz="2400">
                  <a:latin typeface="Times New Roman" panose="02020603050405020304" pitchFamily="18" charset="0"/>
                  <a:ea typeface="黑体" panose="02010609060101010101" charset="-122"/>
                  <a:cs typeface="Times New Roman" panose="02020603050405020304" pitchFamily="18" charset="0"/>
                  <a:sym typeface="+mn-ea"/>
                </a:rPr>
                <a:t>平行可</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表示为：</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sym typeface="+mn-ea"/>
                </a:rPr>
                <a:t>=</a:t>
              </a:r>
              <a:r>
                <a:rPr 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fontAlgn="auto">
                <a:lnSpc>
                  <a:spcPct val="120000"/>
                </a:lnSpc>
              </a:pPr>
              <a:r>
                <a:rPr lang="zh-CN" altLang="en-US" sz="2400">
                  <a:latin typeface="Times New Roman" panose="02020603050405020304" pitchFamily="18" charset="0"/>
                  <a:ea typeface="黑体" panose="02010609060101010101" charset="-122"/>
                  <a:cs typeface="Times New Roman" panose="02020603050405020304" pitchFamily="18" charset="0"/>
                </a:rPr>
                <a:t>（</a:t>
              </a:r>
              <a:r>
                <a:rPr lang="en-US" altLang="zh-CN" sz="2400">
                  <a:latin typeface="Times New Roman" panose="02020603050405020304" pitchFamily="18" charset="0"/>
                  <a:ea typeface="黑体" panose="02010609060101010101" charset="-122"/>
                  <a:cs typeface="Times New Roman" panose="02020603050405020304" pitchFamily="18" charset="0"/>
                </a:rPr>
                <a:t>3</a:t>
              </a:r>
              <a:r>
                <a:rPr lang="zh-CN" altLang="en-US" sz="2400">
                  <a:latin typeface="Times New Roman" panose="02020603050405020304" pitchFamily="18" charset="0"/>
                  <a:ea typeface="黑体" panose="02010609060101010101" charset="-122"/>
                  <a:cs typeface="Times New Roman" panose="02020603050405020304" pitchFamily="18" charset="0"/>
                </a:rPr>
                <a:t>）</a:t>
              </a:r>
              <a:r>
                <a:rPr sz="2400">
                  <a:latin typeface="Times New Roman" panose="02020603050405020304" pitchFamily="18" charset="0"/>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lang="zh-CN" sz="2400">
                  <a:latin typeface="Times New Roman" panose="02020603050405020304" pitchFamily="18" charset="0"/>
                  <a:ea typeface="黑体" panose="02010609060101010101" charset="-122"/>
                  <a:cs typeface="Times New Roman" panose="02020603050405020304" pitchFamily="18" charset="0"/>
                  <a:sym typeface="+mn-ea"/>
                </a:rPr>
                <a:t>与</a:t>
              </a:r>
              <a:r>
                <a:rPr sz="2400">
                  <a:latin typeface="Times New Roman" panose="02020603050405020304" pitchFamily="18" charset="0"/>
                  <a:ea typeface="黑体" panose="02010609060101010101" charset="-122"/>
                  <a:cs typeface="Times New Roman" panose="02020603050405020304" pitchFamily="18" charset="0"/>
                  <a:sym typeface="+mn-ea"/>
                </a:rPr>
                <a:t>直线</a:t>
              </a:r>
              <a:r>
                <a:rPr lang="en-US"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lang="zh-CN" sz="2400">
                  <a:latin typeface="Times New Roman" panose="02020603050405020304" pitchFamily="18" charset="0"/>
                  <a:ea typeface="黑体" panose="02010609060101010101" charset="-122"/>
                  <a:cs typeface="Times New Roman" panose="02020603050405020304" pitchFamily="18" charset="0"/>
                  <a:sym typeface="+mn-ea"/>
                </a:rPr>
                <a:t>重合可</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表示为：</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1</a:t>
              </a:r>
              <a:r>
                <a:rPr sz="2400">
                  <a:latin typeface="Times New Roman" panose="02020603050405020304" pitchFamily="18" charset="0"/>
                  <a:ea typeface="黑体" panose="02010609060101010101" charset="-122"/>
                  <a:cs typeface="Times New Roman" panose="02020603050405020304" pitchFamily="18" charset="0"/>
                  <a:sym typeface="+mn-ea"/>
                </a:rPr>
                <a:t>=</a:t>
              </a:r>
              <a:r>
                <a:rPr sz="2400" i="1">
                  <a:latin typeface="Times New Roman" panose="02020603050405020304" pitchFamily="18" charset="0"/>
                  <a:ea typeface="黑体" panose="02010609060101010101" charset="-122"/>
                  <a:cs typeface="Times New Roman" panose="02020603050405020304" pitchFamily="18" charset="0"/>
                  <a:sym typeface="+mn-ea"/>
                </a:rPr>
                <a:t>L</a:t>
              </a:r>
              <a:r>
                <a:rPr lang="en-US" sz="2400" baseline="-250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endParaRPr>
            </a:p>
          </p:txBody>
        </p:sp>
        <p:graphicFrame>
          <p:nvGraphicFramePr>
            <p:cNvPr id="22" name="Object 13"/>
            <p:cNvGraphicFramePr>
              <a:graphicFrameLocks noChangeAspect="1"/>
            </p:cNvGraphicFramePr>
            <p:nvPr>
              <p:custDataLst>
                <p:tags r:id="rId27"/>
              </p:custDataLst>
            </p:nvPr>
          </p:nvGraphicFramePr>
          <p:xfrm>
            <a:off x="10136" y="8622"/>
            <a:ext cx="638" cy="624"/>
          </p:xfrm>
          <a:graphic>
            <a:graphicData uri="http://schemas.openxmlformats.org/presentationml/2006/ole">
              <mc:AlternateContent>
                <mc:Choice xmlns:v="urn:schemas-microsoft-com:vml" Requires="v">
                  <p:oleObj spid="_x0000_s1061" r:id="rId28" imgW="165100" imgH="165100" progId="Equation.DSMT4">
                    <p:embed/>
                  </p:oleObj>
                </mc:Choice>
                <mc:Fallback>
                  <p:oleObj r:id="rId28" imgW="165100" imgH="165100" progId="Equation.DSMT4">
                    <p:embed/>
                    <p:pic>
                      <p:nvPicPr>
                        <p:cNvPr id="0" name="OLE substitute image"/>
                        <p:cNvPicPr/>
                        <p:nvPr/>
                      </p:nvPicPr>
                      <p:blipFill>
                        <a:blip r:embed="rId29"/>
                        <a:stretch>
                          <a:fillRect/>
                        </a:stretch>
                      </p:blipFill>
                      <p:spPr>
                        <a:xfrm>
                          <a:off x="10136" y="8622"/>
                          <a:ext cx="638" cy="624"/>
                        </a:xfrm>
                        <a:prstGeom prst="rect">
                          <a:avLst/>
                        </a:prstGeom>
                        <a:noFill/>
                        <a:ln w="38100">
                          <a:noFill/>
                          <a:miter/>
                        </a:ln>
                      </p:spPr>
                    </p:pic>
                  </p:oleObj>
                </mc:Fallback>
              </mc:AlternateContent>
            </a:graphicData>
          </a:graphic>
        </p:graphicFrame>
      </p:grpSp>
      <p:pic>
        <p:nvPicPr>
          <p:cNvPr id="106511" name="图片 40" title=""/>
          <p:cNvPicPr>
            <a:picLocks noChangeAspect="1"/>
          </p:cNvPicPr>
          <p:nvPr>
            <p:custDataLst>
              <p:tags r:id="rId31"/>
            </p:custDataLst>
          </p:nvPr>
        </p:nvPicPr>
        <p:blipFill>
          <a:blip r:embed="rId30"/>
          <a:srcRect l="14585"/>
          <a:stretch>
            <a:fillRect/>
          </a:stretch>
        </p:blipFill>
        <p:spPr>
          <a:xfrm>
            <a:off x="5354320" y="2427605"/>
            <a:ext cx="1788795" cy="1149350"/>
          </a:xfrm>
          <a:prstGeom prst="rect">
            <a:avLst/>
          </a:prstGeom>
          <a:noFill/>
          <a:ln>
            <a:noFill/>
            <a:miter lim="800000"/>
          </a:ln>
        </p:spPr>
      </p:pic>
      <p:grpSp>
        <p:nvGrpSpPr>
          <p:cNvPr id="6" name="组合 5" title=""/>
          <p:cNvGrpSpPr/>
          <p:nvPr>
            <p:custDataLst>
              <p:tags r:id="rId32"/>
            </p:custDataLst>
          </p:nvPr>
        </p:nvGrpSpPr>
        <p:grpSpPr>
          <a:xfrm>
            <a:off x="8116541" y="2662979"/>
            <a:ext cx="2407949" cy="570962"/>
            <a:chOff x="15359" y="3453"/>
            <a:chExt cx="4165" cy="1328"/>
          </a:xfrm>
        </p:grpSpPr>
        <p:cxnSp>
          <p:nvCxnSpPr>
            <p:cNvPr id="106504" name="直接连接符 10"/>
            <p:cNvCxnSpPr/>
            <p:nvPr>
              <p:custDataLst>
                <p:tags r:id="rId33"/>
              </p:custDataLst>
            </p:nvPr>
          </p:nvCxnSpPr>
          <p:spPr>
            <a:xfrm>
              <a:off x="15359" y="4234"/>
              <a:ext cx="2508" cy="0"/>
            </a:xfrm>
            <a:prstGeom prst="line">
              <a:avLst/>
            </a:prstGeom>
            <a:noFill/>
            <a:ln w="31750">
              <a:solidFill>
                <a:srgbClr val="303030"/>
              </a:solidFill>
              <a:miter lim="800000"/>
            </a:ln>
          </p:spPr>
        </p:cxnSp>
        <p:sp>
          <p:nvSpPr>
            <p:cNvPr id="106505" name="文本框 18"/>
            <p:cNvSpPr/>
            <p:nvPr>
              <p:custDataLst>
                <p:tags r:id="rId34"/>
              </p:custDataLst>
            </p:nvPr>
          </p:nvSpPr>
          <p:spPr>
            <a:xfrm>
              <a:off x="17989" y="3453"/>
              <a:ext cx="1535" cy="1328"/>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303030"/>
                  </a:solidFill>
                  <a:latin typeface="Times New Roman" panose="02020603050405020304" pitchFamily="18" charset="0"/>
                  <a:sym typeface="黑体" panose="02010609060101010101" charset="-122"/>
                </a:rPr>
                <a:t>l</a:t>
              </a:r>
              <a:r>
                <a:rPr lang="en-US" altLang="en-US" sz="2400" b="1" baseline="-25000">
                  <a:solidFill>
                    <a:srgbClr val="303030"/>
                  </a:solidFill>
                  <a:latin typeface="黑体" panose="02010609060101010101" charset="-122"/>
                  <a:sym typeface="黑体" panose="02010609060101010101" charset="-122"/>
                </a:rPr>
                <a:t>1</a:t>
              </a:r>
              <a:r>
                <a:rPr lang="en-US" altLang="en-US" sz="2400" b="1">
                  <a:solidFill>
                    <a:srgbClr val="303030"/>
                  </a:solidFill>
                  <a:latin typeface="黑体" panose="02010609060101010101" charset="-122"/>
                  <a:sym typeface="黑体" panose="02010609060101010101" charset="-122"/>
                </a:rPr>
                <a:t>(</a:t>
              </a:r>
              <a:r>
                <a:rPr lang="zh-CN" altLang="en-US" sz="2400" b="1" i="1">
                  <a:solidFill>
                    <a:srgbClr val="303030"/>
                  </a:solidFill>
                  <a:latin typeface="Times New Roman" panose="02020603050405020304" pitchFamily="18" charset="0"/>
                  <a:sym typeface="黑体" panose="02010609060101010101" charset="-122"/>
                </a:rPr>
                <a:t>l</a:t>
              </a:r>
              <a:r>
                <a:rPr lang="en-US" altLang="en-US" sz="2400" b="1" baseline="-25000">
                  <a:solidFill>
                    <a:srgbClr val="303030"/>
                  </a:solidFill>
                  <a:latin typeface="黑体" panose="02010609060101010101" charset="-122"/>
                  <a:sym typeface="黑体" panose="02010609060101010101" charset="-122"/>
                </a:rPr>
                <a:t>2</a:t>
              </a:r>
              <a:r>
                <a:rPr lang="en-US" altLang="en-US" sz="2400" b="1">
                  <a:solidFill>
                    <a:srgbClr val="303030"/>
                  </a:solidFill>
                  <a:latin typeface="黑体" panose="02010609060101010101" charset="-122"/>
                  <a:sym typeface="黑体" panose="02010609060101010101" charset="-122"/>
                </a:rPr>
                <a:t>)</a:t>
              </a:r>
              <a:endParaRPr lang="en-US" altLang="en-US" sz="2400" b="1">
                <a:solidFill>
                  <a:srgbClr val="303030"/>
                </a:solidFill>
                <a:latin typeface="黑体" panose="02010609060101010101" charset="-122"/>
                <a:sym typeface="黑体" panose="02010609060101010101" charset="-122"/>
              </a:endParaRPr>
            </a:p>
          </p:txBody>
        </p:sp>
      </p:grpSp>
      <p:grpSp>
        <p:nvGrpSpPr>
          <p:cNvPr id="10" name="组合 9" title=""/>
          <p:cNvGrpSpPr/>
          <p:nvPr>
            <p:custDataLst>
              <p:tags r:id="rId35"/>
            </p:custDataLst>
          </p:nvPr>
        </p:nvGrpSpPr>
        <p:grpSpPr>
          <a:xfrm>
            <a:off x="2589530" y="2340610"/>
            <a:ext cx="1930400" cy="1263650"/>
            <a:chOff x="4078" y="3950"/>
            <a:chExt cx="3040" cy="1990"/>
          </a:xfrm>
        </p:grpSpPr>
        <p:pic>
          <p:nvPicPr>
            <p:cNvPr id="106510" name="图片 39"/>
            <p:cNvPicPr>
              <a:picLocks noChangeAspect="1"/>
            </p:cNvPicPr>
            <p:nvPr>
              <p:custDataLst>
                <p:tags r:id="rId37"/>
              </p:custDataLst>
            </p:nvPr>
          </p:nvPicPr>
          <p:blipFill>
            <a:blip r:embed="rId36"/>
            <a:srcRect t="21866" b="21835"/>
            <a:stretch>
              <a:fillRect/>
            </a:stretch>
          </p:blipFill>
          <p:spPr>
            <a:xfrm>
              <a:off x="4078" y="4109"/>
              <a:ext cx="2582" cy="1810"/>
            </a:xfrm>
            <a:prstGeom prst="rect">
              <a:avLst/>
            </a:prstGeom>
            <a:noFill/>
            <a:ln>
              <a:noFill/>
              <a:miter lim="800000"/>
            </a:ln>
          </p:spPr>
        </p:pic>
        <p:sp>
          <p:nvSpPr>
            <p:cNvPr id="7" name="文本框 18"/>
            <p:cNvSpPr/>
            <p:nvPr>
              <p:custDataLst>
                <p:tags r:id="rId38"/>
              </p:custDataLst>
            </p:nvPr>
          </p:nvSpPr>
          <p:spPr>
            <a:xfrm>
              <a:off x="6168" y="3950"/>
              <a:ext cx="951" cy="899"/>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303030"/>
                  </a:solidFill>
                  <a:latin typeface="Times New Roman" panose="02020603050405020304" pitchFamily="18" charset="0"/>
                  <a:sym typeface="黑体" panose="02010609060101010101" charset="-122"/>
                </a:rPr>
                <a:t>l</a:t>
              </a:r>
              <a:r>
                <a:rPr lang="en-US" altLang="en-US" sz="2400" b="1" baseline="-25000">
                  <a:solidFill>
                    <a:srgbClr val="303030"/>
                  </a:solidFill>
                  <a:latin typeface="黑体" panose="02010609060101010101" charset="-122"/>
                  <a:sym typeface="黑体" panose="02010609060101010101" charset="-122"/>
                </a:rPr>
                <a:t>1</a:t>
              </a:r>
              <a:endParaRPr lang="en-US" altLang="en-US" sz="2400" b="1">
                <a:solidFill>
                  <a:srgbClr val="303030"/>
                </a:solidFill>
                <a:latin typeface="黑体" panose="02010609060101010101" charset="-122"/>
                <a:sym typeface="黑体" panose="02010609060101010101" charset="-122"/>
              </a:endParaRPr>
            </a:p>
          </p:txBody>
        </p:sp>
        <p:sp>
          <p:nvSpPr>
            <p:cNvPr id="8" name="文本框 18"/>
            <p:cNvSpPr/>
            <p:nvPr>
              <p:custDataLst>
                <p:tags r:id="rId39"/>
              </p:custDataLst>
            </p:nvPr>
          </p:nvSpPr>
          <p:spPr>
            <a:xfrm>
              <a:off x="6179" y="5088"/>
              <a:ext cx="808" cy="853"/>
            </a:xfrm>
            <a:prstGeom prst="rect">
              <a:avLst/>
            </a:prstGeom>
            <a:noFill/>
            <a:ln>
              <a:noFill/>
              <a:miter lim="800000"/>
            </a:ln>
          </p:spPr>
          <p:txBody>
            <a:bodyPr wrap="square">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303030"/>
                  </a:solidFill>
                  <a:latin typeface="Times New Roman" panose="02020603050405020304" pitchFamily="18" charset="0"/>
                  <a:sym typeface="黑体" panose="02010609060101010101" charset="-122"/>
                </a:rPr>
                <a:t>l</a:t>
              </a:r>
              <a:r>
                <a:rPr lang="en-US" altLang="en-US" sz="2400" b="1" baseline="-25000">
                  <a:solidFill>
                    <a:srgbClr val="303030"/>
                  </a:solidFill>
                  <a:latin typeface="黑体" panose="02010609060101010101" charset="-122"/>
                  <a:sym typeface="黑体" panose="02010609060101010101" charset="-122"/>
                </a:rPr>
                <a:t>2</a:t>
              </a:r>
              <a:endParaRPr lang="en-US" altLang="en-US" sz="2400" b="1">
                <a:solidFill>
                  <a:srgbClr val="303030"/>
                </a:solidFill>
                <a:latin typeface="黑体" panose="02010609060101010101" charset="-122"/>
                <a:sym typeface="黑体" panose="02010609060101010101" charset="-122"/>
              </a:endParaRPr>
            </a:p>
          </p:txBody>
        </p:sp>
      </p:grpSp>
      <p:sp>
        <p:nvSpPr>
          <p:cNvPr id="106506" name="文本框 35" title=""/>
          <p:cNvSpPr/>
          <p:nvPr>
            <p:custDataLst>
              <p:tags r:id="rId40"/>
            </p:custDataLst>
          </p:nvPr>
        </p:nvSpPr>
        <p:spPr>
          <a:xfrm>
            <a:off x="2641918" y="3742690"/>
            <a:ext cx="1878330" cy="570865"/>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algn="l" eaLnBrk="1" hangingPunct="1">
              <a:lnSpc>
                <a:spcPct val="130000"/>
              </a:lnSpc>
            </a:pPr>
            <a:r>
              <a:rPr lang="zh-CN" altLang="en-US" sz="2400" b="1" i="1">
                <a:solidFill>
                  <a:srgbClr val="054AFB"/>
                </a:solidFill>
                <a:latin typeface="Times New Roman" panose="02020603050405020304" pitchFamily="18" charset="0"/>
              </a:rPr>
              <a:t>L</a:t>
            </a:r>
            <a:r>
              <a:rPr lang="zh-CN" altLang="en-US" sz="2400" b="1" baseline="-25000">
                <a:solidFill>
                  <a:srgbClr val="054AFB"/>
                </a:solidFill>
                <a:latin typeface="Times New Roman" panose="02020603050405020304" pitchFamily="18" charset="0"/>
              </a:rPr>
              <a:t>1</a:t>
            </a:r>
            <a:r>
              <a:rPr lang="en-US" altLang="zh-CN" sz="2400" b="1">
                <a:solidFill>
                  <a:srgbClr val="054AFB"/>
                </a:solidFill>
                <a:latin typeface="Times New Roman" panose="02020603050405020304" pitchFamily="18" charset="0"/>
              </a:rPr>
              <a:t>∩</a:t>
            </a:r>
            <a:r>
              <a:rPr lang="zh-CN" altLang="en-US" sz="2400" b="1" i="1">
                <a:solidFill>
                  <a:srgbClr val="054AFB"/>
                </a:solidFill>
                <a:latin typeface="Times New Roman" panose="02020603050405020304" pitchFamily="18" charset="0"/>
              </a:rPr>
              <a:t>L</a:t>
            </a:r>
            <a:r>
              <a:rPr lang="zh-CN" altLang="en-US" sz="2400" b="1" baseline="-25000">
                <a:solidFill>
                  <a:srgbClr val="054AFB"/>
                </a:solidFill>
                <a:latin typeface="Times New Roman" panose="02020603050405020304" pitchFamily="18" charset="0"/>
              </a:rPr>
              <a:t>2</a:t>
            </a:r>
            <a:r>
              <a:rPr lang="en-US" altLang="zh-CN" sz="2400" b="1">
                <a:solidFill>
                  <a:srgbClr val="054AFB"/>
                </a:solidFill>
                <a:latin typeface="Times New Roman" panose="02020603050405020304" pitchFamily="18" charset="0"/>
              </a:rPr>
              <a:t>={</a:t>
            </a:r>
            <a:r>
              <a:rPr lang="zh-CN" altLang="en-US" sz="2400" b="1">
                <a:solidFill>
                  <a:srgbClr val="054AFB"/>
                </a:solidFill>
                <a:latin typeface="Times New Roman" panose="02020603050405020304" pitchFamily="18" charset="0"/>
              </a:rPr>
              <a:t>点</a:t>
            </a:r>
            <a:r>
              <a:rPr lang="en-US" altLang="zh-CN" sz="2400" b="1">
                <a:solidFill>
                  <a:srgbClr val="054AFB"/>
                </a:solidFill>
                <a:latin typeface="Times New Roman" panose="02020603050405020304" pitchFamily="18" charset="0"/>
              </a:rPr>
              <a:t>P}</a:t>
            </a:r>
            <a:endParaRPr lang="en-US" altLang="zh-CN" sz="2400" b="1">
              <a:solidFill>
                <a:srgbClr val="054AFB"/>
              </a:solidFill>
              <a:latin typeface="Times New Roman" panose="02020603050405020304" pitchFamily="18" charset="0"/>
              <a:ea typeface="微软雅黑" panose="020b0503020204020204" charset="-122"/>
            </a:endParaRPr>
          </a:p>
        </p:txBody>
      </p:sp>
      <p:sp>
        <p:nvSpPr>
          <p:cNvPr id="106507" name="文本框 36" title=""/>
          <p:cNvSpPr/>
          <p:nvPr>
            <p:custDataLst>
              <p:tags r:id="rId41"/>
            </p:custDataLst>
          </p:nvPr>
        </p:nvSpPr>
        <p:spPr>
          <a:xfrm>
            <a:off x="5557520" y="3756025"/>
            <a:ext cx="1383030" cy="570865"/>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1</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2</a:t>
            </a:r>
            <a:r>
              <a:rPr lang="en-US" altLang="zh-CN" sz="2400" b="1">
                <a:solidFill>
                  <a:srgbClr val="054AFB"/>
                </a:solidFill>
                <a:latin typeface="Times New Roman" panose="02020603050405020304" pitchFamily="18" charset="0"/>
                <a:sym typeface="黑体" panose="02010609060101010101" charset="-122"/>
              </a:rPr>
              <a:t>=Ø</a:t>
            </a:r>
            <a:endParaRPr lang="en-US" altLang="zh-CN" sz="2400" b="1">
              <a:solidFill>
                <a:srgbClr val="054AFB"/>
              </a:solidFill>
              <a:latin typeface="Times New Roman" panose="02020603050405020304" pitchFamily="18" charset="0"/>
              <a:ea typeface="微软雅黑" panose="020b0503020204020204" charset="-122"/>
              <a:sym typeface="黑体" panose="02010609060101010101" charset="-122"/>
            </a:endParaRPr>
          </a:p>
        </p:txBody>
      </p:sp>
      <p:grpSp>
        <p:nvGrpSpPr>
          <p:cNvPr id="11" name="组合 10" title=""/>
          <p:cNvGrpSpPr/>
          <p:nvPr>
            <p:custDataLst>
              <p:tags r:id="rId42"/>
            </p:custDataLst>
          </p:nvPr>
        </p:nvGrpSpPr>
        <p:grpSpPr>
          <a:xfrm>
            <a:off x="8212455" y="3413125"/>
            <a:ext cx="1976120" cy="1111250"/>
            <a:chOff x="12563" y="5375"/>
            <a:chExt cx="3112" cy="1750"/>
          </a:xfrm>
        </p:grpSpPr>
        <p:sp>
          <p:nvSpPr>
            <p:cNvPr id="106508" name="文本框 37"/>
            <p:cNvSpPr/>
            <p:nvPr>
              <p:custDataLst>
                <p:tags r:id="rId43"/>
              </p:custDataLst>
            </p:nvPr>
          </p:nvSpPr>
          <p:spPr>
            <a:xfrm>
              <a:off x="12563" y="5375"/>
              <a:ext cx="2977" cy="899"/>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1</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2</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1</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2</a:t>
              </a:r>
              <a:endParaRPr lang="zh-CN" altLang="en-US" sz="2400" b="1" baseline="-25000">
                <a:solidFill>
                  <a:srgbClr val="054AFB"/>
                </a:solidFill>
                <a:latin typeface="Times New Roman" panose="02020603050405020304" pitchFamily="18" charset="0"/>
                <a:ea typeface="微软雅黑" panose="020b0503020204020204" charset="-122"/>
                <a:sym typeface="黑体" panose="02010609060101010101" charset="-122"/>
              </a:endParaRPr>
            </a:p>
          </p:txBody>
        </p:sp>
        <p:sp>
          <p:nvSpPr>
            <p:cNvPr id="106509" name="文本框 38"/>
            <p:cNvSpPr/>
            <p:nvPr>
              <p:custDataLst>
                <p:tags r:id="rId44"/>
              </p:custDataLst>
            </p:nvPr>
          </p:nvSpPr>
          <p:spPr>
            <a:xfrm>
              <a:off x="12563" y="6227"/>
              <a:ext cx="3112" cy="899"/>
            </a:xfrm>
            <a:prstGeom prst="rect">
              <a:avLst/>
            </a:prstGeom>
            <a:noFill/>
            <a:ln>
              <a:noFill/>
              <a:miter lim="800000"/>
            </a:ln>
          </p:spPr>
          <p:txBody>
            <a:bodyPr wrap="non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Arial" panose="020b0604020202020204" pitchFamily="34" charset="0"/>
                  <a:ea typeface="黑体" panose="02010609060101010101" charset="-122"/>
                </a:defRPr>
              </a:lvl5pPr>
            </a:lstStyle>
            <a:p>
              <a:pPr marL="0" lvl="0" indent="0" eaLnBrk="1" hangingPunct="1">
                <a:lnSpc>
                  <a:spcPct val="130000"/>
                </a:lnSpc>
              </a:pP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1</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2</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1</a:t>
              </a:r>
              <a:r>
                <a:rPr lang="en-US" altLang="zh-CN" sz="2400" b="1">
                  <a:solidFill>
                    <a:srgbClr val="054AFB"/>
                  </a:solidFill>
                  <a:latin typeface="Times New Roman" panose="02020603050405020304" pitchFamily="18" charset="0"/>
                  <a:sym typeface="黑体" panose="02010609060101010101" charset="-122"/>
                </a:rPr>
                <a:t>=</a:t>
              </a:r>
              <a:r>
                <a:rPr lang="zh-CN" altLang="en-US" sz="2400" b="1" i="1">
                  <a:solidFill>
                    <a:srgbClr val="054AFB"/>
                  </a:solidFill>
                  <a:latin typeface="Times New Roman" panose="02020603050405020304" pitchFamily="18" charset="0"/>
                  <a:sym typeface="黑体" panose="02010609060101010101" charset="-122"/>
                </a:rPr>
                <a:t>L</a:t>
              </a:r>
              <a:r>
                <a:rPr lang="zh-CN" altLang="en-US" sz="2400" b="1" baseline="-25000">
                  <a:solidFill>
                    <a:srgbClr val="054AFB"/>
                  </a:solidFill>
                  <a:latin typeface="Times New Roman" panose="02020603050405020304" pitchFamily="18" charset="0"/>
                  <a:sym typeface="黑体" panose="02010609060101010101" charset="-122"/>
                </a:rPr>
                <a:t>2</a:t>
              </a:r>
              <a:endParaRPr lang="zh-CN" altLang="en-US" sz="2400" b="1" baseline="-25000">
                <a:solidFill>
                  <a:srgbClr val="054AFB"/>
                </a:solidFill>
                <a:latin typeface="Times New Roman" panose="02020603050405020304" pitchFamily="18" charset="0"/>
                <a:ea typeface="微软雅黑" panose="020b0503020204020204" charset="-122"/>
                <a:sym typeface="黑体" panose="02010609060101010101"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106506"/>
                                        </p:tgtEl>
                                        <p:attrNameLst>
                                          <p:attrName>style.visibility</p:attrName>
                                        </p:attrNameLst>
                                      </p:cBhvr>
                                      <p:to>
                                        <p:strVal val="visible"/>
                                      </p:to>
                                    </p:set>
                                    <p:animEffect transition="in" filter="fade">
                                      <p:cBhvr>
                                        <p:cTn id="7" dur="250"/>
                                        <p:tgtEl>
                                          <p:spTgt spid="10650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106507"/>
                                        </p:tgtEl>
                                        <p:attrNameLst>
                                          <p:attrName>style.visibility</p:attrName>
                                        </p:attrNameLst>
                                      </p:cBhvr>
                                      <p:to>
                                        <p:strVal val="visible"/>
                                      </p:to>
                                    </p:set>
                                    <p:animEffect transition="in" filter="fade">
                                      <p:cBhvr>
                                        <p:cTn id="12" dur="250"/>
                                        <p:tgtEl>
                                          <p:spTgt spid="10650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6" grpId="0"/>
      <p:bldP spid="106507"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圆角矩形 25" title=""/>
          <p:cNvSpPr/>
          <p:nvPr>
            <p:custDataLst>
              <p:tags r:id="rId8"/>
            </p:custDataLst>
          </p:nvPr>
        </p:nvSpPr>
        <p:spPr>
          <a:xfrm>
            <a:off x="577850" y="1338580"/>
            <a:ext cx="11094085" cy="5140960"/>
          </a:xfrm>
          <a:prstGeom prst="roundRect">
            <a:avLst>
              <a:gd name="adj" fmla="val 12139"/>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3" name="组合 42" title=""/>
          <p:cNvGrpSpPr/>
          <p:nvPr>
            <p:custDataLst>
              <p:tags r:id="rId9"/>
            </p:custDataLst>
          </p:nvPr>
        </p:nvGrpSpPr>
        <p:grpSpPr>
          <a:xfrm>
            <a:off x="577851" y="576471"/>
            <a:ext cx="5197474" cy="521970"/>
            <a:chOff x="330201" y="576471"/>
            <a:chExt cx="5197474" cy="521970"/>
          </a:xfrm>
        </p:grpSpPr>
        <p:sp>
          <p:nvSpPr>
            <p:cNvPr id="44" name="文本框 4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总结新知</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sp>
        <p:nvSpPr>
          <p:cNvPr id="3" name="文本框 2" title=""/>
          <p:cNvSpPr txBox="1"/>
          <p:nvPr>
            <p:custDataLst>
              <p:tags r:id="rId12"/>
            </p:custDataLst>
          </p:nvPr>
        </p:nvSpPr>
        <p:spPr>
          <a:xfrm>
            <a:off x="848360" y="1428115"/>
            <a:ext cx="10520680" cy="1420495"/>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Times New Roman" panose="02020603050405020304" pitchFamily="18" charset="0"/>
                <a:sym typeface="+mn-ea"/>
              </a:rPr>
              <a:t>并集的概念：</a:t>
            </a:r>
            <a:r>
              <a:rPr lang="zh-CN" altLang="en-US" sz="2400">
                <a:latin typeface="Times New Roman" panose="02020603050405020304" pitchFamily="18" charset="0"/>
                <a:ea typeface="楷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一般地，由所有属于集合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或</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的元素所组成的集合，称为集合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与</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并集</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（读作：“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并</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”）即：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，或</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278532" name="Rectangle 42" title=""/>
          <p:cNvSpPr>
            <a:spLocks noGrp="1" noChangeArrowheads="1"/>
          </p:cNvSpPr>
          <p:nvPr>
            <p:custDataLst>
              <p:tags r:id="rId13"/>
            </p:custDataLst>
          </p:nvPr>
        </p:nvSpPr>
        <p:spPr>
          <a:xfrm>
            <a:off x="3257858" y="855158"/>
            <a:ext cx="5676900" cy="423545"/>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400" b="1">
                <a:solidFill>
                  <a:schemeClr val="accent2"/>
                </a:solidFill>
                <a:latin typeface="黑体" panose="02010609060101010101" charset="-122"/>
                <a:ea typeface="黑体" panose="02010609060101010101" charset="-122"/>
              </a:rPr>
              <a:t>集合的基本运算</a:t>
            </a:r>
            <a:endParaRPr lang="zh-CN" altLang="en-US" sz="2400" b="1">
              <a:solidFill>
                <a:schemeClr val="accent2"/>
              </a:solidFill>
              <a:latin typeface="黑体" panose="02010609060101010101" charset="-122"/>
              <a:ea typeface="黑体" panose="02010609060101010101" charset="-122"/>
            </a:endParaRPr>
          </a:p>
        </p:txBody>
      </p:sp>
      <p:sp>
        <p:nvSpPr>
          <p:cNvPr id="5" name="文本框 4" title=""/>
          <p:cNvSpPr txBox="1"/>
          <p:nvPr>
            <p:custDataLst>
              <p:tags r:id="rId14"/>
            </p:custDataLst>
          </p:nvPr>
        </p:nvSpPr>
        <p:spPr>
          <a:xfrm>
            <a:off x="848360" y="3938905"/>
            <a:ext cx="10518140" cy="1420495"/>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交集的概念：</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一般地，由所有属于集合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且</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的元素组成的集合，称为集合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与</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交集</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（读作：“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交</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即：</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且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7" name="组合 6" title=""/>
          <p:cNvGrpSpPr/>
          <p:nvPr>
            <p:custDataLst>
              <p:tags r:id="rId15"/>
            </p:custDataLst>
          </p:nvPr>
        </p:nvGrpSpPr>
        <p:grpSpPr>
          <a:xfrm>
            <a:off x="862330" y="5351145"/>
            <a:ext cx="10965180" cy="977265"/>
            <a:chOff x="1445" y="6952"/>
            <a:chExt cx="17268" cy="1539"/>
          </a:xfrm>
        </p:grpSpPr>
        <p:sp>
          <p:nvSpPr>
            <p:cNvPr id="14" name="文本框 13"/>
            <p:cNvSpPr txBox="1"/>
            <p:nvPr>
              <p:custDataLst>
                <p:tags r:id="rId16"/>
              </p:custDataLst>
            </p:nvPr>
          </p:nvSpPr>
          <p:spPr>
            <a:xfrm>
              <a:off x="1445" y="6952"/>
              <a:ext cx="17268" cy="1539"/>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交集的性质：</a:t>
              </a:r>
              <a:r>
                <a:rPr lang="zh-CN" altLang="en-US" sz="2400">
                  <a:latin typeface="楷体" panose="02010609060101010101" charset="-122"/>
                  <a:ea typeface="楷体" panose="02010609060101010101" charset="-122"/>
                  <a:cs typeface="黑体" panose="02010609060101010101" charset="-122"/>
                  <a:sym typeface="+mn-ea"/>
                </a:rPr>
                <a:t>（1）</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；（3）(</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fontAlgn="auto">
                <a:lnSpc>
                  <a:spcPct val="120000"/>
                </a:lnSpc>
              </a:pP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（4）若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，反之也成立．</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27" name="Object 13"/>
            <p:cNvGraphicFramePr>
              <a:graphicFrameLocks noChangeAspect="1"/>
            </p:cNvGraphicFramePr>
            <p:nvPr>
              <p:custDataLst>
                <p:tags r:id="rId17"/>
              </p:custDataLst>
            </p:nvPr>
          </p:nvGraphicFramePr>
          <p:xfrm>
            <a:off x="10245" y="7188"/>
            <a:ext cx="719" cy="573"/>
          </p:xfrm>
          <a:graphic>
            <a:graphicData uri="http://schemas.openxmlformats.org/presentationml/2006/ole">
              <mc:AlternateContent>
                <mc:Choice xmlns:v="urn:schemas-microsoft-com:vml" Requires="v">
                  <p:oleObj spid="_x0000_s1062" r:id="rId18" imgW="165100" imgH="165100" progId="Equation.DSMT4">
                    <p:embed/>
                  </p:oleObj>
                </mc:Choice>
                <mc:Fallback>
                  <p:oleObj r:id="rId18" imgW="165100" imgH="165100" progId="Equation.DSMT4">
                    <p:embed/>
                    <p:pic>
                      <p:nvPicPr>
                        <p:cNvPr id="0" name="OLE substitute image"/>
                        <p:cNvPicPr/>
                        <p:nvPr/>
                      </p:nvPicPr>
                      <p:blipFill>
                        <a:blip r:embed="rId19"/>
                        <a:stretch>
                          <a:fillRect/>
                        </a:stretch>
                      </p:blipFill>
                      <p:spPr>
                        <a:xfrm>
                          <a:off x="10245" y="7188"/>
                          <a:ext cx="719" cy="573"/>
                        </a:xfrm>
                        <a:prstGeom prst="rect">
                          <a:avLst/>
                        </a:prstGeom>
                        <a:noFill/>
                        <a:ln w="38100">
                          <a:noFill/>
                          <a:miter/>
                        </a:ln>
                      </p:spPr>
                    </p:pic>
                  </p:oleObj>
                </mc:Fallback>
              </mc:AlternateContent>
            </a:graphicData>
          </a:graphic>
        </p:graphicFrame>
        <p:graphicFrame>
          <p:nvGraphicFramePr>
            <p:cNvPr id="28" name="Object 13"/>
            <p:cNvGraphicFramePr>
              <a:graphicFrameLocks noChangeAspect="1"/>
            </p:cNvGraphicFramePr>
            <p:nvPr>
              <p:custDataLst>
                <p:tags r:id="rId20"/>
              </p:custDataLst>
            </p:nvPr>
          </p:nvGraphicFramePr>
          <p:xfrm>
            <a:off x="9423" y="7157"/>
            <a:ext cx="712" cy="568"/>
          </p:xfrm>
          <a:graphic>
            <a:graphicData uri="http://schemas.openxmlformats.org/presentationml/2006/ole">
              <mc:AlternateContent>
                <mc:Choice xmlns:v="urn:schemas-microsoft-com:vml" Requires="v">
                  <p:oleObj spid="_x0000_s1063" r:id="rId21" imgW="165100" imgH="165100" progId="Equation.DSMT4">
                    <p:embed/>
                  </p:oleObj>
                </mc:Choice>
                <mc:Fallback>
                  <p:oleObj r:id="rId21" imgW="165100" imgH="165100" progId="Equation.DSMT4">
                    <p:embed/>
                    <p:pic>
                      <p:nvPicPr>
                        <p:cNvPr id="0" name="OLE substitute image"/>
                        <p:cNvPicPr/>
                        <p:nvPr/>
                      </p:nvPicPr>
                      <p:blipFill>
                        <a:blip r:embed="rId22"/>
                        <a:stretch>
                          <a:fillRect/>
                        </a:stretch>
                      </p:blipFill>
                      <p:spPr>
                        <a:xfrm>
                          <a:off x="9423" y="7157"/>
                          <a:ext cx="712" cy="568"/>
                        </a:xfrm>
                        <a:prstGeom prst="rect">
                          <a:avLst/>
                        </a:prstGeom>
                        <a:noFill/>
                        <a:ln w="38100">
                          <a:noFill/>
                          <a:miter/>
                        </a:ln>
                      </p:spPr>
                    </p:pic>
                  </p:oleObj>
                </mc:Fallback>
              </mc:AlternateContent>
            </a:graphicData>
          </a:graphic>
        </p:graphicFrame>
      </p:grpSp>
      <p:grpSp>
        <p:nvGrpSpPr>
          <p:cNvPr id="2" name="组合 1" title=""/>
          <p:cNvGrpSpPr/>
          <p:nvPr>
            <p:custDataLst>
              <p:tags r:id="rId23"/>
            </p:custDataLst>
          </p:nvPr>
        </p:nvGrpSpPr>
        <p:grpSpPr>
          <a:xfrm>
            <a:off x="847725" y="2933700"/>
            <a:ext cx="10716260" cy="977265"/>
            <a:chOff x="1202" y="3300"/>
            <a:chExt cx="16876" cy="1539"/>
          </a:xfrm>
        </p:grpSpPr>
        <p:sp>
          <p:nvSpPr>
            <p:cNvPr id="8" name="文本框 7"/>
            <p:cNvSpPr txBox="1"/>
            <p:nvPr>
              <p:custDataLst>
                <p:tags r:id="rId24"/>
              </p:custDataLst>
            </p:nvPr>
          </p:nvSpPr>
          <p:spPr>
            <a:xfrm>
              <a:off x="1202" y="3300"/>
              <a:ext cx="16876" cy="1539"/>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并集的性质：</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；（3）若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fontAlgn="auto">
                <a:lnSpc>
                  <a:spcPct val="120000"/>
                </a:lnSpc>
              </a:pP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（4）若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，反之也成立．</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4" name="Object 13"/>
            <p:cNvGraphicFramePr>
              <a:graphicFrameLocks noChangeAspect="1"/>
            </p:cNvGraphicFramePr>
            <p:nvPr>
              <p:custDataLst>
                <p:tags r:id="rId25"/>
              </p:custDataLst>
            </p:nvPr>
          </p:nvGraphicFramePr>
          <p:xfrm>
            <a:off x="9400" y="3459"/>
            <a:ext cx="779" cy="621"/>
          </p:xfrm>
          <a:graphic>
            <a:graphicData uri="http://schemas.openxmlformats.org/presentationml/2006/ole">
              <mc:AlternateContent>
                <mc:Choice xmlns:v="urn:schemas-microsoft-com:vml" Requires="v">
                  <p:oleObj spid="_x0000_s1064" r:id="rId26" imgW="165100" imgH="165100" progId="Equation.DSMT4">
                    <p:embed/>
                  </p:oleObj>
                </mc:Choice>
                <mc:Fallback>
                  <p:oleObj r:id="rId26" imgW="165100" imgH="165100" progId="Equation.DSMT4">
                    <p:embed/>
                    <p:pic>
                      <p:nvPicPr>
                        <p:cNvPr id="0" name="OLE substitute image"/>
                        <p:cNvPicPr/>
                        <p:nvPr/>
                      </p:nvPicPr>
                      <p:blipFill>
                        <a:blip r:embed="rId22"/>
                        <a:stretch>
                          <a:fillRect/>
                        </a:stretch>
                      </p:blipFill>
                      <p:spPr>
                        <a:xfrm>
                          <a:off x="9400" y="3459"/>
                          <a:ext cx="779" cy="621"/>
                        </a:xfrm>
                        <a:prstGeom prst="rect">
                          <a:avLst/>
                        </a:prstGeom>
                        <a:noFill/>
                        <a:ln w="38100">
                          <a:noFill/>
                          <a:miter/>
                        </a:ln>
                      </p:spPr>
                    </p:pic>
                  </p:oleObj>
                </mc:Fallback>
              </mc:AlternateContent>
            </a:graphicData>
          </a:graphic>
        </p:graphicFrame>
      </p:grpSp>
      <p:grpSp>
        <p:nvGrpSpPr>
          <p:cNvPr id="6" name="组合 5" title=""/>
          <p:cNvGrpSpPr/>
          <p:nvPr>
            <p:custDataLst>
              <p:tags r:id="rId27"/>
            </p:custDataLst>
          </p:nvPr>
        </p:nvGrpSpPr>
        <p:grpSpPr>
          <a:xfrm rot="5400000" flipH="1">
            <a:off x="11361799" y="426795"/>
            <a:ext cx="176150" cy="780068"/>
            <a:chOff x="8290832" y="4887686"/>
            <a:chExt cx="296617" cy="1313542"/>
          </a:xfrm>
          <a:solidFill>
            <a:srgbClr val="4076FD"/>
          </a:solidFill>
        </p:grpSpPr>
        <p:grpSp>
          <p:nvGrpSpPr>
            <p:cNvPr id="29" name="组合 28"/>
            <p:cNvGrpSpPr/>
            <p:nvPr>
              <p:custDataLst>
                <p:tags r:id="rId28"/>
              </p:custDataLst>
            </p:nvPr>
          </p:nvGrpSpPr>
          <p:grpSpPr>
            <a:xfrm>
              <a:off x="8452757" y="5040086"/>
              <a:ext cx="134692" cy="1161142"/>
              <a:chOff x="8490857" y="4963886"/>
              <a:chExt cx="134692" cy="1161142"/>
            </a:xfrm>
            <a:grpFill/>
          </p:grpSpPr>
          <p:sp>
            <p:nvSpPr>
              <p:cNvPr id="30" name="等腰三角形 29"/>
              <p:cNvSpPr/>
              <p:nvPr>
                <p:custDataLst>
                  <p:tags r:id="rId2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custDataLst>
                  <p:tags r:id="rId3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custDataLst>
                  <p:tags r:id="rId3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custDataLst>
                  <p:tags r:id="rId3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custDataLst>
                  <p:tags r:id="rId3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custDataLst>
                <p:tags r:id="rId34"/>
              </p:custDataLst>
            </p:nvPr>
          </p:nvGrpSpPr>
          <p:grpSpPr>
            <a:xfrm>
              <a:off x="8290832" y="4887686"/>
              <a:ext cx="134692" cy="1161142"/>
              <a:chOff x="8490857" y="4963886"/>
              <a:chExt cx="134692" cy="1161142"/>
            </a:xfrm>
            <a:grpFill/>
          </p:grpSpPr>
          <p:sp>
            <p:nvSpPr>
              <p:cNvPr id="36" name="等腰三角形 35"/>
              <p:cNvSpPr/>
              <p:nvPr>
                <p:custDataLst>
                  <p:tags r:id="rId35"/>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36"/>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37"/>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38"/>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custDataLst>
                  <p:tags r:id="rId39"/>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250"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480758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03</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5263515" y="3123565"/>
            <a:ext cx="4137660"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典</a:t>
            </a:r>
            <a:r>
              <a:rPr lang="zh-CN" altLang="en-US" sz="4800" b="1">
                <a:solidFill>
                  <a:srgbClr val="4378FD"/>
                </a:solidFill>
                <a:latin typeface="微软雅黑" panose="020b0503020204020204" charset="-122"/>
                <a:ea typeface="微软雅黑" panose="020b0503020204020204" charset="-122"/>
              </a:rPr>
              <a:t>型</a:t>
            </a:r>
            <a:r>
              <a:rPr lang="zh-CN" altLang="en-US" sz="4800" b="1">
                <a:solidFill>
                  <a:schemeClr val="tx1">
                    <a:lumMod val="95000"/>
                    <a:lumOff val="5000"/>
                  </a:schemeClr>
                </a:solidFill>
                <a:latin typeface="微软雅黑" panose="020b0503020204020204" charset="-122"/>
                <a:ea typeface="微软雅黑" panose="020b0503020204020204" charset="-122"/>
              </a:rPr>
              <a:t>例</a:t>
            </a:r>
            <a:r>
              <a:rPr lang="zh-CN" altLang="en-US" sz="4800" b="1">
                <a:solidFill>
                  <a:srgbClr val="4378FD"/>
                </a:solidFill>
                <a:latin typeface="微软雅黑" panose="020b0503020204020204" charset="-122"/>
                <a:ea typeface="微软雅黑" panose="020b0503020204020204" charset="-122"/>
              </a:rPr>
              <a:t>题</a:t>
            </a:r>
            <a:r>
              <a:rPr lang="zh-CN" altLang="en-US" sz="4800" b="1">
                <a:solidFill>
                  <a:schemeClr val="tx1">
                    <a:lumMod val="95000"/>
                    <a:lumOff val="5000"/>
                  </a:schemeClr>
                </a:solidFill>
                <a:latin typeface="微软雅黑" panose="020b0503020204020204" charset="-122"/>
                <a:ea typeface="微软雅黑" panose="020b0503020204020204" charset="-122"/>
              </a:rPr>
              <a:t>分</a:t>
            </a:r>
            <a:r>
              <a:rPr lang="zh-CN" altLang="en-US" sz="4800" b="1">
                <a:solidFill>
                  <a:srgbClr val="4378FD"/>
                </a:solidFill>
                <a:latin typeface="微软雅黑" panose="020b0503020204020204" charset="-122"/>
                <a:ea typeface="微软雅黑" panose="020b0503020204020204" charset="-122"/>
              </a:rPr>
              <a:t>析</a:t>
            </a:r>
            <a:endParaRPr lang="zh-CN" altLang="en-US" sz="4800" b="1">
              <a:solidFill>
                <a:srgbClr val="4378FD"/>
              </a:solidFill>
              <a:latin typeface="微软雅黑" panose="020b0503020204020204" charset="-122"/>
              <a:ea typeface="微软雅黑" panose="020b0503020204020204" charset="-122"/>
            </a:endParaRPr>
          </a:p>
        </p:txBody>
      </p:sp>
      <p:sp>
        <p:nvSpPr>
          <p:cNvPr id="14" name="文本框 13" title=""/>
          <p:cNvSpPr txBox="1"/>
          <p:nvPr>
            <p:custDataLst>
              <p:tags r:id="rId43"/>
            </p:custDataLst>
          </p:nvPr>
        </p:nvSpPr>
        <p:spPr>
          <a:xfrm>
            <a:off x="3134360" y="1657350"/>
            <a:ext cx="592264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集合的基本运算（第1课时）并集与交集</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5" name="组合 34" title=""/>
          <p:cNvGrpSpPr/>
          <p:nvPr>
            <p:custDataLst>
              <p:tags r:id="rId11"/>
            </p:custDataLst>
          </p:nvPr>
        </p:nvGrpSpPr>
        <p:grpSpPr>
          <a:xfrm>
            <a:off x="577850" y="1147445"/>
            <a:ext cx="10998835" cy="1696085"/>
            <a:chOff x="910" y="1807"/>
            <a:chExt cx="17479" cy="2671"/>
          </a:xfrm>
        </p:grpSpPr>
        <p:sp>
          <p:nvSpPr>
            <p:cNvPr id="2" name="圆角矩形 1"/>
            <p:cNvSpPr/>
            <p:nvPr>
              <p:custDataLst>
                <p:tags r:id="rId12"/>
              </p:custDataLst>
            </p:nvPr>
          </p:nvSpPr>
          <p:spPr>
            <a:xfrm>
              <a:off x="910" y="2115"/>
              <a:ext cx="17479" cy="2363"/>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6426" cy="889"/>
            </a:xfrm>
            <a:prstGeom prst="roundRect">
              <a:avLst>
                <a:gd name="adj" fmla="val 50000"/>
              </a:avLst>
            </a:prstGeom>
            <a:gradFill>
              <a:gsLst>
                <a:gs pos="0">
                  <a:srgbClr val="4076FD"/>
                </a:gs>
                <a:gs pos="100000">
                  <a:srgbClr val="ED9468"/>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题型一：</a:t>
              </a:r>
              <a:r>
                <a:rPr lang="en-US" altLang="zh-CN" sz="2400" b="1">
                  <a:latin typeface="黑体" panose="02010609060101010101" charset="-122"/>
                  <a:ea typeface="黑体" panose="02010609060101010101" charset="-122"/>
                  <a:cs typeface="黑体" panose="02010609060101010101" charset="-122"/>
                  <a:sym typeface="+mn-ea"/>
                </a:rPr>
                <a:t> </a:t>
              </a:r>
              <a:r>
                <a:rPr lang="zh-CN" altLang="en-US" sz="2400" b="1">
                  <a:latin typeface="黑体" panose="02010609060101010101" charset="-122"/>
                  <a:ea typeface="黑体" panose="02010609060101010101" charset="-122"/>
                  <a:cs typeface="黑体" panose="02010609060101010101" charset="-122"/>
                  <a:sym typeface="+mn-ea"/>
                </a:rPr>
                <a:t>并集及其运算</a:t>
              </a:r>
              <a:endParaRPr lang="zh-CN" altLang="en-US" sz="2400" b="1">
                <a:latin typeface="黑体" panose="02010609060101010101" charset="-122"/>
                <a:ea typeface="黑体" panose="02010609060101010101" charset="-122"/>
                <a:cs typeface="黑体" panose="02010609060101010101" charset="-122"/>
                <a:sym typeface="+mn-ea"/>
              </a:endParaRPr>
            </a:p>
          </p:txBody>
        </p:sp>
      </p:grpSp>
      <p:grpSp>
        <p:nvGrpSpPr>
          <p:cNvPr id="10" name="组合 9"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11" name="组合 10"/>
            <p:cNvGrpSpPr/>
            <p:nvPr>
              <p:custDataLst>
                <p:tags r:id="rId15"/>
              </p:custDataLst>
            </p:nvPr>
          </p:nvGrpSpPr>
          <p:grpSpPr>
            <a:xfrm>
              <a:off x="8452757" y="5040086"/>
              <a:ext cx="134692" cy="1161142"/>
              <a:chOff x="8490857" y="4963886"/>
              <a:chExt cx="134692" cy="1161142"/>
            </a:xfrm>
            <a:grpFill/>
          </p:grpSpPr>
          <p:sp>
            <p:nvSpPr>
              <p:cNvPr id="15" name="等腰三角形 14"/>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21"/>
              </p:custDataLst>
            </p:nvPr>
          </p:nvGrpSpPr>
          <p:grpSpPr>
            <a:xfrm>
              <a:off x="8290832" y="4887686"/>
              <a:ext cx="134692" cy="1161142"/>
              <a:chOff x="8490857" y="4963886"/>
              <a:chExt cx="134692" cy="1161142"/>
            </a:xfrm>
            <a:grpFill/>
          </p:grpSpPr>
          <p:sp>
            <p:nvSpPr>
              <p:cNvPr id="21" name="等腰三角形 20"/>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93192" name="对象 93191" title=""/>
          <p:cNvGraphicFramePr>
            <a:graphicFrameLocks noChangeAspect="1"/>
          </p:cNvGraphicFramePr>
          <p:nvPr>
            <p:custDataLst>
              <p:tags r:id="rId27"/>
            </p:custDataLst>
          </p:nvPr>
        </p:nvGraphicFramePr>
        <p:xfrm>
          <a:off x="208915" y="1802765"/>
          <a:ext cx="12659360" cy="1102360"/>
        </p:xfrm>
        <a:graphic>
          <a:graphicData uri="http://schemas.openxmlformats.org/presentationml/2006/ole">
            <mc:AlternateContent>
              <mc:Choice xmlns:v="urn:schemas-microsoft-com:vml" Requires="v">
                <p:oleObj spid="_x0000_s1065" r:id="rId28" imgW="8248650" imgH="704850" progId="Word.Document.8">
                  <p:embed/>
                </p:oleObj>
              </mc:Choice>
              <mc:Fallback>
                <p:oleObj r:id="rId28" imgW="8248650" imgH="704850" progId="Word.Document.8">
                  <p:embed/>
                  <p:pic>
                    <p:nvPicPr>
                      <p:cNvPr id="0" name="OLE substitute image"/>
                      <p:cNvPicPr/>
                      <p:nvPr/>
                    </p:nvPicPr>
                    <p:blipFill>
                      <a:blip r:embed="rId29"/>
                      <a:stretch>
                        <a:fillRect/>
                      </a:stretch>
                    </p:blipFill>
                    <p:spPr>
                      <a:xfrm>
                        <a:off x="208915" y="1802765"/>
                        <a:ext cx="12659360" cy="1102360"/>
                      </a:xfrm>
                      <a:prstGeom prst="rect">
                        <a:avLst/>
                      </a:prstGeom>
                      <a:noFill/>
                      <a:ln w="38100">
                        <a:noFill/>
                        <a:miter/>
                      </a:ln>
                    </p:spPr>
                  </p:pic>
                </p:oleObj>
              </mc:Fallback>
            </mc:AlternateContent>
          </a:graphicData>
        </a:graphic>
      </p:graphicFrame>
      <p:graphicFrame>
        <p:nvGraphicFramePr>
          <p:cNvPr id="93193" name="对象 93192" title=""/>
          <p:cNvGraphicFramePr>
            <a:graphicFrameLocks noChangeAspect="1"/>
          </p:cNvGraphicFramePr>
          <p:nvPr>
            <p:custDataLst>
              <p:tags r:id="rId30"/>
            </p:custDataLst>
          </p:nvPr>
        </p:nvGraphicFramePr>
        <p:xfrm>
          <a:off x="743585" y="2988310"/>
          <a:ext cx="10316845" cy="998220"/>
        </p:xfrm>
        <a:graphic>
          <a:graphicData uri="http://schemas.openxmlformats.org/presentationml/2006/ole">
            <mc:AlternateContent>
              <mc:Choice xmlns:v="urn:schemas-microsoft-com:vml" Requires="v">
                <p:oleObj spid="_x0000_s1066" r:id="rId31" imgW="8010525" imgH="781050" progId="Word.Document.8">
                  <p:embed/>
                </p:oleObj>
              </mc:Choice>
              <mc:Fallback>
                <p:oleObj r:id="rId31" imgW="8010525" imgH="781050" progId="Word.Document.8">
                  <p:embed/>
                  <p:pic>
                    <p:nvPicPr>
                      <p:cNvPr id="0" name="OLE substitute image"/>
                      <p:cNvPicPr/>
                      <p:nvPr/>
                    </p:nvPicPr>
                    <p:blipFill>
                      <a:blip r:embed="rId32"/>
                      <a:stretch>
                        <a:fillRect/>
                      </a:stretch>
                    </p:blipFill>
                    <p:spPr>
                      <a:xfrm>
                        <a:off x="743585" y="2988310"/>
                        <a:ext cx="10316845" cy="998220"/>
                      </a:xfrm>
                      <a:prstGeom prst="rect">
                        <a:avLst/>
                      </a:prstGeom>
                      <a:noFill/>
                      <a:ln w="38100">
                        <a:noFill/>
                        <a:miter/>
                      </a:ln>
                    </p:spPr>
                  </p:pic>
                </p:oleObj>
              </mc:Fallback>
            </mc:AlternateContent>
          </a:graphicData>
        </a:graphic>
      </p:graphicFrame>
      <p:sp>
        <p:nvSpPr>
          <p:cNvPr id="29" name="文本框 28" title=""/>
          <p:cNvSpPr txBox="1"/>
          <p:nvPr>
            <p:custDataLst>
              <p:tags r:id="rId33"/>
            </p:custDataLst>
          </p:nvPr>
        </p:nvSpPr>
        <p:spPr>
          <a:xfrm>
            <a:off x="10768330" y="1741805"/>
            <a:ext cx="562610" cy="521970"/>
          </a:xfrm>
          <a:prstGeom prst="rect">
            <a:avLst/>
          </a:prstGeom>
          <a:noFill/>
        </p:spPr>
        <p:txBody>
          <a:bodyPr wrap="square" rtlCol="0">
            <a:spAutoFit/>
          </a:bodyPr>
          <a:lstStyle/>
          <a:p>
            <a:r>
              <a:rPr lang="en-US" altLang="zh-CN" sz="2800" b="1">
                <a:solidFill>
                  <a:srgbClr val="054AFB"/>
                </a:solidFill>
                <a:latin typeface="Times New Roman" panose="02020603050405020304" pitchFamily="18" charset="0"/>
                <a:cs typeface="Times New Roman" panose="02020603050405020304" pitchFamily="18" charset="0"/>
              </a:rPr>
              <a:t>D</a:t>
            </a:r>
            <a:endParaRPr lang="en-US" altLang="zh-CN" sz="2800" b="1">
              <a:solidFill>
                <a:srgbClr val="054AFB"/>
              </a:solidFill>
              <a:latin typeface="Times New Roman" panose="02020603050405020304" pitchFamily="18" charset="0"/>
              <a:cs typeface="Times New Roman" panose="02020603050405020304" pitchFamily="18" charset="0"/>
            </a:endParaRPr>
          </a:p>
        </p:txBody>
      </p:sp>
      <p:sp>
        <p:nvSpPr>
          <p:cNvPr id="30" name="文本框 29" title=""/>
          <p:cNvSpPr txBox="1"/>
          <p:nvPr>
            <p:custDataLst>
              <p:tags r:id="rId34"/>
            </p:custDataLst>
          </p:nvPr>
        </p:nvSpPr>
        <p:spPr>
          <a:xfrm>
            <a:off x="577850" y="4017010"/>
            <a:ext cx="11012170" cy="2538730"/>
          </a:xfrm>
          <a:prstGeom prst="rect">
            <a:avLst/>
          </a:prstGeom>
          <a:gradFill>
            <a:gsLst>
              <a:gs pos="0">
                <a:srgbClr val="4076FD">
                  <a:alpha val="10000"/>
                </a:srgbClr>
              </a:gs>
              <a:gs pos="100000">
                <a:srgbClr val="ED9468">
                  <a:alpha val="10000"/>
                </a:srgbClr>
              </a:gs>
            </a:gsLst>
            <a:lin ang="1440000" scaled="0"/>
          </a:gradFill>
        </p:spPr>
        <p:txBody>
          <a:bodyPr wrap="square" rtlCol="0">
            <a:noAutofit/>
          </a:bodyPr>
          <a:lstStyle/>
          <a:p>
            <a:pPr algn="ctr">
              <a:lnSpc>
                <a:spcPct val="130000"/>
              </a:lnSpc>
            </a:pPr>
            <a:r>
              <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rPr>
              <a:t>求集合并集的方法</a:t>
            </a:r>
            <a:endPar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endParaRPr>
          </a:p>
          <a:p>
            <a:pPr indent="0" fontAlgn="auto">
              <a:lnSpc>
                <a:spcPct val="13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一、两集合用列举法给出：</a:t>
            </a:r>
            <a:r>
              <a:rPr sz="2400" b="1">
                <a:latin typeface="Times New Roman" panose="02020603050405020304" pitchFamily="18" charset="0"/>
                <a:ea typeface="黑体" panose="02010609060101010101" charset="-122"/>
                <a:cs typeface="Times New Roman" panose="02020603050405020304" pitchFamily="18" charset="0"/>
              </a:rPr>
              <a:t>①依定义，直接观察求并集；②借助Venn图写并集．</a:t>
            </a:r>
            <a:endParaRPr sz="2400" b="1">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3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二、两集合用描述法给出：</a:t>
            </a:r>
            <a:r>
              <a:rPr sz="2400" b="1">
                <a:latin typeface="Times New Roman" panose="02020603050405020304" pitchFamily="18" charset="0"/>
                <a:ea typeface="黑体" panose="02010609060101010101" charset="-122"/>
                <a:cs typeface="Times New Roman" panose="02020603050405020304" pitchFamily="18" charset="0"/>
              </a:rPr>
              <a:t>①直接观察，写出并集；②借助数轴，求出并集．</a:t>
            </a:r>
            <a:endParaRPr sz="2400" b="1">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30000"/>
              </a:lnSpc>
            </a:pP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三、一个集合用描述法，另一个用列举法：</a:t>
            </a:r>
            <a:r>
              <a:rPr sz="2400" b="1">
                <a:latin typeface="Times New Roman" panose="02020603050405020304" pitchFamily="18" charset="0"/>
                <a:ea typeface="黑体" panose="02010609060101010101" charset="-122"/>
                <a:cs typeface="Times New Roman" panose="02020603050405020304" pitchFamily="18" charset="0"/>
              </a:rPr>
              <a:t>①直接观察，找出并集；②借助图形，观察写出并集．</a:t>
            </a:r>
            <a:endParaRPr sz="2400" b="1">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93193"/>
                                        </p:tgtEl>
                                        <p:attrNameLst>
                                          <p:attrName>style.visibility</p:attrName>
                                        </p:attrNameLst>
                                      </p:cBhvr>
                                      <p:to>
                                        <p:strVal val="visible"/>
                                      </p:to>
                                    </p:set>
                                    <p:animEffect transition="in" filter="fade">
                                      <p:cBhvr>
                                        <p:cTn id="7" dur="250"/>
                                        <p:tgtEl>
                                          <p:spTgt spid="9319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250" fill="hold">
                                          <p:stCondLst>
                                            <p:cond delay="0"/>
                                          </p:stCondLst>
                                        </p:cTn>
                                        <p:tgtEl>
                                          <p:spTgt spid="29"/>
                                        </p:tgtEl>
                                        <p:attrNameLst>
                                          <p:attrName>style.visibility</p:attrName>
                                        </p:attrNameLst>
                                      </p:cBhvr>
                                      <p:to>
                                        <p:strVal val="visible"/>
                                      </p:to>
                                    </p:set>
                                    <p:anim calcmode="lin" valueType="num">
                                      <p:cBhvr>
                                        <p:cTn id="12" dur="250" fill="hold"/>
                                        <p:tgtEl>
                                          <p:spTgt spid="29"/>
                                        </p:tgtEl>
                                        <p:attrNameLst>
                                          <p:attrName>ppt_x</p:attrName>
                                        </p:attrNameLst>
                                      </p:cBhvr>
                                      <p:tavLst>
                                        <p:tav tm="0">
                                          <p:val>
                                            <p:strVal val="#ppt_x-.2"/>
                                          </p:val>
                                        </p:tav>
                                        <p:tav tm="100000">
                                          <p:val>
                                            <p:strVal val="#ppt_x"/>
                                          </p:val>
                                        </p:tav>
                                      </p:tavLst>
                                    </p:anim>
                                    <p:anim calcmode="lin" valueType="num">
                                      <p:cBhvr>
                                        <p:cTn id="13" dur="250" fill="hold"/>
                                        <p:tgtEl>
                                          <p:spTgt spid="29"/>
                                        </p:tgtEl>
                                        <p:attrNameLst>
                                          <p:attrName>ppt_y</p:attrName>
                                        </p:attrNameLst>
                                      </p:cBhvr>
                                      <p:tavLst>
                                        <p:tav tm="0">
                                          <p:val>
                                            <p:strVal val="#ppt_y"/>
                                          </p:val>
                                        </p:tav>
                                        <p:tav tm="100000">
                                          <p:val>
                                            <p:strVal val="#ppt_y"/>
                                          </p:val>
                                        </p:tav>
                                      </p:tavLst>
                                    </p:anim>
                                    <p:animEffect transition="in" filter="wipe(right)" prLst="gradientSize: 0.1">
                                      <p:cBhvr>
                                        <p:cTn id="14" dur="250"/>
                                        <p:tgtEl>
                                          <p:spTgt spid="29"/>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250" fill="hold">
                                          <p:stCondLst>
                                            <p:cond delay="0"/>
                                          </p:stCondLst>
                                        </p:cTn>
                                        <p:tgtEl>
                                          <p:spTgt spid="30"/>
                                        </p:tgtEl>
                                        <p:attrNameLst>
                                          <p:attrName>style.visibility</p:attrName>
                                        </p:attrNameLst>
                                      </p:cBhvr>
                                      <p:to>
                                        <p:strVal val="visible"/>
                                      </p:to>
                                    </p:set>
                                    <p:animEffect transition="in" filter="fade">
                                      <p:cBhvr>
                                        <p:cTn id="19"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5" name="组合 34" title=""/>
          <p:cNvGrpSpPr/>
          <p:nvPr>
            <p:custDataLst>
              <p:tags r:id="rId11"/>
            </p:custDataLst>
          </p:nvPr>
        </p:nvGrpSpPr>
        <p:grpSpPr>
          <a:xfrm>
            <a:off x="577850" y="1147445"/>
            <a:ext cx="10998835" cy="1696085"/>
            <a:chOff x="910" y="1807"/>
            <a:chExt cx="17479" cy="2671"/>
          </a:xfrm>
        </p:grpSpPr>
        <p:sp>
          <p:nvSpPr>
            <p:cNvPr id="2" name="圆角矩形 1"/>
            <p:cNvSpPr/>
            <p:nvPr>
              <p:custDataLst>
                <p:tags r:id="rId12"/>
              </p:custDataLst>
            </p:nvPr>
          </p:nvSpPr>
          <p:spPr>
            <a:xfrm>
              <a:off x="910" y="2115"/>
              <a:ext cx="17479" cy="2363"/>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6426" cy="889"/>
            </a:xfrm>
            <a:prstGeom prst="roundRect">
              <a:avLst>
                <a:gd name="adj" fmla="val 50000"/>
              </a:avLst>
            </a:prstGeom>
            <a:gradFill>
              <a:gsLst>
                <a:gs pos="0">
                  <a:srgbClr val="4076FD"/>
                </a:gs>
                <a:gs pos="100000">
                  <a:srgbClr val="ED9468"/>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a:t>
              </a:r>
              <a:r>
                <a:rPr sz="2400" b="1">
                  <a:latin typeface="黑体" panose="02010609060101010101" charset="-122"/>
                  <a:ea typeface="黑体" panose="02010609060101010101" charset="-122"/>
                  <a:cs typeface="黑体" panose="02010609060101010101" charset="-122"/>
                  <a:sym typeface="+mn-ea"/>
                </a:rPr>
                <a:t>二： 交集及其运算</a:t>
              </a:r>
              <a:endParaRPr sz="2400" b="1">
                <a:latin typeface="黑体" panose="02010609060101010101" charset="-122"/>
                <a:ea typeface="黑体" panose="02010609060101010101" charset="-122"/>
                <a:cs typeface="黑体" panose="02010609060101010101" charset="-122"/>
                <a:sym typeface="+mn-ea"/>
              </a:endParaRPr>
            </a:p>
          </p:txBody>
        </p:sp>
      </p:grpSp>
      <p:grpSp>
        <p:nvGrpSpPr>
          <p:cNvPr id="10" name="组合 9"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11" name="组合 10"/>
            <p:cNvGrpSpPr/>
            <p:nvPr>
              <p:custDataLst>
                <p:tags r:id="rId15"/>
              </p:custDataLst>
            </p:nvPr>
          </p:nvGrpSpPr>
          <p:grpSpPr>
            <a:xfrm>
              <a:off x="8452757" y="5040086"/>
              <a:ext cx="134692" cy="1161142"/>
              <a:chOff x="8490857" y="4963886"/>
              <a:chExt cx="134692" cy="1161142"/>
            </a:xfrm>
            <a:grpFill/>
          </p:grpSpPr>
          <p:sp>
            <p:nvSpPr>
              <p:cNvPr id="15" name="等腰三角形 14"/>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21"/>
              </p:custDataLst>
            </p:nvPr>
          </p:nvGrpSpPr>
          <p:grpSpPr>
            <a:xfrm>
              <a:off x="8290832" y="4887686"/>
              <a:ext cx="134692" cy="1161142"/>
              <a:chOff x="8490857" y="4963886"/>
              <a:chExt cx="134692" cy="1161142"/>
            </a:xfrm>
            <a:grpFill/>
          </p:grpSpPr>
          <p:sp>
            <p:nvSpPr>
              <p:cNvPr id="21" name="等腰三角形 20"/>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6" name="对象 5" title="">
            <a:hlinkClick action="ppaction://ole?verb="/>
          </p:cNvPr>
          <p:cNvGraphicFramePr>
            <a:graphicFrameLocks noChangeAspect="1"/>
          </p:cNvGraphicFramePr>
          <p:nvPr>
            <p:custDataLst>
              <p:tags r:id="rId27"/>
            </p:custDataLst>
          </p:nvPr>
        </p:nvGraphicFramePr>
        <p:xfrm>
          <a:off x="712470" y="1726565"/>
          <a:ext cx="11948160" cy="1490980"/>
        </p:xfrm>
        <a:graphic>
          <a:graphicData uri="http://schemas.openxmlformats.org/presentationml/2006/ole">
            <mc:AlternateContent>
              <mc:Choice xmlns:v="urn:schemas-microsoft-com:vml" Requires="v">
                <p:oleObj spid="_x0000_s1067" r:id="rId28" imgW="6496050" imgH="809625" progId="Word.Document.8">
                  <p:embed/>
                </p:oleObj>
              </mc:Choice>
              <mc:Fallback>
                <p:oleObj r:id="rId28" imgW="6496050" imgH="809625" progId="Word.Document.8">
                  <p:embed/>
                  <p:pic>
                    <p:nvPicPr>
                      <p:cNvPr id="0" name="OLE substitute image"/>
                      <p:cNvPicPr/>
                      <p:nvPr/>
                    </p:nvPicPr>
                    <p:blipFill>
                      <a:blip r:embed="rId29"/>
                      <a:stretch>
                        <a:fillRect/>
                      </a:stretch>
                    </p:blipFill>
                    <p:spPr>
                      <a:xfrm>
                        <a:off x="712470" y="1726565"/>
                        <a:ext cx="11948160" cy="1490980"/>
                      </a:xfrm>
                      <a:prstGeom prst="rect">
                        <a:avLst/>
                      </a:prstGeom>
                    </p:spPr>
                  </p:pic>
                </p:oleObj>
              </mc:Fallback>
            </mc:AlternateContent>
          </a:graphicData>
        </a:graphic>
      </p:graphicFrame>
      <p:graphicFrame>
        <p:nvGraphicFramePr>
          <p:cNvPr id="7" name="对象 6" title="">
            <a:hlinkClick action="ppaction://ole?verb="/>
          </p:cNvPr>
          <p:cNvGraphicFramePr>
            <a:graphicFrameLocks noChangeAspect="1"/>
          </p:cNvGraphicFramePr>
          <p:nvPr>
            <p:custDataLst>
              <p:tags r:id="rId30"/>
            </p:custDataLst>
          </p:nvPr>
        </p:nvGraphicFramePr>
        <p:xfrm>
          <a:off x="686435" y="2868930"/>
          <a:ext cx="10442575" cy="1261110"/>
        </p:xfrm>
        <a:graphic>
          <a:graphicData uri="http://schemas.openxmlformats.org/presentationml/2006/ole">
            <mc:AlternateContent>
              <mc:Choice xmlns:v="urn:schemas-microsoft-com:vml" Requires="v">
                <p:oleObj spid="_x0000_s1068" r:id="rId31" imgW="6496050" imgH="809625" progId="Word.Document.8">
                  <p:embed/>
                </p:oleObj>
              </mc:Choice>
              <mc:Fallback>
                <p:oleObj r:id="rId31" imgW="6496050" imgH="809625" progId="Word.Document.8">
                  <p:embed/>
                  <p:pic>
                    <p:nvPicPr>
                      <p:cNvPr id="0" name="OLE substitute image"/>
                      <p:cNvPicPr/>
                      <p:nvPr/>
                    </p:nvPicPr>
                    <p:blipFill>
                      <a:blip r:embed="rId32"/>
                      <a:stretch>
                        <a:fillRect/>
                      </a:stretch>
                    </p:blipFill>
                    <p:spPr>
                      <a:xfrm>
                        <a:off x="686435" y="2868930"/>
                        <a:ext cx="10442575" cy="1261110"/>
                      </a:xfrm>
                      <a:prstGeom prst="rect">
                        <a:avLst/>
                      </a:prstGeom>
                    </p:spPr>
                  </p:pic>
                </p:oleObj>
              </mc:Fallback>
            </mc:AlternateContent>
          </a:graphicData>
        </a:graphic>
      </p:graphicFrame>
      <p:sp>
        <p:nvSpPr>
          <p:cNvPr id="3" name="文本框 2" title=""/>
          <p:cNvSpPr txBox="1"/>
          <p:nvPr>
            <p:custDataLst>
              <p:tags r:id="rId33"/>
            </p:custDataLst>
          </p:nvPr>
        </p:nvSpPr>
        <p:spPr>
          <a:xfrm>
            <a:off x="582295" y="4155440"/>
            <a:ext cx="11012170" cy="2472055"/>
          </a:xfrm>
          <a:prstGeom prst="rect">
            <a:avLst/>
          </a:prstGeom>
          <a:gradFill>
            <a:gsLst>
              <a:gs pos="0">
                <a:srgbClr val="4076FD">
                  <a:alpha val="10000"/>
                </a:srgbClr>
              </a:gs>
              <a:gs pos="100000">
                <a:srgbClr val="ED9468">
                  <a:alpha val="10000"/>
                </a:srgbClr>
              </a:gs>
            </a:gsLst>
            <a:lin ang="1440000" scaled="0"/>
          </a:gradFill>
        </p:spPr>
        <p:txBody>
          <a:bodyPr wrap="square" rtlCol="0">
            <a:noAutofit/>
          </a:bodyPr>
          <a:lstStyle/>
          <a:p>
            <a:pPr algn="ctr">
              <a:lnSpc>
                <a:spcPct val="150000"/>
              </a:lnSpc>
            </a:pPr>
            <a:r>
              <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rPr>
              <a:t>求两个集合的交集的方法</a:t>
            </a:r>
            <a:endParaRPr lang="zh-CN" altLang="en-US" sz="2400" b="1">
              <a:solidFill>
                <a:srgbClr val="054AFB"/>
              </a:solidFill>
              <a:latin typeface="Times New Roman" panose="02020603050405020304" pitchFamily="18" charset="0"/>
              <a:ea typeface="黑体" panose="02010609060101010101" charset="-122"/>
              <a:cs typeface="Times New Roman" panose="02020603050405020304" pitchFamily="18" charset="0"/>
              <a:sym typeface="+mn-ea"/>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(1)对于元素个数有限的集合，</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逐个挑出</a:t>
            </a:r>
            <a:r>
              <a:rPr sz="2400" b="1">
                <a:latin typeface="Times New Roman" panose="02020603050405020304" pitchFamily="18" charset="0"/>
                <a:ea typeface="黑体" panose="02010609060101010101" charset="-122"/>
                <a:cs typeface="Times New Roman" panose="02020603050405020304" pitchFamily="18" charset="0"/>
              </a:rPr>
              <a:t>两个集合的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公共元素</a:t>
            </a:r>
            <a:r>
              <a:rPr sz="2400" b="1">
                <a:latin typeface="Times New Roman" panose="02020603050405020304" pitchFamily="18" charset="0"/>
                <a:ea typeface="黑体" panose="02010609060101010101" charset="-122"/>
                <a:cs typeface="Times New Roman" panose="02020603050405020304" pitchFamily="18" charset="0"/>
              </a:rPr>
              <a:t>即可.</a:t>
            </a:r>
            <a:endParaRPr sz="2400" b="1">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(2)对于元素个数无限的集合，一般</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借助数轴求交集</a:t>
            </a:r>
            <a:r>
              <a:rPr sz="2400" b="1">
                <a:latin typeface="Times New Roman" panose="02020603050405020304" pitchFamily="18" charset="0"/>
                <a:ea typeface="黑体" panose="02010609060101010101" charset="-122"/>
                <a:cs typeface="Times New Roman" panose="02020603050405020304" pitchFamily="18" charset="0"/>
              </a:rPr>
              <a:t>，两个集合的交集等于两个集合在数轴上的</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相应图形所覆盖的公共范围</a:t>
            </a:r>
            <a:r>
              <a:rPr sz="2400" b="1">
                <a:latin typeface="Times New Roman" panose="02020603050405020304" pitchFamily="18" charset="0"/>
                <a:ea typeface="黑体" panose="02010609060101010101" charset="-122"/>
                <a:cs typeface="Times New Roman" panose="02020603050405020304" pitchFamily="18" charset="0"/>
              </a:rPr>
              <a:t>，要</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注意端点值的取舍</a:t>
            </a:r>
            <a:r>
              <a:rPr sz="2400" b="1">
                <a:latin typeface="Times New Roman" panose="02020603050405020304" pitchFamily="18" charset="0"/>
                <a:ea typeface="黑体" panose="02010609060101010101" charset="-122"/>
                <a:cs typeface="Times New Roman" panose="02020603050405020304" pitchFamily="18" charset="0"/>
              </a:rPr>
              <a:t>．</a:t>
            </a:r>
            <a:endParaRPr sz="2400" b="1">
              <a:latin typeface="Times New Roman" panose="02020603050405020304" pitchFamily="18" charset="0"/>
              <a:ea typeface="黑体" panose="02010609060101010101" charset="-122"/>
              <a:cs typeface="Times New Roman" panose="02020603050405020304" pitchFamily="18" charset="0"/>
            </a:endParaRPr>
          </a:p>
        </p:txBody>
      </p:sp>
      <p:sp>
        <p:nvSpPr>
          <p:cNvPr id="29" name="文本框 28" title=""/>
          <p:cNvSpPr txBox="1"/>
          <p:nvPr>
            <p:custDataLst>
              <p:tags r:id="rId34"/>
            </p:custDataLst>
          </p:nvPr>
        </p:nvSpPr>
        <p:spPr>
          <a:xfrm>
            <a:off x="10754360" y="1727835"/>
            <a:ext cx="562610" cy="521970"/>
          </a:xfrm>
          <a:prstGeom prst="rect">
            <a:avLst/>
          </a:prstGeom>
          <a:noFill/>
        </p:spPr>
        <p:txBody>
          <a:bodyPr wrap="square" rtlCol="0">
            <a:spAutoFit/>
          </a:bodyPr>
          <a:lstStyle/>
          <a:p>
            <a:r>
              <a:rPr lang="en-US" altLang="zh-CN" sz="2800" b="1">
                <a:solidFill>
                  <a:srgbClr val="054AFB"/>
                </a:solidFill>
                <a:latin typeface="Times New Roman" panose="02020603050405020304" pitchFamily="18" charset="0"/>
                <a:cs typeface="Times New Roman" panose="02020603050405020304" pitchFamily="18" charset="0"/>
              </a:rPr>
              <a:t>D</a:t>
            </a:r>
            <a:endParaRPr lang="en-US" altLang="zh-CN" sz="2800" b="1">
              <a:solidFill>
                <a:srgbClr val="054AFB"/>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250" fill="hold">
                                          <p:stCondLst>
                                            <p:cond delay="0"/>
                                          </p:stCondLst>
                                        </p:cTn>
                                        <p:tgtEl>
                                          <p:spTgt spid="29"/>
                                        </p:tgtEl>
                                        <p:attrNameLst>
                                          <p:attrName>style.visibility</p:attrName>
                                        </p:attrNameLst>
                                      </p:cBhvr>
                                      <p:to>
                                        <p:strVal val="visible"/>
                                      </p:to>
                                    </p:set>
                                    <p:anim calcmode="lin" valueType="num">
                                      <p:cBhvr>
                                        <p:cTn id="12" dur="250" fill="hold"/>
                                        <p:tgtEl>
                                          <p:spTgt spid="29"/>
                                        </p:tgtEl>
                                        <p:attrNameLst>
                                          <p:attrName>ppt_x</p:attrName>
                                        </p:attrNameLst>
                                      </p:cBhvr>
                                      <p:tavLst>
                                        <p:tav tm="0">
                                          <p:val>
                                            <p:strVal val="#ppt_x-.2"/>
                                          </p:val>
                                        </p:tav>
                                        <p:tav tm="100000">
                                          <p:val>
                                            <p:strVal val="#ppt_x"/>
                                          </p:val>
                                        </p:tav>
                                      </p:tavLst>
                                    </p:anim>
                                    <p:anim calcmode="lin" valueType="num">
                                      <p:cBhvr>
                                        <p:cTn id="13" dur="250" fill="hold"/>
                                        <p:tgtEl>
                                          <p:spTgt spid="29"/>
                                        </p:tgtEl>
                                        <p:attrNameLst>
                                          <p:attrName>ppt_y</p:attrName>
                                        </p:attrNameLst>
                                      </p:cBhvr>
                                      <p:tavLst>
                                        <p:tav tm="0">
                                          <p:val>
                                            <p:strVal val="#ppt_y"/>
                                          </p:val>
                                        </p:tav>
                                        <p:tav tm="100000">
                                          <p:val>
                                            <p:strVal val="#ppt_y"/>
                                          </p:val>
                                        </p:tav>
                                      </p:tavLst>
                                    </p:anim>
                                    <p:animEffect transition="in" filter="wipe(right)" prLst="gradientSize: 0.1">
                                      <p:cBhvr>
                                        <p:cTn id="14" dur="250"/>
                                        <p:tgtEl>
                                          <p:spTgt spid="29"/>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250" fill="hold">
                                          <p:stCondLst>
                                            <p:cond delay="0"/>
                                          </p:stCondLst>
                                        </p:cTn>
                                        <p:tgtEl>
                                          <p:spTgt spid="3"/>
                                        </p:tgtEl>
                                        <p:attrNameLst>
                                          <p:attrName>style.visibility</p:attrName>
                                        </p:attrNameLst>
                                      </p:cBhvr>
                                      <p:to>
                                        <p:strVal val="visible"/>
                                      </p:to>
                                    </p:set>
                                    <p:animEffect transition="in" filter="fade">
                                      <p:cBhvr>
                                        <p:cTn id="19"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 grpId="0" animBg="1"/>
    </p:bld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能力提升</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35" name="组合 34" title=""/>
          <p:cNvGrpSpPr/>
          <p:nvPr>
            <p:custDataLst>
              <p:tags r:id="rId11"/>
            </p:custDataLst>
          </p:nvPr>
        </p:nvGrpSpPr>
        <p:grpSpPr>
          <a:xfrm>
            <a:off x="577850" y="1147445"/>
            <a:ext cx="10998835" cy="1696085"/>
            <a:chOff x="910" y="1807"/>
            <a:chExt cx="17479" cy="2671"/>
          </a:xfrm>
        </p:grpSpPr>
        <p:sp>
          <p:nvSpPr>
            <p:cNvPr id="2" name="圆角矩形 1"/>
            <p:cNvSpPr/>
            <p:nvPr>
              <p:custDataLst>
                <p:tags r:id="rId12"/>
              </p:custDataLst>
            </p:nvPr>
          </p:nvSpPr>
          <p:spPr>
            <a:xfrm>
              <a:off x="910" y="2115"/>
              <a:ext cx="17479" cy="2363"/>
            </a:xfrm>
            <a:prstGeom prst="roundRect">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custDataLst>
                <p:tags r:id="rId13"/>
              </p:custDataLst>
            </p:nvPr>
          </p:nvSpPr>
          <p:spPr>
            <a:xfrm>
              <a:off x="1463" y="1807"/>
              <a:ext cx="8364" cy="889"/>
            </a:xfrm>
            <a:prstGeom prst="roundRect">
              <a:avLst>
                <a:gd name="adj" fmla="val 50000"/>
              </a:avLst>
            </a:prstGeom>
            <a:gradFill>
              <a:gsLst>
                <a:gs pos="0">
                  <a:srgbClr val="4076FD"/>
                </a:gs>
                <a:gs pos="100000">
                  <a:srgbClr val="ED9468"/>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b="1">
                  <a:latin typeface="黑体" panose="02010609060101010101" charset="-122"/>
                  <a:ea typeface="黑体" panose="02010609060101010101" charset="-122"/>
                  <a:cs typeface="黑体" panose="02010609060101010101" charset="-122"/>
                  <a:sym typeface="+mn-ea"/>
                </a:rPr>
                <a:t>题型</a:t>
              </a:r>
              <a:r>
                <a:rPr sz="2400" b="1">
                  <a:latin typeface="黑体" panose="02010609060101010101" charset="-122"/>
                  <a:ea typeface="黑体" panose="02010609060101010101" charset="-122"/>
                  <a:cs typeface="黑体" panose="02010609060101010101" charset="-122"/>
                  <a:sym typeface="+mn-ea"/>
                </a:rPr>
                <a:t>三：交集、并集中的参数问题</a:t>
              </a:r>
              <a:endParaRPr sz="2400" b="1">
                <a:latin typeface="黑体" panose="02010609060101010101" charset="-122"/>
                <a:ea typeface="黑体" panose="02010609060101010101" charset="-122"/>
                <a:cs typeface="黑体" panose="02010609060101010101" charset="-122"/>
                <a:sym typeface="+mn-ea"/>
              </a:endParaRPr>
            </a:p>
          </p:txBody>
        </p:sp>
      </p:grpSp>
      <p:grpSp>
        <p:nvGrpSpPr>
          <p:cNvPr id="10" name="组合 9" title=""/>
          <p:cNvGrpSpPr/>
          <p:nvPr>
            <p:custDataLst>
              <p:tags r:id="rId14"/>
            </p:custDataLst>
          </p:nvPr>
        </p:nvGrpSpPr>
        <p:grpSpPr>
          <a:xfrm rot="5400000" flipH="1">
            <a:off x="11361799" y="426795"/>
            <a:ext cx="176150" cy="780068"/>
            <a:chOff x="8290832" y="4887686"/>
            <a:chExt cx="296617" cy="1313542"/>
          </a:xfrm>
          <a:solidFill>
            <a:srgbClr val="4076FD"/>
          </a:solidFill>
        </p:grpSpPr>
        <p:grpSp>
          <p:nvGrpSpPr>
            <p:cNvPr id="11" name="组合 10"/>
            <p:cNvGrpSpPr/>
            <p:nvPr>
              <p:custDataLst>
                <p:tags r:id="rId15"/>
              </p:custDataLst>
            </p:nvPr>
          </p:nvGrpSpPr>
          <p:grpSpPr>
            <a:xfrm>
              <a:off x="8452757" y="5040086"/>
              <a:ext cx="134692" cy="1161142"/>
              <a:chOff x="8490857" y="4963886"/>
              <a:chExt cx="134692" cy="1161142"/>
            </a:xfrm>
            <a:grpFill/>
          </p:grpSpPr>
          <p:sp>
            <p:nvSpPr>
              <p:cNvPr id="15" name="等腰三角形 14"/>
              <p:cNvSpPr/>
              <p:nvPr>
                <p:custDataLst>
                  <p:tags r:id="rId1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2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21"/>
              </p:custDataLst>
            </p:nvPr>
          </p:nvGrpSpPr>
          <p:grpSpPr>
            <a:xfrm>
              <a:off x="8290832" y="4887686"/>
              <a:ext cx="134692" cy="1161142"/>
              <a:chOff x="8490857" y="4963886"/>
              <a:chExt cx="134692" cy="1161142"/>
            </a:xfrm>
            <a:grpFill/>
          </p:grpSpPr>
          <p:sp>
            <p:nvSpPr>
              <p:cNvPr id="21" name="等腰三角形 20"/>
              <p:cNvSpPr/>
              <p:nvPr>
                <p:custDataLst>
                  <p:tags r:id="rId22"/>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3"/>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4"/>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5"/>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6"/>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03432" name="对象 103431" title=""/>
          <p:cNvGraphicFramePr>
            <a:graphicFrameLocks noChangeAspect="1"/>
          </p:cNvGraphicFramePr>
          <p:nvPr>
            <p:custDataLst>
              <p:tags r:id="rId27"/>
            </p:custDataLst>
          </p:nvPr>
        </p:nvGraphicFramePr>
        <p:xfrm>
          <a:off x="646430" y="1710690"/>
          <a:ext cx="12347575" cy="1486535"/>
        </p:xfrm>
        <a:graphic>
          <a:graphicData uri="http://schemas.openxmlformats.org/presentationml/2006/ole">
            <mc:AlternateContent>
              <mc:Choice xmlns:v="urn:schemas-microsoft-com:vml" Requires="v">
                <p:oleObj spid="_x0000_s1069" r:id="rId28" imgW="8020050" imgH="923925" progId="Word.Document.8">
                  <p:embed/>
                </p:oleObj>
              </mc:Choice>
              <mc:Fallback>
                <p:oleObj r:id="rId28" imgW="8020050" imgH="923925" progId="Word.Document.8">
                  <p:embed/>
                  <p:pic>
                    <p:nvPicPr>
                      <p:cNvPr id="0" name="OLE substitute image"/>
                      <p:cNvPicPr/>
                      <p:nvPr/>
                    </p:nvPicPr>
                    <p:blipFill>
                      <a:blip r:embed="rId29"/>
                      <a:stretch>
                        <a:fillRect/>
                      </a:stretch>
                    </p:blipFill>
                    <p:spPr>
                      <a:xfrm>
                        <a:off x="646430" y="1710690"/>
                        <a:ext cx="12347575" cy="1486535"/>
                      </a:xfrm>
                      <a:prstGeom prst="rect">
                        <a:avLst/>
                      </a:prstGeom>
                      <a:noFill/>
                      <a:ln w="38100">
                        <a:noFill/>
                        <a:miter/>
                      </a:ln>
                    </p:spPr>
                  </p:pic>
                </p:oleObj>
              </mc:Fallback>
            </mc:AlternateContent>
          </a:graphicData>
        </a:graphic>
      </p:graphicFrame>
      <p:graphicFrame>
        <p:nvGraphicFramePr>
          <p:cNvPr id="71688" name="对象 71687" title=""/>
          <p:cNvGraphicFramePr>
            <a:graphicFrameLocks noChangeAspect="1"/>
          </p:cNvGraphicFramePr>
          <p:nvPr>
            <p:custDataLst>
              <p:tags r:id="rId30"/>
            </p:custDataLst>
          </p:nvPr>
        </p:nvGraphicFramePr>
        <p:xfrm>
          <a:off x="605790" y="3025775"/>
          <a:ext cx="12723495" cy="3356610"/>
        </p:xfrm>
        <a:graphic>
          <a:graphicData uri="http://schemas.openxmlformats.org/presentationml/2006/ole">
            <mc:AlternateContent>
              <mc:Choice xmlns:v="urn:schemas-microsoft-com:vml" Requires="v">
                <p:oleObj spid="_x0000_s1070" r:id="rId31" imgW="8153400" imgH="2133600" progId="Word.Document.8">
                  <p:embed/>
                </p:oleObj>
              </mc:Choice>
              <mc:Fallback>
                <p:oleObj r:id="rId31" imgW="8153400" imgH="2133600" progId="Word.Document.8">
                  <p:embed/>
                  <p:pic>
                    <p:nvPicPr>
                      <p:cNvPr id="0" name="OLE substitute image"/>
                      <p:cNvPicPr/>
                      <p:nvPr/>
                    </p:nvPicPr>
                    <p:blipFill>
                      <a:blip r:embed="rId32"/>
                      <a:stretch>
                        <a:fillRect/>
                      </a:stretch>
                    </p:blipFill>
                    <p:spPr>
                      <a:xfrm>
                        <a:off x="605790" y="3025775"/>
                        <a:ext cx="12723495" cy="3356610"/>
                      </a:xfrm>
                      <a:prstGeom prst="rect">
                        <a:avLst/>
                      </a:prstGeom>
                      <a:noFill/>
                      <a:ln w="38100">
                        <a:noFill/>
                        <a:miter/>
                      </a:ln>
                    </p:spPr>
                  </p:pic>
                </p:oleObj>
              </mc:Fallback>
            </mc:AlternateContent>
          </a:graphicData>
        </a:graphic>
      </p:graphicFrame>
      <p:sp>
        <p:nvSpPr>
          <p:cNvPr id="29" name="文本框 28" title=""/>
          <p:cNvSpPr txBox="1"/>
          <p:nvPr>
            <p:custDataLst>
              <p:tags r:id="rId33"/>
            </p:custDataLst>
          </p:nvPr>
        </p:nvSpPr>
        <p:spPr>
          <a:xfrm>
            <a:off x="10866120" y="1713865"/>
            <a:ext cx="562610" cy="521970"/>
          </a:xfrm>
          <a:prstGeom prst="rect">
            <a:avLst/>
          </a:prstGeom>
          <a:noFill/>
        </p:spPr>
        <p:txBody>
          <a:bodyPr wrap="square" rtlCol="0">
            <a:spAutoFit/>
          </a:bodyPr>
          <a:lstStyle/>
          <a:p>
            <a:r>
              <a:rPr lang="en-US" altLang="zh-CN" sz="2800" b="1">
                <a:solidFill>
                  <a:srgbClr val="054AFB"/>
                </a:solidFill>
                <a:latin typeface="Times New Roman" panose="02020603050405020304" pitchFamily="18" charset="0"/>
                <a:cs typeface="Times New Roman" panose="02020603050405020304" pitchFamily="18" charset="0"/>
              </a:rPr>
              <a:t>D</a:t>
            </a:r>
            <a:endParaRPr lang="en-US" altLang="zh-CN" sz="2800" b="1">
              <a:solidFill>
                <a:srgbClr val="054AFB"/>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71688"/>
                                        </p:tgtEl>
                                        <p:attrNameLst>
                                          <p:attrName>style.visibility</p:attrName>
                                        </p:attrNameLst>
                                      </p:cBhvr>
                                      <p:to>
                                        <p:strVal val="visible"/>
                                      </p:to>
                                    </p:set>
                                    <p:animEffect transition="in" filter="fade">
                                      <p:cBhvr>
                                        <p:cTn id="7" dur="250"/>
                                        <p:tgtEl>
                                          <p:spTgt spid="7168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250" fill="hold">
                                          <p:stCondLst>
                                            <p:cond delay="0"/>
                                          </p:stCondLst>
                                        </p:cTn>
                                        <p:tgtEl>
                                          <p:spTgt spid="29"/>
                                        </p:tgtEl>
                                        <p:attrNameLst>
                                          <p:attrName>style.visibility</p:attrName>
                                        </p:attrNameLst>
                                      </p:cBhvr>
                                      <p:to>
                                        <p:strVal val="visible"/>
                                      </p:to>
                                    </p:set>
                                    <p:anim calcmode="lin" valueType="num">
                                      <p:cBhvr>
                                        <p:cTn id="12" dur="250" fill="hold"/>
                                        <p:tgtEl>
                                          <p:spTgt spid="29"/>
                                        </p:tgtEl>
                                        <p:attrNameLst>
                                          <p:attrName>ppt_x</p:attrName>
                                        </p:attrNameLst>
                                      </p:cBhvr>
                                      <p:tavLst>
                                        <p:tav tm="0">
                                          <p:val>
                                            <p:strVal val="#ppt_x-.2"/>
                                          </p:val>
                                        </p:tav>
                                        <p:tav tm="100000">
                                          <p:val>
                                            <p:strVal val="#ppt_x"/>
                                          </p:val>
                                        </p:tav>
                                      </p:tavLst>
                                    </p:anim>
                                    <p:anim calcmode="lin" valueType="num">
                                      <p:cBhvr>
                                        <p:cTn id="13" dur="250" fill="hold"/>
                                        <p:tgtEl>
                                          <p:spTgt spid="29"/>
                                        </p:tgtEl>
                                        <p:attrNameLst>
                                          <p:attrName>ppt_y</p:attrName>
                                        </p:attrNameLst>
                                      </p:cBhvr>
                                      <p:tavLst>
                                        <p:tav tm="0">
                                          <p:val>
                                            <p:strVal val="#ppt_y"/>
                                          </p:val>
                                        </p:tav>
                                        <p:tav tm="100000">
                                          <p:val>
                                            <p:strVal val="#ppt_y"/>
                                          </p:val>
                                        </p:tav>
                                      </p:tavLst>
                                    </p:anim>
                                    <p:animEffect transition="in" filter="wipe(right)" prLst="gradientSize: 0.1">
                                      <p:cBhvr>
                                        <p:cTn id="14"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3"/>
          </p:custDataLst>
        </p:nvPr>
      </p:nvGrpSpPr>
      <p:grpSpPr>
        <a:xfrm>
          <a:off x="0" y="0"/>
          <a:ext cx="0" cy="0"/>
        </a:xfrm>
      </p:grpSpPr>
      <p:grpSp>
        <p:nvGrpSpPr>
          <p:cNvPr id="13" name="组合 12" title=""/>
          <p:cNvGrpSpPr/>
          <p:nvPr>
            <p:custDataLst>
              <p:tags r:id="rId4"/>
            </p:custDataLst>
          </p:nvPr>
        </p:nvGrpSpPr>
        <p:grpSpPr>
          <a:xfrm>
            <a:off x="0" y="0"/>
            <a:ext cx="12192000" cy="6858000"/>
            <a:chExt cx="12192000" cy="6858000"/>
          </a:xfrm>
        </p:grpSpPr>
        <p:pic>
          <p:nvPicPr>
            <p:cNvPr id="12" name="图片 11"/>
            <p:cNvPicPr>
              <a:picLocks noChangeAspect="1"/>
            </p:cNvPicPr>
            <p:nvPr>
              <p:custDataLst>
                <p:tags r:id="rId7"/>
              </p:custDataLst>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8"/>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9"/>
            </p:custDataLst>
          </p:nvPr>
        </p:nvGrpSpPr>
        <p:grpSpPr>
          <a:xfrm>
            <a:off x="577851" y="576471"/>
            <a:ext cx="5197474" cy="521970"/>
            <a:chOff x="330201" y="576471"/>
            <a:chExt cx="5197474" cy="521970"/>
          </a:xfrm>
        </p:grpSpPr>
        <p:sp>
          <p:nvSpPr>
            <p:cNvPr id="44" name="文本框 43"/>
            <p:cNvSpPr txBox="1"/>
            <p:nvPr>
              <p:custDataLst>
                <p:tags r:id="rId10"/>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方法技巧</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1"/>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53" name="组合 52" title=""/>
          <p:cNvGrpSpPr/>
          <p:nvPr>
            <p:custDataLst>
              <p:tags r:id="rId12"/>
            </p:custDataLst>
          </p:nvPr>
        </p:nvGrpSpPr>
        <p:grpSpPr>
          <a:xfrm flipH="1">
            <a:off x="11495784" y="718260"/>
            <a:ext cx="176150" cy="780068"/>
            <a:chOff x="8290832" y="4887686"/>
            <a:chExt cx="296617" cy="1313542"/>
          </a:xfrm>
          <a:solidFill>
            <a:srgbClr val="4076FD"/>
          </a:solidFill>
        </p:grpSpPr>
        <p:grpSp>
          <p:nvGrpSpPr>
            <p:cNvPr id="54" name="组合 53"/>
            <p:cNvGrpSpPr/>
            <p:nvPr>
              <p:custDataLst>
                <p:tags r:id="rId13"/>
              </p:custDataLst>
            </p:nvPr>
          </p:nvGrpSpPr>
          <p:grpSpPr>
            <a:xfrm>
              <a:off x="8452757" y="5040086"/>
              <a:ext cx="134692" cy="1161142"/>
              <a:chOff x="8490857" y="4963886"/>
              <a:chExt cx="134692" cy="1161142"/>
            </a:xfrm>
            <a:grpFill/>
          </p:grpSpPr>
          <p:sp>
            <p:nvSpPr>
              <p:cNvPr id="55" name="等腰三角形 54"/>
              <p:cNvSpPr/>
              <p:nvPr>
                <p:custDataLst>
                  <p:tags r:id="rId14"/>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15"/>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16"/>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custDataLst>
                  <p:tags r:id="rId17"/>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custDataLst>
                  <p:tags r:id="rId18"/>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custDataLst>
                <p:tags r:id="rId19"/>
              </p:custDataLst>
            </p:nvPr>
          </p:nvGrpSpPr>
          <p:grpSpPr>
            <a:xfrm>
              <a:off x="8290832" y="4887686"/>
              <a:ext cx="134692" cy="1161142"/>
              <a:chOff x="8490857" y="4963886"/>
              <a:chExt cx="134692" cy="1161142"/>
            </a:xfrm>
            <a:grpFill/>
          </p:grpSpPr>
          <p:sp>
            <p:nvSpPr>
              <p:cNvPr id="61" name="等腰三角形 60"/>
              <p:cNvSpPr/>
              <p:nvPr>
                <p:custDataLst>
                  <p:tags r:id="rId2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custDataLst>
                  <p:tags r:id="rId2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custDataLst>
                  <p:tags r:id="rId2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custDataLst>
                  <p:tags r:id="rId2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p:cNvSpPr/>
              <p:nvPr>
                <p:custDataLst>
                  <p:tags r:id="rId2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 name="文本框 6" title=""/>
          <p:cNvSpPr txBox="1"/>
          <p:nvPr>
            <p:custDataLst>
              <p:tags r:id="rId25"/>
            </p:custDataLst>
          </p:nvPr>
        </p:nvSpPr>
        <p:spPr>
          <a:xfrm>
            <a:off x="659765" y="1894840"/>
            <a:ext cx="11012170" cy="3357880"/>
          </a:xfrm>
          <a:prstGeom prst="rect">
            <a:avLst/>
          </a:prstGeom>
          <a:noFill/>
        </p:spPr>
        <p:txBody>
          <a:bodyPr wrap="square" rtlCol="0">
            <a:noAutofit/>
          </a:bodyPr>
          <a:lstStyle/>
          <a:p>
            <a:pPr indent="457200" algn="ctr" fontAlgn="auto">
              <a:lnSpc>
                <a:spcPct val="150000"/>
              </a:lnSpc>
            </a:pPr>
            <a:endParaRPr lang="zh-CN" altLang="en-US" sz="2800" b="1">
              <a:gradFill>
                <a:gsLst>
                  <a:gs pos="0">
                    <a:srgbClr val="4175FC"/>
                  </a:gs>
                  <a:gs pos="100000">
                    <a:schemeClr val="accent2"/>
                  </a:gs>
                </a:gsLst>
                <a:lin ang="18120000" scaled="0"/>
              </a:gradFill>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(1)已知两个集合之间的关系求参数时，要明确集合中的元素，对子集是否为空集进行分类讨论，要做到不漏解.</a:t>
            </a:r>
            <a:endParaRPr sz="2400" b="1">
              <a:latin typeface="Times New Roman" panose="02020603050405020304" pitchFamily="18" charset="0"/>
              <a:ea typeface="黑体" panose="02010609060101010101" charset="-122"/>
              <a:cs typeface="Times New Roman" panose="02020603050405020304" pitchFamily="18" charset="0"/>
            </a:endParaRPr>
          </a:p>
          <a:p>
            <a:pPr indent="457200" fontAlgn="auto">
              <a:lnSpc>
                <a:spcPct val="150000"/>
              </a:lnSpc>
            </a:pPr>
            <a:r>
              <a:rPr sz="2400" b="1">
                <a:latin typeface="Times New Roman" panose="02020603050405020304" pitchFamily="18" charset="0"/>
                <a:ea typeface="黑体" panose="02010609060101010101" charset="-122"/>
                <a:cs typeface="Times New Roman" panose="02020603050405020304" pitchFamily="18" charset="0"/>
              </a:rPr>
              <a:t>(2)</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在解决两个数集</a:t>
            </a:r>
            <a:r>
              <a:rPr sz="2400" b="1">
                <a:latin typeface="Times New Roman" panose="02020603050405020304" pitchFamily="18" charset="0"/>
                <a:ea typeface="黑体" panose="02010609060101010101" charset="-122"/>
                <a:cs typeface="Times New Roman" panose="02020603050405020304" pitchFamily="18" charset="0"/>
              </a:rPr>
              <a:t>关系问题时，避免出错的一个有效方法是合理运用数形结合思想帮助分析与求解.另外，在解含有参数的不等式(或方程)时，要</a:t>
            </a:r>
            <a:r>
              <a:rPr sz="2400" b="1">
                <a:solidFill>
                  <a:schemeClr val="accent2"/>
                </a:solidFill>
                <a:latin typeface="Times New Roman" panose="02020603050405020304" pitchFamily="18" charset="0"/>
                <a:ea typeface="黑体" panose="02010609060101010101" charset="-122"/>
                <a:cs typeface="Times New Roman" panose="02020603050405020304" pitchFamily="18" charset="0"/>
              </a:rPr>
              <a:t>对参数进行讨论</a:t>
            </a:r>
            <a:r>
              <a:rPr sz="2400" b="1">
                <a:latin typeface="Times New Roman" panose="02020603050405020304" pitchFamily="18" charset="0"/>
                <a:ea typeface="黑体" panose="02010609060101010101" charset="-122"/>
                <a:cs typeface="Times New Roman" panose="02020603050405020304" pitchFamily="18" charset="0"/>
              </a:rPr>
              <a:t>.</a:t>
            </a:r>
            <a:endParaRPr sz="2400" b="1">
              <a:latin typeface="Times New Roman" panose="02020603050405020304" pitchFamily="18" charset="0"/>
              <a:ea typeface="黑体" panose="02010609060101010101" charset="-122"/>
              <a:cs typeface="Times New Roman" panose="02020603050405020304" pitchFamily="18" charset="0"/>
            </a:endParaRPr>
          </a:p>
        </p:txBody>
      </p:sp>
      <p:sp>
        <p:nvSpPr>
          <p:cNvPr id="3" name="圆角矩形 2" title=""/>
          <p:cNvSpPr/>
          <p:nvPr>
            <p:custDataLst>
              <p:tags r:id="rId26"/>
            </p:custDataLst>
          </p:nvPr>
        </p:nvSpPr>
        <p:spPr>
          <a:xfrm>
            <a:off x="3175635" y="1844675"/>
            <a:ext cx="5980430" cy="666115"/>
          </a:xfrm>
          <a:prstGeom prst="roundRect">
            <a:avLst>
              <a:gd name="adj" fmla="val 50000"/>
            </a:avLst>
          </a:prstGeom>
          <a:gradFill>
            <a:gsLst>
              <a:gs pos="0">
                <a:srgbClr val="4076FD">
                  <a:alpha val="100000"/>
                </a:srgbClr>
              </a:gs>
              <a:gs pos="100000">
                <a:srgbClr val="ED9468">
                  <a:alpha val="100000"/>
                </a:srgbClr>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求解含有参数的集合运算的方法</a:t>
            </a:r>
            <a:endParaRPr lang="zh-CN" altLang="en-US" sz="2800" b="1">
              <a:solidFill>
                <a:schemeClr val="bg1"/>
              </a:solidFill>
              <a:latin typeface="Times New Roman" panose="02020603050405020304" pitchFamily="18" charset="0"/>
              <a:ea typeface="黑体" panose="02010609060101010101" charset="-122"/>
              <a:cs typeface="Times New Roman" panose="02020603050405020304" pitchFamily="18" charset="0"/>
              <a:sym typeface="+mn-ea"/>
            </a:endParaRP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文本框 1" title=""/>
          <p:cNvSpPr txBox="1"/>
          <p:nvPr>
            <p:custDataLst>
              <p:tags r:id="rId41"/>
            </p:custDataLst>
          </p:nvPr>
        </p:nvSpPr>
        <p:spPr>
          <a:xfrm>
            <a:off x="2225040" y="2222500"/>
            <a:ext cx="5393055" cy="2861310"/>
          </a:xfrm>
          <a:prstGeom prst="rect">
            <a:avLst/>
          </a:prstGeom>
          <a:noFill/>
        </p:spPr>
        <p:txBody>
          <a:bodyPr wrap="square" rtlCol="0">
            <a:spAutoFit/>
          </a:bodyPr>
          <a:lstStyle/>
          <a:p>
            <a:r>
              <a:rPr lang="en-US" altLang="zh-CN" sz="18000">
                <a:gradFill>
                  <a:gsLst>
                    <a:gs pos="0">
                      <a:srgbClr val="4479FD"/>
                    </a:gs>
                    <a:gs pos="100000">
                      <a:srgbClr val="4175FC"/>
                    </a:gs>
                  </a:gsLst>
                  <a:lin ang="10800000" scaled="0"/>
                </a:gradFill>
                <a:latin typeface="黑体" panose="02010609060101010101" charset="-122"/>
                <a:ea typeface="黑体" panose="02010609060101010101" charset="-122"/>
              </a:rPr>
              <a:t>04</a:t>
            </a:r>
            <a:endParaRPr lang="zh-CN" altLang="en-US" sz="18000">
              <a:gradFill>
                <a:gsLst>
                  <a:gs pos="0">
                    <a:srgbClr val="4479FD"/>
                  </a:gs>
                  <a:gs pos="100000">
                    <a:srgbClr val="4175FC"/>
                  </a:gs>
                </a:gsLst>
                <a:lin ang="10800000" scaled="0"/>
              </a:gradFill>
              <a:latin typeface="黑体" panose="02010609060101010101" charset="-122"/>
              <a:ea typeface="黑体" panose="02010609060101010101" charset="-122"/>
            </a:endParaRPr>
          </a:p>
        </p:txBody>
      </p:sp>
      <p:sp>
        <p:nvSpPr>
          <p:cNvPr id="60" name="文本框 59" title=""/>
          <p:cNvSpPr txBox="1"/>
          <p:nvPr>
            <p:custDataLst>
              <p:tags r:id="rId42"/>
            </p:custDataLst>
          </p:nvPr>
        </p:nvSpPr>
        <p:spPr>
          <a:xfrm>
            <a:off x="5263515" y="3123565"/>
            <a:ext cx="4746625" cy="829945"/>
          </a:xfrm>
          <a:prstGeom prst="rect">
            <a:avLst/>
          </a:prstGeom>
          <a:noFill/>
        </p:spPr>
        <p:txBody>
          <a:bodyPr wrap="square" rtlCol="0">
            <a:spAutoFit/>
          </a:bodyPr>
          <a:lstStyle/>
          <a:p>
            <a:r>
              <a:rPr lang="zh-CN" altLang="en-US" sz="4800" b="1">
                <a:solidFill>
                  <a:schemeClr val="tx1">
                    <a:lumMod val="95000"/>
                    <a:lumOff val="5000"/>
                  </a:schemeClr>
                </a:solidFill>
                <a:latin typeface="微软雅黑" panose="020b0503020204020204" charset="-122"/>
                <a:ea typeface="微软雅黑" panose="020b0503020204020204" charset="-122"/>
              </a:rPr>
              <a:t>小</a:t>
            </a:r>
            <a:r>
              <a:rPr lang="zh-CN" altLang="en-US" sz="4800" b="1">
                <a:solidFill>
                  <a:srgbClr val="4378FD"/>
                </a:solidFill>
                <a:latin typeface="微软雅黑" panose="020b0503020204020204" charset="-122"/>
                <a:ea typeface="微软雅黑" panose="020b0503020204020204" charset="-122"/>
              </a:rPr>
              <a:t>结</a:t>
            </a:r>
            <a:r>
              <a:rPr lang="zh-CN" altLang="en-US" sz="4800" b="1">
                <a:solidFill>
                  <a:schemeClr val="tx1">
                    <a:lumMod val="95000"/>
                    <a:lumOff val="5000"/>
                  </a:schemeClr>
                </a:solidFill>
                <a:latin typeface="微软雅黑" panose="020b0503020204020204" charset="-122"/>
                <a:ea typeface="微软雅黑" panose="020b0503020204020204" charset="-122"/>
              </a:rPr>
              <a:t>及</a:t>
            </a:r>
            <a:r>
              <a:rPr lang="zh-CN" altLang="en-US" sz="4800" b="1">
                <a:solidFill>
                  <a:srgbClr val="4378FD"/>
                </a:solidFill>
                <a:latin typeface="微软雅黑" panose="020b0503020204020204" charset="-122"/>
                <a:ea typeface="微软雅黑" panose="020b0503020204020204" charset="-122"/>
              </a:rPr>
              <a:t>随</a:t>
            </a:r>
            <a:r>
              <a:rPr lang="zh-CN" altLang="en-US" sz="4800" b="1">
                <a:solidFill>
                  <a:schemeClr val="tx1">
                    <a:lumMod val="95000"/>
                    <a:lumOff val="5000"/>
                  </a:schemeClr>
                </a:solidFill>
                <a:latin typeface="微软雅黑" panose="020b0503020204020204" charset="-122"/>
                <a:ea typeface="微软雅黑" panose="020b0503020204020204" charset="-122"/>
              </a:rPr>
              <a:t>堂</a:t>
            </a:r>
            <a:r>
              <a:rPr lang="zh-CN" altLang="en-US" sz="4800" b="1">
                <a:solidFill>
                  <a:srgbClr val="4378FD"/>
                </a:solidFill>
                <a:latin typeface="微软雅黑" panose="020b0503020204020204" charset="-122"/>
                <a:ea typeface="微软雅黑" panose="020b0503020204020204" charset="-122"/>
              </a:rPr>
              <a:t>练</a:t>
            </a:r>
            <a:r>
              <a:rPr lang="zh-CN" altLang="en-US" sz="4800" b="1">
                <a:solidFill>
                  <a:schemeClr val="tx1"/>
                </a:solidFill>
                <a:latin typeface="微软雅黑" panose="020b0503020204020204" charset="-122"/>
                <a:ea typeface="微软雅黑" panose="020b0503020204020204" charset="-122"/>
              </a:rPr>
              <a:t>习</a:t>
            </a:r>
            <a:endParaRPr lang="zh-CN" altLang="en-US" sz="4800" b="1">
              <a:solidFill>
                <a:schemeClr val="tx1"/>
              </a:solidFill>
              <a:latin typeface="微软雅黑" panose="020b0503020204020204" charset="-122"/>
              <a:ea typeface="微软雅黑" panose="020b0503020204020204" charset="-122"/>
            </a:endParaRPr>
          </a:p>
        </p:txBody>
      </p:sp>
      <p:sp>
        <p:nvSpPr>
          <p:cNvPr id="14" name="文本框 13" title=""/>
          <p:cNvSpPr txBox="1"/>
          <p:nvPr>
            <p:custDataLst>
              <p:tags r:id="rId43"/>
            </p:custDataLst>
          </p:nvPr>
        </p:nvSpPr>
        <p:spPr>
          <a:xfrm>
            <a:off x="3134360" y="1657350"/>
            <a:ext cx="592264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集合的基本运算（第1课时）并集与交集</a:t>
            </a:r>
            <a:endParaRPr lang="en-US" altLang="zh-CN">
              <a:latin typeface="黑体" panose="02010609060101010101" charset="-122"/>
              <a:ea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4" fill="hold" grpId="0" nodeType="afterEffect">
                                  <p:stCondLst>
                                    <p:cond delay="0"/>
                                  </p:stCondLst>
                                  <p:childTnLst>
                                    <p:set>
                                      <p:cBhvr>
                                        <p:cTn id="6" dur="250" fill="hold">
                                          <p:stCondLst>
                                            <p:cond delay="0"/>
                                          </p:stCondLst>
                                        </p:cTn>
                                        <p:tgtEl>
                                          <p:spTgt spid="60"/>
                                        </p:tgtEl>
                                        <p:attrNameLst>
                                          <p:attrName>style.visibility</p:attrName>
                                        </p:attrNameLst>
                                      </p:cBhvr>
                                      <p:to>
                                        <p:strVal val="visible"/>
                                      </p:to>
                                    </p:set>
                                    <p:anim calcmode="lin" valueType="num">
                                      <p:cBhvr additive="base">
                                        <p:cTn id="7" dur="250"/>
                                        <p:tgtEl>
                                          <p:spTgt spid="60"/>
                                        </p:tgtEl>
                                        <p:attrNameLst>
                                          <p:attrName>ppt_y</p:attrName>
                                        </p:attrNameLst>
                                      </p:cBhvr>
                                      <p:tavLst>
                                        <p:tav tm="0">
                                          <p:val>
                                            <p:strVal val="#ppt_y+#ppt_h*1.125000"/>
                                          </p:val>
                                        </p:tav>
                                        <p:tav tm="100000">
                                          <p:val>
                                            <p:strVal val="#ppt_y"/>
                                          </p:val>
                                        </p:tav>
                                      </p:tavLst>
                                    </p:anim>
                                    <p:animEffect transition="in" filter="wipe(up)">
                                      <p:cBhvr>
                                        <p:cTn id="8"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本课小结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6" name="圆角矩形 25" title=""/>
          <p:cNvSpPr/>
          <p:nvPr>
            <p:custDataLst>
              <p:tags r:id="rId24"/>
            </p:custDataLst>
          </p:nvPr>
        </p:nvSpPr>
        <p:spPr>
          <a:xfrm>
            <a:off x="577850" y="1338580"/>
            <a:ext cx="11094085" cy="5140960"/>
          </a:xfrm>
          <a:prstGeom prst="roundRect">
            <a:avLst>
              <a:gd name="adj" fmla="val 12139"/>
            </a:avLst>
          </a:prstGeom>
          <a:noFill/>
          <a:ln w="12700" cmpd="sng">
            <a:gradFill>
              <a:gsLst>
                <a:gs pos="4000">
                  <a:schemeClr val="accent2"/>
                </a:gs>
                <a:gs pos="100000">
                  <a:srgbClr val="5178FA"/>
                </a:gs>
              </a:gsLst>
              <a:lin ang="2094000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title=""/>
          <p:cNvSpPr txBox="1"/>
          <p:nvPr>
            <p:custDataLst>
              <p:tags r:id="rId25"/>
            </p:custDataLst>
          </p:nvPr>
        </p:nvSpPr>
        <p:spPr>
          <a:xfrm>
            <a:off x="848360" y="1428115"/>
            <a:ext cx="10520680" cy="1420495"/>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Times New Roman" panose="02020603050405020304" pitchFamily="18" charset="0"/>
                <a:sym typeface="+mn-ea"/>
              </a:rPr>
              <a:t>并集的概念：</a:t>
            </a:r>
            <a:r>
              <a:rPr lang="zh-CN" altLang="en-US" sz="2400">
                <a:latin typeface="Times New Roman" panose="02020603050405020304" pitchFamily="18" charset="0"/>
                <a:ea typeface="楷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一般地，由所有属于集合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或</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的元素所组成的集合，称为集合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与</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并集</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（读作：“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并</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”）即：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，或</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5" name="文本框 4" title=""/>
          <p:cNvSpPr txBox="1"/>
          <p:nvPr>
            <p:custDataLst>
              <p:tags r:id="rId26"/>
            </p:custDataLst>
          </p:nvPr>
        </p:nvSpPr>
        <p:spPr>
          <a:xfrm>
            <a:off x="848360" y="3938905"/>
            <a:ext cx="10518140" cy="1420495"/>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交集的概念：</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一般地，由所有属于集合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且</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属于集合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的元素组成的集合，称为集合</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与</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的</a:t>
            </a:r>
            <a:r>
              <a:rPr lang="zh-CN" altLang="en-US" sz="2400" b="1">
                <a:solidFill>
                  <a:schemeClr val="accent2"/>
                </a:solidFill>
                <a:latin typeface="Times New Roman" panose="02020603050405020304" pitchFamily="18" charset="0"/>
                <a:ea typeface="黑体" panose="02010609060101010101" charset="-122"/>
                <a:cs typeface="Times New Roman" panose="02020603050405020304" pitchFamily="18" charset="0"/>
                <a:sym typeface="+mn-ea"/>
              </a:rPr>
              <a:t>交集</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．记作：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（读作：“</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交</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即：</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且 </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x</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pSp>
        <p:nvGrpSpPr>
          <p:cNvPr id="7" name="组合 6" title=""/>
          <p:cNvGrpSpPr/>
          <p:nvPr>
            <p:custDataLst>
              <p:tags r:id="rId27"/>
            </p:custDataLst>
          </p:nvPr>
        </p:nvGrpSpPr>
        <p:grpSpPr>
          <a:xfrm>
            <a:off x="862330" y="5351145"/>
            <a:ext cx="10965180" cy="977265"/>
            <a:chOff x="1445" y="6952"/>
            <a:chExt cx="17268" cy="1539"/>
          </a:xfrm>
        </p:grpSpPr>
        <p:sp>
          <p:nvSpPr>
            <p:cNvPr id="14" name="文本框 13"/>
            <p:cNvSpPr txBox="1"/>
            <p:nvPr>
              <p:custDataLst>
                <p:tags r:id="rId28"/>
              </p:custDataLst>
            </p:nvPr>
          </p:nvSpPr>
          <p:spPr>
            <a:xfrm>
              <a:off x="1445" y="6952"/>
              <a:ext cx="17268" cy="1539"/>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交集的性质：</a:t>
              </a:r>
              <a:r>
                <a:rPr lang="zh-CN" altLang="en-US" sz="2400">
                  <a:latin typeface="楷体" panose="02010609060101010101" charset="-122"/>
                  <a:ea typeface="楷体" panose="02010609060101010101" charset="-122"/>
                  <a:cs typeface="黑体" panose="02010609060101010101" charset="-122"/>
                  <a:sym typeface="+mn-ea"/>
                </a:rPr>
                <a:t>（1）</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；（3）(</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fontAlgn="auto">
                <a:lnSpc>
                  <a:spcPct val="120000"/>
                </a:lnSpc>
              </a:pP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（4）若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，反之也成立．</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27" name="Object 13"/>
            <p:cNvGraphicFramePr>
              <a:graphicFrameLocks noChangeAspect="1"/>
            </p:cNvGraphicFramePr>
            <p:nvPr>
              <p:custDataLst>
                <p:tags r:id="rId29"/>
              </p:custDataLst>
            </p:nvPr>
          </p:nvGraphicFramePr>
          <p:xfrm>
            <a:off x="10245" y="7188"/>
            <a:ext cx="719" cy="573"/>
          </p:xfrm>
          <a:graphic>
            <a:graphicData uri="http://schemas.openxmlformats.org/presentationml/2006/ole">
              <mc:AlternateContent>
                <mc:Choice xmlns:v="urn:schemas-microsoft-com:vml" Requires="v">
                  <p:oleObj spid="_x0000_s1071" r:id="rId30" imgW="165100" imgH="165100" progId="Equation.DSMT4">
                    <p:embed/>
                  </p:oleObj>
                </mc:Choice>
                <mc:Fallback>
                  <p:oleObj r:id="rId30" imgW="165100" imgH="165100" progId="Equation.DSMT4">
                    <p:embed/>
                    <p:pic>
                      <p:nvPicPr>
                        <p:cNvPr id="0" name="OLE substitute image"/>
                        <p:cNvPicPr/>
                        <p:nvPr/>
                      </p:nvPicPr>
                      <p:blipFill>
                        <a:blip r:embed="rId31"/>
                        <a:stretch>
                          <a:fillRect/>
                        </a:stretch>
                      </p:blipFill>
                      <p:spPr>
                        <a:xfrm>
                          <a:off x="10245" y="7188"/>
                          <a:ext cx="719" cy="573"/>
                        </a:xfrm>
                        <a:prstGeom prst="rect">
                          <a:avLst/>
                        </a:prstGeom>
                        <a:noFill/>
                        <a:ln w="38100">
                          <a:noFill/>
                          <a:miter/>
                        </a:ln>
                      </p:spPr>
                    </p:pic>
                  </p:oleObj>
                </mc:Fallback>
              </mc:AlternateContent>
            </a:graphicData>
          </a:graphic>
        </p:graphicFrame>
        <p:graphicFrame>
          <p:nvGraphicFramePr>
            <p:cNvPr id="28" name="Object 13"/>
            <p:cNvGraphicFramePr>
              <a:graphicFrameLocks noChangeAspect="1"/>
            </p:cNvGraphicFramePr>
            <p:nvPr>
              <p:custDataLst>
                <p:tags r:id="rId32"/>
              </p:custDataLst>
            </p:nvPr>
          </p:nvGraphicFramePr>
          <p:xfrm>
            <a:off x="9423" y="7157"/>
            <a:ext cx="712" cy="568"/>
          </p:xfrm>
          <a:graphic>
            <a:graphicData uri="http://schemas.openxmlformats.org/presentationml/2006/ole">
              <mc:AlternateContent>
                <mc:Choice xmlns:v="urn:schemas-microsoft-com:vml" Requires="v">
                  <p:oleObj spid="_x0000_s1072" r:id="rId33" imgW="165100" imgH="165100" progId="Equation.DSMT4">
                    <p:embed/>
                  </p:oleObj>
                </mc:Choice>
                <mc:Fallback>
                  <p:oleObj r:id="rId33" imgW="165100" imgH="165100" progId="Equation.DSMT4">
                    <p:embed/>
                    <p:pic>
                      <p:nvPicPr>
                        <p:cNvPr id="0" name="OLE substitute image"/>
                        <p:cNvPicPr/>
                        <p:nvPr/>
                      </p:nvPicPr>
                      <p:blipFill>
                        <a:blip r:embed="rId34"/>
                        <a:stretch>
                          <a:fillRect/>
                        </a:stretch>
                      </p:blipFill>
                      <p:spPr>
                        <a:xfrm>
                          <a:off x="9423" y="7157"/>
                          <a:ext cx="712" cy="568"/>
                        </a:xfrm>
                        <a:prstGeom prst="rect">
                          <a:avLst/>
                        </a:prstGeom>
                        <a:noFill/>
                        <a:ln w="38100">
                          <a:noFill/>
                          <a:miter/>
                        </a:ln>
                      </p:spPr>
                    </p:pic>
                  </p:oleObj>
                </mc:Fallback>
              </mc:AlternateContent>
            </a:graphicData>
          </a:graphic>
        </p:graphicFrame>
      </p:grpSp>
      <p:grpSp>
        <p:nvGrpSpPr>
          <p:cNvPr id="2" name="组合 1" title=""/>
          <p:cNvGrpSpPr/>
          <p:nvPr>
            <p:custDataLst>
              <p:tags r:id="rId35"/>
            </p:custDataLst>
          </p:nvPr>
        </p:nvGrpSpPr>
        <p:grpSpPr>
          <a:xfrm>
            <a:off x="847725" y="2933700"/>
            <a:ext cx="10716260" cy="977265"/>
            <a:chOff x="1202" y="3300"/>
            <a:chExt cx="16876" cy="1539"/>
          </a:xfrm>
        </p:grpSpPr>
        <p:sp>
          <p:nvSpPr>
            <p:cNvPr id="8" name="文本框 7"/>
            <p:cNvSpPr txBox="1"/>
            <p:nvPr>
              <p:custDataLst>
                <p:tags r:id="rId36"/>
              </p:custDataLst>
            </p:nvPr>
          </p:nvSpPr>
          <p:spPr>
            <a:xfrm>
              <a:off x="1202" y="3300"/>
              <a:ext cx="16876" cy="1539"/>
            </a:xfrm>
            <a:prstGeom prst="rect">
              <a:avLst/>
            </a:prstGeom>
            <a:noFill/>
          </p:spPr>
          <p:txBody>
            <a:bodyPr wrap="square" rtlCol="0" anchor="t">
              <a:spAutoFit/>
            </a:bodyPr>
            <a:lstStyle/>
            <a:p>
              <a:pPr algn="l" fontAlgn="auto">
                <a:lnSpc>
                  <a:spcPct val="120000"/>
                </a:lnSpc>
              </a:pPr>
              <a:r>
                <a:rPr lang="zh-CN" altLang="en-US" sz="2400" b="1">
                  <a:solidFill>
                    <a:srgbClr val="054AFB"/>
                  </a:solidFill>
                  <a:latin typeface="黑体" panose="02010609060101010101" charset="-122"/>
                  <a:ea typeface="黑体" panose="02010609060101010101" charset="-122"/>
                  <a:cs typeface="黑体" panose="02010609060101010101" charset="-122"/>
                  <a:sym typeface="+mn-ea"/>
                </a:rPr>
                <a:t>并集的性质：</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   </a:t>
              </a: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；（3）若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a:p>
              <a:pPr algn="l" fontAlgn="auto">
                <a:lnSpc>
                  <a:spcPct val="120000"/>
                </a:lnSpc>
              </a:pPr>
              <a:r>
                <a:rPr lang="en-US" altLang="zh-CN" sz="2400">
                  <a:latin typeface="Times New Roman" panose="02020603050405020304" pitchFamily="18" charset="0"/>
                  <a:ea typeface="黑体" panose="02010609060101010101" charset="-122"/>
                  <a:cs typeface="Times New Roman" panose="02020603050405020304" pitchFamily="18" charset="0"/>
                  <a:sym typeface="+mn-ea"/>
                </a:rPr>
                <a:t>                        </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（4）若</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，则</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400" i="1">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400">
                  <a:latin typeface="Times New Roman" panose="02020603050405020304" pitchFamily="18" charset="0"/>
                  <a:ea typeface="黑体" panose="02010609060101010101" charset="-122"/>
                  <a:cs typeface="Times New Roman" panose="02020603050405020304" pitchFamily="18" charset="0"/>
                  <a:sym typeface="+mn-ea"/>
                </a:rPr>
                <a:t>，反之也成立．</a:t>
              </a:r>
              <a:endParaRPr lang="zh-CN" altLang="en-US" sz="2400">
                <a:latin typeface="Times New Roman" panose="02020603050405020304" pitchFamily="18" charset="0"/>
                <a:ea typeface="黑体" panose="02010609060101010101" charset="-122"/>
                <a:cs typeface="Times New Roman" panose="02020603050405020304" pitchFamily="18" charset="0"/>
                <a:sym typeface="+mn-ea"/>
              </a:endParaRPr>
            </a:p>
          </p:txBody>
        </p:sp>
        <p:graphicFrame>
          <p:nvGraphicFramePr>
            <p:cNvPr id="4" name="Object 13"/>
            <p:cNvGraphicFramePr>
              <a:graphicFrameLocks noChangeAspect="1"/>
            </p:cNvGraphicFramePr>
            <p:nvPr>
              <p:custDataLst>
                <p:tags r:id="rId37"/>
              </p:custDataLst>
            </p:nvPr>
          </p:nvGraphicFramePr>
          <p:xfrm>
            <a:off x="9400" y="3459"/>
            <a:ext cx="779" cy="621"/>
          </p:xfrm>
          <a:graphic>
            <a:graphicData uri="http://schemas.openxmlformats.org/presentationml/2006/ole">
              <mc:AlternateContent>
                <mc:Choice xmlns:v="urn:schemas-microsoft-com:vml" Requires="v">
                  <p:oleObj spid="_x0000_s1073" r:id="rId38" imgW="165100" imgH="165100" progId="Equation.DSMT4">
                    <p:embed/>
                  </p:oleObj>
                </mc:Choice>
                <mc:Fallback>
                  <p:oleObj r:id="rId38" imgW="165100" imgH="165100" progId="Equation.DSMT4">
                    <p:embed/>
                    <p:pic>
                      <p:nvPicPr>
                        <p:cNvPr id="0" name="OLE substitute image"/>
                        <p:cNvPicPr/>
                        <p:nvPr/>
                      </p:nvPicPr>
                      <p:blipFill>
                        <a:blip r:embed="rId34"/>
                        <a:stretch>
                          <a:fillRect/>
                        </a:stretch>
                      </p:blipFill>
                      <p:spPr>
                        <a:xfrm>
                          <a:off x="9400" y="3459"/>
                          <a:ext cx="779" cy="621"/>
                        </a:xfrm>
                        <a:prstGeom prst="rect">
                          <a:avLst/>
                        </a:prstGeom>
                        <a:noFill/>
                        <a:ln w="38100">
                          <a:noFill/>
                          <a:miter/>
                        </a:ln>
                      </p:spPr>
                    </p:pic>
                  </p:oleObj>
                </mc:Fallback>
              </mc:AlternateContent>
            </a:graphicData>
          </a:graphic>
        </p:graphicFrame>
      </p:gr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本课小结</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3" name="图片 2" title=""/>
          <p:cNvPicPr>
            <a:picLocks noChangeAspect="1"/>
          </p:cNvPicPr>
          <p:nvPr>
            <p:custDataLst>
              <p:tags r:id="rId25"/>
            </p:custDataLst>
          </p:nvPr>
        </p:nvPicPr>
        <p:blipFill>
          <a:blip r:embed="rId24">
            <a:clrChange>
              <a:clrFrom>
                <a:srgbClr val="FFFFFF">
                  <a:alpha val="100000"/>
                </a:srgbClr>
              </a:clrFrom>
              <a:clrTo>
                <a:srgbClr val="FFFFFF">
                  <a:alpha val="100000"/>
                  <a:alpha val="0"/>
                </a:srgbClr>
              </a:clrTo>
            </a:clrChange>
          </a:blip>
          <a:srcRect b="6487"/>
          <a:stretch>
            <a:fillRect/>
          </a:stretch>
        </p:blipFill>
        <p:spPr>
          <a:xfrm>
            <a:off x="0" y="1098550"/>
            <a:ext cx="12192000" cy="5043805"/>
          </a:xfrm>
          <a:prstGeom prst="rect">
            <a:avLst/>
          </a:prstGeom>
        </p:spPr>
      </p:pic>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7" name="组合 6" title=""/>
          <p:cNvGrpSpPr/>
          <p:nvPr>
            <p:custDataLst>
              <p:tags r:id="rId3"/>
            </p:custDataLst>
          </p:nvPr>
        </p:nvGrpSpPr>
        <p:grpSpPr>
          <a:xfrm>
            <a:off x="-587375" y="0"/>
            <a:ext cx="12779375" cy="6858000"/>
            <a:chOff x="-925" y="0"/>
            <a:chExt cx="20125" cy="10800"/>
          </a:xfrm>
        </p:grpSpPr>
        <p:pic>
          <p:nvPicPr>
            <p:cNvPr id="4" name="图片 3"/>
            <p:cNvPicPr>
              <a:picLocks noChangeAspect="1"/>
            </p:cNvPicPr>
            <p:nvPr>
              <p:custDataLst>
                <p:tags r:id="rId5"/>
              </p:custDataLst>
            </p:nvPr>
          </p:nvPicPr>
          <p:blipFill>
            <a:blip r:embed="rId4">
              <a:extLst>
                <a:ext uri="{28A0092B-C50C-407E-A947-70E740481C1C}">
                  <a14:useLocalDpi xmlns:a14="http://schemas.microsoft.com/office/drawing/2010/main" val="0"/>
                </a:ext>
              </a:extLst>
            </a:blip>
            <a:srcRect t="7813" b="7813"/>
            <a:stretch>
              <a:fillRect/>
            </a:stretch>
          </p:blipFill>
          <p:spPr>
            <a:xfrm>
              <a:off x="0" y="0"/>
              <a:ext cx="19200" cy="108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椭圆 5"/>
            <p:cNvSpPr/>
            <p:nvPr>
              <p:custDataLst>
                <p:tags r:id="rId6"/>
              </p:custDataLst>
            </p:nvPr>
          </p:nvSpPr>
          <p:spPr>
            <a:xfrm>
              <a:off x="-925" y="5963"/>
              <a:ext cx="2875" cy="2875"/>
            </a:xfrm>
            <a:prstGeom prst="ellipse">
              <a:avLst/>
            </a:prstGeom>
            <a:solidFill>
              <a:schemeClr val="accent2">
                <a:lumMod val="60000"/>
                <a:lumOff val="40000"/>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p:cNvSpPr/>
            <p:nvPr>
              <p:custDataLst>
                <p:tags r:id="rId7"/>
              </p:custDataLst>
            </p:nvPr>
          </p:nvSpPr>
          <p:spPr>
            <a:xfrm>
              <a:off x="9373" y="1081"/>
              <a:ext cx="2875" cy="2875"/>
            </a:xfrm>
            <a:prstGeom prst="ellipse">
              <a:avLst/>
            </a:prstGeom>
            <a:solidFill>
              <a:schemeClr val="accent2">
                <a:alpha val="38000"/>
              </a:schemeClr>
            </a:solidFill>
            <a:ln>
              <a:noFill/>
            </a:ln>
            <a:effectLst>
              <a:softEdge rad="4699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圆角 13"/>
            <p:cNvSpPr/>
            <p:nvPr>
              <p:custDataLst>
                <p:tags r:id="rId8"/>
              </p:custDataLst>
            </p:nvPr>
          </p:nvSpPr>
          <p:spPr>
            <a:xfrm>
              <a:off x="1180" y="780"/>
              <a:ext cx="5400" cy="54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4"/>
            <p:cNvSpPr/>
            <p:nvPr>
              <p:custDataLst>
                <p:tags r:id="rId9"/>
              </p:custDataLst>
            </p:nvPr>
          </p:nvSpPr>
          <p:spPr>
            <a:xfrm>
              <a:off x="7592" y="9205"/>
              <a:ext cx="7020" cy="634"/>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5"/>
            <p:cNvSpPr/>
            <p:nvPr>
              <p:custDataLst>
                <p:tags r:id="rId10"/>
              </p:custDataLst>
            </p:nvPr>
          </p:nvSpPr>
          <p:spPr>
            <a:xfrm>
              <a:off x="13364" y="10320"/>
              <a:ext cx="4800" cy="180"/>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title=""/>
          <p:cNvGrpSpPr/>
          <p:nvPr>
            <p:custDataLst>
              <p:tags r:id="rId11"/>
            </p:custDataLst>
          </p:nvPr>
        </p:nvGrpSpPr>
        <p:grpSpPr>
          <a:xfrm flipH="1">
            <a:off x="914400" y="1318230"/>
            <a:ext cx="10363200" cy="4221540"/>
            <a:chOff x="838200" y="1460500"/>
            <a:chExt cx="9664700" cy="3937000"/>
          </a:xfrm>
        </p:grpSpPr>
        <p:sp>
          <p:nvSpPr>
            <p:cNvPr id="13" name="矩形: 圆角 12"/>
            <p:cNvSpPr/>
            <p:nvPr>
              <p:custDataLst>
                <p:tags r:id="rId12"/>
              </p:custDataLst>
            </p:nvPr>
          </p:nvSpPr>
          <p:spPr>
            <a:xfrm>
              <a:off x="838200" y="1460500"/>
              <a:ext cx="9664700" cy="3937000"/>
            </a:xfrm>
            <a:prstGeom prst="roundRect">
              <a:avLst>
                <a:gd name="adj" fmla="val 9794"/>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7683500" y="1460500"/>
              <a:ext cx="2819400" cy="256540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22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custDataLst>
                <p:tags r:id="rId14"/>
              </p:custDataLst>
            </p:nvPr>
          </p:nvSpPr>
          <p:spPr>
            <a:xfrm flipH="1" flipV="1">
              <a:off x="838200" y="3918350"/>
              <a:ext cx="1625600" cy="1479150"/>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61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title=""/>
          <p:cNvGrpSpPr/>
          <p:nvPr>
            <p:custDataLst>
              <p:tags r:id="rId15"/>
            </p:custDataLst>
          </p:nvPr>
        </p:nvGrpSpPr>
        <p:grpSpPr>
          <a:xfrm flipH="1">
            <a:off x="10644249" y="2030170"/>
            <a:ext cx="176150" cy="780068"/>
            <a:chOff x="8290832" y="4887686"/>
            <a:chExt cx="296617" cy="1313542"/>
          </a:xfrm>
          <a:solidFill>
            <a:srgbClr val="4076FD"/>
          </a:solidFill>
        </p:grpSpPr>
        <p:grpSp>
          <p:nvGrpSpPr>
            <p:cNvPr id="33" name="组合 32"/>
            <p:cNvGrpSpPr/>
            <p:nvPr>
              <p:custDataLst>
                <p:tags r:id="rId16"/>
              </p:custDataLst>
            </p:nvPr>
          </p:nvGrpSpPr>
          <p:grpSpPr>
            <a:xfrm>
              <a:off x="8452757" y="5040086"/>
              <a:ext cx="134692" cy="1161142"/>
              <a:chOff x="8490857" y="4963886"/>
              <a:chExt cx="134692" cy="1161142"/>
            </a:xfrm>
            <a:grpFill/>
          </p:grpSpPr>
          <p:sp>
            <p:nvSpPr>
              <p:cNvPr id="40" name="等腰三角形 39"/>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22"/>
              </p:custDataLst>
            </p:nvPr>
          </p:nvGrpSpPr>
          <p:grpSpPr>
            <a:xfrm>
              <a:off x="8290832" y="4887686"/>
              <a:ext cx="134692" cy="1161142"/>
              <a:chOff x="8490857" y="4963886"/>
              <a:chExt cx="134692" cy="1161142"/>
            </a:xfrm>
            <a:grpFill/>
          </p:grpSpPr>
          <p:sp>
            <p:nvSpPr>
              <p:cNvPr id="35" name="等腰三角形 34"/>
              <p:cNvSpPr/>
              <p:nvPr>
                <p:custDataLst>
                  <p:tags r:id="rId2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2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2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title=""/>
          <p:cNvGrpSpPr/>
          <p:nvPr>
            <p:custDataLst>
              <p:tags r:id="rId28"/>
            </p:custDataLst>
          </p:nvPr>
        </p:nvGrpSpPr>
        <p:grpSpPr>
          <a:xfrm flipH="1">
            <a:off x="1424049" y="4303470"/>
            <a:ext cx="176150" cy="780068"/>
            <a:chOff x="8290832" y="4887686"/>
            <a:chExt cx="296617" cy="1313542"/>
          </a:xfrm>
          <a:solidFill>
            <a:srgbClr val="4076FD"/>
          </a:solidFill>
        </p:grpSpPr>
        <p:grpSp>
          <p:nvGrpSpPr>
            <p:cNvPr id="46" name="组合 45"/>
            <p:cNvGrpSpPr/>
            <p:nvPr>
              <p:custDataLst>
                <p:tags r:id="rId29"/>
              </p:custDataLst>
            </p:nvPr>
          </p:nvGrpSpPr>
          <p:grpSpPr>
            <a:xfrm>
              <a:off x="8452757" y="5040086"/>
              <a:ext cx="134692" cy="1161142"/>
              <a:chOff x="8490857" y="4963886"/>
              <a:chExt cx="134692" cy="1161142"/>
            </a:xfrm>
            <a:grpFill/>
          </p:grpSpPr>
          <p:sp>
            <p:nvSpPr>
              <p:cNvPr id="53" name="等腰三角形 52"/>
              <p:cNvSpPr/>
              <p:nvPr>
                <p:custDataLst>
                  <p:tags r:id="rId30"/>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custDataLst>
                  <p:tags r:id="rId31"/>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custDataLst>
                  <p:tags r:id="rId32"/>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custDataLst>
                  <p:tags r:id="rId33"/>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custDataLst>
                  <p:tags r:id="rId34"/>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custDataLst>
                <p:tags r:id="rId35"/>
              </p:custDataLst>
            </p:nvPr>
          </p:nvGrpSpPr>
          <p:grpSpPr>
            <a:xfrm>
              <a:off x="8290832" y="4887686"/>
              <a:ext cx="134692" cy="1161142"/>
              <a:chOff x="8490857" y="4963886"/>
              <a:chExt cx="134692" cy="1161142"/>
            </a:xfrm>
            <a:grpFill/>
          </p:grpSpPr>
          <p:sp>
            <p:nvSpPr>
              <p:cNvPr id="48" name="等腰三角形 47"/>
              <p:cNvSpPr/>
              <p:nvPr>
                <p:custDataLst>
                  <p:tags r:id="rId36"/>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custDataLst>
                  <p:tags r:id="rId37"/>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custDataLst>
                  <p:tags r:id="rId38"/>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custDataLst>
                  <p:tags r:id="rId39"/>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custDataLst>
                  <p:tags r:id="rId40"/>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0" name="文本框 59" title=""/>
          <p:cNvSpPr txBox="1"/>
          <p:nvPr>
            <p:custDataLst>
              <p:tags r:id="rId41"/>
            </p:custDataLst>
          </p:nvPr>
        </p:nvSpPr>
        <p:spPr>
          <a:xfrm>
            <a:off x="1807845" y="2969895"/>
            <a:ext cx="2988310" cy="1014730"/>
          </a:xfrm>
          <a:prstGeom prst="rect">
            <a:avLst/>
          </a:prstGeom>
          <a:noFill/>
        </p:spPr>
        <p:txBody>
          <a:bodyPr wrap="square" rtlCol="0">
            <a:spAutoFit/>
          </a:bodyPr>
          <a:lstStyle/>
          <a:p>
            <a:pPr algn="ctr"/>
            <a:r>
              <a:rPr lang="zh-CN" altLang="en-US" sz="6000" b="1">
                <a:solidFill>
                  <a:schemeClr val="tx1">
                    <a:lumMod val="95000"/>
                    <a:lumOff val="5000"/>
                  </a:schemeClr>
                </a:solidFill>
                <a:latin typeface="微软雅黑" panose="020b0503020204020204" charset="-122"/>
                <a:ea typeface="微软雅黑" panose="020b0503020204020204" charset="-122"/>
              </a:rPr>
              <a:t>作</a:t>
            </a:r>
            <a:r>
              <a:rPr lang="zh-CN" altLang="en-US" sz="6000" b="1">
                <a:solidFill>
                  <a:srgbClr val="4378FD"/>
                </a:solidFill>
                <a:latin typeface="微软雅黑" panose="020b0503020204020204" charset="-122"/>
                <a:ea typeface="微软雅黑" panose="020b0503020204020204" charset="-122"/>
              </a:rPr>
              <a:t>业</a:t>
            </a:r>
            <a:endParaRPr lang="zh-CN" altLang="en-US" sz="6000" b="1">
              <a:solidFill>
                <a:schemeClr val="tx1"/>
              </a:solidFill>
              <a:latin typeface="微软雅黑" panose="020b0503020204020204" charset="-122"/>
              <a:ea typeface="微软雅黑" panose="020b0503020204020204" charset="-122"/>
            </a:endParaRPr>
          </a:p>
        </p:txBody>
      </p:sp>
      <p:sp>
        <p:nvSpPr>
          <p:cNvPr id="11" name="文本框 10" title=""/>
          <p:cNvSpPr txBox="1"/>
          <p:nvPr>
            <p:custDataLst>
              <p:tags r:id="rId42"/>
            </p:custDataLst>
          </p:nvPr>
        </p:nvSpPr>
        <p:spPr>
          <a:xfrm>
            <a:off x="4955540" y="2767965"/>
            <a:ext cx="6322695" cy="1529715"/>
          </a:xfrm>
          <a:prstGeom prst="rect">
            <a:avLst/>
          </a:prstGeom>
          <a:noFill/>
        </p:spPr>
        <p:txBody>
          <a:bodyPr wrap="square" rtlCol="0" anchor="t">
            <a:spAutoFit/>
          </a:bodyPr>
          <a:lstStyle/>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(1)整理本节课的题型；</a:t>
            </a:r>
            <a:endParaRPr sz="2400" b="1">
              <a:latin typeface="Times New Roman" panose="02020603050405020304" pitchFamily="18" charset="0"/>
              <a:ea typeface="黑体" panose="02010609060101010101" charset="-122"/>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(2)课本P12的练习1</a:t>
            </a:r>
            <a:r>
              <a:rPr lang="en-US" sz="2400" b="1">
                <a:latin typeface="Times New Roman" panose="02020603050405020304" pitchFamily="18" charset="0"/>
                <a:ea typeface="黑体" panose="02010609060101010101" charset="-122"/>
                <a:cs typeface="Times New Roman" panose="02020603050405020304" pitchFamily="18" charset="0"/>
                <a:sym typeface="+mn-ea"/>
              </a:rPr>
              <a:t>-</a:t>
            </a:r>
            <a:r>
              <a:rPr sz="2400" b="1">
                <a:latin typeface="Times New Roman" panose="02020603050405020304" pitchFamily="18" charset="0"/>
                <a:ea typeface="黑体" panose="02010609060101010101" charset="-122"/>
                <a:cs typeface="Times New Roman" panose="02020603050405020304" pitchFamily="18" charset="0"/>
                <a:sym typeface="+mn-ea"/>
              </a:rPr>
              <a:t>4题；</a:t>
            </a:r>
            <a:endParaRPr sz="2400" b="1">
              <a:latin typeface="Times New Roman" panose="02020603050405020304" pitchFamily="18" charset="0"/>
              <a:ea typeface="黑体" panose="02010609060101010101" charset="-122"/>
              <a:cs typeface="Times New Roman" panose="02020603050405020304" pitchFamily="18" charset="0"/>
              <a:sym typeface="+mn-ea"/>
            </a:endParaRPr>
          </a:p>
          <a:p>
            <a:pPr algn="l">
              <a:lnSpc>
                <a:spcPct val="130000"/>
              </a:lnSpc>
            </a:pPr>
            <a:r>
              <a:rPr sz="2400" b="1">
                <a:latin typeface="Times New Roman" panose="02020603050405020304" pitchFamily="18" charset="0"/>
                <a:ea typeface="黑体" panose="02010609060101010101" charset="-122"/>
                <a:cs typeface="Times New Roman" panose="02020603050405020304" pitchFamily="18" charset="0"/>
                <a:sym typeface="+mn-ea"/>
              </a:rPr>
              <a:t>(3)课本P14的习题1.3的1、2、3、5题.</a:t>
            </a:r>
            <a:endParaRPr sz="2400" b="1">
              <a:latin typeface="Times New Roman" panose="02020603050405020304" pitchFamily="18" charset="0"/>
              <a:ea typeface="黑体" panose="02010609060101010101" charset="-122"/>
              <a:cs typeface="Times New Roman" panose="02020603050405020304" pitchFamily="18" charset="0"/>
              <a:sym typeface="+mn-ea"/>
            </a:endParaRPr>
          </a:p>
        </p:txBody>
      </p:sp>
      <p:sp>
        <p:nvSpPr>
          <p:cNvPr id="14" name="文本框 13" title=""/>
          <p:cNvSpPr txBox="1"/>
          <p:nvPr>
            <p:custDataLst>
              <p:tags r:id="rId43"/>
            </p:custDataLst>
          </p:nvPr>
        </p:nvSpPr>
        <p:spPr>
          <a:xfrm>
            <a:off x="3134360" y="1657350"/>
            <a:ext cx="5922645" cy="405765"/>
          </a:xfrm>
          <a:prstGeom prst="rect">
            <a:avLst/>
          </a:prstGeom>
          <a:noFill/>
        </p:spPr>
        <p:txBody>
          <a:bodyPr wrap="square" rtlCol="0">
            <a:noAutofit/>
          </a:bodyPr>
          <a:lstStyle/>
          <a:p>
            <a:pPr algn="dist"/>
            <a:r>
              <a:rPr lang="en-US" altLang="zh-CN">
                <a:latin typeface="黑体" panose="02010609060101010101" charset="-122"/>
                <a:ea typeface="黑体" panose="02010609060101010101" charset="-122"/>
              </a:rPr>
              <a:t>集合的基本运算（第1课时）并集与交集</a:t>
            </a:r>
            <a:endParaRPr lang="en-US" altLang="zh-CN">
              <a:latin typeface="黑体" panose="02010609060101010101" charset="-122"/>
              <a:ea typeface="黑体" panose="02010609060101010101" charset="-122"/>
            </a:endParaRP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习题1.</a:t>
              </a:r>
              <a:r>
                <a:rPr lang="en-US" altLang="zh-CN" sz="2800" b="1">
                  <a:solidFill>
                    <a:schemeClr val="tx1">
                      <a:lumMod val="95000"/>
                      <a:lumOff val="5000"/>
                    </a:schemeClr>
                  </a:solidFill>
                  <a:latin typeface="微软雅黑" panose="020b0503020204020204" charset="-122"/>
                  <a:ea typeface="微软雅黑" panose="020b0503020204020204" charset="-122"/>
                </a:rPr>
                <a:t>4</a:t>
              </a:r>
              <a:r>
                <a:rPr lang="zh-CN" altLang="en-US" sz="2800" b="1">
                  <a:solidFill>
                    <a:schemeClr val="tx1">
                      <a:lumMod val="95000"/>
                      <a:lumOff val="5000"/>
                    </a:schemeClr>
                  </a:solidFill>
                  <a:latin typeface="微软雅黑" panose="020b0503020204020204" charset="-122"/>
                  <a:ea typeface="微软雅黑" panose="020b0503020204020204" charset="-122"/>
                </a:rPr>
                <a:t> （第</a:t>
              </a:r>
              <a:r>
                <a:rPr lang="en-US" altLang="zh-CN" sz="2800" b="1">
                  <a:solidFill>
                    <a:schemeClr val="tx1">
                      <a:lumMod val="95000"/>
                      <a:lumOff val="5000"/>
                    </a:schemeClr>
                  </a:solidFill>
                  <a:latin typeface="微软雅黑" panose="020b0503020204020204" charset="-122"/>
                  <a:ea typeface="微软雅黑" panose="020b0503020204020204" charset="-122"/>
                </a:rPr>
                <a:t>14</a:t>
              </a:r>
              <a:r>
                <a:rPr lang="zh-CN" altLang="en-US" sz="2800" b="1">
                  <a:solidFill>
                    <a:schemeClr val="tx1">
                      <a:lumMod val="95000"/>
                      <a:lumOff val="5000"/>
                    </a:schemeClr>
                  </a:solidFill>
                  <a:latin typeface="微软雅黑" panose="020b0503020204020204" charset="-122"/>
                  <a:ea typeface="微软雅黑" panose="020b0503020204020204" charset="-122"/>
                </a:rPr>
                <a:t>页）</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11305" name="对象 11304" title=""/>
          <p:cNvGraphicFramePr>
            <a:graphicFrameLocks noChangeAspect="1"/>
          </p:cNvGraphicFramePr>
          <p:nvPr>
            <p:custDataLst>
              <p:tags r:id="rId24"/>
            </p:custDataLst>
          </p:nvPr>
        </p:nvGraphicFramePr>
        <p:xfrm>
          <a:off x="792798" y="1239203"/>
          <a:ext cx="8722995" cy="448945"/>
        </p:xfrm>
        <a:graphic>
          <a:graphicData uri="http://schemas.openxmlformats.org/presentationml/2006/ole">
            <mc:AlternateContent>
              <mc:Choice xmlns:v="urn:schemas-microsoft-com:vml" Requires="v">
                <p:oleObj spid="_x0000_s1074" r:id="rId25" imgW="4114800" imgH="215900" progId="Equation.DSMT4">
                  <p:embed/>
                </p:oleObj>
              </mc:Choice>
              <mc:Fallback>
                <p:oleObj r:id="rId25" imgW="4114800" imgH="215900" progId="Equation.DSMT4">
                  <p:embed/>
                  <p:pic>
                    <p:nvPicPr>
                      <p:cNvPr id="0" name="OLE substitute image"/>
                      <p:cNvPicPr/>
                      <p:nvPr/>
                    </p:nvPicPr>
                    <p:blipFill>
                      <a:blip r:embed="rId26"/>
                      <a:stretch>
                        <a:fillRect/>
                      </a:stretch>
                    </p:blipFill>
                    <p:spPr>
                      <a:xfrm>
                        <a:off x="792798" y="1239203"/>
                        <a:ext cx="8722995" cy="448945"/>
                      </a:xfrm>
                      <a:prstGeom prst="rect">
                        <a:avLst/>
                      </a:prstGeom>
                      <a:noFill/>
                      <a:ln w="38100">
                        <a:noFill/>
                        <a:miter/>
                      </a:ln>
                    </p:spPr>
                  </p:pic>
                </p:oleObj>
              </mc:Fallback>
            </mc:AlternateContent>
          </a:graphicData>
        </a:graphic>
      </p:graphicFrame>
      <p:graphicFrame>
        <p:nvGraphicFramePr>
          <p:cNvPr id="11306" name="对象 11305" title=""/>
          <p:cNvGraphicFramePr>
            <a:graphicFrameLocks noChangeAspect="1"/>
          </p:cNvGraphicFramePr>
          <p:nvPr>
            <p:custDataLst>
              <p:tags r:id="rId27"/>
            </p:custDataLst>
          </p:nvPr>
        </p:nvGraphicFramePr>
        <p:xfrm>
          <a:off x="971550" y="1828800"/>
          <a:ext cx="6024880" cy="906145"/>
        </p:xfrm>
        <a:graphic>
          <a:graphicData uri="http://schemas.openxmlformats.org/presentationml/2006/ole">
            <mc:AlternateContent>
              <mc:Choice xmlns:v="urn:schemas-microsoft-com:vml" Requires="v">
                <p:oleObj spid="_x0000_s1075" r:id="rId28" imgW="2933700" imgH="431800" progId="Equation.DSMT4">
                  <p:embed/>
                </p:oleObj>
              </mc:Choice>
              <mc:Fallback>
                <p:oleObj r:id="rId28" imgW="2933700" imgH="431800" progId="Equation.DSMT4">
                  <p:embed/>
                  <p:pic>
                    <p:nvPicPr>
                      <p:cNvPr id="0" name="OLE substitute image"/>
                      <p:cNvPicPr/>
                      <p:nvPr/>
                    </p:nvPicPr>
                    <p:blipFill>
                      <a:blip r:embed="rId29"/>
                      <a:stretch>
                        <a:fillRect/>
                      </a:stretch>
                    </p:blipFill>
                    <p:spPr>
                      <a:xfrm>
                        <a:off x="971550" y="1828800"/>
                        <a:ext cx="6024880" cy="906145"/>
                      </a:xfrm>
                      <a:prstGeom prst="rect">
                        <a:avLst/>
                      </a:prstGeom>
                      <a:noFill/>
                      <a:ln w="38100">
                        <a:noFill/>
                        <a:miter/>
                      </a:ln>
                    </p:spPr>
                  </p:pic>
                </p:oleObj>
              </mc:Fallback>
            </mc:AlternateContent>
          </a:graphicData>
        </a:graphic>
      </p:graphicFrame>
      <p:graphicFrame>
        <p:nvGraphicFramePr>
          <p:cNvPr id="11307" name="对象 11306" title=""/>
          <p:cNvGraphicFramePr>
            <a:graphicFrameLocks noChangeAspect="1"/>
          </p:cNvGraphicFramePr>
          <p:nvPr>
            <p:custDataLst>
              <p:tags r:id="rId30"/>
            </p:custDataLst>
          </p:nvPr>
        </p:nvGraphicFramePr>
        <p:xfrm>
          <a:off x="781050" y="2863850"/>
          <a:ext cx="10039350" cy="877570"/>
        </p:xfrm>
        <a:graphic>
          <a:graphicData uri="http://schemas.openxmlformats.org/presentationml/2006/ole">
            <mc:AlternateContent>
              <mc:Choice xmlns:v="urn:schemas-microsoft-com:vml" Requires="v">
                <p:oleObj spid="_x0000_s1076" r:id="rId31" imgW="4533900" imgH="444500" progId="Equation.DSMT4">
                  <p:embed/>
                </p:oleObj>
              </mc:Choice>
              <mc:Fallback>
                <p:oleObj r:id="rId31" imgW="4533900" imgH="444500" progId="Equation.DSMT4">
                  <p:embed/>
                  <p:pic>
                    <p:nvPicPr>
                      <p:cNvPr id="0" name="OLE substitute image"/>
                      <p:cNvPicPr/>
                      <p:nvPr/>
                    </p:nvPicPr>
                    <p:blipFill>
                      <a:blip r:embed="rId32"/>
                      <a:stretch>
                        <a:fillRect/>
                      </a:stretch>
                    </p:blipFill>
                    <p:spPr>
                      <a:xfrm>
                        <a:off x="781050" y="2863850"/>
                        <a:ext cx="10039350" cy="877570"/>
                      </a:xfrm>
                      <a:prstGeom prst="rect">
                        <a:avLst/>
                      </a:prstGeom>
                      <a:noFill/>
                      <a:ln w="38100">
                        <a:noFill/>
                        <a:miter/>
                      </a:ln>
                    </p:spPr>
                  </p:pic>
                </p:oleObj>
              </mc:Fallback>
            </mc:AlternateContent>
          </a:graphicData>
        </a:graphic>
      </p:graphicFrame>
      <p:grpSp>
        <p:nvGrpSpPr>
          <p:cNvPr id="31" name="组合 30" title=""/>
          <p:cNvGrpSpPr/>
          <p:nvPr>
            <p:custDataLst>
              <p:tags r:id="rId33"/>
            </p:custDataLst>
          </p:nvPr>
        </p:nvGrpSpPr>
        <p:grpSpPr>
          <a:xfrm>
            <a:off x="836930" y="3870325"/>
            <a:ext cx="10179050" cy="2035810"/>
            <a:chOff x="1318" y="6095"/>
            <a:chExt cx="16030" cy="3206"/>
          </a:xfrm>
        </p:grpSpPr>
        <p:graphicFrame>
          <p:nvGraphicFramePr>
            <p:cNvPr id="11308" name="对象 11307"/>
            <p:cNvGraphicFramePr>
              <a:graphicFrameLocks noChangeAspect="1"/>
            </p:cNvGraphicFramePr>
            <p:nvPr>
              <p:custDataLst>
                <p:tags r:id="rId34"/>
              </p:custDataLst>
            </p:nvPr>
          </p:nvGraphicFramePr>
          <p:xfrm>
            <a:off x="1318" y="6095"/>
            <a:ext cx="16030" cy="1482"/>
          </p:xfrm>
          <a:graphic>
            <a:graphicData uri="http://schemas.openxmlformats.org/presentationml/2006/ole">
              <mc:AlternateContent>
                <mc:Choice xmlns:v="urn:schemas-microsoft-com:vml" Requires="v">
                  <p:oleObj spid="_x0000_s1077" r:id="rId35" imgW="4559300" imgH="444500" progId="Equation.DSMT4">
                    <p:embed/>
                  </p:oleObj>
                </mc:Choice>
                <mc:Fallback>
                  <p:oleObj r:id="rId35" imgW="4559300" imgH="444500" progId="Equation.DSMT4">
                    <p:embed/>
                    <p:pic>
                      <p:nvPicPr>
                        <p:cNvPr id="0" name="OLE substitute image"/>
                        <p:cNvPicPr/>
                        <p:nvPr/>
                      </p:nvPicPr>
                      <p:blipFill>
                        <a:blip r:embed="rId36"/>
                        <a:stretch>
                          <a:fillRect/>
                        </a:stretch>
                      </p:blipFill>
                      <p:spPr>
                        <a:xfrm>
                          <a:off x="1318" y="6095"/>
                          <a:ext cx="16030" cy="1482"/>
                        </a:xfrm>
                        <a:prstGeom prst="rect">
                          <a:avLst/>
                        </a:prstGeom>
                        <a:noFill/>
                        <a:ln w="38100">
                          <a:noFill/>
                          <a:miter/>
                        </a:ln>
                      </p:spPr>
                    </p:pic>
                  </p:oleObj>
                </mc:Fallback>
              </mc:AlternateContent>
            </a:graphicData>
          </a:graphic>
        </p:graphicFrame>
        <p:graphicFrame>
          <p:nvGraphicFramePr>
            <p:cNvPr id="11309" name="对象 11308"/>
            <p:cNvGraphicFramePr>
              <a:graphicFrameLocks noChangeAspect="1"/>
            </p:cNvGraphicFramePr>
            <p:nvPr>
              <p:custDataLst>
                <p:tags r:id="rId37"/>
              </p:custDataLst>
            </p:nvPr>
          </p:nvGraphicFramePr>
          <p:xfrm>
            <a:off x="1321" y="7773"/>
            <a:ext cx="13160" cy="699"/>
          </p:xfrm>
          <a:graphic>
            <a:graphicData uri="http://schemas.openxmlformats.org/presentationml/2006/ole">
              <mc:AlternateContent>
                <mc:Choice xmlns:v="urn:schemas-microsoft-com:vml" Requires="v">
                  <p:oleObj spid="_x0000_s1078" r:id="rId38" imgW="3492500" imgH="215900" progId="Equation.DSMT4">
                    <p:embed/>
                  </p:oleObj>
                </mc:Choice>
                <mc:Fallback>
                  <p:oleObj r:id="rId38" imgW="3492500" imgH="215900" progId="Equation.DSMT4">
                    <p:embed/>
                    <p:pic>
                      <p:nvPicPr>
                        <p:cNvPr id="0" name="OLE substitute image"/>
                        <p:cNvPicPr/>
                        <p:nvPr/>
                      </p:nvPicPr>
                      <p:blipFill>
                        <a:blip r:embed="rId39"/>
                        <a:stretch>
                          <a:fillRect/>
                        </a:stretch>
                      </p:blipFill>
                      <p:spPr>
                        <a:xfrm>
                          <a:off x="1321" y="7773"/>
                          <a:ext cx="13160" cy="699"/>
                        </a:xfrm>
                        <a:prstGeom prst="rect">
                          <a:avLst/>
                        </a:prstGeom>
                        <a:noFill/>
                        <a:ln w="38100">
                          <a:noFill/>
                          <a:miter/>
                        </a:ln>
                      </p:spPr>
                    </p:pic>
                  </p:oleObj>
                </mc:Fallback>
              </mc:AlternateContent>
            </a:graphicData>
          </a:graphic>
        </p:graphicFrame>
        <p:graphicFrame>
          <p:nvGraphicFramePr>
            <p:cNvPr id="11310" name="对象 11309"/>
            <p:cNvGraphicFramePr>
              <a:graphicFrameLocks noChangeAspect="1"/>
            </p:cNvGraphicFramePr>
            <p:nvPr>
              <p:custDataLst>
                <p:tags r:id="rId40"/>
              </p:custDataLst>
            </p:nvPr>
          </p:nvGraphicFramePr>
          <p:xfrm>
            <a:off x="1346" y="8608"/>
            <a:ext cx="11614" cy="693"/>
          </p:xfrm>
          <a:graphic>
            <a:graphicData uri="http://schemas.openxmlformats.org/presentationml/2006/ole">
              <mc:AlternateContent>
                <mc:Choice xmlns:v="urn:schemas-microsoft-com:vml" Requires="v">
                  <p:oleObj spid="_x0000_s1079" r:id="rId41" imgW="3060065" imgH="215900" progId="Equation.DSMT4">
                    <p:embed/>
                  </p:oleObj>
                </mc:Choice>
                <mc:Fallback>
                  <p:oleObj r:id="rId41" imgW="3060065" imgH="215900" progId="Equation.DSMT4">
                    <p:embed/>
                    <p:pic>
                      <p:nvPicPr>
                        <p:cNvPr id="0" name="OLE substitute image"/>
                        <p:cNvPicPr/>
                        <p:nvPr/>
                      </p:nvPicPr>
                      <p:blipFill>
                        <a:blip r:embed="rId42"/>
                        <a:stretch>
                          <a:fillRect/>
                        </a:stretch>
                      </p:blipFill>
                      <p:spPr>
                        <a:xfrm>
                          <a:off x="1346" y="8608"/>
                          <a:ext cx="11614" cy="693"/>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11306"/>
                                        </p:tgtEl>
                                        <p:attrNameLst>
                                          <p:attrName>style.visibility</p:attrName>
                                        </p:attrNameLst>
                                      </p:cBhvr>
                                      <p:to>
                                        <p:strVal val="visible"/>
                                      </p:to>
                                    </p:set>
                                    <p:animEffect transition="in" filter="fade">
                                      <p:cBhvr>
                                        <p:cTn id="7" dur="250"/>
                                        <p:tgtEl>
                                          <p:spTgt spid="1130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31"/>
                                        </p:tgtEl>
                                        <p:attrNameLst>
                                          <p:attrName>style.visibility</p:attrName>
                                        </p:attrNameLst>
                                      </p:cBhvr>
                                      <p:to>
                                        <p:strVal val="visible"/>
                                      </p:to>
                                    </p:set>
                                    <p:animEffect transition="in" filter="fade">
                                      <p:cBhvr>
                                        <p:cTn id="12"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习题1.</a:t>
              </a:r>
              <a:r>
                <a:rPr lang="en-US" altLang="zh-CN" sz="2800" b="1">
                  <a:solidFill>
                    <a:schemeClr val="tx1">
                      <a:lumMod val="95000"/>
                      <a:lumOff val="5000"/>
                    </a:schemeClr>
                  </a:solidFill>
                  <a:latin typeface="微软雅黑" panose="020b0503020204020204" charset="-122"/>
                  <a:ea typeface="微软雅黑" panose="020b0503020204020204" charset="-122"/>
                </a:rPr>
                <a:t>4</a:t>
              </a:r>
              <a:r>
                <a:rPr lang="zh-CN" altLang="en-US" sz="2800" b="1">
                  <a:solidFill>
                    <a:schemeClr val="tx1">
                      <a:lumMod val="95000"/>
                      <a:lumOff val="5000"/>
                    </a:schemeClr>
                  </a:solidFill>
                  <a:latin typeface="微软雅黑" panose="020b0503020204020204" charset="-122"/>
                  <a:ea typeface="微软雅黑" panose="020b0503020204020204" charset="-122"/>
                </a:rPr>
                <a:t> （第</a:t>
              </a:r>
              <a:r>
                <a:rPr lang="en-US" altLang="zh-CN" sz="2800" b="1">
                  <a:solidFill>
                    <a:schemeClr val="tx1">
                      <a:lumMod val="95000"/>
                      <a:lumOff val="5000"/>
                    </a:schemeClr>
                  </a:solidFill>
                  <a:latin typeface="微软雅黑" panose="020b0503020204020204" charset="-122"/>
                  <a:ea typeface="微软雅黑" panose="020b0503020204020204" charset="-122"/>
                </a:rPr>
                <a:t>14</a:t>
              </a:r>
              <a:r>
                <a:rPr lang="zh-CN" altLang="en-US" sz="2800" b="1">
                  <a:solidFill>
                    <a:schemeClr val="tx1">
                      <a:lumMod val="95000"/>
                      <a:lumOff val="5000"/>
                    </a:schemeClr>
                  </a:solidFill>
                  <a:latin typeface="微软雅黑" panose="020b0503020204020204" charset="-122"/>
                  <a:ea typeface="微软雅黑" panose="020b0503020204020204" charset="-122"/>
                </a:rPr>
                <a:t>页）</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6868" name="对象 36867" title=""/>
          <p:cNvGraphicFramePr>
            <a:graphicFrameLocks noChangeAspect="1"/>
          </p:cNvGraphicFramePr>
          <p:nvPr>
            <p:custDataLst>
              <p:tags r:id="rId24"/>
            </p:custDataLst>
          </p:nvPr>
        </p:nvGraphicFramePr>
        <p:xfrm>
          <a:off x="771525" y="1219200"/>
          <a:ext cx="10603230" cy="1749425"/>
        </p:xfrm>
        <a:graphic>
          <a:graphicData uri="http://schemas.openxmlformats.org/presentationml/2006/ole">
            <mc:AlternateContent>
              <mc:Choice xmlns:v="urn:schemas-microsoft-com:vml" Requires="v">
                <p:oleObj spid="_x0000_s1080" r:id="rId25" imgW="5359400" imgH="927100" progId="Equation.DSMT4">
                  <p:embed/>
                </p:oleObj>
              </mc:Choice>
              <mc:Fallback>
                <p:oleObj r:id="rId25" imgW="5359400" imgH="927100" progId="Equation.DSMT4">
                  <p:embed/>
                  <p:pic>
                    <p:nvPicPr>
                      <p:cNvPr id="0" name="OLE substitute image"/>
                      <p:cNvPicPr/>
                      <p:nvPr/>
                    </p:nvPicPr>
                    <p:blipFill>
                      <a:blip r:embed="rId26"/>
                      <a:stretch>
                        <a:fillRect/>
                      </a:stretch>
                    </p:blipFill>
                    <p:spPr>
                      <a:xfrm>
                        <a:off x="771525" y="1219200"/>
                        <a:ext cx="10603230" cy="1749425"/>
                      </a:xfrm>
                      <a:prstGeom prst="rect">
                        <a:avLst/>
                      </a:prstGeom>
                      <a:noFill/>
                      <a:ln w="38100">
                        <a:noFill/>
                        <a:miter/>
                      </a:ln>
                    </p:spPr>
                  </p:pic>
                </p:oleObj>
              </mc:Fallback>
            </mc:AlternateContent>
          </a:graphicData>
        </a:graphic>
      </p:graphicFrame>
      <p:grpSp>
        <p:nvGrpSpPr>
          <p:cNvPr id="3" name="组合 2" title=""/>
          <p:cNvGrpSpPr/>
          <p:nvPr>
            <p:custDataLst>
              <p:tags r:id="rId27"/>
            </p:custDataLst>
          </p:nvPr>
        </p:nvGrpSpPr>
        <p:grpSpPr>
          <a:xfrm>
            <a:off x="838835" y="3105785"/>
            <a:ext cx="10530205" cy="1303020"/>
            <a:chOff x="1321" y="4891"/>
            <a:chExt cx="16583" cy="2052"/>
          </a:xfrm>
        </p:grpSpPr>
        <p:graphicFrame>
          <p:nvGraphicFramePr>
            <p:cNvPr id="36869" name="对象 36868"/>
            <p:cNvGraphicFramePr>
              <a:graphicFrameLocks noChangeAspect="1"/>
            </p:cNvGraphicFramePr>
            <p:nvPr>
              <p:custDataLst>
                <p:tags r:id="rId28"/>
              </p:custDataLst>
            </p:nvPr>
          </p:nvGraphicFramePr>
          <p:xfrm>
            <a:off x="2813" y="5287"/>
            <a:ext cx="14002" cy="1411"/>
          </p:xfrm>
          <a:graphic>
            <a:graphicData uri="http://schemas.openxmlformats.org/presentationml/2006/ole">
              <mc:AlternateContent>
                <mc:Choice xmlns:v="urn:schemas-microsoft-com:vml" Requires="v">
                  <p:oleObj spid="_x0000_s1081" r:id="rId29" imgW="4520565" imgH="457200" progId="Equation.DSMT4">
                    <p:embed/>
                  </p:oleObj>
                </mc:Choice>
                <mc:Fallback>
                  <p:oleObj r:id="rId29" imgW="4520565" imgH="457200" progId="Equation.DSMT4">
                    <p:embed/>
                    <p:pic>
                      <p:nvPicPr>
                        <p:cNvPr id="0" name="OLE substitute image"/>
                        <p:cNvPicPr/>
                        <p:nvPr/>
                      </p:nvPicPr>
                      <p:blipFill>
                        <a:blip r:embed="rId30"/>
                        <a:stretch>
                          <a:fillRect/>
                        </a:stretch>
                      </p:blipFill>
                      <p:spPr>
                        <a:xfrm>
                          <a:off x="2813" y="5287"/>
                          <a:ext cx="14002" cy="1411"/>
                        </a:xfrm>
                        <a:prstGeom prst="rect">
                          <a:avLst/>
                        </a:prstGeom>
                        <a:noFill/>
                        <a:ln w="38100">
                          <a:noFill/>
                          <a:miter/>
                        </a:ln>
                      </p:spPr>
                    </p:pic>
                  </p:oleObj>
                </mc:Fallback>
              </mc:AlternateContent>
            </a:graphicData>
          </a:graphic>
        </p:graphicFrame>
        <p:sp>
          <p:nvSpPr>
            <p:cNvPr id="2" name="矩形 1"/>
            <p:cNvSpPr/>
            <p:nvPr>
              <p:custDataLst>
                <p:tags r:id="rId31"/>
              </p:custDataLst>
            </p:nvPr>
          </p:nvSpPr>
          <p:spPr>
            <a:xfrm>
              <a:off x="1321" y="4891"/>
              <a:ext cx="16583" cy="2052"/>
            </a:xfrm>
            <a:prstGeom prst="rect">
              <a:avLst/>
            </a:prstGeom>
            <a:gradFill>
              <a:gsLst>
                <a:gs pos="0">
                  <a:srgbClr val="4076FD">
                    <a:alpha val="15000"/>
                  </a:srgbClr>
                </a:gs>
                <a:gs pos="100000">
                  <a:srgbClr val="ED9468">
                    <a:alpha val="13000"/>
                  </a:srgbClr>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aphicFrame>
        <p:nvGraphicFramePr>
          <p:cNvPr id="36870" name="对象 36869" title=""/>
          <p:cNvGraphicFramePr>
            <a:graphicFrameLocks noChangeAspect="1"/>
          </p:cNvGraphicFramePr>
          <p:nvPr>
            <p:custDataLst>
              <p:tags r:id="rId32"/>
            </p:custDataLst>
          </p:nvPr>
        </p:nvGraphicFramePr>
        <p:xfrm>
          <a:off x="838835" y="4780915"/>
          <a:ext cx="8302625" cy="443230"/>
        </p:xfrm>
        <a:graphic>
          <a:graphicData uri="http://schemas.openxmlformats.org/presentationml/2006/ole">
            <mc:AlternateContent>
              <mc:Choice xmlns:v="urn:schemas-microsoft-com:vml" Requires="v">
                <p:oleObj spid="_x0000_s1082" r:id="rId33" imgW="3745865" imgH="215900" progId="Equation.DSMT4">
                  <p:embed/>
                </p:oleObj>
              </mc:Choice>
              <mc:Fallback>
                <p:oleObj r:id="rId33" imgW="3745865" imgH="215900" progId="Equation.DSMT4">
                  <p:embed/>
                  <p:pic>
                    <p:nvPicPr>
                      <p:cNvPr id="0" name="OLE substitute image"/>
                      <p:cNvPicPr/>
                      <p:nvPr/>
                    </p:nvPicPr>
                    <p:blipFill>
                      <a:blip r:embed="rId34"/>
                      <a:stretch>
                        <a:fillRect/>
                      </a:stretch>
                    </p:blipFill>
                    <p:spPr>
                      <a:xfrm>
                        <a:off x="838835" y="4780915"/>
                        <a:ext cx="8302625" cy="443230"/>
                      </a:xfrm>
                      <a:prstGeom prst="rect">
                        <a:avLst/>
                      </a:prstGeom>
                      <a:noFill/>
                      <a:ln w="38100">
                        <a:noFill/>
                        <a:miter/>
                      </a:ln>
                    </p:spPr>
                  </p:pic>
                </p:oleObj>
              </mc:Fallback>
            </mc:AlternateContent>
          </a:graphicData>
        </a:graphic>
      </p:graphicFrame>
      <p:graphicFrame>
        <p:nvGraphicFramePr>
          <p:cNvPr id="36871" name="对象 36870" title=""/>
          <p:cNvGraphicFramePr>
            <a:graphicFrameLocks noChangeAspect="1"/>
          </p:cNvGraphicFramePr>
          <p:nvPr>
            <p:custDataLst>
              <p:tags r:id="rId35"/>
            </p:custDataLst>
          </p:nvPr>
        </p:nvGraphicFramePr>
        <p:xfrm>
          <a:off x="838200" y="5309235"/>
          <a:ext cx="8302625" cy="438785"/>
        </p:xfrm>
        <a:graphic>
          <a:graphicData uri="http://schemas.openxmlformats.org/presentationml/2006/ole">
            <mc:AlternateContent>
              <mc:Choice xmlns:v="urn:schemas-microsoft-com:vml" Requires="v">
                <p:oleObj spid="_x0000_s1083" r:id="rId36" imgW="3784600" imgH="215900" progId="Equation.DSMT4">
                  <p:embed/>
                </p:oleObj>
              </mc:Choice>
              <mc:Fallback>
                <p:oleObj r:id="rId36" imgW="3784600" imgH="215900" progId="Equation.DSMT4">
                  <p:embed/>
                  <p:pic>
                    <p:nvPicPr>
                      <p:cNvPr id="0" name="OLE substitute image"/>
                      <p:cNvPicPr/>
                      <p:nvPr/>
                    </p:nvPicPr>
                    <p:blipFill>
                      <a:blip r:embed="rId37"/>
                      <a:stretch>
                        <a:fillRect/>
                      </a:stretch>
                    </p:blipFill>
                    <p:spPr>
                      <a:xfrm>
                        <a:off x="838200" y="5309235"/>
                        <a:ext cx="8302625" cy="43878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36870"/>
                                        </p:tgtEl>
                                        <p:attrNameLst>
                                          <p:attrName>style.visibility</p:attrName>
                                        </p:attrNameLst>
                                      </p:cBhvr>
                                      <p:to>
                                        <p:strVal val="visible"/>
                                      </p:to>
                                    </p:set>
                                    <p:animEffect transition="in" filter="fade">
                                      <p:cBhvr>
                                        <p:cTn id="7" dur="250"/>
                                        <p:tgtEl>
                                          <p:spTgt spid="3687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36871"/>
                                        </p:tgtEl>
                                        <p:attrNameLst>
                                          <p:attrName>style.visibility</p:attrName>
                                        </p:attrNameLst>
                                      </p:cBhvr>
                                      <p:to>
                                        <p:strVal val="visible"/>
                                      </p:to>
                                    </p:set>
                                    <p:animEffect transition="in" filter="fade">
                                      <p:cBhvr>
                                        <p:cTn id="12" dur="250"/>
                                        <p:tgtEl>
                                          <p:spTgt spid="3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grpSp>
        <p:nvGrpSpPr>
          <p:cNvPr id="13" name="组合 12" title=""/>
          <p:cNvGrpSpPr/>
          <p:nvPr>
            <p:custDataLst>
              <p:tags r:id="rId3"/>
            </p:custDataLst>
          </p:nvPr>
        </p:nvGrpSpPr>
        <p:grpSpPr>
          <a:xfrm>
            <a:off x="0" y="0"/>
            <a:ext cx="12192000" cy="6858000"/>
            <a:chExt cx="12192000" cy="6858000"/>
          </a:xfrm>
        </p:grpSpPr>
        <p:pic>
          <p:nvPicPr>
            <p:cNvPr id="12" name="图片 11"/>
            <p:cNvPicPr>
              <a:picLocks noChangeAspect="1"/>
            </p:cNvPicPr>
            <p:nvPr>
              <p:custDataLst>
                <p:tags r:id="rId6"/>
              </p:custDataLst>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7656" t="10823" r="37080" b="42549"/>
            <a:stretch>
              <a:fillRect/>
            </a:stretch>
          </p:blipFill>
          <p:spPr>
            <a:xfrm flipH="1">
              <a:off x="0" y="0"/>
              <a:ext cx="12192000" cy="6858000"/>
            </a:xfrm>
            <a:custGeom>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圆顶角 8"/>
            <p:cNvSpPr/>
            <p:nvPr>
              <p:custDataLst>
                <p:tags r:id="rId7"/>
              </p:custDataLst>
            </p:nvPr>
          </p:nvSpPr>
          <p:spPr>
            <a:xfrm>
              <a:off x="0" y="342900"/>
              <a:ext cx="12192000" cy="6515100"/>
            </a:xfrm>
            <a:prstGeom prst="round2SameRect">
              <a:avLst>
                <a:gd name="adj1" fmla="val 7374"/>
                <a:gd name="adj2" fmla="val 0"/>
              </a:avLst>
            </a:prstGeom>
            <a:gradFill flip="none" rotWithShape="1">
              <a:gsLst>
                <a:gs pos="0">
                  <a:srgbClr val="FCFDFE"/>
                </a:gs>
                <a:gs pos="100000">
                  <a:srgbClr val="FCFDFE">
                    <a:alpha val="78000"/>
                  </a:srgbClr>
                </a:gs>
              </a:gsLst>
              <a:lin ang="54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title=""/>
          <p:cNvGrpSpPr/>
          <p:nvPr>
            <p:custDataLst>
              <p:tags r:id="rId8"/>
            </p:custDataLst>
          </p:nvPr>
        </p:nvGrpSpPr>
        <p:grpSpPr>
          <a:xfrm>
            <a:off x="577851" y="576471"/>
            <a:ext cx="5197474" cy="521970"/>
            <a:chOff x="330201" y="576471"/>
            <a:chExt cx="5197474" cy="521970"/>
          </a:xfrm>
        </p:grpSpPr>
        <p:sp>
          <p:nvSpPr>
            <p:cNvPr id="44" name="文本框 43"/>
            <p:cNvSpPr txBox="1"/>
            <p:nvPr>
              <p:custDataLst>
                <p:tags r:id="rId9"/>
              </p:custDataLst>
            </p:nvPr>
          </p:nvSpPr>
          <p:spPr>
            <a:xfrm>
              <a:off x="523875" y="576471"/>
              <a:ext cx="5003800" cy="521970"/>
            </a:xfrm>
            <a:prstGeom prst="rect">
              <a:avLst/>
            </a:prstGeom>
            <a:noFill/>
          </p:spPr>
          <p:txBody>
            <a:bodyPr wrap="square" rtlCol="0">
              <a:spAutoFit/>
            </a:bodyPr>
            <a:lstStyle/>
            <a:p>
              <a:r>
                <a:rPr lang="zh-CN" altLang="en-US" sz="2800" b="1">
                  <a:solidFill>
                    <a:schemeClr val="tx1">
                      <a:lumMod val="95000"/>
                      <a:lumOff val="5000"/>
                    </a:schemeClr>
                  </a:solidFill>
                  <a:latin typeface="微软雅黑" panose="020b0503020204020204" charset="-122"/>
                  <a:ea typeface="微软雅黑" panose="020b0503020204020204" charset="-122"/>
                </a:rPr>
                <a:t>习题1.</a:t>
              </a:r>
              <a:r>
                <a:rPr lang="en-US" altLang="zh-CN" sz="2800" b="1">
                  <a:solidFill>
                    <a:schemeClr val="tx1">
                      <a:lumMod val="95000"/>
                      <a:lumOff val="5000"/>
                    </a:schemeClr>
                  </a:solidFill>
                  <a:latin typeface="微软雅黑" panose="020b0503020204020204" charset="-122"/>
                  <a:ea typeface="微软雅黑" panose="020b0503020204020204" charset="-122"/>
                </a:rPr>
                <a:t>4</a:t>
              </a:r>
              <a:r>
                <a:rPr lang="zh-CN" altLang="en-US" sz="2800" b="1">
                  <a:solidFill>
                    <a:schemeClr val="tx1">
                      <a:lumMod val="95000"/>
                      <a:lumOff val="5000"/>
                    </a:schemeClr>
                  </a:solidFill>
                  <a:latin typeface="微软雅黑" panose="020b0503020204020204" charset="-122"/>
                  <a:ea typeface="微软雅黑" panose="020b0503020204020204" charset="-122"/>
                </a:rPr>
                <a:t> （第</a:t>
              </a:r>
              <a:r>
                <a:rPr lang="en-US" altLang="zh-CN" sz="2800" b="1">
                  <a:solidFill>
                    <a:schemeClr val="tx1">
                      <a:lumMod val="95000"/>
                      <a:lumOff val="5000"/>
                    </a:schemeClr>
                  </a:solidFill>
                  <a:latin typeface="微软雅黑" panose="020b0503020204020204" charset="-122"/>
                  <a:ea typeface="微软雅黑" panose="020b0503020204020204" charset="-122"/>
                </a:rPr>
                <a:t>14</a:t>
              </a:r>
              <a:r>
                <a:rPr lang="zh-CN" altLang="en-US" sz="2800" b="1">
                  <a:solidFill>
                    <a:schemeClr val="tx1">
                      <a:lumMod val="95000"/>
                      <a:lumOff val="5000"/>
                    </a:schemeClr>
                  </a:solidFill>
                  <a:latin typeface="微软雅黑" panose="020b0503020204020204" charset="-122"/>
                  <a:ea typeface="微软雅黑" panose="020b0503020204020204" charset="-122"/>
                </a:rPr>
                <a:t>页）</a:t>
              </a:r>
              <a:endParaRPr lang="zh-CN" altLang="en-US" sz="2800" b="1">
                <a:solidFill>
                  <a:schemeClr val="tx1">
                    <a:lumMod val="95000"/>
                    <a:lumOff val="5000"/>
                  </a:schemeClr>
                </a:solidFill>
                <a:latin typeface="微软雅黑" panose="020b0503020204020204" charset="-122"/>
                <a:ea typeface="微软雅黑" panose="020b0503020204020204" charset="-122"/>
              </a:endParaRPr>
            </a:p>
          </p:txBody>
        </p:sp>
        <p:sp>
          <p:nvSpPr>
            <p:cNvPr id="45" name="矩形: 圆角 15"/>
            <p:cNvSpPr/>
            <p:nvPr>
              <p:custDataLst>
                <p:tags r:id="rId10"/>
              </p:custDataLst>
            </p:nvPr>
          </p:nvSpPr>
          <p:spPr>
            <a:xfrm>
              <a:off x="330201" y="640606"/>
              <a:ext cx="139700" cy="380365"/>
            </a:xfrm>
            <a:prstGeom prst="roundRect">
              <a:avLst>
                <a:gd name="adj" fmla="val 50000"/>
              </a:avLst>
            </a:prstGeom>
            <a:gradFill flip="none" rotWithShape="1">
              <a:gsLst>
                <a:gs pos="0">
                  <a:srgbClr val="539BFC"/>
                </a:gs>
                <a:gs pos="70000">
                  <a:srgbClr val="4175FC"/>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grpSp>
        <p:nvGrpSpPr>
          <p:cNvPr id="10" name="组合 9" title=""/>
          <p:cNvGrpSpPr/>
          <p:nvPr>
            <p:custDataLst>
              <p:tags r:id="rId11"/>
            </p:custDataLst>
          </p:nvPr>
        </p:nvGrpSpPr>
        <p:grpSpPr>
          <a:xfrm rot="16200000" flipH="1">
            <a:off x="11362434" y="392505"/>
            <a:ext cx="176150" cy="780068"/>
            <a:chOff x="8290832" y="4887686"/>
            <a:chExt cx="296617" cy="1313542"/>
          </a:xfrm>
          <a:solidFill>
            <a:srgbClr val="4076FD"/>
          </a:solidFill>
        </p:grpSpPr>
        <p:grpSp>
          <p:nvGrpSpPr>
            <p:cNvPr id="11" name="组合 10"/>
            <p:cNvGrpSpPr/>
            <p:nvPr>
              <p:custDataLst>
                <p:tags r:id="rId12"/>
              </p:custDataLst>
            </p:nvPr>
          </p:nvGrpSpPr>
          <p:grpSpPr>
            <a:xfrm>
              <a:off x="8452757" y="5040086"/>
              <a:ext cx="134692" cy="1161142"/>
              <a:chOff x="8490857" y="4963886"/>
              <a:chExt cx="134692" cy="1161142"/>
            </a:xfrm>
            <a:grpFill/>
          </p:grpSpPr>
          <p:sp>
            <p:nvSpPr>
              <p:cNvPr id="15" name="等腰三角形 14"/>
              <p:cNvSpPr/>
              <p:nvPr>
                <p:custDataLst>
                  <p:tags r:id="rId13"/>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custDataLst>
                  <p:tags r:id="rId14"/>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15"/>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custDataLst>
                  <p:tags r:id="rId16"/>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custDataLst>
                  <p:tags r:id="rId17"/>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custDataLst>
                <p:tags r:id="rId18"/>
              </p:custDataLst>
            </p:nvPr>
          </p:nvGrpSpPr>
          <p:grpSpPr>
            <a:xfrm>
              <a:off x="8290832" y="4887686"/>
              <a:ext cx="134692" cy="1161142"/>
              <a:chOff x="8490857" y="4963886"/>
              <a:chExt cx="134692" cy="1161142"/>
            </a:xfrm>
            <a:grpFill/>
          </p:grpSpPr>
          <p:sp>
            <p:nvSpPr>
              <p:cNvPr id="21" name="等腰三角形 20"/>
              <p:cNvSpPr/>
              <p:nvPr>
                <p:custDataLst>
                  <p:tags r:id="rId19"/>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custDataLst>
                  <p:tags r:id="rId20"/>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custDataLst>
                  <p:tags r:id="rId21"/>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custDataLst>
                  <p:tags r:id="rId22"/>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custDataLst>
                  <p:tags r:id="rId23"/>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aphicFrame>
        <p:nvGraphicFramePr>
          <p:cNvPr id="38916" name="对象 38915" title=""/>
          <p:cNvGraphicFramePr>
            <a:graphicFrameLocks noChangeAspect="1"/>
          </p:cNvGraphicFramePr>
          <p:nvPr>
            <p:custDataLst>
              <p:tags r:id="rId24"/>
            </p:custDataLst>
          </p:nvPr>
        </p:nvGraphicFramePr>
        <p:xfrm>
          <a:off x="780415" y="1298575"/>
          <a:ext cx="10280015" cy="927735"/>
        </p:xfrm>
        <a:graphic>
          <a:graphicData uri="http://schemas.openxmlformats.org/presentationml/2006/ole">
            <mc:AlternateContent>
              <mc:Choice xmlns:v="urn:schemas-microsoft-com:vml" Requires="v">
                <p:oleObj spid="_x0000_s1084" r:id="rId25" imgW="4533900" imgH="457200" progId="Equation.DSMT4">
                  <p:embed/>
                </p:oleObj>
              </mc:Choice>
              <mc:Fallback>
                <p:oleObj r:id="rId25" imgW="4533900" imgH="457200" progId="Equation.DSMT4">
                  <p:embed/>
                  <p:pic>
                    <p:nvPicPr>
                      <p:cNvPr id="0" name="OLE substitute image"/>
                      <p:cNvPicPr/>
                      <p:nvPr/>
                    </p:nvPicPr>
                    <p:blipFill>
                      <a:blip r:embed="rId26"/>
                      <a:stretch>
                        <a:fillRect/>
                      </a:stretch>
                    </p:blipFill>
                    <p:spPr>
                      <a:xfrm>
                        <a:off x="780415" y="1298575"/>
                        <a:ext cx="10280015" cy="927735"/>
                      </a:xfrm>
                      <a:prstGeom prst="rect">
                        <a:avLst/>
                      </a:prstGeom>
                      <a:noFill/>
                      <a:ln w="38100">
                        <a:noFill/>
                        <a:miter/>
                      </a:ln>
                    </p:spPr>
                  </p:pic>
                </p:oleObj>
              </mc:Fallback>
            </mc:AlternateContent>
          </a:graphicData>
        </a:graphic>
      </p:graphicFrame>
      <p:graphicFrame>
        <p:nvGraphicFramePr>
          <p:cNvPr id="38917" name="对象 38916" title=""/>
          <p:cNvGraphicFramePr>
            <a:graphicFrameLocks noChangeAspect="1"/>
          </p:cNvGraphicFramePr>
          <p:nvPr>
            <p:custDataLst>
              <p:tags r:id="rId27"/>
            </p:custDataLst>
          </p:nvPr>
        </p:nvGraphicFramePr>
        <p:xfrm>
          <a:off x="780415" y="2428240"/>
          <a:ext cx="9335770" cy="450850"/>
        </p:xfrm>
        <a:graphic>
          <a:graphicData uri="http://schemas.openxmlformats.org/presentationml/2006/ole">
            <mc:AlternateContent>
              <mc:Choice xmlns:v="urn:schemas-microsoft-com:vml" Requires="v">
                <p:oleObj spid="_x0000_s1085" r:id="rId28" imgW="3937000" imgH="215900" progId="Equation.DSMT4">
                  <p:embed/>
                </p:oleObj>
              </mc:Choice>
              <mc:Fallback>
                <p:oleObj r:id="rId28" imgW="3937000" imgH="215900" progId="Equation.DSMT4">
                  <p:embed/>
                  <p:pic>
                    <p:nvPicPr>
                      <p:cNvPr id="0" name="OLE substitute image"/>
                      <p:cNvPicPr/>
                      <p:nvPr/>
                    </p:nvPicPr>
                    <p:blipFill>
                      <a:blip r:embed="rId29"/>
                      <a:stretch>
                        <a:fillRect/>
                      </a:stretch>
                    </p:blipFill>
                    <p:spPr>
                      <a:xfrm>
                        <a:off x="780415" y="2428240"/>
                        <a:ext cx="9335770" cy="450850"/>
                      </a:xfrm>
                      <a:prstGeom prst="rect">
                        <a:avLst/>
                      </a:prstGeom>
                      <a:noFill/>
                      <a:ln w="38100">
                        <a:noFill/>
                        <a:miter/>
                      </a:ln>
                    </p:spPr>
                  </p:pic>
                </p:oleObj>
              </mc:Fallback>
            </mc:AlternateContent>
          </a:graphicData>
        </a:graphic>
      </p:graphicFrame>
      <p:graphicFrame>
        <p:nvGraphicFramePr>
          <p:cNvPr id="38918" name="对象 38917" title=""/>
          <p:cNvGraphicFramePr>
            <a:graphicFrameLocks noChangeAspect="1"/>
          </p:cNvGraphicFramePr>
          <p:nvPr>
            <p:custDataLst>
              <p:tags r:id="rId30"/>
            </p:custDataLst>
          </p:nvPr>
        </p:nvGraphicFramePr>
        <p:xfrm>
          <a:off x="775970" y="2966720"/>
          <a:ext cx="9830435" cy="434340"/>
        </p:xfrm>
        <a:graphic>
          <a:graphicData uri="http://schemas.openxmlformats.org/presentationml/2006/ole">
            <mc:AlternateContent>
              <mc:Choice xmlns:v="urn:schemas-microsoft-com:vml" Requires="v">
                <p:oleObj spid="_x0000_s1086" r:id="rId31" imgW="4114800" imgH="215900" progId="Equation.DSMT4">
                  <p:embed/>
                </p:oleObj>
              </mc:Choice>
              <mc:Fallback>
                <p:oleObj r:id="rId31" imgW="4114800" imgH="215900" progId="Equation.DSMT4">
                  <p:embed/>
                  <p:pic>
                    <p:nvPicPr>
                      <p:cNvPr id="0" name="OLE substitute image"/>
                      <p:cNvPicPr/>
                      <p:nvPr/>
                    </p:nvPicPr>
                    <p:blipFill>
                      <a:blip r:embed="rId32"/>
                      <a:stretch>
                        <a:fillRect/>
                      </a:stretch>
                    </p:blipFill>
                    <p:spPr>
                      <a:xfrm>
                        <a:off x="775970" y="2966720"/>
                        <a:ext cx="9830435" cy="434340"/>
                      </a:xfrm>
                      <a:prstGeom prst="rect">
                        <a:avLst/>
                      </a:prstGeom>
                      <a:noFill/>
                      <a:ln w="38100">
                        <a:noFill/>
                        <a:miter/>
                      </a:ln>
                    </p:spPr>
                  </p:pic>
                </p:oleObj>
              </mc:Fallback>
            </mc:AlternateContent>
          </a:graphicData>
        </a:graphic>
      </p:graphicFrame>
      <p:graphicFrame>
        <p:nvGraphicFramePr>
          <p:cNvPr id="38919" name="对象 38918" title=""/>
          <p:cNvGraphicFramePr>
            <a:graphicFrameLocks noChangeAspect="1"/>
          </p:cNvGraphicFramePr>
          <p:nvPr>
            <p:custDataLst>
              <p:tags r:id="rId33"/>
            </p:custDataLst>
          </p:nvPr>
        </p:nvGraphicFramePr>
        <p:xfrm>
          <a:off x="776605" y="3506470"/>
          <a:ext cx="9829800" cy="440690"/>
        </p:xfrm>
        <a:graphic>
          <a:graphicData uri="http://schemas.openxmlformats.org/presentationml/2006/ole">
            <mc:AlternateContent>
              <mc:Choice xmlns:v="urn:schemas-microsoft-com:vml" Requires="v">
                <p:oleObj spid="_x0000_s1087" r:id="rId34" imgW="4140200" imgH="215900" progId="Equation.DSMT4">
                  <p:embed/>
                </p:oleObj>
              </mc:Choice>
              <mc:Fallback>
                <p:oleObj r:id="rId34" imgW="4140200" imgH="215900" progId="Equation.DSMT4">
                  <p:embed/>
                  <p:pic>
                    <p:nvPicPr>
                      <p:cNvPr id="0" name="OLE substitute image"/>
                      <p:cNvPicPr/>
                      <p:nvPr/>
                    </p:nvPicPr>
                    <p:blipFill>
                      <a:blip r:embed="rId35"/>
                      <a:stretch>
                        <a:fillRect/>
                      </a:stretch>
                    </p:blipFill>
                    <p:spPr>
                      <a:xfrm>
                        <a:off x="776605" y="3506470"/>
                        <a:ext cx="9829800" cy="440690"/>
                      </a:xfrm>
                      <a:prstGeom prst="rect">
                        <a:avLst/>
                      </a:prstGeom>
                      <a:noFill/>
                      <a:ln w="38100">
                        <a:noFill/>
                        <a:miter/>
                      </a:ln>
                    </p:spPr>
                  </p:pic>
                </p:oleObj>
              </mc:Fallback>
            </mc:AlternateContent>
          </a:graphicData>
        </a:graphic>
      </p:graphicFrame>
      <p:graphicFrame>
        <p:nvGraphicFramePr>
          <p:cNvPr id="38920" name="对象 38919" title=""/>
          <p:cNvGraphicFramePr>
            <a:graphicFrameLocks noChangeAspect="1"/>
          </p:cNvGraphicFramePr>
          <p:nvPr>
            <p:custDataLst>
              <p:tags r:id="rId36"/>
            </p:custDataLst>
          </p:nvPr>
        </p:nvGraphicFramePr>
        <p:xfrm>
          <a:off x="767080" y="3997960"/>
          <a:ext cx="10746740" cy="427355"/>
        </p:xfrm>
        <a:graphic>
          <a:graphicData uri="http://schemas.openxmlformats.org/presentationml/2006/ole">
            <mc:AlternateContent>
              <mc:Choice xmlns:v="urn:schemas-microsoft-com:vml" Requires="v">
                <p:oleObj spid="_x0000_s1088" r:id="rId37" imgW="4483100" imgH="215900" progId="Equation.DSMT4">
                  <p:embed/>
                </p:oleObj>
              </mc:Choice>
              <mc:Fallback>
                <p:oleObj r:id="rId37" imgW="4483100" imgH="215900" progId="Equation.DSMT4">
                  <p:embed/>
                  <p:pic>
                    <p:nvPicPr>
                      <p:cNvPr id="0" name="OLE substitute image"/>
                      <p:cNvPicPr/>
                      <p:nvPr/>
                    </p:nvPicPr>
                    <p:blipFill>
                      <a:blip r:embed="rId38"/>
                      <a:stretch>
                        <a:fillRect/>
                      </a:stretch>
                    </p:blipFill>
                    <p:spPr>
                      <a:xfrm>
                        <a:off x="767080" y="3997960"/>
                        <a:ext cx="10746740" cy="42735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250" fill="hold">
                                          <p:stCondLst>
                                            <p:cond delay="0"/>
                                          </p:stCondLst>
                                        </p:cTn>
                                        <p:tgtEl>
                                          <p:spTgt spid="38917"/>
                                        </p:tgtEl>
                                        <p:attrNameLst>
                                          <p:attrName>style.visibility</p:attrName>
                                        </p:attrNameLst>
                                      </p:cBhvr>
                                      <p:to>
                                        <p:strVal val="visible"/>
                                      </p:to>
                                    </p:set>
                                    <p:animEffect transition="in" filter="fade">
                                      <p:cBhvr>
                                        <p:cTn id="7" dur="250"/>
                                        <p:tgtEl>
                                          <p:spTgt spid="3891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250" fill="hold">
                                          <p:stCondLst>
                                            <p:cond delay="0"/>
                                          </p:stCondLst>
                                        </p:cTn>
                                        <p:tgtEl>
                                          <p:spTgt spid="38918"/>
                                        </p:tgtEl>
                                        <p:attrNameLst>
                                          <p:attrName>style.visibility</p:attrName>
                                        </p:attrNameLst>
                                      </p:cBhvr>
                                      <p:to>
                                        <p:strVal val="visible"/>
                                      </p:to>
                                    </p:set>
                                    <p:animEffect transition="in" filter="fade">
                                      <p:cBhvr>
                                        <p:cTn id="12" dur="250"/>
                                        <p:tgtEl>
                                          <p:spTgt spid="38918"/>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250" fill="hold">
                                          <p:stCondLst>
                                            <p:cond delay="0"/>
                                          </p:stCondLst>
                                        </p:cTn>
                                        <p:tgtEl>
                                          <p:spTgt spid="38919"/>
                                        </p:tgtEl>
                                        <p:attrNameLst>
                                          <p:attrName>style.visibility</p:attrName>
                                        </p:attrNameLst>
                                      </p:cBhvr>
                                      <p:to>
                                        <p:strVal val="visible"/>
                                      </p:to>
                                    </p:set>
                                    <p:animEffect transition="in" filter="fade">
                                      <p:cBhvr>
                                        <p:cTn id="17" dur="250"/>
                                        <p:tgtEl>
                                          <p:spTgt spid="38919"/>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250" fill="hold">
                                          <p:stCondLst>
                                            <p:cond delay="0"/>
                                          </p:stCondLst>
                                        </p:cTn>
                                        <p:tgtEl>
                                          <p:spTgt spid="38920"/>
                                        </p:tgtEl>
                                        <p:attrNameLst>
                                          <p:attrName>style.visibility</p:attrName>
                                        </p:attrNameLst>
                                      </p:cBhvr>
                                      <p:to>
                                        <p:strVal val="visible"/>
                                      </p:to>
                                    </p:set>
                                    <p:animEffect transition="in" filter="fade">
                                      <p:cBhvr>
                                        <p:cTn id="22" dur="25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8" name="图片 7" title=""/>
          <p:cNvPicPr>
            <a:picLocks noChangeAspect="1"/>
          </p:cNvPicPr>
          <p:nvPr>
            <p:custDataLst>
              <p:tags r:id="rId4"/>
            </p:custDataLst>
          </p:nvPr>
        </p:nvPicPr>
        <p:blipFill>
          <a:blip r:embed="rId3"/>
          <a:srcRect l="36" r="36"/>
          <a:stretch>
            <a:fillRect/>
          </a:stretch>
        </p:blipFill>
        <p:spPr>
          <a:xfrm>
            <a:off x="2540" y="0"/>
            <a:ext cx="12189460" cy="6858000"/>
          </a:xfrm>
          <a:prstGeom prst="rect">
            <a:avLst/>
          </a:prstGeom>
        </p:spPr>
      </p:pic>
      <p:grpSp>
        <p:nvGrpSpPr>
          <p:cNvPr id="22" name="组合 21" title=""/>
          <p:cNvGrpSpPr/>
          <p:nvPr>
            <p:custDataLst>
              <p:tags r:id="rId5"/>
            </p:custDataLst>
          </p:nvPr>
        </p:nvGrpSpPr>
        <p:grpSpPr>
          <a:xfrm flipH="1">
            <a:off x="914400" y="1318230"/>
            <a:ext cx="10363200" cy="4221540"/>
            <a:chOff x="838200" y="1460500"/>
            <a:chExt cx="9664700" cy="3937000"/>
          </a:xfrm>
        </p:grpSpPr>
        <p:sp>
          <p:nvSpPr>
            <p:cNvPr id="13" name="矩形: 圆角 12"/>
            <p:cNvSpPr/>
            <p:nvPr>
              <p:custDataLst>
                <p:tags r:id="rId6"/>
              </p:custDataLst>
            </p:nvPr>
          </p:nvSpPr>
          <p:spPr>
            <a:xfrm>
              <a:off x="838200" y="1460500"/>
              <a:ext cx="9664700" cy="3937000"/>
            </a:xfrm>
            <a:prstGeom prst="roundRect">
              <a:avLst>
                <a:gd name="adj" fmla="val 9794"/>
              </a:avLst>
            </a:prstGeom>
            <a:gradFill>
              <a:gsLst>
                <a:gs pos="52000">
                  <a:srgbClr val="FFFFFF">
                    <a:alpha val="100000"/>
                  </a:srgbClr>
                </a:gs>
                <a:gs pos="0">
                  <a:schemeClr val="bg1">
                    <a:alpha val="78000"/>
                  </a:schemeClr>
                </a:gs>
                <a:gs pos="100000">
                  <a:schemeClr val="bg1">
                    <a:alpha val="3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7"/>
              </p:custDataLst>
            </p:nvPr>
          </p:nvSpPr>
          <p:spPr>
            <a:xfrm>
              <a:off x="8109821" y="1460500"/>
              <a:ext cx="2393079" cy="2163898"/>
            </a:xfrm>
            <a:custGeom>
              <a:gdLst>
                <a:gd name="connsiteX0" fmla="*/ 29127 w 2819400"/>
                <a:gd name="connsiteY0" fmla="*/ 0 h 2565400"/>
                <a:gd name="connsiteX1" fmla="*/ 2433810 w 2819400"/>
                <a:gd name="connsiteY1" fmla="*/ 0 h 2565400"/>
                <a:gd name="connsiteX2" fmla="*/ 2819400 w 2819400"/>
                <a:gd name="connsiteY2" fmla="*/ 385590 h 2565400"/>
                <a:gd name="connsiteX3" fmla="*/ 2819400 w 2819400"/>
                <a:gd name="connsiteY3" fmla="*/ 2481938 h 2565400"/>
                <a:gd name="connsiteX4" fmla="*/ 2670411 w 2819400"/>
                <a:gd name="connsiteY4" fmla="*/ 2520247 h 2565400"/>
                <a:gd name="connsiteX5" fmla="*/ 2222500 w 2819400"/>
                <a:gd name="connsiteY5" fmla="*/ 2565400 h 2565400"/>
                <a:gd name="connsiteX6" fmla="*/ 0 w 2819400"/>
                <a:gd name="connsiteY6" fmla="*/ 342900 h 2565400"/>
                <a:gd name="connsiteX7" fmla="*/ 11475 w 2819400"/>
                <a:gd name="connsiteY7" fmla="*/ 115662 h 256540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9400" h="2565400">
                  <a:moveTo>
                    <a:pt x="29127" y="0"/>
                  </a:moveTo>
                  <a:lnTo>
                    <a:pt x="2433810" y="0"/>
                  </a:lnTo>
                  <a:cubicBezTo>
                    <a:pt x="2646765" y="0"/>
                    <a:pt x="2819400" y="172635"/>
                    <a:pt x="2819400" y="385590"/>
                  </a:cubicBezTo>
                  <a:lnTo>
                    <a:pt x="2819400" y="2481938"/>
                  </a:lnTo>
                  <a:lnTo>
                    <a:pt x="2670411" y="2520247"/>
                  </a:lnTo>
                  <a:cubicBezTo>
                    <a:pt x="2525732" y="2549852"/>
                    <a:pt x="2375932" y="2565400"/>
                    <a:pt x="2222500" y="2565400"/>
                  </a:cubicBezTo>
                  <a:cubicBezTo>
                    <a:pt x="995047" y="2565400"/>
                    <a:pt x="0" y="1570353"/>
                    <a:pt x="0" y="342900"/>
                  </a:cubicBezTo>
                  <a:cubicBezTo>
                    <a:pt x="0" y="266184"/>
                    <a:pt x="3887" y="190376"/>
                    <a:pt x="11475" y="115662"/>
                  </a:cubicBezTo>
                  <a:close/>
                </a:path>
              </a:pathLst>
            </a:custGeom>
            <a:gradFill flip="none" rotWithShape="1">
              <a:gsLst>
                <a:gs pos="0">
                  <a:srgbClr val="4076FD">
                    <a:alpha val="50000"/>
                  </a:srgbClr>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圆角 30" title=""/>
          <p:cNvSpPr/>
          <p:nvPr>
            <p:custDataLst>
              <p:tags r:id="rId8"/>
            </p:custDataLst>
          </p:nvPr>
        </p:nvSpPr>
        <p:spPr>
          <a:xfrm flipV="1">
            <a:off x="8349137" y="2657103"/>
            <a:ext cx="1674812" cy="47625"/>
          </a:xfrm>
          <a:prstGeom prst="roundRect">
            <a:avLst>
              <a:gd name="adj" fmla="val 50000"/>
            </a:avLst>
          </a:prstGeom>
          <a:gradFill flip="none" rotWithShape="1">
            <a:gsLst>
              <a:gs pos="0">
                <a:srgbClr val="4076FD"/>
              </a:gs>
              <a:gs pos="100000">
                <a:srgbClr val="4076FD">
                  <a:alpha val="0"/>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title=""/>
          <p:cNvGrpSpPr/>
          <p:nvPr>
            <p:custDataLst>
              <p:tags r:id="rId9"/>
            </p:custDataLst>
          </p:nvPr>
        </p:nvGrpSpPr>
        <p:grpSpPr>
          <a:xfrm flipH="1">
            <a:off x="10644249" y="1800935"/>
            <a:ext cx="176150" cy="780068"/>
            <a:chOff x="8290832" y="4887686"/>
            <a:chExt cx="296617" cy="1313542"/>
          </a:xfrm>
          <a:solidFill>
            <a:srgbClr val="4076FD"/>
          </a:solidFill>
        </p:grpSpPr>
        <p:grpSp>
          <p:nvGrpSpPr>
            <p:cNvPr id="33" name="组合 32"/>
            <p:cNvGrpSpPr/>
            <p:nvPr>
              <p:custDataLst>
                <p:tags r:id="rId10"/>
              </p:custDataLst>
            </p:nvPr>
          </p:nvGrpSpPr>
          <p:grpSpPr>
            <a:xfrm>
              <a:off x="8452757" y="5040086"/>
              <a:ext cx="134692" cy="1161142"/>
              <a:chOff x="8490857" y="4963886"/>
              <a:chExt cx="134692" cy="1161142"/>
            </a:xfrm>
            <a:grpFill/>
          </p:grpSpPr>
          <p:sp>
            <p:nvSpPr>
              <p:cNvPr id="40" name="等腰三角形 39"/>
              <p:cNvSpPr/>
              <p:nvPr>
                <p:custDataLst>
                  <p:tags r:id="rId11"/>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custDataLst>
                  <p:tags r:id="rId12"/>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custDataLst>
                  <p:tags r:id="rId13"/>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custDataLst>
                  <p:tags r:id="rId14"/>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custDataLst>
                  <p:tags r:id="rId15"/>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custDataLst>
                <p:tags r:id="rId16"/>
              </p:custDataLst>
            </p:nvPr>
          </p:nvGrpSpPr>
          <p:grpSpPr>
            <a:xfrm>
              <a:off x="8290832" y="4887686"/>
              <a:ext cx="134692" cy="1161142"/>
              <a:chOff x="8490857" y="4963886"/>
              <a:chExt cx="134692" cy="1161142"/>
            </a:xfrm>
            <a:grpFill/>
          </p:grpSpPr>
          <p:sp>
            <p:nvSpPr>
              <p:cNvPr id="35" name="等腰三角形 34"/>
              <p:cNvSpPr/>
              <p:nvPr>
                <p:custDataLst>
                  <p:tags r:id="rId17"/>
                </p:custDataLst>
              </p:nvPr>
            </p:nvSpPr>
            <p:spPr>
              <a:xfrm>
                <a:off x="8490857" y="4963886"/>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custDataLst>
                  <p:tags r:id="rId18"/>
                </p:custDataLst>
              </p:nvPr>
            </p:nvSpPr>
            <p:spPr>
              <a:xfrm>
                <a:off x="8490857" y="5225143"/>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custDataLst>
                  <p:tags r:id="rId19"/>
                </p:custDataLst>
              </p:nvPr>
            </p:nvSpPr>
            <p:spPr>
              <a:xfrm>
                <a:off x="8490857" y="5486400"/>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custDataLst>
                  <p:tags r:id="rId20"/>
                </p:custDataLst>
              </p:nvPr>
            </p:nvSpPr>
            <p:spPr>
              <a:xfrm>
                <a:off x="8490857" y="5747657"/>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custDataLst>
                  <p:tags r:id="rId21"/>
                </p:custDataLst>
              </p:nvPr>
            </p:nvSpPr>
            <p:spPr>
              <a:xfrm>
                <a:off x="8490857" y="6008914"/>
                <a:ext cx="134692" cy="1161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文本框 57" title=""/>
          <p:cNvSpPr txBox="1"/>
          <p:nvPr>
            <p:custDataLst>
              <p:tags r:id="rId22"/>
            </p:custDataLst>
          </p:nvPr>
        </p:nvSpPr>
        <p:spPr>
          <a:xfrm>
            <a:off x="4414463" y="5061188"/>
            <a:ext cx="3363074" cy="368300"/>
          </a:xfrm>
          <a:prstGeom prst="rect">
            <a:avLst/>
          </a:prstGeom>
          <a:noFill/>
        </p:spPr>
        <p:txBody>
          <a:bodyPr wrap="square" rtlCol="0">
            <a:spAutoFit/>
          </a:bodyPr>
          <a:lstStyle/>
          <a:p>
            <a:pPr algn="ctr"/>
            <a:r>
              <a:rPr>
                <a:latin typeface="黑体" panose="02010609060101010101" charset="-122"/>
                <a:ea typeface="黑体" panose="02010609060101010101" charset="-122"/>
                <a:cs typeface="黑体" panose="02010609060101010101" charset="-122"/>
              </a:rPr>
              <a:t>人教A版2019必修第一册</a:t>
            </a:r>
            <a:endParaRPr>
              <a:latin typeface="黑体" panose="02010609060101010101" charset="-122"/>
              <a:ea typeface="黑体" panose="02010609060101010101" charset="-122"/>
              <a:cs typeface="黑体" panose="02010609060101010101" charset="-122"/>
            </a:endParaRPr>
          </a:p>
        </p:txBody>
      </p:sp>
      <p:pic>
        <p:nvPicPr>
          <p:cNvPr id="4" name="图片 3" title=""/>
          <p:cNvPicPr>
            <a:picLocks noChangeAspect="1"/>
          </p:cNvPicPr>
          <p:nvPr userDrawn="1">
            <p:custDataLst>
              <p:tags r:id="rId24"/>
            </p:custDataLst>
          </p:nvPr>
        </p:nvPicPr>
        <p:blipFill>
          <a:blip r:embed="rId23"/>
          <a:srcRect t="193" b="193"/>
          <a:stretch>
            <a:fillRect/>
          </a:stretch>
        </p:blipFill>
        <p:spPr>
          <a:xfrm>
            <a:off x="267335" y="262890"/>
            <a:ext cx="1640840" cy="520700"/>
          </a:xfrm>
          <a:prstGeom prst="rect">
            <a:avLst/>
          </a:prstGeom>
        </p:spPr>
      </p:pic>
      <p:sp>
        <p:nvSpPr>
          <p:cNvPr id="9" name="矩形: 圆角 13" title=""/>
          <p:cNvSpPr/>
          <p:nvPr>
            <p:custDataLst>
              <p:tags r:id="rId25"/>
            </p:custDataLst>
          </p:nvPr>
        </p:nvSpPr>
        <p:spPr>
          <a:xfrm>
            <a:off x="2306320" y="669925"/>
            <a:ext cx="3429000" cy="34290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4" title=""/>
          <p:cNvSpPr/>
          <p:nvPr>
            <p:custDataLst>
              <p:tags r:id="rId26"/>
            </p:custDataLst>
          </p:nvPr>
        </p:nvSpPr>
        <p:spPr>
          <a:xfrm>
            <a:off x="4820920" y="5845175"/>
            <a:ext cx="4457700" cy="402590"/>
          </a:xfrm>
          <a:prstGeom prst="roundRect">
            <a:avLst>
              <a:gd name="adj" fmla="val 50000"/>
            </a:avLst>
          </a:prstGeom>
          <a:gradFill flip="none" rotWithShape="1">
            <a:gsLst>
              <a:gs pos="0">
                <a:srgbClr val="4076FD"/>
              </a:gs>
              <a:gs pos="100000">
                <a:schemeClr val="accent2">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title=""/>
          <p:cNvSpPr txBox="1"/>
          <p:nvPr>
            <p:custDataLst>
              <p:tags r:id="rId27"/>
            </p:custDataLst>
          </p:nvPr>
        </p:nvSpPr>
        <p:spPr>
          <a:xfrm>
            <a:off x="2540" y="2475865"/>
            <a:ext cx="12191365" cy="1677670"/>
          </a:xfrm>
          <a:prstGeom prst="rect">
            <a:avLst/>
          </a:prstGeom>
          <a:noFill/>
        </p:spPr>
        <p:txBody>
          <a:bodyPr wrap="square" rtlCol="0">
            <a:noAutofit/>
          </a:bodyPr>
          <a:lstStyle/>
          <a:p>
            <a:pPr algn="ctr"/>
            <a:r>
              <a:rPr lang="en-US" altLang="zh-CN" sz="4800" b="1">
                <a:solidFill>
                  <a:srgbClr val="4378FD"/>
                </a:solidFill>
                <a:latin typeface="微软雅黑" panose="020b0503020204020204" charset="-122"/>
                <a:ea typeface="微软雅黑" panose="020b0503020204020204" charset="-122"/>
                <a:cs typeface="微软雅黑" panose="020b0503020204020204" charset="-122"/>
              </a:rPr>
              <a:t>THANKS</a:t>
            </a:r>
            <a:endParaRPr lang="zh-CN" altLang="en-US" sz="4800" b="1">
              <a:latin typeface="微软雅黑" panose="020b0503020204020204" charset="-122"/>
              <a:ea typeface="微软雅黑" panose="020b0503020204020204" charset="-122"/>
              <a:cs typeface="微软雅黑" panose="020b0503020204020204" charset="-122"/>
            </a:endParaRPr>
          </a:p>
          <a:p>
            <a:pPr algn="ctr"/>
            <a:r>
              <a:rPr lang="zh-CN" altLang="en-US" sz="4800" b="1">
                <a:latin typeface="微软雅黑" panose="020b0503020204020204" charset="-122"/>
                <a:ea typeface="微软雅黑" panose="020b0503020204020204" charset="-122"/>
                <a:cs typeface="微软雅黑" panose="020b0503020204020204" charset="-122"/>
              </a:rPr>
              <a:t>感谢您的聆听</a:t>
            </a:r>
            <a:endParaRPr lang="zh-CN" altLang="en-US" sz="48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timing/>
</p:sld>
</file>

<file path=ppt/tags/tag1.xml><?xml version="1.0" encoding="utf-8"?>
<p:tagLst xmlns:p="http://schemas.openxmlformats.org/presentationml/2006/main">
  <p:tag name="AS_UNIQUEID" val="473"/>
</p:tagLst>
</file>

<file path=ppt/tags/tag2.xml><?xml version="1.0" encoding="utf-8"?>
<p:tagLst xmlns:p="http://schemas.openxmlformats.org/presentationml/2006/main">
  <p:tag name="AS_UNIQUEID" val="474"/>
</p:tagLst>
</file>

<file path=ppt/tags/tag3.xml><?xml version="1.0" encoding="utf-8"?>
<p:tagLst xmlns:p="http://schemas.openxmlformats.org/presentationml/2006/main">
  <p:tag name="AS_UNIQUEID" val="475"/>
</p:tagLst>
</file>

<file path=ppt/tags/tag4.xml><?xml version="1.0" encoding="utf-8"?>
<p:tagLst xmlns:p="http://schemas.openxmlformats.org/presentationml/2006/main">
  <p:tag name="AS_UNIQUEID" val="476"/>
</p:tagLst>
</file>

<file path=ppt/tags/tag5.xml><?xml version="1.0" encoding="utf-8"?>
<p:tagLst xmlns:p="http://schemas.openxmlformats.org/presentationml/2006/main">
  <p:tag name="AS_UNIQUEID" val="477"/>
</p:tagLst>
</file>

<file path=ppt/tags/tag6.xml><?xml version="1.0" encoding="utf-8"?>
<p:tagLst xmlns:p="http://schemas.openxmlformats.org/presentationml/2006/main">
  <p:tag name="AS_UNIQUEID" val="478"/>
</p:tagLst>
</file>

<file path=ppt/tags/tag7.xml><?xml version="1.0" encoding="utf-8"?>
<p:tagLst xmlns:p="http://schemas.openxmlformats.org/presentationml/2006/main">
  <p:tag name="AS_UNIQUEID" val="479"/>
</p:tagLst>
</file>

<file path=ppt/tags/tag8.xml><?xml version="1.0" encoding="utf-8"?>
<p:tagLst xmlns:p="http://schemas.openxmlformats.org/presentationml/2006/main">
  <p:tag name="AS_UNIQUEID" val="480"/>
</p:tagLst>
</file>

<file path=ppt/tags/tag9.xml><?xml version="1.0" encoding="utf-8"?>
<p:tagLst xmlns:p="http://schemas.openxmlformats.org/presentationml/2006/main">
  <p:tag name="AS_UNIQUEID" val="481"/>
</p:tagLst>
</file>

<file path=ppt/tags/tag10.xml><?xml version="1.0" encoding="utf-8"?>
<p:tagLst xmlns:p="http://schemas.openxmlformats.org/presentationml/2006/main">
  <p:tag name="AS_UNIQUEID" val="482"/>
</p:tagLst>
</file>

<file path=ppt/tags/tag11.xml><?xml version="1.0" encoding="utf-8"?>
<p:tagLst xmlns:p="http://schemas.openxmlformats.org/presentationml/2006/main">
  <p:tag name="AS_UNIQUEID" val="483"/>
</p:tagLst>
</file>

<file path=ppt/tags/tag12.xml><?xml version="1.0" encoding="utf-8"?>
<p:tagLst xmlns:p="http://schemas.openxmlformats.org/presentationml/2006/main">
  <p:tag name="AS_UNIQUEID" val="484"/>
</p:tagLst>
</file>

<file path=ppt/tags/tag13.xml><?xml version="1.0" encoding="utf-8"?>
<p:tagLst xmlns:p="http://schemas.openxmlformats.org/presentationml/2006/main">
  <p:tag name="AS_UNIQUEID" val="485"/>
</p:tagLst>
</file>

<file path=ppt/tags/tag14.xml><?xml version="1.0" encoding="utf-8"?>
<p:tagLst xmlns:p="http://schemas.openxmlformats.org/presentationml/2006/main">
  <p:tag name="AS_UNIQUEID" val="486"/>
</p:tagLst>
</file>

<file path=ppt/tags/tag15.xml><?xml version="1.0" encoding="utf-8"?>
<p:tagLst xmlns:p="http://schemas.openxmlformats.org/presentationml/2006/main">
  <p:tag name="AS_UNIQUEID" val="487"/>
</p:tagLst>
</file>

<file path=ppt/tags/tag16.xml><?xml version="1.0" encoding="utf-8"?>
<p:tagLst xmlns:p="http://schemas.openxmlformats.org/presentationml/2006/main">
  <p:tag name="AS_UNIQUEID" val="488"/>
</p:tagLst>
</file>

<file path=ppt/tags/tag17.xml><?xml version="1.0" encoding="utf-8"?>
<p:tagLst xmlns:p="http://schemas.openxmlformats.org/presentationml/2006/main">
  <p:tag name="AS_UNIQUEID" val="489"/>
</p:tagLst>
</file>

<file path=ppt/tags/tag18.xml><?xml version="1.0" encoding="utf-8"?>
<p:tagLst xmlns:p="http://schemas.openxmlformats.org/presentationml/2006/main">
  <p:tag name="AS_UNIQUEID" val="490"/>
</p:tagLst>
</file>

<file path=ppt/tags/tag19.xml><?xml version="1.0" encoding="utf-8"?>
<p:tagLst xmlns:p="http://schemas.openxmlformats.org/presentationml/2006/main">
  <p:tag name="AS_UNIQUEID" val="491"/>
</p:tagLst>
</file>

<file path=ppt/tags/tag20.xml><?xml version="1.0" encoding="utf-8"?>
<p:tagLst xmlns:p="http://schemas.openxmlformats.org/presentationml/2006/main">
  <p:tag name="AS_UNIQUEID" val="492"/>
</p:tagLst>
</file>

<file path=ppt/tags/tag21.xml><?xml version="1.0" encoding="utf-8"?>
<p:tagLst xmlns:p="http://schemas.openxmlformats.org/presentationml/2006/main">
  <p:tag name="AS_UNIQUEID" val="493"/>
</p:tagLst>
</file>

<file path=ppt/tags/tag22.xml><?xml version="1.0" encoding="utf-8"?>
<p:tagLst xmlns:p="http://schemas.openxmlformats.org/presentationml/2006/main">
  <p:tag name="AS_UNIQUEID" val="494"/>
</p:tagLst>
</file>

<file path=ppt/tags/tag23.xml><?xml version="1.0" encoding="utf-8"?>
<p:tagLst xmlns:p="http://schemas.openxmlformats.org/presentationml/2006/main">
  <p:tag name="AS_UNIQUEID" val="495"/>
</p:tagLst>
</file>

<file path=ppt/tags/tag24.xml><?xml version="1.0" encoding="utf-8"?>
<p:tagLst xmlns:p="http://schemas.openxmlformats.org/presentationml/2006/main">
  <p:tag name="AS_UNIQUEID" val="496"/>
</p:tagLst>
</file>

<file path=ppt/tags/tag25.xml><?xml version="1.0" encoding="utf-8"?>
<p:tagLst xmlns:p="http://schemas.openxmlformats.org/presentationml/2006/main">
  <p:tag name="AS_UNIQUEID" val="497"/>
</p:tagLst>
</file>

<file path=ppt/tags/tag26.xml><?xml version="1.0" encoding="utf-8"?>
<p:tagLst xmlns:p="http://schemas.openxmlformats.org/presentationml/2006/main">
  <p:tag name="AS_UNIQUEID" val="498"/>
</p:tagLst>
</file>

<file path=ppt/tags/tag27.xml><?xml version="1.0" encoding="utf-8"?>
<p:tagLst xmlns:p="http://schemas.openxmlformats.org/presentationml/2006/main">
  <p:tag name="AS_UNIQUEID" val="499"/>
</p:tagLst>
</file>

<file path=ppt/tags/tag28.xml><?xml version="1.0" encoding="utf-8"?>
<p:tagLst xmlns:p="http://schemas.openxmlformats.org/presentationml/2006/main">
  <p:tag name="AS_UNIQUEID" val="500"/>
</p:tagLst>
</file>

<file path=ppt/tags/tag29.xml><?xml version="1.0" encoding="utf-8"?>
<p:tagLst xmlns:p="http://schemas.openxmlformats.org/presentationml/2006/main">
  <p:tag name="AS_UNIQUEID" val="501"/>
</p:tagLst>
</file>

<file path=ppt/tags/tag30.xml><?xml version="1.0" encoding="utf-8"?>
<p:tagLst xmlns:p="http://schemas.openxmlformats.org/presentationml/2006/main">
  <p:tag name="AS_UNIQUEID" val="502"/>
</p:tagLst>
</file>

<file path=ppt/tags/tag31.xml><?xml version="1.0" encoding="utf-8"?>
<p:tagLst xmlns:p="http://schemas.openxmlformats.org/presentationml/2006/main">
  <p:tag name="AS_UNIQUEID" val="503"/>
</p:tagLst>
</file>

<file path=ppt/tags/tag32.xml><?xml version="1.0" encoding="utf-8"?>
<p:tagLst xmlns:p="http://schemas.openxmlformats.org/presentationml/2006/main">
  <p:tag name="AS_UNIQUEID" val="504"/>
</p:tagLst>
</file>

<file path=ppt/tags/tag33.xml><?xml version="1.0" encoding="utf-8"?>
<p:tagLst xmlns:p="http://schemas.openxmlformats.org/presentationml/2006/main">
  <p:tag name="AS_UNIQUEID" val="505"/>
</p:tagLst>
</file>

<file path=ppt/tags/tag34.xml><?xml version="1.0" encoding="utf-8"?>
<p:tagLst xmlns:p="http://schemas.openxmlformats.org/presentationml/2006/main">
  <p:tag name="AS_UNIQUEID" val="506"/>
</p:tagLst>
</file>

<file path=ppt/tags/tag35.xml><?xml version="1.0" encoding="utf-8"?>
<p:tagLst xmlns:p="http://schemas.openxmlformats.org/presentationml/2006/main">
  <p:tag name="AS_UNIQUEID" val="507"/>
</p:tagLst>
</file>

<file path=ppt/tags/tag36.xml><?xml version="1.0" encoding="utf-8"?>
<p:tagLst xmlns:p="http://schemas.openxmlformats.org/presentationml/2006/main">
  <p:tag name="AS_UNIQUEID" val="508"/>
</p:tagLst>
</file>

<file path=ppt/tags/tag37.xml><?xml version="1.0" encoding="utf-8"?>
<p:tagLst xmlns:p="http://schemas.openxmlformats.org/presentationml/2006/main">
  <p:tag name="AS_UNIQUEID" val="509"/>
</p:tagLst>
</file>

<file path=ppt/tags/tag38.xml><?xml version="1.0" encoding="utf-8"?>
<p:tagLst xmlns:p="http://schemas.openxmlformats.org/presentationml/2006/main">
  <p:tag name="AS_UNIQUEID" val="510"/>
</p:tagLst>
</file>

<file path=ppt/tags/tag39.xml><?xml version="1.0" encoding="utf-8"?>
<p:tagLst xmlns:p="http://schemas.openxmlformats.org/presentationml/2006/main">
  <p:tag name="AS_UNIQUEID" val="511"/>
</p:tagLst>
</file>

<file path=ppt/tags/tag40.xml><?xml version="1.0" encoding="utf-8"?>
<p:tagLst xmlns:p="http://schemas.openxmlformats.org/presentationml/2006/main">
  <p:tag name="AS_UNIQUEID" val="512"/>
</p:tagLst>
</file>

<file path=ppt/tags/tag41.xml><?xml version="1.0" encoding="utf-8"?>
<p:tagLst xmlns:p="http://schemas.openxmlformats.org/presentationml/2006/main">
  <p:tag name="AS_UNIQUEID" val="513"/>
</p:tagLst>
</file>

<file path=ppt/tags/tag42.xml><?xml version="1.0" encoding="utf-8"?>
<p:tagLst xmlns:p="http://schemas.openxmlformats.org/presentationml/2006/main">
  <p:tag name="AS_UNIQUEID" val="514"/>
  <p:tag name="KSO_WM_BEAUTIFY_FLAG" val=""/>
</p:tagLst>
</file>

<file path=ppt/tags/tag43.xml><?xml version="1.0" encoding="utf-8"?>
<p:tagLst xmlns:p="http://schemas.openxmlformats.org/presentationml/2006/main">
  <p:tag name="AS_UNIQUEID" val="515"/>
  <p:tag name="KSO_WM_BEAUTIFY_FLAG" val=""/>
</p:tagLst>
</file>

<file path=ppt/tags/tag44.xml><?xml version="1.0" encoding="utf-8"?>
<p:tagLst xmlns:p="http://schemas.openxmlformats.org/presentationml/2006/main">
  <p:tag name="AS_UNIQUEID" val="516"/>
  <p:tag name="KSO_WM_BEAUTIFY_FLAG" val=""/>
</p:tagLst>
</file>

<file path=ppt/tags/tag45.xml><?xml version="1.0" encoding="utf-8"?>
<p:tagLst xmlns:p="http://schemas.openxmlformats.org/presentationml/2006/main">
  <p:tag name="AS_UNIQUEID" val="517"/>
  <p:tag name="KSO_WM_BEAUTIFY_FLAG" val=""/>
</p:tagLst>
</file>

<file path=ppt/tags/tag46.xml><?xml version="1.0" encoding="utf-8"?>
<p:tagLst xmlns:p="http://schemas.openxmlformats.org/presentationml/2006/main">
  <p:tag name="AS_UNIQUEID" val="518"/>
</p:tagLst>
</file>

<file path=ppt/tags/tag47.xml><?xml version="1.0" encoding="utf-8"?>
<p:tagLst xmlns:p="http://schemas.openxmlformats.org/presentationml/2006/main">
  <p:tag name="AS_UNIQUEID" val="519"/>
</p:tagLst>
</file>

<file path=ppt/tags/tag48.xml><?xml version="1.0" encoding="utf-8"?>
<p:tagLst xmlns:p="http://schemas.openxmlformats.org/presentationml/2006/main">
  <p:tag name="AS_UNIQUEID" val="520"/>
</p:tagLst>
</file>

<file path=ppt/tags/tag49.xml><?xml version="1.0" encoding="utf-8"?>
<p:tagLst xmlns:p="http://schemas.openxmlformats.org/presentationml/2006/main">
  <p:tag name="AS_UNIQUEID" val="521"/>
</p:tagLst>
</file>

<file path=ppt/tags/tag50.xml><?xml version="1.0" encoding="utf-8"?>
<p:tagLst xmlns:p="http://schemas.openxmlformats.org/presentationml/2006/main">
  <p:tag name="AS_UNIQUEID" val="522"/>
</p:tagLst>
</file>

<file path=ppt/tags/tag51.xml><?xml version="1.0" encoding="utf-8"?>
<p:tagLst xmlns:p="http://schemas.openxmlformats.org/presentationml/2006/main">
  <p:tag name="AS_UNIQUEID" val="523"/>
  <p:tag name="KSO_WM_DIAGRAM_VIRTUALLY_FRAME" val="{&quot;height&quot;:430.1414173228346,&quot;left&quot;:385.5,&quot;top&quot;:62,&quot;width&quot;:503.5}"/>
</p:tagLst>
</file>

<file path=ppt/tags/tag52.xml><?xml version="1.0" encoding="utf-8"?>
<p:tagLst xmlns:p="http://schemas.openxmlformats.org/presentationml/2006/main">
  <p:tag name="AS_UNIQUEID" val="524"/>
  <p:tag name="KSO_WM_DIAGRAM_VIRTUALLY_FRAME" val="{&quot;height&quot;:430.1414173228346,&quot;left&quot;:385.5,&quot;top&quot;:62,&quot;width&quot;:503.5}"/>
</p:tagLst>
</file>

<file path=ppt/tags/tag53.xml><?xml version="1.0" encoding="utf-8"?>
<p:tagLst xmlns:p="http://schemas.openxmlformats.org/presentationml/2006/main">
  <p:tag name="AS_UNIQUEID" val="525"/>
  <p:tag name="KSO_WM_DIAGRAM_VIRTUALLY_FRAME" val="{&quot;height&quot;:430.1414173228346,&quot;left&quot;:385.5,&quot;top&quot;:62,&quot;width&quot;:503.5}"/>
</p:tagLst>
</file>

<file path=ppt/tags/tag54.xml><?xml version="1.0" encoding="utf-8"?>
<p:tagLst xmlns:p="http://schemas.openxmlformats.org/presentationml/2006/main">
  <p:tag name="AS_UNIQUEID" val="526"/>
  <p:tag name="KSO_WM_DIAGRAM_VIRTUALLY_FRAME" val="{&quot;height&quot;:430.1414173228346,&quot;left&quot;:385.5,&quot;top&quot;:62,&quot;width&quot;:503.5}"/>
</p:tagLst>
</file>

<file path=ppt/tags/tag55.xml><?xml version="1.0" encoding="utf-8"?>
<p:tagLst xmlns:p="http://schemas.openxmlformats.org/presentationml/2006/main">
  <p:tag name="AS_UNIQUEID" val="527"/>
  <p:tag name="KSO_WM_DIAGRAM_VIRTUALLY_FRAME" val="{&quot;height&quot;:430.1414173228346,&quot;left&quot;:385.5,&quot;top&quot;:62,&quot;width&quot;:503.5}"/>
</p:tagLst>
</file>

<file path=ppt/tags/tag56.xml><?xml version="1.0" encoding="utf-8"?>
<p:tagLst xmlns:p="http://schemas.openxmlformats.org/presentationml/2006/main">
  <p:tag name="AS_UNIQUEID" val="528"/>
  <p:tag name="KSO_WM_DIAGRAM_VIRTUALLY_FRAME" val="{&quot;height&quot;:430.1414173228346,&quot;left&quot;:385.5,&quot;top&quot;:62,&quot;width&quot;:503.5}"/>
</p:tagLst>
</file>

<file path=ppt/tags/tag57.xml><?xml version="1.0" encoding="utf-8"?>
<p:tagLst xmlns:p="http://schemas.openxmlformats.org/presentationml/2006/main">
  <p:tag name="AS_UNIQUEID" val="529"/>
  <p:tag name="KSO_WM_DIAGRAM_VIRTUALLY_FRAME" val="{&quot;height&quot;:430.1414173228346,&quot;left&quot;:385.5,&quot;top&quot;:62,&quot;width&quot;:503.5}"/>
</p:tagLst>
</file>

<file path=ppt/tags/tag58.xml><?xml version="1.0" encoding="utf-8"?>
<p:tagLst xmlns:p="http://schemas.openxmlformats.org/presentationml/2006/main">
  <p:tag name="AS_UNIQUEID" val="530"/>
  <p:tag name="KSO_WM_DIAGRAM_VIRTUALLY_FRAME" val="{&quot;height&quot;:430.1414173228346,&quot;left&quot;:385.5,&quot;top&quot;:62,&quot;width&quot;:503.5}"/>
</p:tagLst>
</file>

<file path=ppt/tags/tag59.xml><?xml version="1.0" encoding="utf-8"?>
<p:tagLst xmlns:p="http://schemas.openxmlformats.org/presentationml/2006/main">
  <p:tag name="AS_UNIQUEID" val="531"/>
  <p:tag name="KSO_WM_DIAGRAM_VIRTUALLY_FRAME" val="{&quot;height&quot;:430.1414173228346,&quot;left&quot;:385.5,&quot;top&quot;:62,&quot;width&quot;:503.5}"/>
</p:tagLst>
</file>

<file path=ppt/tags/tag60.xml><?xml version="1.0" encoding="utf-8"?>
<p:tagLst xmlns:p="http://schemas.openxmlformats.org/presentationml/2006/main">
  <p:tag name="AS_UNIQUEID" val="532"/>
  <p:tag name="KSO_WM_DIAGRAM_VIRTUALLY_FRAME" val="{&quot;height&quot;:430.1414173228346,&quot;left&quot;:385.5,&quot;top&quot;:62,&quot;width&quot;:503.5}"/>
</p:tagLst>
</file>

<file path=ppt/tags/tag61.xml><?xml version="1.0" encoding="utf-8"?>
<p:tagLst xmlns:p="http://schemas.openxmlformats.org/presentationml/2006/main">
  <p:tag name="AS_UNIQUEID" val="533"/>
  <p:tag name="KSO_WM_DIAGRAM_VIRTUALLY_FRAME" val="{&quot;height&quot;:430.1414173228346,&quot;left&quot;:385.5,&quot;top&quot;:62,&quot;width&quot;:503.5}"/>
</p:tagLst>
</file>

<file path=ppt/tags/tag62.xml><?xml version="1.0" encoding="utf-8"?>
<p:tagLst xmlns:p="http://schemas.openxmlformats.org/presentationml/2006/main">
  <p:tag name="AS_UNIQUEID" val="534"/>
  <p:tag name="KSO_WM_DIAGRAM_VIRTUALLY_FRAME" val="{&quot;height&quot;:430.1414173228346,&quot;left&quot;:385.5,&quot;top&quot;:62,&quot;width&quot;:503.5}"/>
</p:tagLst>
</file>

<file path=ppt/tags/tag63.xml><?xml version="1.0" encoding="utf-8"?>
<p:tagLst xmlns:p="http://schemas.openxmlformats.org/presentationml/2006/main">
  <p:tag name="AS_UNIQUEID" val="1447"/>
</p:tagLst>
</file>

<file path=ppt/tags/tag64.xml><?xml version="1.0" encoding="utf-8"?>
<p:tagLst xmlns:p="http://schemas.openxmlformats.org/presentationml/2006/main">
  <p:tag name="AS_UNIQUEID" val="535"/>
</p:tagLst>
</file>

<file path=ppt/tags/tag65.xml><?xml version="1.0" encoding="utf-8"?>
<p:tagLst xmlns:p="http://schemas.openxmlformats.org/presentationml/2006/main">
  <p:tag name="AS_UNIQUEID" val="536"/>
</p:tagLst>
</file>

<file path=ppt/tags/tag66.xml><?xml version="1.0" encoding="utf-8"?>
<p:tagLst xmlns:p="http://schemas.openxmlformats.org/presentationml/2006/main">
  <p:tag name="AS_UNIQUEID" val="537"/>
</p:tagLst>
</file>

<file path=ppt/tags/tag67.xml><?xml version="1.0" encoding="utf-8"?>
<p:tagLst xmlns:p="http://schemas.openxmlformats.org/presentationml/2006/main">
  <p:tag name="AS_UNIQUEID" val="538"/>
</p:tagLst>
</file>

<file path=ppt/tags/tag68.xml><?xml version="1.0" encoding="utf-8"?>
<p:tagLst xmlns:p="http://schemas.openxmlformats.org/presentationml/2006/main">
  <p:tag name="AS_UNIQUEID" val="539"/>
</p:tagLst>
</file>

<file path=ppt/tags/tag69.xml><?xml version="1.0" encoding="utf-8"?>
<p:tagLst xmlns:p="http://schemas.openxmlformats.org/presentationml/2006/main">
  <p:tag name="AS_UNIQUEID" val="540"/>
</p:tagLst>
</file>

<file path=ppt/tags/tag70.xml><?xml version="1.0" encoding="utf-8"?>
<p:tagLst xmlns:p="http://schemas.openxmlformats.org/presentationml/2006/main">
  <p:tag name="AS_UNIQUEID" val="541"/>
</p:tagLst>
</file>

<file path=ppt/tags/tag71.xml><?xml version="1.0" encoding="utf-8"?>
<p:tagLst xmlns:p="http://schemas.openxmlformats.org/presentationml/2006/main">
  <p:tag name="AS_UNIQUEID" val="542"/>
</p:tagLst>
</file>

<file path=ppt/tags/tag72.xml><?xml version="1.0" encoding="utf-8"?>
<p:tagLst xmlns:p="http://schemas.openxmlformats.org/presentationml/2006/main">
  <p:tag name="AS_UNIQUEID" val="543"/>
</p:tagLst>
</file>

<file path=ppt/tags/tag73.xml><?xml version="1.0" encoding="utf-8"?>
<p:tagLst xmlns:p="http://schemas.openxmlformats.org/presentationml/2006/main">
  <p:tag name="AS_UNIQUEID" val="544"/>
</p:tagLst>
</file>

<file path=ppt/tags/tag74.xml><?xml version="1.0" encoding="utf-8"?>
<p:tagLst xmlns:p="http://schemas.openxmlformats.org/presentationml/2006/main">
  <p:tag name="AS_UNIQUEID" val="545"/>
  <p:tag name="KSO_WM_BEAUTIFY_FLAG" val=""/>
</p:tagLst>
</file>

<file path=ppt/tags/tag75.xml><?xml version="1.0" encoding="utf-8"?>
<p:tagLst xmlns:p="http://schemas.openxmlformats.org/presentationml/2006/main">
  <p:tag name="AS_UNIQUEID" val="546"/>
  <p:tag name="KSO_WM_BEAUTIFY_FLAG" val=""/>
</p:tagLst>
</file>

<file path=ppt/tags/tag76.xml><?xml version="1.0" encoding="utf-8"?>
<p:tagLst xmlns:p="http://schemas.openxmlformats.org/presentationml/2006/main">
  <p:tag name="AS_UNIQUEID" val="547"/>
  <p:tag name="KSO_WM_BEAUTIFY_FLAG" val=""/>
</p:tagLst>
</file>

<file path=ppt/tags/tag77.xml><?xml version="1.0" encoding="utf-8"?>
<p:tagLst xmlns:p="http://schemas.openxmlformats.org/presentationml/2006/main">
  <p:tag name="AS_UNIQUEID" val="548"/>
  <p:tag name="KSO_WM_BEAUTIFY_FLAG" val=""/>
</p:tagLst>
</file>

<file path=ppt/tags/tag78.xml><?xml version="1.0" encoding="utf-8"?>
<p:tagLst xmlns:p="http://schemas.openxmlformats.org/presentationml/2006/main">
  <p:tag name="AS_UNIQUEID" val="549"/>
  <p:tag name="KSO_WM_BEAUTIFY_FLAG" val=""/>
</p:tagLst>
</file>

<file path=ppt/tags/tag79.xml><?xml version="1.0" encoding="utf-8"?>
<p:tagLst xmlns:p="http://schemas.openxmlformats.org/presentationml/2006/main">
  <p:tag name="AS_UNIQUEID" val="550"/>
</p:tagLst>
</file>

<file path=ppt/tags/tag80.xml><?xml version="1.0" encoding="utf-8"?>
<p:tagLst xmlns:p="http://schemas.openxmlformats.org/presentationml/2006/main">
  <p:tag name="AS_UNIQUEID" val="551"/>
  <p:tag name="KSO_WM_BEAUTIFY_FLAG" val=""/>
</p:tagLst>
</file>

<file path=ppt/tags/tag81.xml><?xml version="1.0" encoding="utf-8"?>
<p:tagLst xmlns:p="http://schemas.openxmlformats.org/presentationml/2006/main">
  <p:tag name="AS_UNIQUEID" val="552"/>
  <p:tag name="KSO_WM_BEAUTIFY_FLAG" val=""/>
</p:tagLst>
</file>

<file path=ppt/tags/tag82.xml><?xml version="1.0" encoding="utf-8"?>
<p:tagLst xmlns:p="http://schemas.openxmlformats.org/presentationml/2006/main">
  <p:tag name="AS_UNIQUEID" val="553"/>
  <p:tag name="KSO_WM_BEAUTIFY_FLAG" val=""/>
</p:tagLst>
</file>

<file path=ppt/tags/tag83.xml><?xml version="1.0" encoding="utf-8"?>
<p:tagLst xmlns:p="http://schemas.openxmlformats.org/presentationml/2006/main">
  <p:tag name="AS_UNIQUEID" val="554"/>
  <p:tag name="KSO_WM_BEAUTIFY_FLAG" val=""/>
</p:tagLst>
</file>

<file path=ppt/tags/tag84.xml><?xml version="1.0" encoding="utf-8"?>
<p:tagLst xmlns:p="http://schemas.openxmlformats.org/presentationml/2006/main">
  <p:tag name="AS_UNIQUEID" val="555"/>
  <p:tag name="KSO_WM_BEAUTIFY_FLAG" val=""/>
</p:tagLst>
</file>

<file path=ppt/tags/tag85.xml><?xml version="1.0" encoding="utf-8"?>
<p:tagLst xmlns:p="http://schemas.openxmlformats.org/presentationml/2006/main">
  <p:tag name="AS_UNIQUEID" val="556"/>
  <p:tag name="KSO_WM_BEAUTIFY_FLAG" val=""/>
</p:tagLst>
</file>

<file path=ppt/tags/tag86.xml><?xml version="1.0" encoding="utf-8"?>
<p:tagLst xmlns:p="http://schemas.openxmlformats.org/presentationml/2006/main">
  <p:tag name="AS_UNIQUEID" val="557"/>
</p:tagLst>
</file>

<file path=ppt/tags/tag87.xml><?xml version="1.0" encoding="utf-8"?>
<p:tagLst xmlns:p="http://schemas.openxmlformats.org/presentationml/2006/main">
  <p:tag name="AS_UNIQUEID" val="558"/>
</p:tagLst>
</file>

<file path=ppt/tags/tag88.xml><?xml version="1.0" encoding="utf-8"?>
<p:tagLst xmlns:p="http://schemas.openxmlformats.org/presentationml/2006/main">
  <p:tag name="AS_UNIQUEID" val="559"/>
  <p:tag name="KSO_WM_BEAUTIFY_FLAG" val=""/>
</p:tagLst>
</file>

<file path=ppt/tags/tag89.xml><?xml version="1.0" encoding="utf-8"?>
<p:tagLst xmlns:p="http://schemas.openxmlformats.org/presentationml/2006/main">
  <p:tag name="AS_UNIQUEID" val="560"/>
  <p:tag name="KSO_WM_BEAUTIFY_FLAG" val=""/>
</p:tagLst>
</file>

<file path=ppt/tags/tag90.xml><?xml version="1.0" encoding="utf-8"?>
<p:tagLst xmlns:p="http://schemas.openxmlformats.org/presentationml/2006/main">
  <p:tag name="AS_UNIQUEID" val="561"/>
  <p:tag name="KSO_WM_BEAUTIFY_FLAG" val=""/>
</p:tagLst>
</file>

<file path=ppt/tags/tag91.xml><?xml version="1.0" encoding="utf-8"?>
<p:tagLst xmlns:p="http://schemas.openxmlformats.org/presentationml/2006/main">
  <p:tag name="AS_UNIQUEID" val="562"/>
  <p:tag name="KSO_WM_BEAUTIFY_FLAG" val=""/>
</p:tagLst>
</file>

<file path=ppt/tags/tag92.xml><?xml version="1.0" encoding="utf-8"?>
<p:tagLst xmlns:p="http://schemas.openxmlformats.org/presentationml/2006/main">
  <p:tag name="AS_UNIQUEID" val="563"/>
  <p:tag name="KSO_WM_BEAUTIFY_FLAG" val=""/>
</p:tagLst>
</file>

<file path=ppt/tags/tag93.xml><?xml version="1.0" encoding="utf-8"?>
<p:tagLst xmlns:p="http://schemas.openxmlformats.org/presentationml/2006/main">
  <p:tag name="AS_UNIQUEID" val="564"/>
  <p:tag name="KSO_WM_BEAUTIFY_FLAG" val=""/>
</p:tagLst>
</file>

<file path=ppt/tags/tag94.xml><?xml version="1.0" encoding="utf-8"?>
<p:tagLst xmlns:p="http://schemas.openxmlformats.org/presentationml/2006/main">
  <p:tag name="AS_UNIQUEID" val="565"/>
</p:tagLst>
</file>

<file path=ppt/tags/tag95.xml><?xml version="1.0" encoding="utf-8"?>
<p:tagLst xmlns:p="http://schemas.openxmlformats.org/presentationml/2006/main">
  <p:tag name="AS_UNIQUEID" val="566"/>
</p:tagLst>
</file>

<file path=ppt/tags/tag96.xml><?xml version="1.0" encoding="utf-8"?>
<p:tagLst xmlns:p="http://schemas.openxmlformats.org/presentationml/2006/main">
  <p:tag name="AS_UNIQUEID" val="567"/>
</p:tagLst>
</file>

<file path=ppt/tags/tag97.xml><?xml version="1.0" encoding="utf-8"?>
<p:tagLst xmlns:p="http://schemas.openxmlformats.org/presentationml/2006/main">
  <p:tag name="AS_UNIQUEID" val="568"/>
</p:tagLst>
</file>

<file path=ppt/tags/tag98.xml><?xml version="1.0" encoding="utf-8"?>
<p:tagLst xmlns:p="http://schemas.openxmlformats.org/presentationml/2006/main">
  <p:tag name="AS_UNIQUEID" val="569"/>
</p:tagLst>
</file>

<file path=ppt/tags/tag99.xml><?xml version="1.0" encoding="utf-8"?>
<p:tagLst xmlns:p="http://schemas.openxmlformats.org/presentationml/2006/main">
  <p:tag name="AS_UNIQUEID" val="570"/>
</p:tagLst>
</file>

<file path=ppt/tags/tag100.xml><?xml version="1.0" encoding="utf-8"?>
<p:tagLst xmlns:p="http://schemas.openxmlformats.org/presentationml/2006/main">
  <p:tag name="AS_UNIQUEID" val="571"/>
</p:tagLst>
</file>

<file path=ppt/tags/tag101.xml><?xml version="1.0" encoding="utf-8"?>
<p:tagLst xmlns:p="http://schemas.openxmlformats.org/presentationml/2006/main">
  <p:tag name="AS_UNIQUEID" val="572"/>
</p:tagLst>
</file>

<file path=ppt/tags/tag102.xml><?xml version="1.0" encoding="utf-8"?>
<p:tagLst xmlns:p="http://schemas.openxmlformats.org/presentationml/2006/main">
  <p:tag name="AS_UNIQUEID" val="573"/>
</p:tagLst>
</file>

<file path=ppt/tags/tag103.xml><?xml version="1.0" encoding="utf-8"?>
<p:tagLst xmlns:p="http://schemas.openxmlformats.org/presentationml/2006/main">
  <p:tag name="AS_UNIQUEID" val="574"/>
</p:tagLst>
</file>

<file path=ppt/tags/tag104.xml><?xml version="1.0" encoding="utf-8"?>
<p:tagLst xmlns:p="http://schemas.openxmlformats.org/presentationml/2006/main">
  <p:tag name="AS_UNIQUEID" val="575"/>
</p:tagLst>
</file>

<file path=ppt/tags/tag105.xml><?xml version="1.0" encoding="utf-8"?>
<p:tagLst xmlns:p="http://schemas.openxmlformats.org/presentationml/2006/main">
  <p:tag name="AS_UNIQUEID" val="576"/>
</p:tagLst>
</file>

<file path=ppt/tags/tag106.xml><?xml version="1.0" encoding="utf-8"?>
<p:tagLst xmlns:p="http://schemas.openxmlformats.org/presentationml/2006/main">
  <p:tag name="AS_UNIQUEID" val="577"/>
</p:tagLst>
</file>

<file path=ppt/tags/tag107.xml><?xml version="1.0" encoding="utf-8"?>
<p:tagLst xmlns:p="http://schemas.openxmlformats.org/presentationml/2006/main">
  <p:tag name="AS_UNIQUEID" val="578"/>
</p:tagLst>
</file>

<file path=ppt/tags/tag108.xml><?xml version="1.0" encoding="utf-8"?>
<p:tagLst xmlns:p="http://schemas.openxmlformats.org/presentationml/2006/main">
  <p:tag name="AS_UNIQUEID" val="579"/>
</p:tagLst>
</file>

<file path=ppt/tags/tag109.xml><?xml version="1.0" encoding="utf-8"?>
<p:tagLst xmlns:p="http://schemas.openxmlformats.org/presentationml/2006/main">
  <p:tag name="AS_UNIQUEID" val="580"/>
</p:tagLst>
</file>

<file path=ppt/tags/tag110.xml><?xml version="1.0" encoding="utf-8"?>
<p:tagLst xmlns:p="http://schemas.openxmlformats.org/presentationml/2006/main">
  <p:tag name="AS_UNIQUEID" val="581"/>
</p:tagLst>
</file>

<file path=ppt/tags/tag111.xml><?xml version="1.0" encoding="utf-8"?>
<p:tagLst xmlns:p="http://schemas.openxmlformats.org/presentationml/2006/main">
  <p:tag name="AS_UNIQUEID" val="582"/>
</p:tagLst>
</file>

<file path=ppt/tags/tag112.xml><?xml version="1.0" encoding="utf-8"?>
<p:tagLst xmlns:p="http://schemas.openxmlformats.org/presentationml/2006/main">
  <p:tag name="AS_UNIQUEID" val="583"/>
</p:tagLst>
</file>

<file path=ppt/tags/tag113.xml><?xml version="1.0" encoding="utf-8"?>
<p:tagLst xmlns:p="http://schemas.openxmlformats.org/presentationml/2006/main">
  <p:tag name="AS_UNIQUEID" val="584"/>
</p:tagLst>
</file>

<file path=ppt/tags/tag114.xml><?xml version="1.0" encoding="utf-8"?>
<p:tagLst xmlns:p="http://schemas.openxmlformats.org/presentationml/2006/main">
  <p:tag name="AS_UNIQUEID" val="585"/>
</p:tagLst>
</file>

<file path=ppt/tags/tag115.xml><?xml version="1.0" encoding="utf-8"?>
<p:tagLst xmlns:p="http://schemas.openxmlformats.org/presentationml/2006/main">
  <p:tag name="AS_UNIQUEID" val="586"/>
</p:tagLst>
</file>

<file path=ppt/tags/tag116.xml><?xml version="1.0" encoding="utf-8"?>
<p:tagLst xmlns:p="http://schemas.openxmlformats.org/presentationml/2006/main">
  <p:tag name="AS_UNIQUEID" val="587"/>
</p:tagLst>
</file>

<file path=ppt/tags/tag117.xml><?xml version="1.0" encoding="utf-8"?>
<p:tagLst xmlns:p="http://schemas.openxmlformats.org/presentationml/2006/main">
  <p:tag name="AS_UNIQUEID" val="588"/>
</p:tagLst>
</file>

<file path=ppt/tags/tag118.xml><?xml version="1.0" encoding="utf-8"?>
<p:tagLst xmlns:p="http://schemas.openxmlformats.org/presentationml/2006/main">
  <p:tag name="AS_UNIQUEID" val="589"/>
</p:tagLst>
</file>

<file path=ppt/tags/tag119.xml><?xml version="1.0" encoding="utf-8"?>
<p:tagLst xmlns:p="http://schemas.openxmlformats.org/presentationml/2006/main">
  <p:tag name="AS_UNIQUEID" val="590"/>
</p:tagLst>
</file>

<file path=ppt/tags/tag120.xml><?xml version="1.0" encoding="utf-8"?>
<p:tagLst xmlns:p="http://schemas.openxmlformats.org/presentationml/2006/main">
  <p:tag name="AS_UNIQUEID" val="591"/>
</p:tagLst>
</file>

<file path=ppt/tags/tag121.xml><?xml version="1.0" encoding="utf-8"?>
<p:tagLst xmlns:p="http://schemas.openxmlformats.org/presentationml/2006/main">
  <p:tag name="AS_UNIQUEID" val="592"/>
</p:tagLst>
</file>

<file path=ppt/tags/tag122.xml><?xml version="1.0" encoding="utf-8"?>
<p:tagLst xmlns:p="http://schemas.openxmlformats.org/presentationml/2006/main">
  <p:tag name="AS_UNIQUEID" val="593"/>
</p:tagLst>
</file>

<file path=ppt/tags/tag123.xml><?xml version="1.0" encoding="utf-8"?>
<p:tagLst xmlns:p="http://schemas.openxmlformats.org/presentationml/2006/main">
  <p:tag name="AS_UNIQUEID" val="594"/>
</p:tagLst>
</file>

<file path=ppt/tags/tag124.xml><?xml version="1.0" encoding="utf-8"?>
<p:tagLst xmlns:p="http://schemas.openxmlformats.org/presentationml/2006/main">
  <p:tag name="AS_UNIQUEID" val="595"/>
</p:tagLst>
</file>

<file path=ppt/tags/tag125.xml><?xml version="1.0" encoding="utf-8"?>
<p:tagLst xmlns:p="http://schemas.openxmlformats.org/presentationml/2006/main">
  <p:tag name="AS_UNIQUEID" val="596"/>
</p:tagLst>
</file>

<file path=ppt/tags/tag126.xml><?xml version="1.0" encoding="utf-8"?>
<p:tagLst xmlns:p="http://schemas.openxmlformats.org/presentationml/2006/main">
  <p:tag name="AS_UNIQUEID" val="597"/>
</p:tagLst>
</file>

<file path=ppt/tags/tag127.xml><?xml version="1.0" encoding="utf-8"?>
<p:tagLst xmlns:p="http://schemas.openxmlformats.org/presentationml/2006/main">
  <p:tag name="AS_UNIQUEID" val="598"/>
</p:tagLst>
</file>

<file path=ppt/tags/tag128.xml><?xml version="1.0" encoding="utf-8"?>
<p:tagLst xmlns:p="http://schemas.openxmlformats.org/presentationml/2006/main">
  <p:tag name="AS_UNIQUEID" val="599"/>
</p:tagLst>
</file>

<file path=ppt/tags/tag129.xml><?xml version="1.0" encoding="utf-8"?>
<p:tagLst xmlns:p="http://schemas.openxmlformats.org/presentationml/2006/main">
  <p:tag name="AS_UNIQUEID" val="600"/>
</p:tagLst>
</file>

<file path=ppt/tags/tag130.xml><?xml version="1.0" encoding="utf-8"?>
<p:tagLst xmlns:p="http://schemas.openxmlformats.org/presentationml/2006/main">
  <p:tag name="AS_UNIQUEID" val="601"/>
</p:tagLst>
</file>

<file path=ppt/tags/tag131.xml><?xml version="1.0" encoding="utf-8"?>
<p:tagLst xmlns:p="http://schemas.openxmlformats.org/presentationml/2006/main">
  <p:tag name="AS_UNIQUEID" val="602"/>
</p:tagLst>
</file>

<file path=ppt/tags/tag132.xml><?xml version="1.0" encoding="utf-8"?>
<p:tagLst xmlns:p="http://schemas.openxmlformats.org/presentationml/2006/main">
  <p:tag name="AS_UNIQUEID" val="603"/>
</p:tagLst>
</file>

<file path=ppt/tags/tag133.xml><?xml version="1.0" encoding="utf-8"?>
<p:tagLst xmlns:p="http://schemas.openxmlformats.org/presentationml/2006/main">
  <p:tag name="AS_UNIQUEID" val="604"/>
  <p:tag name="KSO_WM_BEAUTIFY_FLAG" val=""/>
</p:tagLst>
</file>

<file path=ppt/tags/tag134.xml><?xml version="1.0" encoding="utf-8"?>
<p:tagLst xmlns:p="http://schemas.openxmlformats.org/presentationml/2006/main">
  <p:tag name="AS_UNIQUEID" val="605"/>
  <p:tag name="KSO_WM_BEAUTIFY_FLAG" val=""/>
</p:tagLst>
</file>

<file path=ppt/tags/tag135.xml><?xml version="1.0" encoding="utf-8"?>
<p:tagLst xmlns:p="http://schemas.openxmlformats.org/presentationml/2006/main">
  <p:tag name="AS_UNIQUEID" val="606"/>
</p:tagLst>
</file>

<file path=ppt/tags/tag136.xml><?xml version="1.0" encoding="utf-8"?>
<p:tagLst xmlns:p="http://schemas.openxmlformats.org/presentationml/2006/main">
  <p:tag name="AS_UNIQUEID" val="607"/>
  <p:tag name="KSO_WM_BEAUTIFY_FLAG" val=""/>
</p:tagLst>
</file>

<file path=ppt/tags/tag137.xml><?xml version="1.0" encoding="utf-8"?>
<p:tagLst xmlns:p="http://schemas.openxmlformats.org/presentationml/2006/main">
  <p:tag name="AS_UNIQUEID" val="608"/>
</p:tagLst>
</file>

<file path=ppt/tags/tag138.xml><?xml version="1.0" encoding="utf-8"?>
<p:tagLst xmlns:p="http://schemas.openxmlformats.org/presentationml/2006/main">
  <p:tag name="AS_UNIQUEID" val="609"/>
</p:tagLst>
</file>

<file path=ppt/tags/tag139.xml><?xml version="1.0" encoding="utf-8"?>
<p:tagLst xmlns:p="http://schemas.openxmlformats.org/presentationml/2006/main">
  <p:tag name="AS_UNIQUEID" val="610"/>
</p:tagLst>
</file>

<file path=ppt/tags/tag140.xml><?xml version="1.0" encoding="utf-8"?>
<p:tagLst xmlns:p="http://schemas.openxmlformats.org/presentationml/2006/main">
  <p:tag name="AS_UNIQUEID" val="611"/>
</p:tagLst>
</file>

<file path=ppt/tags/tag141.xml><?xml version="1.0" encoding="utf-8"?>
<p:tagLst xmlns:p="http://schemas.openxmlformats.org/presentationml/2006/main">
  <p:tag name="AS_UNIQUEID" val="612"/>
</p:tagLst>
</file>

<file path=ppt/tags/tag142.xml><?xml version="1.0" encoding="utf-8"?>
<p:tagLst xmlns:p="http://schemas.openxmlformats.org/presentationml/2006/main">
  <p:tag name="AS_UNIQUEID" val="613"/>
</p:tagLst>
</file>

<file path=ppt/tags/tag143.xml><?xml version="1.0" encoding="utf-8"?>
<p:tagLst xmlns:p="http://schemas.openxmlformats.org/presentationml/2006/main">
  <p:tag name="AS_UNIQUEID" val="614"/>
</p:tagLst>
</file>

<file path=ppt/tags/tag144.xml><?xml version="1.0" encoding="utf-8"?>
<p:tagLst xmlns:p="http://schemas.openxmlformats.org/presentationml/2006/main">
  <p:tag name="AS_UNIQUEID" val="615"/>
  <p:tag name="KSO_WM_BEAUTIFY_FLAG" val=""/>
</p:tagLst>
</file>

<file path=ppt/tags/tag145.xml><?xml version="1.0" encoding="utf-8"?>
<p:tagLst xmlns:p="http://schemas.openxmlformats.org/presentationml/2006/main">
  <p:tag name="AS_UNIQUEID" val="616"/>
  <p:tag name="KSO_WM_BEAUTIFY_FLAG" val=""/>
</p:tagLst>
</file>

<file path=ppt/tags/tag146.xml><?xml version="1.0" encoding="utf-8"?>
<p:tagLst xmlns:p="http://schemas.openxmlformats.org/presentationml/2006/main">
  <p:tag name="AS_UNIQUEID" val="617"/>
</p:tagLst>
</file>

<file path=ppt/tags/tag147.xml><?xml version="1.0" encoding="utf-8"?>
<p:tagLst xmlns:p="http://schemas.openxmlformats.org/presentationml/2006/main">
  <p:tag name="AS_UNIQUEID" val="618"/>
</p:tagLst>
</file>

<file path=ppt/tags/tag148.xml><?xml version="1.0" encoding="utf-8"?>
<p:tagLst xmlns:p="http://schemas.openxmlformats.org/presentationml/2006/main">
  <p:tag name="AS_UNIQUEID" val="619"/>
</p:tagLst>
</file>

<file path=ppt/tags/tag149.xml><?xml version="1.0" encoding="utf-8"?>
<p:tagLst xmlns:p="http://schemas.openxmlformats.org/presentationml/2006/main">
  <p:tag name="AS_UNIQUEID" val="620"/>
</p:tagLst>
</file>

<file path=ppt/tags/tag150.xml><?xml version="1.0" encoding="utf-8"?>
<p:tagLst xmlns:p="http://schemas.openxmlformats.org/presentationml/2006/main">
  <p:tag name="AS_UNIQUEID" val="621"/>
  <p:tag name="KSO_WM_BEAUTIFY_FLAG" val=""/>
</p:tagLst>
</file>

<file path=ppt/tags/tag151.xml><?xml version="1.0" encoding="utf-8"?>
<p:tagLst xmlns:p="http://schemas.openxmlformats.org/presentationml/2006/main">
  <p:tag name="AS_UNIQUEID" val="622"/>
  <p:tag name="KSO_WM_BEAUTIFY_FLAG" val=""/>
</p:tagLst>
</file>

<file path=ppt/tags/tag152.xml><?xml version="1.0" encoding="utf-8"?>
<p:tagLst xmlns:p="http://schemas.openxmlformats.org/presentationml/2006/main">
  <p:tag name="AS_UNIQUEID" val="623"/>
</p:tagLst>
</file>

<file path=ppt/tags/tag153.xml><?xml version="1.0" encoding="utf-8"?>
<p:tagLst xmlns:p="http://schemas.openxmlformats.org/presentationml/2006/main">
  <p:tag name="AS_UNIQUEID" val="624"/>
  <p:tag name="KSO_WM_BEAUTIFY_FLAG" val=""/>
</p:tagLst>
</file>

<file path=ppt/tags/tag154.xml><?xml version="1.0" encoding="utf-8"?>
<p:tagLst xmlns:p="http://schemas.openxmlformats.org/presentationml/2006/main">
  <p:tag name="AS_UNIQUEID" val="625"/>
  <p:tag name="KSO_WM_BEAUTIFY_FLAG" val=""/>
</p:tagLst>
</file>

<file path=ppt/tags/tag155.xml><?xml version="1.0" encoding="utf-8"?>
<p:tagLst xmlns:p="http://schemas.openxmlformats.org/presentationml/2006/main">
  <p:tag name="AS_UNIQUEID" val="626"/>
  <p:tag name="KSO_WM_BEAUTIFY_FLAG" val=""/>
</p:tagLst>
</file>

<file path=ppt/tags/tag156.xml><?xml version="1.0" encoding="utf-8"?>
<p:tagLst xmlns:p="http://schemas.openxmlformats.org/presentationml/2006/main">
  <p:tag name="AS_UNIQUEID" val="627"/>
</p:tagLst>
</file>

<file path=ppt/tags/tag157.xml><?xml version="1.0" encoding="utf-8"?>
<p:tagLst xmlns:p="http://schemas.openxmlformats.org/presentationml/2006/main">
  <p:tag name="AS_UNIQUEID" val="628"/>
  <p:tag name="KSO_WM_BEAUTIFY_FLAG" val=""/>
</p:tagLst>
</file>

<file path=ppt/tags/tag158.xml><?xml version="1.0" encoding="utf-8"?>
<p:tagLst xmlns:p="http://schemas.openxmlformats.org/presentationml/2006/main">
  <p:tag name="AS_UNIQUEID" val="629"/>
  <p:tag name="KSO_WM_BEAUTIFY_FLAG" val=""/>
</p:tagLst>
</file>

<file path=ppt/tags/tag159.xml><?xml version="1.0" encoding="utf-8"?>
<p:tagLst xmlns:p="http://schemas.openxmlformats.org/presentationml/2006/main">
  <p:tag name="AS_UNIQUEID" val="630"/>
  <p:tag name="KSO_WM_BEAUTIFY_FLAG" val=""/>
</p:tagLst>
</file>

<file path=ppt/tags/tag160.xml><?xml version="1.0" encoding="utf-8"?>
<p:tagLst xmlns:p="http://schemas.openxmlformats.org/presentationml/2006/main">
  <p:tag name="AS_UNIQUEID" val="631"/>
</p:tagLst>
</file>

<file path=ppt/tags/tag161.xml><?xml version="1.0" encoding="utf-8"?>
<p:tagLst xmlns:p="http://schemas.openxmlformats.org/presentationml/2006/main">
  <p:tag name="AS_UNIQUEID" val="632"/>
  <p:tag name="KSO_WM_BEAUTIFY_FLAG" val=""/>
</p:tagLst>
</file>

<file path=ppt/tags/tag162.xml><?xml version="1.0" encoding="utf-8"?>
<p:tagLst xmlns:p="http://schemas.openxmlformats.org/presentationml/2006/main">
  <p:tag name="AS_UNIQUEID" val="633"/>
</p:tagLst>
</file>

<file path=ppt/tags/tag163.xml><?xml version="1.0" encoding="utf-8"?>
<p:tagLst xmlns:p="http://schemas.openxmlformats.org/presentationml/2006/main">
  <p:tag name="AS_UNIQUEID" val="634"/>
</p:tagLst>
</file>

<file path=ppt/tags/tag164.xml><?xml version="1.0" encoding="utf-8"?>
<p:tagLst xmlns:p="http://schemas.openxmlformats.org/presentationml/2006/main">
  <p:tag name="AS_UNIQUEID" val="635"/>
</p:tagLst>
</file>

<file path=ppt/tags/tag165.xml><?xml version="1.0" encoding="utf-8"?>
<p:tagLst xmlns:p="http://schemas.openxmlformats.org/presentationml/2006/main">
  <p:tag name="AS_UNIQUEID" val="636"/>
  <p:tag name="KSO_WM_BEAUTIFY_FLAG" val=""/>
</p:tagLst>
</file>

<file path=ppt/tags/tag166.xml><?xml version="1.0" encoding="utf-8"?>
<p:tagLst xmlns:p="http://schemas.openxmlformats.org/presentationml/2006/main">
  <p:tag name="AS_UNIQUEID" val="637"/>
  <p:tag name="KSO_WM_BEAUTIFY_FLAG" val=""/>
</p:tagLst>
</file>

<file path=ppt/tags/tag167.xml><?xml version="1.0" encoding="utf-8"?>
<p:tagLst xmlns:p="http://schemas.openxmlformats.org/presentationml/2006/main">
  <p:tag name="AS_UNIQUEID" val="638"/>
  <p:tag name="KSO_WM_BEAUTIFY_FLAG" val=""/>
</p:tagLst>
</file>

<file path=ppt/tags/tag168.xml><?xml version="1.0" encoding="utf-8"?>
<p:tagLst xmlns:p="http://schemas.openxmlformats.org/presentationml/2006/main">
  <p:tag name="AS_UNIQUEID" val="639"/>
  <p:tag name="KSO_WM_BEAUTIFY_FLAG" val=""/>
</p:tagLst>
</file>

<file path=ppt/tags/tag169.xml><?xml version="1.0" encoding="utf-8"?>
<p:tagLst xmlns:p="http://schemas.openxmlformats.org/presentationml/2006/main">
  <p:tag name="AS_UNIQUEID" val="640"/>
  <p:tag name="KSO_WM_BEAUTIFY_FLAG" val=""/>
</p:tagLst>
</file>

<file path=ppt/tags/tag170.xml><?xml version="1.0" encoding="utf-8"?>
<p:tagLst xmlns:p="http://schemas.openxmlformats.org/presentationml/2006/main">
  <p:tag name="AS_UNIQUEID" val="641"/>
</p:tagLst>
</file>

<file path=ppt/tags/tag171.xml><?xml version="1.0" encoding="utf-8"?>
<p:tagLst xmlns:p="http://schemas.openxmlformats.org/presentationml/2006/main">
  <p:tag name="AS_UNIQUEID" val="642"/>
</p:tagLst>
</file>

<file path=ppt/tags/tag172.xml><?xml version="1.0" encoding="utf-8"?>
<p:tagLst xmlns:p="http://schemas.openxmlformats.org/presentationml/2006/main">
  <p:tag name="AS_UNIQUEID" val="643"/>
</p:tagLst>
</file>

<file path=ppt/tags/tag173.xml><?xml version="1.0" encoding="utf-8"?>
<p:tagLst xmlns:p="http://schemas.openxmlformats.org/presentationml/2006/main">
  <p:tag name="AS_UNIQUEID" val="644"/>
</p:tagLst>
</file>

<file path=ppt/tags/tag174.xml><?xml version="1.0" encoding="utf-8"?>
<p:tagLst xmlns:p="http://schemas.openxmlformats.org/presentationml/2006/main">
  <p:tag name="AS_UNIQUEID" val="645"/>
</p:tagLst>
</file>

<file path=ppt/tags/tag175.xml><?xml version="1.0" encoding="utf-8"?>
<p:tagLst xmlns:p="http://schemas.openxmlformats.org/presentationml/2006/main">
  <p:tag name="AS_UNIQUEID" val="646"/>
</p:tagLst>
</file>

<file path=ppt/tags/tag176.xml><?xml version="1.0" encoding="utf-8"?>
<p:tagLst xmlns:p="http://schemas.openxmlformats.org/presentationml/2006/main">
  <p:tag name="AS_UNIQUEID" val="647"/>
  <p:tag name="KSO_WM_BEAUTIFY_FLAG" val=""/>
</p:tagLst>
</file>

<file path=ppt/tags/tag177.xml><?xml version="1.0" encoding="utf-8"?>
<p:tagLst xmlns:p="http://schemas.openxmlformats.org/presentationml/2006/main">
  <p:tag name="AS_UNIQUEID" val="648"/>
  <p:tag name="KSO_WM_BEAUTIFY_FLAG" val=""/>
</p:tagLst>
</file>

<file path=ppt/tags/tag178.xml><?xml version="1.0" encoding="utf-8"?>
<p:tagLst xmlns:p="http://schemas.openxmlformats.org/presentationml/2006/main">
  <p:tag name="AS_UNIQUEID" val="649"/>
</p:tagLst>
</file>

<file path=ppt/tags/tag179.xml><?xml version="1.0" encoding="utf-8"?>
<p:tagLst xmlns:p="http://schemas.openxmlformats.org/presentationml/2006/main">
  <p:tag name="AS_UNIQUEID" val="650"/>
</p:tagLst>
</file>

<file path=ppt/tags/tag180.xml><?xml version="1.0" encoding="utf-8"?>
<p:tagLst xmlns:p="http://schemas.openxmlformats.org/presentationml/2006/main">
  <p:tag name="AS_UNIQUEID" val="651"/>
  <p:tag name="KSO_WM_BEAUTIFY_FLAG" val=""/>
</p:tagLst>
</file>

<file path=ppt/tags/tag181.xml><?xml version="1.0" encoding="utf-8"?>
<p:tagLst xmlns:p="http://schemas.openxmlformats.org/presentationml/2006/main">
  <p:tag name="AS_UNIQUEID" val="652"/>
  <p:tag name="KSO_WM_BEAUTIFY_FLAG" val=""/>
</p:tagLst>
</file>

<file path=ppt/tags/tag182.xml><?xml version="1.0" encoding="utf-8"?>
<p:tagLst xmlns:p="http://schemas.openxmlformats.org/presentationml/2006/main">
  <p:tag name="AS_UNIQUEID" val="653"/>
  <p:tag name="KSO_WM_BEAUTIFY_FLAG" val=""/>
</p:tagLst>
</file>

<file path=ppt/tags/tag183.xml><?xml version="1.0" encoding="utf-8"?>
<p:tagLst xmlns:p="http://schemas.openxmlformats.org/presentationml/2006/main">
  <p:tag name="AS_UNIQUEID" val="654"/>
  <p:tag name="KSO_WM_BEAUTIFY_FLAG" val=""/>
</p:tagLst>
</file>

<file path=ppt/tags/tag184.xml><?xml version="1.0" encoding="utf-8"?>
<p:tagLst xmlns:p="http://schemas.openxmlformats.org/presentationml/2006/main">
  <p:tag name="AS_UNIQUEID" val="655"/>
  <p:tag name="KSO_WM_BEAUTIFY_FLAG" val=""/>
</p:tagLst>
</file>

<file path=ppt/tags/tag185.xml><?xml version="1.0" encoding="utf-8"?>
<p:tagLst xmlns:p="http://schemas.openxmlformats.org/presentationml/2006/main">
  <p:tag name="AS_UNIQUEID" val="656"/>
</p:tagLst>
</file>

<file path=ppt/tags/tag186.xml><?xml version="1.0" encoding="utf-8"?>
<p:tagLst xmlns:p="http://schemas.openxmlformats.org/presentationml/2006/main">
  <p:tag name="AS_UNIQUEID" val="657"/>
  <p:tag name="KSO_WM_BEAUTIFY_FLAG" val=""/>
</p:tagLst>
</file>

<file path=ppt/tags/tag187.xml><?xml version="1.0" encoding="utf-8"?>
<p:tagLst xmlns:p="http://schemas.openxmlformats.org/presentationml/2006/main">
  <p:tag name="AS_UNIQUEID" val="658"/>
  <p:tag name="KSO_WM_BEAUTIFY_FLAG" val=""/>
</p:tagLst>
</file>

<file path=ppt/tags/tag188.xml><?xml version="1.0" encoding="utf-8"?>
<p:tagLst xmlns:p="http://schemas.openxmlformats.org/presentationml/2006/main">
  <p:tag name="AS_UNIQUEID" val="659"/>
  <p:tag name="KSO_WM_BEAUTIFY_FLAG" val=""/>
</p:tagLst>
</file>

<file path=ppt/tags/tag189.xml><?xml version="1.0" encoding="utf-8"?>
<p:tagLst xmlns:p="http://schemas.openxmlformats.org/presentationml/2006/main">
  <p:tag name="AS_UNIQUEID" val="660"/>
  <p:tag name="KSO_WM_BEAUTIFY_FLAG" val=""/>
</p:tagLst>
</file>

<file path=ppt/tags/tag190.xml><?xml version="1.0" encoding="utf-8"?>
<p:tagLst xmlns:p="http://schemas.openxmlformats.org/presentationml/2006/main">
  <p:tag name="AS_UNIQUEID" val="661"/>
  <p:tag name="KSO_WM_BEAUTIFY_FLAG" val=""/>
</p:tagLst>
</file>

<file path=ppt/tags/tag191.xml><?xml version="1.0" encoding="utf-8"?>
<p:tagLst xmlns:p="http://schemas.openxmlformats.org/presentationml/2006/main">
  <p:tag name="AS_UNIQUEID" val="308"/>
</p:tagLst>
</file>

<file path=ppt/tags/tag192.xml><?xml version="1.0" encoding="utf-8"?>
<p:tagLst xmlns:p="http://schemas.openxmlformats.org/presentationml/2006/main">
  <p:tag name="AS_UNIQUEID" val="329"/>
</p:tagLst>
</file>

<file path=ppt/tags/tag193.xml><?xml version="1.0" encoding="utf-8"?>
<p:tagLst xmlns:p="http://schemas.openxmlformats.org/presentationml/2006/main">
  <p:tag name="AS_UNIQUEID" val="330"/>
</p:tagLst>
</file>

<file path=ppt/tags/tag194.xml><?xml version="1.0" encoding="utf-8"?>
<p:tagLst xmlns:p="http://schemas.openxmlformats.org/presentationml/2006/main">
  <p:tag name="AS_UNIQUEID" val="331"/>
</p:tagLst>
</file>

<file path=ppt/tags/tag195.xml><?xml version="1.0" encoding="utf-8"?>
<p:tagLst xmlns:p="http://schemas.openxmlformats.org/presentationml/2006/main">
  <p:tag name="AS_UNIQUEID" val="662"/>
</p:tagLst>
</file>

<file path=ppt/tags/tag196.xml><?xml version="1.0" encoding="utf-8"?>
<p:tagLst xmlns:p="http://schemas.openxmlformats.org/presentationml/2006/main">
  <p:tag name="AS_UNIQUEID" val="21"/>
  <p:tag name="KSO_WM_BEAUTIFY_FLAG" val=""/>
</p:tagLst>
</file>

<file path=ppt/tags/tag197.xml><?xml version="1.0" encoding="utf-8"?>
<p:tagLst xmlns:p="http://schemas.openxmlformats.org/presentationml/2006/main">
  <p:tag name="AS_UNIQUEID" val="332"/>
</p:tagLst>
</file>

<file path=ppt/tags/tag198.xml><?xml version="1.0" encoding="utf-8"?>
<p:tagLst xmlns:p="http://schemas.openxmlformats.org/presentationml/2006/main">
  <p:tag name="AS_UNIQUEID" val="333"/>
</p:tagLst>
</file>

<file path=ppt/tags/tag199.xml><?xml version="1.0" encoding="utf-8"?>
<p:tagLst xmlns:p="http://schemas.openxmlformats.org/presentationml/2006/main">
  <p:tag name="AS_UNIQUEID" val="23"/>
  <p:tag name="KSO_WM_BEAUTIFY_FLAG" val=""/>
</p:tagLst>
</file>

<file path=ppt/tags/tag200.xml><?xml version="1.0" encoding="utf-8"?>
<p:tagLst xmlns:p="http://schemas.openxmlformats.org/presentationml/2006/main">
  <p:tag name="AS_UNIQUEID" val="24"/>
  <p:tag name="KSO_WM_BEAUTIFY_FLAG" val=""/>
</p:tagLst>
</file>

<file path=ppt/tags/tag201.xml><?xml version="1.0" encoding="utf-8"?>
<p:tagLst xmlns:p="http://schemas.openxmlformats.org/presentationml/2006/main">
  <p:tag name="AS_UNIQUEID" val="25"/>
  <p:tag name="KSO_WM_BEAUTIFY_FLAG" val=""/>
</p:tagLst>
</file>

<file path=ppt/tags/tag202.xml><?xml version="1.0" encoding="utf-8"?>
<p:tagLst xmlns:p="http://schemas.openxmlformats.org/presentationml/2006/main">
  <p:tag name="AS_UNIQUEID" val="26"/>
  <p:tag name="KSO_WM_BEAUTIFY_FLAG" val=""/>
</p:tagLst>
</file>

<file path=ppt/tags/tag203.xml><?xml version="1.0" encoding="utf-8"?>
<p:tagLst xmlns:p="http://schemas.openxmlformats.org/presentationml/2006/main">
  <p:tag name="AS_UNIQUEID" val="27"/>
  <p:tag name="KSO_WM_BEAUTIFY_FLAG" val=""/>
</p:tagLst>
</file>

<file path=ppt/tags/tag204.xml><?xml version="1.0" encoding="utf-8"?>
<p:tagLst xmlns:p="http://schemas.openxmlformats.org/presentationml/2006/main">
  <p:tag name="AS_UNIQUEID" val="28"/>
  <p:tag name="KSO_WM_BEAUTIFY_FLAG" val=""/>
</p:tagLst>
</file>

<file path=ppt/tags/tag205.xml><?xml version="1.0" encoding="utf-8"?>
<p:tagLst xmlns:p="http://schemas.openxmlformats.org/presentationml/2006/main">
  <p:tag name="AS_UNIQUEID" val="334"/>
</p:tagLst>
</file>

<file path=ppt/tags/tag206.xml><?xml version="1.0" encoding="utf-8"?>
<p:tagLst xmlns:p="http://schemas.openxmlformats.org/presentationml/2006/main">
  <p:tag name="AS_UNIQUEID" val="32"/>
  <p:tag name="KSO_WM_BEAUTIFY_FLAG" val=""/>
</p:tagLst>
</file>

<file path=ppt/tags/tag207.xml><?xml version="1.0" encoding="utf-8"?>
<p:tagLst xmlns:p="http://schemas.openxmlformats.org/presentationml/2006/main">
  <p:tag name="AS_UNIQUEID" val="33"/>
  <p:tag name="KSO_WM_BEAUTIFY_FLAG" val=""/>
</p:tagLst>
</file>

<file path=ppt/tags/tag208.xml><?xml version="1.0" encoding="utf-8"?>
<p:tagLst xmlns:p="http://schemas.openxmlformats.org/presentationml/2006/main">
  <p:tag name="AS_UNIQUEID" val="34"/>
  <p:tag name="KSO_WM_BEAUTIFY_FLAG" val=""/>
</p:tagLst>
</file>

<file path=ppt/tags/tag209.xml><?xml version="1.0" encoding="utf-8"?>
<p:tagLst xmlns:p="http://schemas.openxmlformats.org/presentationml/2006/main">
  <p:tag name="AS_UNIQUEID" val="35"/>
  <p:tag name="KSO_WM_BEAUTIFY_FLAG" val=""/>
</p:tagLst>
</file>

<file path=ppt/tags/tag210.xml><?xml version="1.0" encoding="utf-8"?>
<p:tagLst xmlns:p="http://schemas.openxmlformats.org/presentationml/2006/main">
  <p:tag name="AS_UNIQUEID" val="36"/>
  <p:tag name="KSO_WM_BEAUTIFY_FLAG" val=""/>
</p:tagLst>
</file>

<file path=ppt/tags/tag211.xml><?xml version="1.0" encoding="utf-8"?>
<p:tagLst xmlns:p="http://schemas.openxmlformats.org/presentationml/2006/main">
  <p:tag name="AS_UNIQUEID" val="37"/>
  <p:tag name="KSO_WM_BEAUTIFY_FLAG" val=""/>
</p:tagLst>
</file>

<file path=ppt/tags/tag212.xml><?xml version="1.0" encoding="utf-8"?>
<p:tagLst xmlns:p="http://schemas.openxmlformats.org/presentationml/2006/main">
  <p:tag name="AS_UNIQUEID" val="335"/>
</p:tagLst>
</file>

<file path=ppt/tags/tag213.xml><?xml version="1.0" encoding="utf-8"?>
<p:tagLst xmlns:p="http://schemas.openxmlformats.org/presentationml/2006/main">
  <p:tag name="AS_UNIQUEID" val="39"/>
  <p:tag name="KSO_WM_BEAUTIFY_FLAG" val=""/>
</p:tagLst>
</file>

<file path=ppt/tags/tag214.xml><?xml version="1.0" encoding="utf-8"?>
<p:tagLst xmlns:p="http://schemas.openxmlformats.org/presentationml/2006/main">
  <p:tag name="AS_UNIQUEID" val="40"/>
  <p:tag name="KSO_WM_BEAUTIFY_FLAG" val=""/>
</p:tagLst>
</file>

<file path=ppt/tags/tag215.xml><?xml version="1.0" encoding="utf-8"?>
<p:tagLst xmlns:p="http://schemas.openxmlformats.org/presentationml/2006/main">
  <p:tag name="AS_UNIQUEID" val="41"/>
  <p:tag name="KSO_WM_BEAUTIFY_FLAG" val=""/>
</p:tagLst>
</file>

<file path=ppt/tags/tag216.xml><?xml version="1.0" encoding="utf-8"?>
<p:tagLst xmlns:p="http://schemas.openxmlformats.org/presentationml/2006/main">
  <p:tag name="AS_UNIQUEID" val="42"/>
  <p:tag name="KSO_WM_BEAUTIFY_FLAG" val=""/>
</p:tagLst>
</file>

<file path=ppt/tags/tag217.xml><?xml version="1.0" encoding="utf-8"?>
<p:tagLst xmlns:p="http://schemas.openxmlformats.org/presentationml/2006/main">
  <p:tag name="AS_UNIQUEID" val="43"/>
  <p:tag name="KSO_WM_BEAUTIFY_FLAG" val=""/>
</p:tagLst>
</file>

<file path=ppt/tags/tag218.xml><?xml version="1.0" encoding="utf-8"?>
<p:tagLst xmlns:p="http://schemas.openxmlformats.org/presentationml/2006/main">
  <p:tag name="AS_UNIQUEID" val="44"/>
  <p:tag name="KSO_WM_BEAUTIFY_FLAG" val=""/>
</p:tagLst>
</file>

<file path=ppt/tags/tag219.xml><?xml version="1.0" encoding="utf-8"?>
<p:tagLst xmlns:p="http://schemas.openxmlformats.org/presentationml/2006/main">
  <p:tag name="AS_UNIQUEID" val="663"/>
</p:tagLst>
</file>

<file path=ppt/tags/tag220.xml><?xml version="1.0" encoding="utf-8"?>
<p:tagLst xmlns:p="http://schemas.openxmlformats.org/presentationml/2006/main">
  <p:tag name="AS_UNIQUEID" val="664"/>
</p:tagLst>
</file>

<file path=ppt/tags/tag221.xml><?xml version="1.0" encoding="utf-8"?>
<p:tagLst xmlns:p="http://schemas.openxmlformats.org/presentationml/2006/main">
  <p:tag name="AS_UNIQUEID" val="665"/>
</p:tagLst>
</file>

<file path=ppt/tags/tag222.xml><?xml version="1.0" encoding="utf-8"?>
<p:tagLst xmlns:p="http://schemas.openxmlformats.org/presentationml/2006/main">
  <p:tag name="AS_UNIQUEID" val="666"/>
</p:tagLst>
</file>

<file path=ppt/tags/tag223.xml><?xml version="1.0" encoding="utf-8"?>
<p:tagLst xmlns:p="http://schemas.openxmlformats.org/presentationml/2006/main">
  <p:tag name="AS_UNIQUEID" val="667"/>
</p:tagLst>
</file>

<file path=ppt/tags/tag224.xml><?xml version="1.0" encoding="utf-8"?>
<p:tagLst xmlns:p="http://schemas.openxmlformats.org/presentationml/2006/main">
  <p:tag name="AS_UNIQUEID" val="668"/>
  <p:tag name="KSO_WM_BEAUTIFY_FLAG" val=""/>
</p:tagLst>
</file>

<file path=ppt/tags/tag225.xml><?xml version="1.0" encoding="utf-8"?>
<p:tagLst xmlns:p="http://schemas.openxmlformats.org/presentationml/2006/main">
  <p:tag name="AS_UNIQUEID" val="669"/>
  <p:tag name="KSO_WM_BEAUTIFY_FLAG" val=""/>
</p:tagLst>
</file>

<file path=ppt/tags/tag226.xml><?xml version="1.0" encoding="utf-8"?>
<p:tagLst xmlns:p="http://schemas.openxmlformats.org/presentationml/2006/main">
  <p:tag name="AS_UNIQUEID" val="670"/>
</p:tagLst>
</file>

<file path=ppt/tags/tag227.xml><?xml version="1.0" encoding="utf-8"?>
<p:tagLst xmlns:p="http://schemas.openxmlformats.org/presentationml/2006/main">
  <p:tag name="AS_UNIQUEID" val="671"/>
</p:tagLst>
</file>

<file path=ppt/tags/tag228.xml><?xml version="1.0" encoding="utf-8"?>
<p:tagLst xmlns:p="http://schemas.openxmlformats.org/presentationml/2006/main">
  <p:tag name="AS_UNIQUEID" val="672"/>
  <p:tag name="KSO_WM_BEAUTIFY_FLAG" val=""/>
</p:tagLst>
</file>

<file path=ppt/tags/tag229.xml><?xml version="1.0" encoding="utf-8"?>
<p:tagLst xmlns:p="http://schemas.openxmlformats.org/presentationml/2006/main">
  <p:tag name="AS_UNIQUEID" val="673"/>
  <p:tag name="KSO_WM_BEAUTIFY_FLAG" val=""/>
</p:tagLst>
</file>

<file path=ppt/tags/tag230.xml><?xml version="1.0" encoding="utf-8"?>
<p:tagLst xmlns:p="http://schemas.openxmlformats.org/presentationml/2006/main">
  <p:tag name="AS_UNIQUEID" val="674"/>
  <p:tag name="KSO_WM_BEAUTIFY_FLAG" val=""/>
</p:tagLst>
</file>

<file path=ppt/tags/tag231.xml><?xml version="1.0" encoding="utf-8"?>
<p:tagLst xmlns:p="http://schemas.openxmlformats.org/presentationml/2006/main">
  <p:tag name="AS_UNIQUEID" val="675"/>
  <p:tag name="KSO_WM_BEAUTIFY_FLAG" val=""/>
</p:tagLst>
</file>

<file path=ppt/tags/tag232.xml><?xml version="1.0" encoding="utf-8"?>
<p:tagLst xmlns:p="http://schemas.openxmlformats.org/presentationml/2006/main">
  <p:tag name="AS_UNIQUEID" val="676"/>
  <p:tag name="KSO_WM_BEAUTIFY_FLAG" val=""/>
</p:tagLst>
</file>

<file path=ppt/tags/tag233.xml><?xml version="1.0" encoding="utf-8"?>
<p:tagLst xmlns:p="http://schemas.openxmlformats.org/presentationml/2006/main">
  <p:tag name="AS_UNIQUEID" val="677"/>
</p:tagLst>
</file>

<file path=ppt/tags/tag234.xml><?xml version="1.0" encoding="utf-8"?>
<p:tagLst xmlns:p="http://schemas.openxmlformats.org/presentationml/2006/main">
  <p:tag name="AS_UNIQUEID" val="678"/>
  <p:tag name="KSO_WM_BEAUTIFY_FLAG" val=""/>
</p:tagLst>
</file>

<file path=ppt/tags/tag235.xml><?xml version="1.0" encoding="utf-8"?>
<p:tagLst xmlns:p="http://schemas.openxmlformats.org/presentationml/2006/main">
  <p:tag name="AS_UNIQUEID" val="679"/>
  <p:tag name="KSO_WM_BEAUTIFY_FLAG" val=""/>
</p:tagLst>
</file>

<file path=ppt/tags/tag236.xml><?xml version="1.0" encoding="utf-8"?>
<p:tagLst xmlns:p="http://schemas.openxmlformats.org/presentationml/2006/main">
  <p:tag name="AS_UNIQUEID" val="680"/>
  <p:tag name="KSO_WM_BEAUTIFY_FLAG" val=""/>
</p:tagLst>
</file>

<file path=ppt/tags/tag237.xml><?xml version="1.0" encoding="utf-8"?>
<p:tagLst xmlns:p="http://schemas.openxmlformats.org/presentationml/2006/main">
  <p:tag name="AS_UNIQUEID" val="681"/>
  <p:tag name="KSO_WM_BEAUTIFY_FLAG" val=""/>
</p:tagLst>
</file>

<file path=ppt/tags/tag238.xml><?xml version="1.0" encoding="utf-8"?>
<p:tagLst xmlns:p="http://schemas.openxmlformats.org/presentationml/2006/main">
  <p:tag name="AS_UNIQUEID" val="682"/>
  <p:tag name="KSO_WM_BEAUTIFY_FLAG" val=""/>
</p:tagLst>
</file>

<file path=ppt/tags/tag239.xml><?xml version="1.0" encoding="utf-8"?>
<p:tagLst xmlns:p="http://schemas.openxmlformats.org/presentationml/2006/main">
  <p:tag name="AS_UNIQUEID" val="308"/>
</p:tagLst>
</file>

<file path=ppt/tags/tag240.xml><?xml version="1.0" encoding="utf-8"?>
<p:tagLst xmlns:p="http://schemas.openxmlformats.org/presentationml/2006/main">
  <p:tag name="AS_UNIQUEID" val="344"/>
</p:tagLst>
</file>

<file path=ppt/tags/tag241.xml><?xml version="1.0" encoding="utf-8"?>
<p:tagLst xmlns:p="http://schemas.openxmlformats.org/presentationml/2006/main">
  <p:tag name="AS_UNIQUEID" val="66"/>
  <p:tag name="KSO_WM_BEAUTIFY_FLAG" val=""/>
</p:tagLst>
</file>

<file path=ppt/tags/tag242.xml><?xml version="1.0" encoding="utf-8"?>
<p:tagLst xmlns:p="http://schemas.openxmlformats.org/presentationml/2006/main">
  <p:tag name="AS_UNIQUEID" val="67"/>
  <p:tag name="KSO_WM_BEAUTIFY_FLAG" val=""/>
</p:tagLst>
</file>

<file path=ppt/tags/tag243.xml><?xml version="1.0" encoding="utf-8"?>
<p:tagLst xmlns:p="http://schemas.openxmlformats.org/presentationml/2006/main">
  <p:tag name="AS_UNIQUEID" val="68"/>
  <p:tag name="KSO_WM_BEAUTIFY_FLAG" val=""/>
</p:tagLst>
</file>

<file path=ppt/tags/tag244.xml><?xml version="1.0" encoding="utf-8"?>
<p:tagLst xmlns:p="http://schemas.openxmlformats.org/presentationml/2006/main">
  <p:tag name="AS_UNIQUEID" val="69"/>
  <p:tag name="KSO_WM_BEAUTIFY_FLAG" val=""/>
</p:tagLst>
</file>

<file path=ppt/tags/tag245.xml><?xml version="1.0" encoding="utf-8"?>
<p:tagLst xmlns:p="http://schemas.openxmlformats.org/presentationml/2006/main">
  <p:tag name="AS_UNIQUEID" val="67"/>
  <p:tag name="KSO_WM_BEAUTIFY_FLAG" val=""/>
</p:tagLst>
</file>

<file path=ppt/tags/tag246.xml><?xml version="1.0" encoding="utf-8"?>
<p:tagLst xmlns:p="http://schemas.openxmlformats.org/presentationml/2006/main">
  <p:tag name="AS_UNIQUEID" val="343"/>
</p:tagLst>
</file>

<file path=ppt/tags/tag247.xml><?xml version="1.0" encoding="utf-8"?>
<p:tagLst xmlns:p="http://schemas.openxmlformats.org/presentationml/2006/main">
  <p:tag name="AS_UNIQUEID" val="683"/>
  <p:tag name="KSO_WM_BEAUTIFY_FLAG" val=""/>
</p:tagLst>
</file>

<file path=ppt/tags/tag248.xml><?xml version="1.0" encoding="utf-8"?>
<p:tagLst xmlns:p="http://schemas.openxmlformats.org/presentationml/2006/main">
  <p:tag name="AS_UNIQUEID" val="684"/>
</p:tagLst>
</file>

<file path=ppt/tags/tag249.xml><?xml version="1.0" encoding="utf-8"?>
<p:tagLst xmlns:p="http://schemas.openxmlformats.org/presentationml/2006/main">
  <p:tag name="AS_UNIQUEID" val="685"/>
</p:tagLst>
</file>

<file path=ppt/tags/tag250.xml><?xml version="1.0" encoding="utf-8"?>
<p:tagLst xmlns:p="http://schemas.openxmlformats.org/presentationml/2006/main">
  <p:tag name="AS_UNIQUEID" val="686"/>
</p:tagLst>
</file>

<file path=ppt/tags/tag251.xml><?xml version="1.0" encoding="utf-8"?>
<p:tagLst xmlns:p="http://schemas.openxmlformats.org/presentationml/2006/main">
  <p:tag name="AS_UNIQUEID" val="687"/>
</p:tagLst>
</file>

<file path=ppt/tags/tag252.xml><?xml version="1.0" encoding="utf-8"?>
<p:tagLst xmlns:p="http://schemas.openxmlformats.org/presentationml/2006/main">
  <p:tag name="AS_UNIQUEID" val="688"/>
</p:tagLst>
</file>

<file path=ppt/tags/tag253.xml><?xml version="1.0" encoding="utf-8"?>
<p:tagLst xmlns:p="http://schemas.openxmlformats.org/presentationml/2006/main">
  <p:tag name="AS_UNIQUEID" val="689"/>
  <p:tag name="KSO_WM_BEAUTIFY_FLAG" val=""/>
</p:tagLst>
</file>

<file path=ppt/tags/tag254.xml><?xml version="1.0" encoding="utf-8"?>
<p:tagLst xmlns:p="http://schemas.openxmlformats.org/presentationml/2006/main">
  <p:tag name="AS_UNIQUEID" val="690"/>
  <p:tag name="KSO_WM_BEAUTIFY_FLAG" val=""/>
</p:tagLst>
</file>

<file path=ppt/tags/tag255.xml><?xml version="1.0" encoding="utf-8"?>
<p:tagLst xmlns:p="http://schemas.openxmlformats.org/presentationml/2006/main">
  <p:tag name="AS_UNIQUEID" val="691"/>
</p:tagLst>
</file>

<file path=ppt/tags/tag256.xml><?xml version="1.0" encoding="utf-8"?>
<p:tagLst xmlns:p="http://schemas.openxmlformats.org/presentationml/2006/main">
  <p:tag name="AS_UNIQUEID" val="692"/>
</p:tagLst>
</file>

<file path=ppt/tags/tag257.xml><?xml version="1.0" encoding="utf-8"?>
<p:tagLst xmlns:p="http://schemas.openxmlformats.org/presentationml/2006/main">
  <p:tag name="AS_UNIQUEID" val="693"/>
  <p:tag name="KSO_WM_BEAUTIFY_FLAG" val=""/>
</p:tagLst>
</file>

<file path=ppt/tags/tag258.xml><?xml version="1.0" encoding="utf-8"?>
<p:tagLst xmlns:p="http://schemas.openxmlformats.org/presentationml/2006/main">
  <p:tag name="AS_UNIQUEID" val="694"/>
  <p:tag name="KSO_WM_BEAUTIFY_FLAG" val=""/>
</p:tagLst>
</file>

<file path=ppt/tags/tag259.xml><?xml version="1.0" encoding="utf-8"?>
<p:tagLst xmlns:p="http://schemas.openxmlformats.org/presentationml/2006/main">
  <p:tag name="AS_UNIQUEID" val="695"/>
  <p:tag name="KSO_WM_BEAUTIFY_FLAG" val=""/>
</p:tagLst>
</file>

<file path=ppt/tags/tag260.xml><?xml version="1.0" encoding="utf-8"?>
<p:tagLst xmlns:p="http://schemas.openxmlformats.org/presentationml/2006/main">
  <p:tag name="AS_UNIQUEID" val="696"/>
  <p:tag name="KSO_WM_BEAUTIFY_FLAG" val=""/>
</p:tagLst>
</file>

<file path=ppt/tags/tag261.xml><?xml version="1.0" encoding="utf-8"?>
<p:tagLst xmlns:p="http://schemas.openxmlformats.org/presentationml/2006/main">
  <p:tag name="AS_UNIQUEID" val="697"/>
  <p:tag name="KSO_WM_BEAUTIFY_FLAG" val=""/>
</p:tagLst>
</file>

<file path=ppt/tags/tag262.xml><?xml version="1.0" encoding="utf-8"?>
<p:tagLst xmlns:p="http://schemas.openxmlformats.org/presentationml/2006/main">
  <p:tag name="AS_UNIQUEID" val="698"/>
</p:tagLst>
</file>

<file path=ppt/tags/tag263.xml><?xml version="1.0" encoding="utf-8"?>
<p:tagLst xmlns:p="http://schemas.openxmlformats.org/presentationml/2006/main">
  <p:tag name="AS_UNIQUEID" val="699"/>
  <p:tag name="KSO_WM_BEAUTIFY_FLAG" val=""/>
</p:tagLst>
</file>

<file path=ppt/tags/tag264.xml><?xml version="1.0" encoding="utf-8"?>
<p:tagLst xmlns:p="http://schemas.openxmlformats.org/presentationml/2006/main">
  <p:tag name="AS_UNIQUEID" val="700"/>
  <p:tag name="KSO_WM_BEAUTIFY_FLAG" val=""/>
</p:tagLst>
</file>

<file path=ppt/tags/tag265.xml><?xml version="1.0" encoding="utf-8"?>
<p:tagLst xmlns:p="http://schemas.openxmlformats.org/presentationml/2006/main">
  <p:tag name="AS_UNIQUEID" val="701"/>
  <p:tag name="KSO_WM_BEAUTIFY_FLAG" val=""/>
</p:tagLst>
</file>

<file path=ppt/tags/tag266.xml><?xml version="1.0" encoding="utf-8"?>
<p:tagLst xmlns:p="http://schemas.openxmlformats.org/presentationml/2006/main">
  <p:tag name="AS_UNIQUEID" val="702"/>
  <p:tag name="KSO_WM_BEAUTIFY_FLAG" val=""/>
</p:tagLst>
</file>

<file path=ppt/tags/tag267.xml><?xml version="1.0" encoding="utf-8"?>
<p:tagLst xmlns:p="http://schemas.openxmlformats.org/presentationml/2006/main">
  <p:tag name="AS_UNIQUEID" val="703"/>
  <p:tag name="KSO_WM_BEAUTIFY_FLAG" val=""/>
</p:tagLst>
</file>

<file path=ppt/tags/tag268.xml><?xml version="1.0" encoding="utf-8"?>
<p:tagLst xmlns:p="http://schemas.openxmlformats.org/presentationml/2006/main">
  <p:tag name="AS_UNIQUEID" val="704"/>
</p:tagLst>
</file>

<file path=ppt/tags/tag269.xml><?xml version="1.0" encoding="utf-8"?>
<p:tagLst xmlns:p="http://schemas.openxmlformats.org/presentationml/2006/main">
  <p:tag name="AS_UNIQUEID" val="705"/>
</p:tagLst>
</file>

<file path=ppt/tags/tag270.xml><?xml version="1.0" encoding="utf-8"?>
<p:tagLst xmlns:p="http://schemas.openxmlformats.org/presentationml/2006/main">
  <p:tag name="AS_UNIQUEID" val="706"/>
  <p:tag name="KSO_WM_BEAUTIFY_FLAG" val=""/>
</p:tagLst>
</file>

<file path=ppt/tags/tag271.xml><?xml version="1.0" encoding="utf-8"?>
<p:tagLst xmlns:p="http://schemas.openxmlformats.org/presentationml/2006/main">
  <p:tag name="AS_UNIQUEID" val="707"/>
</p:tagLst>
</file>

<file path=ppt/tags/tag272.xml><?xml version="1.0" encoding="utf-8"?>
<p:tagLst xmlns:p="http://schemas.openxmlformats.org/presentationml/2006/main">
  <p:tag name="AS_UNIQUEID" val="708"/>
</p:tagLst>
</file>

<file path=ppt/tags/tag273.xml><?xml version="1.0" encoding="utf-8"?>
<p:tagLst xmlns:p="http://schemas.openxmlformats.org/presentationml/2006/main">
  <p:tag name="AS_UNIQUEID" val="709"/>
</p:tagLst>
</file>

<file path=ppt/tags/tag274.xml><?xml version="1.0" encoding="utf-8"?>
<p:tagLst xmlns:p="http://schemas.openxmlformats.org/presentationml/2006/main">
  <p:tag name="AS_UNIQUEID" val="710"/>
</p:tagLst>
</file>

<file path=ppt/tags/tag275.xml><?xml version="1.0" encoding="utf-8"?>
<p:tagLst xmlns:p="http://schemas.openxmlformats.org/presentationml/2006/main">
  <p:tag name="AS_UNIQUEID" val="711"/>
</p:tagLst>
</file>

<file path=ppt/tags/tag276.xml><?xml version="1.0" encoding="utf-8"?>
<p:tagLst xmlns:p="http://schemas.openxmlformats.org/presentationml/2006/main">
  <p:tag name="AS_UNIQUEID" val="712"/>
</p:tagLst>
</file>

<file path=ppt/tags/tag277.xml><?xml version="1.0" encoding="utf-8"?>
<p:tagLst xmlns:p="http://schemas.openxmlformats.org/presentationml/2006/main">
  <p:tag name="AS_UNIQUEID" val="713"/>
</p:tagLst>
</file>

<file path=ppt/tags/tag278.xml><?xml version="1.0" encoding="utf-8"?>
<p:tagLst xmlns:p="http://schemas.openxmlformats.org/presentationml/2006/main">
  <p:tag name="AS_UNIQUEID" val="714"/>
</p:tagLst>
</file>

<file path=ppt/tags/tag279.xml><?xml version="1.0" encoding="utf-8"?>
<p:tagLst xmlns:p="http://schemas.openxmlformats.org/presentationml/2006/main">
  <p:tag name="AS_UNIQUEID" val="715"/>
  <p:tag name="KSO_WM_BEAUTIFY_FLAG" val=""/>
</p:tagLst>
</file>

<file path=ppt/tags/tag280.xml><?xml version="1.0" encoding="utf-8"?>
<p:tagLst xmlns:p="http://schemas.openxmlformats.org/presentationml/2006/main">
  <p:tag name="AS_UNIQUEID" val="716"/>
  <p:tag name="KSO_WM_BEAUTIFY_FLAG" val=""/>
</p:tagLst>
</file>

<file path=ppt/tags/tag281.xml><?xml version="1.0" encoding="utf-8"?>
<p:tagLst xmlns:p="http://schemas.openxmlformats.org/presentationml/2006/main">
  <p:tag name="AS_UNIQUEID" val="717"/>
</p:tagLst>
</file>

<file path=ppt/tags/tag282.xml><?xml version="1.0" encoding="utf-8"?>
<p:tagLst xmlns:p="http://schemas.openxmlformats.org/presentationml/2006/main">
  <p:tag name="AS_UNIQUEID" val="718"/>
</p:tagLst>
</file>

<file path=ppt/tags/tag283.xml><?xml version="1.0" encoding="utf-8"?>
<p:tagLst xmlns:p="http://schemas.openxmlformats.org/presentationml/2006/main">
  <p:tag name="AS_UNIQUEID" val="719"/>
  <p:tag name="KSO_WM_BEAUTIFY_FLAG" val=""/>
</p:tagLst>
</file>

<file path=ppt/tags/tag284.xml><?xml version="1.0" encoding="utf-8"?>
<p:tagLst xmlns:p="http://schemas.openxmlformats.org/presentationml/2006/main">
  <p:tag name="AS_UNIQUEID" val="720"/>
  <p:tag name="KSO_WM_BEAUTIFY_FLAG" val=""/>
</p:tagLst>
</file>

<file path=ppt/tags/tag285.xml><?xml version="1.0" encoding="utf-8"?>
<p:tagLst xmlns:p="http://schemas.openxmlformats.org/presentationml/2006/main">
  <p:tag name="AS_UNIQUEID" val="721"/>
  <p:tag name="KSO_WM_BEAUTIFY_FLAG" val=""/>
</p:tagLst>
</file>

<file path=ppt/tags/tag286.xml><?xml version="1.0" encoding="utf-8"?>
<p:tagLst xmlns:p="http://schemas.openxmlformats.org/presentationml/2006/main">
  <p:tag name="AS_UNIQUEID" val="722"/>
  <p:tag name="KSO_WM_BEAUTIFY_FLAG" val=""/>
</p:tagLst>
</file>

<file path=ppt/tags/tag287.xml><?xml version="1.0" encoding="utf-8"?>
<p:tagLst xmlns:p="http://schemas.openxmlformats.org/presentationml/2006/main">
  <p:tag name="AS_UNIQUEID" val="723"/>
  <p:tag name="KSO_WM_BEAUTIFY_FLAG" val=""/>
</p:tagLst>
</file>

<file path=ppt/tags/tag288.xml><?xml version="1.0" encoding="utf-8"?>
<p:tagLst xmlns:p="http://schemas.openxmlformats.org/presentationml/2006/main">
  <p:tag name="AS_UNIQUEID" val="724"/>
</p:tagLst>
</file>

<file path=ppt/tags/tag289.xml><?xml version="1.0" encoding="utf-8"?>
<p:tagLst xmlns:p="http://schemas.openxmlformats.org/presentationml/2006/main">
  <p:tag name="AS_UNIQUEID" val="725"/>
  <p:tag name="KSO_WM_BEAUTIFY_FLAG" val=""/>
</p:tagLst>
</file>

<file path=ppt/tags/tag290.xml><?xml version="1.0" encoding="utf-8"?>
<p:tagLst xmlns:p="http://schemas.openxmlformats.org/presentationml/2006/main">
  <p:tag name="AS_UNIQUEID" val="726"/>
  <p:tag name="KSO_WM_BEAUTIFY_FLAG" val=""/>
</p:tagLst>
</file>

<file path=ppt/tags/tag291.xml><?xml version="1.0" encoding="utf-8"?>
<p:tagLst xmlns:p="http://schemas.openxmlformats.org/presentationml/2006/main">
  <p:tag name="AS_UNIQUEID" val="727"/>
  <p:tag name="KSO_WM_BEAUTIFY_FLAG" val=""/>
</p:tagLst>
</file>

<file path=ppt/tags/tag292.xml><?xml version="1.0" encoding="utf-8"?>
<p:tagLst xmlns:p="http://schemas.openxmlformats.org/presentationml/2006/main">
  <p:tag name="AS_UNIQUEID" val="728"/>
  <p:tag name="KSO_WM_BEAUTIFY_FLAG" val=""/>
</p:tagLst>
</file>

<file path=ppt/tags/tag293.xml><?xml version="1.0" encoding="utf-8"?>
<p:tagLst xmlns:p="http://schemas.openxmlformats.org/presentationml/2006/main">
  <p:tag name="AS_UNIQUEID" val="729"/>
  <p:tag name="KSO_WM_BEAUTIFY_FLAG" val=""/>
</p:tagLst>
</file>

<file path=ppt/tags/tag294.xml><?xml version="1.0" encoding="utf-8"?>
<p:tagLst xmlns:p="http://schemas.openxmlformats.org/presentationml/2006/main">
  <p:tag name="AS_UNIQUEID" val="730"/>
</p:tagLst>
</file>

<file path=ppt/tags/tag295.xml><?xml version="1.0" encoding="utf-8"?>
<p:tagLst xmlns:p="http://schemas.openxmlformats.org/presentationml/2006/main">
  <p:tag name="AS_UNIQUEID" val="731"/>
</p:tagLst>
</file>

<file path=ppt/tags/tag296.xml><?xml version="1.0" encoding="utf-8"?>
<p:tagLst xmlns:p="http://schemas.openxmlformats.org/presentationml/2006/main">
  <p:tag name="AS_UNIQUEID" val="732"/>
</p:tagLst>
</file>

<file path=ppt/tags/tag297.xml><?xml version="1.0" encoding="utf-8"?>
<p:tagLst xmlns:p="http://schemas.openxmlformats.org/presentationml/2006/main">
  <p:tag name="AS_UNIQUEID" val="733"/>
</p:tagLst>
</file>

<file path=ppt/tags/tag298.xml><?xml version="1.0" encoding="utf-8"?>
<p:tagLst xmlns:p="http://schemas.openxmlformats.org/presentationml/2006/main">
  <p:tag name="AS_UNIQUEID" val="734"/>
</p:tagLst>
</file>

<file path=ppt/tags/tag299.xml><?xml version="1.0" encoding="utf-8"?>
<p:tagLst xmlns:p="http://schemas.openxmlformats.org/presentationml/2006/main">
  <p:tag name="AS_UNIQUEID" val="735"/>
</p:tagLst>
</file>

<file path=ppt/tags/tag300.xml><?xml version="1.0" encoding="utf-8"?>
<p:tagLst xmlns:p="http://schemas.openxmlformats.org/presentationml/2006/main">
  <p:tag name="AS_UNIQUEID" val="736"/>
</p:tagLst>
</file>

<file path=ppt/tags/tag301.xml><?xml version="1.0" encoding="utf-8"?>
<p:tagLst xmlns:p="http://schemas.openxmlformats.org/presentationml/2006/main">
  <p:tag name="AS_UNIQUEID" val="737"/>
  <p:tag name="KSO_WM_BEAUTIFY_FLAG" val=""/>
</p:tagLst>
</file>

<file path=ppt/tags/tag302.xml><?xml version="1.0" encoding="utf-8"?>
<p:tagLst xmlns:p="http://schemas.openxmlformats.org/presentationml/2006/main">
  <p:tag name="AS_UNIQUEID" val="738"/>
  <p:tag name="KSO_WM_BEAUTIFY_FLAG" val=""/>
</p:tagLst>
</file>

<file path=ppt/tags/tag303.xml><?xml version="1.0" encoding="utf-8"?>
<p:tagLst xmlns:p="http://schemas.openxmlformats.org/presentationml/2006/main">
  <p:tag name="AS_UNIQUEID" val="739"/>
</p:tagLst>
</file>

<file path=ppt/tags/tag304.xml><?xml version="1.0" encoding="utf-8"?>
<p:tagLst xmlns:p="http://schemas.openxmlformats.org/presentationml/2006/main">
  <p:tag name="AS_UNIQUEID" val="740"/>
</p:tagLst>
</file>

<file path=ppt/tags/tag305.xml><?xml version="1.0" encoding="utf-8"?>
<p:tagLst xmlns:p="http://schemas.openxmlformats.org/presentationml/2006/main">
  <p:tag name="AS_UNIQUEID" val="741"/>
  <p:tag name="KSO_WM_BEAUTIFY_FLAG" val=""/>
</p:tagLst>
</file>

<file path=ppt/tags/tag306.xml><?xml version="1.0" encoding="utf-8"?>
<p:tagLst xmlns:p="http://schemas.openxmlformats.org/presentationml/2006/main">
  <p:tag name="AS_UNIQUEID" val="742"/>
  <p:tag name="KSO_WM_BEAUTIFY_FLAG" val=""/>
</p:tagLst>
</file>

<file path=ppt/tags/tag307.xml><?xml version="1.0" encoding="utf-8"?>
<p:tagLst xmlns:p="http://schemas.openxmlformats.org/presentationml/2006/main">
  <p:tag name="AS_UNIQUEID" val="743"/>
  <p:tag name="KSO_WM_BEAUTIFY_FLAG" val=""/>
</p:tagLst>
</file>

<file path=ppt/tags/tag308.xml><?xml version="1.0" encoding="utf-8"?>
<p:tagLst xmlns:p="http://schemas.openxmlformats.org/presentationml/2006/main">
  <p:tag name="AS_UNIQUEID" val="744"/>
  <p:tag name="KSO_WM_BEAUTIFY_FLAG" val=""/>
</p:tagLst>
</file>

<file path=ppt/tags/tag309.xml><?xml version="1.0" encoding="utf-8"?>
<p:tagLst xmlns:p="http://schemas.openxmlformats.org/presentationml/2006/main">
  <p:tag name="AS_UNIQUEID" val="745"/>
  <p:tag name="KSO_WM_BEAUTIFY_FLAG" val=""/>
</p:tagLst>
</file>

<file path=ppt/tags/tag310.xml><?xml version="1.0" encoding="utf-8"?>
<p:tagLst xmlns:p="http://schemas.openxmlformats.org/presentationml/2006/main">
  <p:tag name="AS_UNIQUEID" val="746"/>
</p:tagLst>
</file>

<file path=ppt/tags/tag311.xml><?xml version="1.0" encoding="utf-8"?>
<p:tagLst xmlns:p="http://schemas.openxmlformats.org/presentationml/2006/main">
  <p:tag name="AS_UNIQUEID" val="747"/>
  <p:tag name="KSO_WM_BEAUTIFY_FLAG" val=""/>
</p:tagLst>
</file>

<file path=ppt/tags/tag312.xml><?xml version="1.0" encoding="utf-8"?>
<p:tagLst xmlns:p="http://schemas.openxmlformats.org/presentationml/2006/main">
  <p:tag name="AS_UNIQUEID" val="748"/>
  <p:tag name="KSO_WM_BEAUTIFY_FLAG" val=""/>
</p:tagLst>
</file>

<file path=ppt/tags/tag313.xml><?xml version="1.0" encoding="utf-8"?>
<p:tagLst xmlns:p="http://schemas.openxmlformats.org/presentationml/2006/main">
  <p:tag name="AS_UNIQUEID" val="749"/>
  <p:tag name="KSO_WM_BEAUTIFY_FLAG" val=""/>
</p:tagLst>
</file>

<file path=ppt/tags/tag314.xml><?xml version="1.0" encoding="utf-8"?>
<p:tagLst xmlns:p="http://schemas.openxmlformats.org/presentationml/2006/main">
  <p:tag name="AS_UNIQUEID" val="750"/>
  <p:tag name="KSO_WM_BEAUTIFY_FLAG" val=""/>
</p:tagLst>
</file>

<file path=ppt/tags/tag315.xml><?xml version="1.0" encoding="utf-8"?>
<p:tagLst xmlns:p="http://schemas.openxmlformats.org/presentationml/2006/main">
  <p:tag name="AS_UNIQUEID" val="751"/>
  <p:tag name="KSO_WM_BEAUTIFY_FLAG" val=""/>
</p:tagLst>
</file>

<file path=ppt/tags/tag316.xml><?xml version="1.0" encoding="utf-8"?>
<p:tagLst xmlns:p="http://schemas.openxmlformats.org/presentationml/2006/main">
  <p:tag name="AS_UNIQUEID" val="308"/>
</p:tagLst>
</file>

<file path=ppt/tags/tag317.xml><?xml version="1.0" encoding="utf-8"?>
<p:tagLst xmlns:p="http://schemas.openxmlformats.org/presentationml/2006/main">
  <p:tag name="AS_UNIQUEID" val="343"/>
</p:tagLst>
</file>

<file path=ppt/tags/tag318.xml><?xml version="1.0" encoding="utf-8"?>
<p:tagLst xmlns:p="http://schemas.openxmlformats.org/presentationml/2006/main">
  <p:tag name="AS_UNIQUEID" val="752"/>
  <p:tag name="KSO_WM_BEAUTIFY_FLAG" val=""/>
</p:tagLst>
</file>

<file path=ppt/tags/tag319.xml><?xml version="1.0" encoding="utf-8"?>
<p:tagLst xmlns:p="http://schemas.openxmlformats.org/presentationml/2006/main">
  <p:tag name="AS_UNIQUEID" val="354"/>
</p:tagLst>
</file>

<file path=ppt/tags/tag320.xml><?xml version="1.0" encoding="utf-8"?>
<p:tagLst xmlns:p="http://schemas.openxmlformats.org/presentationml/2006/main">
  <p:tag name="AS_UNIQUEID" val="51"/>
  <p:tag name="KSO_WM_BEAUTIFY_FLAG" val=""/>
</p:tagLst>
</file>

<file path=ppt/tags/tag321.xml><?xml version="1.0" encoding="utf-8"?>
<p:tagLst xmlns:p="http://schemas.openxmlformats.org/presentationml/2006/main">
  <p:tag name="AS_UNIQUEID" val="57"/>
  <p:tag name="KSO_WM_BEAUTIFY_FLAG" val=""/>
</p:tagLst>
</file>

<file path=ppt/tags/tag322.xml><?xml version="1.0" encoding="utf-8"?>
<p:tagLst xmlns:p="http://schemas.openxmlformats.org/presentationml/2006/main">
  <p:tag name="AS_UNIQUEID" val="58"/>
  <p:tag name="KSO_WM_BEAUTIFY_FLAG" val=""/>
</p:tagLst>
</file>

<file path=ppt/tags/tag323.xml><?xml version="1.0" encoding="utf-8"?>
<p:tagLst xmlns:p="http://schemas.openxmlformats.org/presentationml/2006/main">
  <p:tag name="AS_UNIQUEID" val="59"/>
  <p:tag name="KSO_WM_BEAUTIFY_FLAG" val=""/>
</p:tagLst>
</file>

<file path=ppt/tags/tag324.xml><?xml version="1.0" encoding="utf-8"?>
<p:tagLst xmlns:p="http://schemas.openxmlformats.org/presentationml/2006/main">
  <p:tag name="AS_UNIQUEID" val="60"/>
  <p:tag name="KSO_WM_BEAUTIFY_FLAG" val=""/>
</p:tagLst>
</file>

<file path=ppt/tags/tag325.xml><?xml version="1.0" encoding="utf-8"?>
<p:tagLst xmlns:p="http://schemas.openxmlformats.org/presentationml/2006/main">
  <p:tag name="AS_UNIQUEID" val="61"/>
  <p:tag name="KSO_WM_BEAUTIFY_FLAG" val=""/>
</p:tagLst>
</file>

<file path=ppt/tags/tag326.xml><?xml version="1.0" encoding="utf-8"?>
<p:tagLst xmlns:p="http://schemas.openxmlformats.org/presentationml/2006/main">
  <p:tag name="AS_UNIQUEID" val="355"/>
</p:tagLst>
</file>

<file path=ppt/tags/tag327.xml><?xml version="1.0" encoding="utf-8"?>
<p:tagLst xmlns:p="http://schemas.openxmlformats.org/presentationml/2006/main">
  <p:tag name="AS_UNIQUEID" val="62"/>
  <p:tag name="KSO_WM_BEAUTIFY_FLAG" val=""/>
</p:tagLst>
</file>

<file path=ppt/tags/tag328.xml><?xml version="1.0" encoding="utf-8"?>
<p:tagLst xmlns:p="http://schemas.openxmlformats.org/presentationml/2006/main">
  <p:tag name="AS_UNIQUEID" val="63"/>
  <p:tag name="KSO_WM_BEAUTIFY_FLAG" val=""/>
</p:tagLst>
</file>

<file path=ppt/tags/tag329.xml><?xml version="1.0" encoding="utf-8"?>
<p:tagLst xmlns:p="http://schemas.openxmlformats.org/presentationml/2006/main">
  <p:tag name="AS_UNIQUEID" val="356"/>
</p:tagLst>
</file>

<file path=ppt/tags/tag330.xml><?xml version="1.0" encoding="utf-8"?>
<p:tagLst xmlns:p="http://schemas.openxmlformats.org/presentationml/2006/main">
  <p:tag name="AS_UNIQUEID" val="64"/>
  <p:tag name="KSO_WM_BEAUTIFY_FLAG" val=""/>
</p:tagLst>
</file>

<file path=ppt/tags/tag331.xml><?xml version="1.0" encoding="utf-8"?>
<p:tagLst xmlns:p="http://schemas.openxmlformats.org/presentationml/2006/main">
  <p:tag name="AS_UNIQUEID" val="65"/>
  <p:tag name="KSO_WM_BEAUTIFY_FLAG" val=""/>
</p:tagLst>
</file>

<file path=ppt/tags/tag332.xml><?xml version="1.0" encoding="utf-8"?>
<p:tagLst xmlns:p="http://schemas.openxmlformats.org/presentationml/2006/main">
  <p:tag name="AS_UNIQUEID" val="52"/>
  <p:tag name="KSO_WM_BEAUTIFY_FLAG" val=""/>
</p:tagLst>
</file>

<file path=ppt/tags/tag333.xml><?xml version="1.0" encoding="utf-8"?>
<p:tagLst xmlns:p="http://schemas.openxmlformats.org/presentationml/2006/main">
  <p:tag name="AS_UNIQUEID" val="53"/>
  <p:tag name="KSO_WM_BEAUTIFY_FLAG" val=""/>
</p:tagLst>
</file>

<file path=ppt/tags/tag334.xml><?xml version="1.0" encoding="utf-8"?>
<p:tagLst xmlns:p="http://schemas.openxmlformats.org/presentationml/2006/main">
  <p:tag name="AS_UNIQUEID" val="54"/>
  <p:tag name="KSO_WM_BEAUTIFY_FLAG" val=""/>
</p:tagLst>
</file>

<file path=ppt/tags/tag335.xml><?xml version="1.0" encoding="utf-8"?>
<p:tagLst xmlns:p="http://schemas.openxmlformats.org/presentationml/2006/main">
  <p:tag name="AS_UNIQUEID" val="55"/>
  <p:tag name="KSO_WM_BEAUTIFY_FLAG" val=""/>
</p:tagLst>
</file>

<file path=ppt/tags/tag336.xml><?xml version="1.0" encoding="utf-8"?>
<p:tagLst xmlns:p="http://schemas.openxmlformats.org/presentationml/2006/main">
  <p:tag name="AS_UNIQUEID" val="56"/>
  <p:tag name="KSO_WM_BEAUTIFY_FLAG" val=""/>
</p:tagLst>
</file>

<file path=ppt/tags/tag337.xml><?xml version="1.0" encoding="utf-8"?>
<p:tagLst xmlns:p="http://schemas.openxmlformats.org/presentationml/2006/main">
  <p:tag name="AS_UNIQUEID" val="753"/>
</p:tagLst>
</file>

<file path=ppt/tags/tag338.xml><?xml version="1.0" encoding="utf-8"?>
<p:tagLst xmlns:p="http://schemas.openxmlformats.org/presentationml/2006/main">
  <p:tag name="AS_UNIQUEID" val="754"/>
</p:tagLst>
</file>

<file path=ppt/tags/tag339.xml><?xml version="1.0" encoding="utf-8"?>
<p:tagLst xmlns:p="http://schemas.openxmlformats.org/presentationml/2006/main">
  <p:tag name="AS_UNIQUEID" val="755"/>
</p:tagLst>
</file>

<file path=ppt/tags/tag340.xml><?xml version="1.0" encoding="utf-8"?>
<p:tagLst xmlns:p="http://schemas.openxmlformats.org/presentationml/2006/main">
  <p:tag name="AS_UNIQUEID" val="756"/>
</p:tagLst>
</file>

<file path=ppt/tags/tag341.xml><?xml version="1.0" encoding="utf-8"?>
<p:tagLst xmlns:p="http://schemas.openxmlformats.org/presentationml/2006/main">
  <p:tag name="AS_UNIQUEID" val="757"/>
</p:tagLst>
</file>

<file path=ppt/tags/tag342.xml><?xml version="1.0" encoding="utf-8"?>
<p:tagLst xmlns:p="http://schemas.openxmlformats.org/presentationml/2006/main">
  <p:tag name="AS_UNIQUEID" val="758"/>
  <p:tag name="KSO_WM_BEAUTIFY_FLAG" val=""/>
</p:tagLst>
</file>

<file path=ppt/tags/tag343.xml><?xml version="1.0" encoding="utf-8"?>
<p:tagLst xmlns:p="http://schemas.openxmlformats.org/presentationml/2006/main">
  <p:tag name="AS_UNIQUEID" val="759"/>
  <p:tag name="KSO_WM_BEAUTIFY_FLAG" val=""/>
</p:tagLst>
</file>

<file path=ppt/tags/tag344.xml><?xml version="1.0" encoding="utf-8"?>
<p:tagLst xmlns:p="http://schemas.openxmlformats.org/presentationml/2006/main">
  <p:tag name="AS_UNIQUEID" val="760"/>
</p:tagLst>
</file>

<file path=ppt/tags/tag345.xml><?xml version="1.0" encoding="utf-8"?>
<p:tagLst xmlns:p="http://schemas.openxmlformats.org/presentationml/2006/main">
  <p:tag name="AS_UNIQUEID" val="761"/>
</p:tagLst>
</file>

<file path=ppt/tags/tag346.xml><?xml version="1.0" encoding="utf-8"?>
<p:tagLst xmlns:p="http://schemas.openxmlformats.org/presentationml/2006/main">
  <p:tag name="AS_UNIQUEID" val="762"/>
  <p:tag name="KSO_WM_BEAUTIFY_FLAG" val=""/>
</p:tagLst>
</file>

<file path=ppt/tags/tag347.xml><?xml version="1.0" encoding="utf-8"?>
<p:tagLst xmlns:p="http://schemas.openxmlformats.org/presentationml/2006/main">
  <p:tag name="AS_UNIQUEID" val="763"/>
  <p:tag name="KSO_WM_BEAUTIFY_FLAG" val=""/>
</p:tagLst>
</file>

<file path=ppt/tags/tag348.xml><?xml version="1.0" encoding="utf-8"?>
<p:tagLst xmlns:p="http://schemas.openxmlformats.org/presentationml/2006/main">
  <p:tag name="AS_UNIQUEID" val="764"/>
  <p:tag name="KSO_WM_BEAUTIFY_FLAG" val=""/>
</p:tagLst>
</file>

<file path=ppt/tags/tag349.xml><?xml version="1.0" encoding="utf-8"?>
<p:tagLst xmlns:p="http://schemas.openxmlformats.org/presentationml/2006/main">
  <p:tag name="AS_UNIQUEID" val="765"/>
  <p:tag name="KSO_WM_BEAUTIFY_FLAG" val=""/>
</p:tagLst>
</file>

<file path=ppt/tags/tag350.xml><?xml version="1.0" encoding="utf-8"?>
<p:tagLst xmlns:p="http://schemas.openxmlformats.org/presentationml/2006/main">
  <p:tag name="AS_UNIQUEID" val="766"/>
  <p:tag name="KSO_WM_BEAUTIFY_FLAG" val=""/>
</p:tagLst>
</file>

<file path=ppt/tags/tag351.xml><?xml version="1.0" encoding="utf-8"?>
<p:tagLst xmlns:p="http://schemas.openxmlformats.org/presentationml/2006/main">
  <p:tag name="AS_UNIQUEID" val="767"/>
</p:tagLst>
</file>

<file path=ppt/tags/tag352.xml><?xml version="1.0" encoding="utf-8"?>
<p:tagLst xmlns:p="http://schemas.openxmlformats.org/presentationml/2006/main">
  <p:tag name="AS_UNIQUEID" val="768"/>
  <p:tag name="KSO_WM_BEAUTIFY_FLAG" val=""/>
</p:tagLst>
</file>

<file path=ppt/tags/tag353.xml><?xml version="1.0" encoding="utf-8"?>
<p:tagLst xmlns:p="http://schemas.openxmlformats.org/presentationml/2006/main">
  <p:tag name="AS_UNIQUEID" val="769"/>
  <p:tag name="KSO_WM_BEAUTIFY_FLAG" val=""/>
</p:tagLst>
</file>

<file path=ppt/tags/tag354.xml><?xml version="1.0" encoding="utf-8"?>
<p:tagLst xmlns:p="http://schemas.openxmlformats.org/presentationml/2006/main">
  <p:tag name="AS_UNIQUEID" val="770"/>
  <p:tag name="KSO_WM_BEAUTIFY_FLAG" val=""/>
</p:tagLst>
</file>

<file path=ppt/tags/tag355.xml><?xml version="1.0" encoding="utf-8"?>
<p:tagLst xmlns:p="http://schemas.openxmlformats.org/presentationml/2006/main">
  <p:tag name="AS_UNIQUEID" val="771"/>
  <p:tag name="KSO_WM_BEAUTIFY_FLAG" val=""/>
</p:tagLst>
</file>

<file path=ppt/tags/tag356.xml><?xml version="1.0" encoding="utf-8"?>
<p:tagLst xmlns:p="http://schemas.openxmlformats.org/presentationml/2006/main">
  <p:tag name="AS_UNIQUEID" val="772"/>
  <p:tag name="KSO_WM_BEAUTIFY_FLAG" val=""/>
</p:tagLst>
</file>

<file path=ppt/tags/tag357.xml><?xml version="1.0" encoding="utf-8"?>
<p:tagLst xmlns:p="http://schemas.openxmlformats.org/presentationml/2006/main">
  <p:tag name="AS_UNIQUEID" val="773"/>
</p:tagLst>
</file>

<file path=ppt/tags/tag358.xml><?xml version="1.0" encoding="utf-8"?>
<p:tagLst xmlns:p="http://schemas.openxmlformats.org/presentationml/2006/main">
  <p:tag name="AS_UNIQUEID" val="774"/>
</p:tagLst>
</file>

<file path=ppt/tags/tag359.xml><?xml version="1.0" encoding="utf-8"?>
<p:tagLst xmlns:p="http://schemas.openxmlformats.org/presentationml/2006/main">
  <p:tag name="AS_UNIQUEID" val="775"/>
  <p:tag name="KSO_WM_BEAUTIFY_FLAG" val=""/>
</p:tagLst>
</file>

<file path=ppt/tags/tag360.xml><?xml version="1.0" encoding="utf-8"?>
<p:tagLst xmlns:p="http://schemas.openxmlformats.org/presentationml/2006/main">
  <p:tag name="AS_UNIQUEID" val="776"/>
</p:tagLst>
</file>

<file path=ppt/tags/tag361.xml><?xml version="1.0" encoding="utf-8"?>
<p:tagLst xmlns:p="http://schemas.openxmlformats.org/presentationml/2006/main">
  <p:tag name="AS_UNIQUEID" val="777"/>
</p:tagLst>
</file>

<file path=ppt/tags/tag362.xml><?xml version="1.0" encoding="utf-8"?>
<p:tagLst xmlns:p="http://schemas.openxmlformats.org/presentationml/2006/main">
  <p:tag name="AS_UNIQUEID" val="778"/>
</p:tagLst>
</file>

<file path=ppt/tags/tag363.xml><?xml version="1.0" encoding="utf-8"?>
<p:tagLst xmlns:p="http://schemas.openxmlformats.org/presentationml/2006/main">
  <p:tag name="AS_UNIQUEID" val="779"/>
</p:tagLst>
</file>

<file path=ppt/tags/tag364.xml><?xml version="1.0" encoding="utf-8"?>
<p:tagLst xmlns:p="http://schemas.openxmlformats.org/presentationml/2006/main">
  <p:tag name="AS_UNIQUEID" val="780"/>
</p:tagLst>
</file>

<file path=ppt/tags/tag365.xml><?xml version="1.0" encoding="utf-8"?>
<p:tagLst xmlns:p="http://schemas.openxmlformats.org/presentationml/2006/main">
  <p:tag name="AS_UNIQUEID" val="781"/>
</p:tagLst>
</file>

<file path=ppt/tags/tag366.xml><?xml version="1.0" encoding="utf-8"?>
<p:tagLst xmlns:p="http://schemas.openxmlformats.org/presentationml/2006/main">
  <p:tag name="AS_UNIQUEID" val="782"/>
</p:tagLst>
</file>

<file path=ppt/tags/tag367.xml><?xml version="1.0" encoding="utf-8"?>
<p:tagLst xmlns:p="http://schemas.openxmlformats.org/presentationml/2006/main">
  <p:tag name="AS_UNIQUEID" val="783"/>
</p:tagLst>
</file>

<file path=ppt/tags/tag368.xml><?xml version="1.0" encoding="utf-8"?>
<p:tagLst xmlns:p="http://schemas.openxmlformats.org/presentationml/2006/main">
  <p:tag name="AS_UNIQUEID" val="784"/>
  <p:tag name="KSO_WM_BEAUTIFY_FLAG" val=""/>
</p:tagLst>
</file>

<file path=ppt/tags/tag369.xml><?xml version="1.0" encoding="utf-8"?>
<p:tagLst xmlns:p="http://schemas.openxmlformats.org/presentationml/2006/main">
  <p:tag name="AS_UNIQUEID" val="785"/>
  <p:tag name="KSO_WM_BEAUTIFY_FLAG" val=""/>
</p:tagLst>
</file>

<file path=ppt/tags/tag370.xml><?xml version="1.0" encoding="utf-8"?>
<p:tagLst xmlns:p="http://schemas.openxmlformats.org/presentationml/2006/main">
  <p:tag name="AS_UNIQUEID" val="786"/>
</p:tagLst>
</file>

<file path=ppt/tags/tag371.xml><?xml version="1.0" encoding="utf-8"?>
<p:tagLst xmlns:p="http://schemas.openxmlformats.org/presentationml/2006/main">
  <p:tag name="AS_UNIQUEID" val="787"/>
</p:tagLst>
</file>

<file path=ppt/tags/tag372.xml><?xml version="1.0" encoding="utf-8"?>
<p:tagLst xmlns:p="http://schemas.openxmlformats.org/presentationml/2006/main">
  <p:tag name="AS_UNIQUEID" val="788"/>
  <p:tag name="KSO_WM_BEAUTIFY_FLAG" val=""/>
</p:tagLst>
</file>

<file path=ppt/tags/tag373.xml><?xml version="1.0" encoding="utf-8"?>
<p:tagLst xmlns:p="http://schemas.openxmlformats.org/presentationml/2006/main">
  <p:tag name="AS_UNIQUEID" val="789"/>
  <p:tag name="KSO_WM_BEAUTIFY_FLAG" val=""/>
</p:tagLst>
</file>

<file path=ppt/tags/tag374.xml><?xml version="1.0" encoding="utf-8"?>
<p:tagLst xmlns:p="http://schemas.openxmlformats.org/presentationml/2006/main">
  <p:tag name="AS_UNIQUEID" val="790"/>
  <p:tag name="KSO_WM_BEAUTIFY_FLAG" val=""/>
</p:tagLst>
</file>

<file path=ppt/tags/tag375.xml><?xml version="1.0" encoding="utf-8"?>
<p:tagLst xmlns:p="http://schemas.openxmlformats.org/presentationml/2006/main">
  <p:tag name="AS_UNIQUEID" val="791"/>
  <p:tag name="KSO_WM_BEAUTIFY_FLAG" val=""/>
</p:tagLst>
</file>

<file path=ppt/tags/tag376.xml><?xml version="1.0" encoding="utf-8"?>
<p:tagLst xmlns:p="http://schemas.openxmlformats.org/presentationml/2006/main">
  <p:tag name="AS_UNIQUEID" val="792"/>
  <p:tag name="KSO_WM_BEAUTIFY_FLAG" val=""/>
</p:tagLst>
</file>

<file path=ppt/tags/tag377.xml><?xml version="1.0" encoding="utf-8"?>
<p:tagLst xmlns:p="http://schemas.openxmlformats.org/presentationml/2006/main">
  <p:tag name="AS_UNIQUEID" val="793"/>
</p:tagLst>
</file>

<file path=ppt/tags/tag378.xml><?xml version="1.0" encoding="utf-8"?>
<p:tagLst xmlns:p="http://schemas.openxmlformats.org/presentationml/2006/main">
  <p:tag name="AS_UNIQUEID" val="794"/>
  <p:tag name="KSO_WM_BEAUTIFY_FLAG" val=""/>
</p:tagLst>
</file>

<file path=ppt/tags/tag379.xml><?xml version="1.0" encoding="utf-8"?>
<p:tagLst xmlns:p="http://schemas.openxmlformats.org/presentationml/2006/main">
  <p:tag name="AS_UNIQUEID" val="795"/>
  <p:tag name="KSO_WM_BEAUTIFY_FLAG" val=""/>
</p:tagLst>
</file>

<file path=ppt/tags/tag380.xml><?xml version="1.0" encoding="utf-8"?>
<p:tagLst xmlns:p="http://schemas.openxmlformats.org/presentationml/2006/main">
  <p:tag name="AS_UNIQUEID" val="796"/>
  <p:tag name="KSO_WM_BEAUTIFY_FLAG" val=""/>
</p:tagLst>
</file>

<file path=ppt/tags/tag381.xml><?xml version="1.0" encoding="utf-8"?>
<p:tagLst xmlns:p="http://schemas.openxmlformats.org/presentationml/2006/main">
  <p:tag name="AS_UNIQUEID" val="797"/>
  <p:tag name="KSO_WM_BEAUTIFY_FLAG" val=""/>
</p:tagLst>
</file>

<file path=ppt/tags/tag382.xml><?xml version="1.0" encoding="utf-8"?>
<p:tagLst xmlns:p="http://schemas.openxmlformats.org/presentationml/2006/main">
  <p:tag name="AS_UNIQUEID" val="798"/>
  <p:tag name="KSO_WM_BEAUTIFY_FLAG" val=""/>
</p:tagLst>
</file>

<file path=ppt/tags/tag383.xml><?xml version="1.0" encoding="utf-8"?>
<p:tagLst xmlns:p="http://schemas.openxmlformats.org/presentationml/2006/main">
  <p:tag name="AS_UNIQUEID" val="799"/>
</p:tagLst>
</file>

<file path=ppt/tags/tag384.xml><?xml version="1.0" encoding="utf-8"?>
<p:tagLst xmlns:p="http://schemas.openxmlformats.org/presentationml/2006/main">
  <p:tag name="AS_UNIQUEID" val="800"/>
  <p:tag name="KSO_WM_BEAUTIFY_FLAG" val=""/>
</p:tagLst>
</file>

<file path=ppt/tags/tag385.xml><?xml version="1.0" encoding="utf-8"?>
<p:tagLst xmlns:p="http://schemas.openxmlformats.org/presentationml/2006/main">
  <p:tag name="AS_UNIQUEID" val="801"/>
</p:tagLst>
</file>

<file path=ppt/tags/tag386.xml><?xml version="1.0" encoding="utf-8"?>
<p:tagLst xmlns:p="http://schemas.openxmlformats.org/presentationml/2006/main">
  <p:tag name="AS_UNIQUEID" val="802"/>
</p:tagLst>
</file>

<file path=ppt/tags/tag387.xml><?xml version="1.0" encoding="utf-8"?>
<p:tagLst xmlns:p="http://schemas.openxmlformats.org/presentationml/2006/main">
  <p:tag name="AS_UNIQUEID" val="803"/>
</p:tagLst>
</file>

<file path=ppt/tags/tag388.xml><?xml version="1.0" encoding="utf-8"?>
<p:tagLst xmlns:p="http://schemas.openxmlformats.org/presentationml/2006/main">
  <p:tag name="AS_UNIQUEID" val="804"/>
</p:tagLst>
</file>

<file path=ppt/tags/tag389.xml><?xml version="1.0" encoding="utf-8"?>
<p:tagLst xmlns:p="http://schemas.openxmlformats.org/presentationml/2006/main">
  <p:tag name="AS_UNIQUEID" val="805"/>
</p:tagLst>
</file>

<file path=ppt/tags/tag390.xml><?xml version="1.0" encoding="utf-8"?>
<p:tagLst xmlns:p="http://schemas.openxmlformats.org/presentationml/2006/main">
  <p:tag name="AS_UNIQUEID" val="806"/>
  <p:tag name="KSO_WM_BEAUTIFY_FLAG" val=""/>
</p:tagLst>
</file>

<file path=ppt/tags/tag391.xml><?xml version="1.0" encoding="utf-8"?>
<p:tagLst xmlns:p="http://schemas.openxmlformats.org/presentationml/2006/main">
  <p:tag name="AS_UNIQUEID" val="807"/>
  <p:tag name="KSO_WM_BEAUTIFY_FLAG" val=""/>
</p:tagLst>
</file>

<file path=ppt/tags/tag392.xml><?xml version="1.0" encoding="utf-8"?>
<p:tagLst xmlns:p="http://schemas.openxmlformats.org/presentationml/2006/main">
  <p:tag name="AS_UNIQUEID" val="808"/>
</p:tagLst>
</file>

<file path=ppt/tags/tag393.xml><?xml version="1.0" encoding="utf-8"?>
<p:tagLst xmlns:p="http://schemas.openxmlformats.org/presentationml/2006/main">
  <p:tag name="AS_UNIQUEID" val="809"/>
</p:tagLst>
</file>

<file path=ppt/tags/tag394.xml><?xml version="1.0" encoding="utf-8"?>
<p:tagLst xmlns:p="http://schemas.openxmlformats.org/presentationml/2006/main">
  <p:tag name="AS_UNIQUEID" val="810"/>
  <p:tag name="KSO_WM_BEAUTIFY_FLAG" val=""/>
</p:tagLst>
</file>

<file path=ppt/tags/tag395.xml><?xml version="1.0" encoding="utf-8"?>
<p:tagLst xmlns:p="http://schemas.openxmlformats.org/presentationml/2006/main">
  <p:tag name="AS_UNIQUEID" val="811"/>
  <p:tag name="KSO_WM_BEAUTIFY_FLAG" val=""/>
</p:tagLst>
</file>

<file path=ppt/tags/tag396.xml><?xml version="1.0" encoding="utf-8"?>
<p:tagLst xmlns:p="http://schemas.openxmlformats.org/presentationml/2006/main">
  <p:tag name="AS_UNIQUEID" val="812"/>
  <p:tag name="KSO_WM_BEAUTIFY_FLAG" val=""/>
</p:tagLst>
</file>

<file path=ppt/tags/tag397.xml><?xml version="1.0" encoding="utf-8"?>
<p:tagLst xmlns:p="http://schemas.openxmlformats.org/presentationml/2006/main">
  <p:tag name="AS_UNIQUEID" val="813"/>
  <p:tag name="KSO_WM_BEAUTIFY_FLAG" val=""/>
</p:tagLst>
</file>

<file path=ppt/tags/tag398.xml><?xml version="1.0" encoding="utf-8"?>
<p:tagLst xmlns:p="http://schemas.openxmlformats.org/presentationml/2006/main">
  <p:tag name="AS_UNIQUEID" val="814"/>
  <p:tag name="KSO_WM_BEAUTIFY_FLAG" val=""/>
</p:tagLst>
</file>

<file path=ppt/tags/tag399.xml><?xml version="1.0" encoding="utf-8"?>
<p:tagLst xmlns:p="http://schemas.openxmlformats.org/presentationml/2006/main">
  <p:tag name="AS_UNIQUEID" val="815"/>
</p:tagLst>
</file>

<file path=ppt/tags/tag400.xml><?xml version="1.0" encoding="utf-8"?>
<p:tagLst xmlns:p="http://schemas.openxmlformats.org/presentationml/2006/main">
  <p:tag name="AS_UNIQUEID" val="816"/>
  <p:tag name="KSO_WM_BEAUTIFY_FLAG" val=""/>
</p:tagLst>
</file>

<file path=ppt/tags/tag401.xml><?xml version="1.0" encoding="utf-8"?>
<p:tagLst xmlns:p="http://schemas.openxmlformats.org/presentationml/2006/main">
  <p:tag name="AS_UNIQUEID" val="817"/>
  <p:tag name="KSO_WM_BEAUTIFY_FLAG" val=""/>
</p:tagLst>
</file>

<file path=ppt/tags/tag402.xml><?xml version="1.0" encoding="utf-8"?>
<p:tagLst xmlns:p="http://schemas.openxmlformats.org/presentationml/2006/main">
  <p:tag name="AS_UNIQUEID" val="818"/>
  <p:tag name="KSO_WM_BEAUTIFY_FLAG" val=""/>
</p:tagLst>
</file>

<file path=ppt/tags/tag403.xml><?xml version="1.0" encoding="utf-8"?>
<p:tagLst xmlns:p="http://schemas.openxmlformats.org/presentationml/2006/main">
  <p:tag name="AS_UNIQUEID" val="819"/>
  <p:tag name="KSO_WM_BEAUTIFY_FLAG" val=""/>
</p:tagLst>
</file>

<file path=ppt/tags/tag404.xml><?xml version="1.0" encoding="utf-8"?>
<p:tagLst xmlns:p="http://schemas.openxmlformats.org/presentationml/2006/main">
  <p:tag name="AS_UNIQUEID" val="820"/>
  <p:tag name="KSO_WM_BEAUTIFY_FLAG" val=""/>
</p:tagLst>
</file>

<file path=ppt/tags/tag405.xml><?xml version="1.0" encoding="utf-8"?>
<p:tagLst xmlns:p="http://schemas.openxmlformats.org/presentationml/2006/main">
  <p:tag name="AS_UNIQUEID" val="821"/>
  <p:tag name="KSO_WM_BEAUTIFY_FLAG" val=""/>
</p:tagLst>
</file>

<file path=ppt/tags/tag406.xml><?xml version="1.0" encoding="utf-8"?>
<p:tagLst xmlns:p="http://schemas.openxmlformats.org/presentationml/2006/main">
  <p:tag name="AS_UNIQUEID" val="822"/>
  <p:tag name="KSO_WM_BEAUTIFY_FLAG" val=""/>
  <p:tag name="TABLE_ENDDRAG_ORIGIN_RECT" val="816*374"/>
  <p:tag name="TABLE_ENDDRAG_RECT" val="68*122*816*374"/>
</p:tagLst>
</file>

<file path=ppt/tags/tag407.xml><?xml version="1.0" encoding="utf-8"?>
<p:tagLst xmlns:p="http://schemas.openxmlformats.org/presentationml/2006/main">
  <p:tag name="AS_UNIQUEID" val="823"/>
</p:tagLst>
</file>

<file path=ppt/tags/tag408.xml><?xml version="1.0" encoding="utf-8"?>
<p:tagLst xmlns:p="http://schemas.openxmlformats.org/presentationml/2006/main">
  <p:tag name="AS_UNIQUEID" val="24"/>
  <p:tag name="KSO_WM_BEAUTIFY_FLAG" val=""/>
</p:tagLst>
</file>

<file path=ppt/tags/tag409.xml><?xml version="1.0" encoding="utf-8"?>
<p:tagLst xmlns:p="http://schemas.openxmlformats.org/presentationml/2006/main">
  <p:tag name="AS_UNIQUEID" val="25"/>
  <p:tag name="KSO_WM_BEAUTIFY_FLAG" val=""/>
</p:tagLst>
</file>

<file path=ppt/tags/tag410.xml><?xml version="1.0" encoding="utf-8"?>
<p:tagLst xmlns:p="http://schemas.openxmlformats.org/presentationml/2006/main">
  <p:tag name="AS_UNIQUEID" val="27"/>
  <p:tag name="KSO_WM_BEAUTIFY_FLAG" val=""/>
</p:tagLst>
</file>

<file path=ppt/tags/tag411.xml><?xml version="1.0" encoding="utf-8"?>
<p:tagLst xmlns:p="http://schemas.openxmlformats.org/presentationml/2006/main">
  <p:tag name="AS_UNIQUEID" val="28"/>
  <p:tag name="KSO_WM_BEAUTIFY_FLAG" val=""/>
</p:tagLst>
</file>

<file path=ppt/tags/tag412.xml><?xml version="1.0" encoding="utf-8"?>
<p:tagLst xmlns:p="http://schemas.openxmlformats.org/presentationml/2006/main">
  <p:tag name="AS_UNIQUEID" val="824"/>
</p:tagLst>
</file>

<file path=ppt/tags/tag413.xml><?xml version="1.0" encoding="utf-8"?>
<p:tagLst xmlns:p="http://schemas.openxmlformats.org/presentationml/2006/main">
  <p:tag name="AS_UNIQUEID" val="825"/>
</p:tagLst>
</file>

<file path=ppt/tags/tag414.xml><?xml version="1.0" encoding="utf-8"?>
<p:tagLst xmlns:p="http://schemas.openxmlformats.org/presentationml/2006/main">
  <p:tag name="AS_UNIQUEID" val="826"/>
</p:tagLst>
</file>

<file path=ppt/tags/tag415.xml><?xml version="1.0" encoding="utf-8"?>
<p:tagLst xmlns:p="http://schemas.openxmlformats.org/presentationml/2006/main">
  <p:tag name="AS_UNIQUEID" val="827"/>
</p:tagLst>
</file>

<file path=ppt/tags/tag416.xml><?xml version="1.0" encoding="utf-8"?>
<p:tagLst xmlns:p="http://schemas.openxmlformats.org/presentationml/2006/main">
  <p:tag name="AS_UNIQUEID" val="828"/>
</p:tagLst>
</file>

<file path=ppt/tags/tag417.xml><?xml version="1.0" encoding="utf-8"?>
<p:tagLst xmlns:p="http://schemas.openxmlformats.org/presentationml/2006/main">
  <p:tag name="AS_UNIQUEID" val="829"/>
</p:tagLst>
</file>

<file path=ppt/tags/tag418.xml><?xml version="1.0" encoding="utf-8"?>
<p:tagLst xmlns:p="http://schemas.openxmlformats.org/presentationml/2006/main">
  <p:tag name="AS_UNIQUEID" val="830"/>
</p:tagLst>
</file>

<file path=ppt/tags/tag419.xml><?xml version="1.0" encoding="utf-8"?>
<p:tagLst xmlns:p="http://schemas.openxmlformats.org/presentationml/2006/main">
  <p:tag name="AS_UNIQUEID" val="831"/>
</p:tagLst>
</file>

<file path=ppt/tags/tag420.xml><?xml version="1.0" encoding="utf-8"?>
<p:tagLst xmlns:p="http://schemas.openxmlformats.org/presentationml/2006/main">
  <p:tag name="AS_UNIQUEID" val="832"/>
</p:tagLst>
</file>

<file path=ppt/tags/tag421.xml><?xml version="1.0" encoding="utf-8"?>
<p:tagLst xmlns:p="http://schemas.openxmlformats.org/presentationml/2006/main">
  <p:tag name="AS_UNIQUEID" val="833"/>
  <p:tag name="KSO_WM_BEAUTIFY_FLAG" val=""/>
</p:tagLst>
</file>

<file path=ppt/tags/tag422.xml><?xml version="1.0" encoding="utf-8"?>
<p:tagLst xmlns:p="http://schemas.openxmlformats.org/presentationml/2006/main">
  <p:tag name="AS_UNIQUEID" val="834"/>
  <p:tag name="KSO_WM_BEAUTIFY_FLAG" val=""/>
</p:tagLst>
</file>

<file path=ppt/tags/tag423.xml><?xml version="1.0" encoding="utf-8"?>
<p:tagLst xmlns:p="http://schemas.openxmlformats.org/presentationml/2006/main">
  <p:tag name="AS_UNIQUEID" val="835"/>
  <p:tag name="KSO_WM_BEAUTIFY_FLAG" val=""/>
</p:tagLst>
</file>

<file path=ppt/tags/tag424.xml><?xml version="1.0" encoding="utf-8"?>
<p:tagLst xmlns:p="http://schemas.openxmlformats.org/presentationml/2006/main">
  <p:tag name="AS_UNIQUEID" val="836"/>
  <p:tag name="KSO_WM_BEAUTIFY_FLAG" val=""/>
</p:tagLst>
</file>

<file path=ppt/tags/tag425.xml><?xml version="1.0" encoding="utf-8"?>
<p:tagLst xmlns:p="http://schemas.openxmlformats.org/presentationml/2006/main">
  <p:tag name="AS_UNIQUEID" val="837"/>
  <p:tag name="KSO_WM_BEAUTIFY_FLAG" val=""/>
</p:tagLst>
</file>

<file path=ppt/tags/tag426.xml><?xml version="1.0" encoding="utf-8"?>
<p:tagLst xmlns:p="http://schemas.openxmlformats.org/presentationml/2006/main">
  <p:tag name="AS_UNIQUEID" val="838"/>
  <p:tag name="KSO_WM_BEAUTIFY_FLAG" val=""/>
</p:tagLst>
</file>

<file path=ppt/tags/tag427.xml><?xml version="1.0" encoding="utf-8"?>
<p:tagLst xmlns:p="http://schemas.openxmlformats.org/presentationml/2006/main">
  <p:tag name="AS_UNIQUEID" val="839"/>
</p:tagLst>
</file>

<file path=ppt/tags/tag428.xml><?xml version="1.0" encoding="utf-8"?>
<p:tagLst xmlns:p="http://schemas.openxmlformats.org/presentationml/2006/main">
  <p:tag name="AS_UNIQUEID" val="840"/>
</p:tagLst>
</file>

<file path=ppt/tags/tag429.xml><?xml version="1.0" encoding="utf-8"?>
<p:tagLst xmlns:p="http://schemas.openxmlformats.org/presentationml/2006/main">
  <p:tag name="AS_UNIQUEID" val="841"/>
</p:tagLst>
</file>

<file path=ppt/tags/tag430.xml><?xml version="1.0" encoding="utf-8"?>
<p:tagLst xmlns:p="http://schemas.openxmlformats.org/presentationml/2006/main">
  <p:tag name="AS_UNIQUEID" val="842"/>
</p:tagLst>
</file>

<file path=ppt/tags/tag431.xml><?xml version="1.0" encoding="utf-8"?>
<p:tagLst xmlns:p="http://schemas.openxmlformats.org/presentationml/2006/main">
  <p:tag name="AS_UNIQUEID" val="843"/>
</p:tagLst>
</file>

<file path=ppt/tags/tag432.xml><?xml version="1.0" encoding="utf-8"?>
<p:tagLst xmlns:p="http://schemas.openxmlformats.org/presentationml/2006/main">
  <p:tag name="AS_UNIQUEID" val="844"/>
</p:tagLst>
</file>

<file path=ppt/tags/tag433.xml><?xml version="1.0" encoding="utf-8"?>
<p:tagLst xmlns:p="http://schemas.openxmlformats.org/presentationml/2006/main">
  <p:tag name="AS_UNIQUEID" val="845"/>
</p:tagLst>
</file>

<file path=ppt/tags/tag434.xml><?xml version="1.0" encoding="utf-8"?>
<p:tagLst xmlns:p="http://schemas.openxmlformats.org/presentationml/2006/main">
  <p:tag name="AS_UNIQUEID" val="846"/>
</p:tagLst>
</file>

<file path=ppt/tags/tag435.xml><?xml version="1.0" encoding="utf-8"?>
<p:tagLst xmlns:p="http://schemas.openxmlformats.org/presentationml/2006/main">
  <p:tag name="AS_UNIQUEID" val="847"/>
</p:tagLst>
</file>

<file path=ppt/tags/tag436.xml><?xml version="1.0" encoding="utf-8"?>
<p:tagLst xmlns:p="http://schemas.openxmlformats.org/presentationml/2006/main">
  <p:tag name="AS_UNIQUEID" val="848"/>
</p:tagLst>
</file>

<file path=ppt/tags/tag437.xml><?xml version="1.0" encoding="utf-8"?>
<p:tagLst xmlns:p="http://schemas.openxmlformats.org/presentationml/2006/main">
  <p:tag name="AS_UNIQUEID" val="849"/>
</p:tagLst>
</file>

<file path=ppt/tags/tag438.xml><?xml version="1.0" encoding="utf-8"?>
<p:tagLst xmlns:p="http://schemas.openxmlformats.org/presentationml/2006/main">
  <p:tag name="AS_UNIQUEID" val="850"/>
</p:tagLst>
</file>

<file path=ppt/tags/tag439.xml><?xml version="1.0" encoding="utf-8"?>
<p:tagLst xmlns:p="http://schemas.openxmlformats.org/presentationml/2006/main">
  <p:tag name="AS_UNIQUEID" val="851"/>
</p:tagLst>
</file>

<file path=ppt/tags/tag440.xml><?xml version="1.0" encoding="utf-8"?>
<p:tagLst xmlns:p="http://schemas.openxmlformats.org/presentationml/2006/main">
  <p:tag name="AS_UNIQUEID" val="852"/>
</p:tagLst>
</file>

<file path=ppt/tags/tag441.xml><?xml version="1.0" encoding="utf-8"?>
<p:tagLst xmlns:p="http://schemas.openxmlformats.org/presentationml/2006/main">
  <p:tag name="AS_UNIQUEID" val="853"/>
</p:tagLst>
</file>

<file path=ppt/tags/tag442.xml><?xml version="1.0" encoding="utf-8"?>
<p:tagLst xmlns:p="http://schemas.openxmlformats.org/presentationml/2006/main">
  <p:tag name="AS_UNIQUEID" val="854"/>
</p:tagLst>
</file>

<file path=ppt/tags/tag443.xml><?xml version="1.0" encoding="utf-8"?>
<p:tagLst xmlns:p="http://schemas.openxmlformats.org/presentationml/2006/main">
  <p:tag name="AS_UNIQUEID" val="855"/>
</p:tagLst>
</file>

<file path=ppt/tags/tag444.xml><?xml version="1.0" encoding="utf-8"?>
<p:tagLst xmlns:p="http://schemas.openxmlformats.org/presentationml/2006/main">
  <p:tag name="AS_UNIQUEID" val="856"/>
</p:tagLst>
</file>

<file path=ppt/tags/tag445.xml><?xml version="1.0" encoding="utf-8"?>
<p:tagLst xmlns:p="http://schemas.openxmlformats.org/presentationml/2006/main">
  <p:tag name="AS_UNIQUEID" val="857"/>
</p:tagLst>
</file>

<file path=ppt/tags/tag446.xml><?xml version="1.0" encoding="utf-8"?>
<p:tagLst xmlns:p="http://schemas.openxmlformats.org/presentationml/2006/main">
  <p:tag name="AS_UNIQUEID" val="858"/>
</p:tagLst>
</file>

<file path=ppt/tags/tag447.xml><?xml version="1.0" encoding="utf-8"?>
<p:tagLst xmlns:p="http://schemas.openxmlformats.org/presentationml/2006/main">
  <p:tag name="AS_UNIQUEID" val="859"/>
</p:tagLst>
</file>

<file path=ppt/tags/tag448.xml><?xml version="1.0" encoding="utf-8"?>
<p:tagLst xmlns:p="http://schemas.openxmlformats.org/presentationml/2006/main">
  <p:tag name="AS_UNIQUEID" val="860"/>
</p:tagLst>
</file>

<file path=ppt/tags/tag449.xml><?xml version="1.0" encoding="utf-8"?>
<p:tagLst xmlns:p="http://schemas.openxmlformats.org/presentationml/2006/main">
  <p:tag name="AS_UNIQUEID" val="861"/>
</p:tagLst>
</file>

<file path=ppt/tags/tag450.xml><?xml version="1.0" encoding="utf-8"?>
<p:tagLst xmlns:p="http://schemas.openxmlformats.org/presentationml/2006/main">
  <p:tag name="AS_UNIQUEID" val="862"/>
</p:tagLst>
</file>

<file path=ppt/tags/tag451.xml><?xml version="1.0" encoding="utf-8"?>
<p:tagLst xmlns:p="http://schemas.openxmlformats.org/presentationml/2006/main">
  <p:tag name="AS_UNIQUEID" val="863"/>
</p:tagLst>
</file>

<file path=ppt/tags/tag452.xml><?xml version="1.0" encoding="utf-8"?>
<p:tagLst xmlns:p="http://schemas.openxmlformats.org/presentationml/2006/main">
  <p:tag name="AS_UNIQUEID" val="864"/>
</p:tagLst>
</file>

<file path=ppt/tags/tag453.xml><?xml version="1.0" encoding="utf-8"?>
<p:tagLst xmlns:p="http://schemas.openxmlformats.org/presentationml/2006/main">
  <p:tag name="AS_UNIQUEID" val="865"/>
</p:tagLst>
</file>

<file path=ppt/tags/tag454.xml><?xml version="1.0" encoding="utf-8"?>
<p:tagLst xmlns:p="http://schemas.openxmlformats.org/presentationml/2006/main">
  <p:tag name="AS_UNIQUEID" val="866"/>
</p:tagLst>
</file>

<file path=ppt/tags/tag455.xml><?xml version="1.0" encoding="utf-8"?>
<p:tagLst xmlns:p="http://schemas.openxmlformats.org/presentationml/2006/main">
  <p:tag name="AS_UNIQUEID" val="867"/>
</p:tagLst>
</file>

<file path=ppt/tags/tag456.xml><?xml version="1.0" encoding="utf-8"?>
<p:tagLst xmlns:p="http://schemas.openxmlformats.org/presentationml/2006/main">
  <p:tag name="AS_UNIQUEID" val="868"/>
</p:tagLst>
</file>

<file path=ppt/tags/tag457.xml><?xml version="1.0" encoding="utf-8"?>
<p:tagLst xmlns:p="http://schemas.openxmlformats.org/presentationml/2006/main">
  <p:tag name="AS_UNIQUEID" val="869"/>
  <p:tag name="KSO_WM_BEAUTIFY_FLAG" val=""/>
</p:tagLst>
</file>

<file path=ppt/tags/tag458.xml><?xml version="1.0" encoding="utf-8"?>
<p:tagLst xmlns:p="http://schemas.openxmlformats.org/presentationml/2006/main">
  <p:tag name="AS_UNIQUEID" val="870"/>
  <p:tag name="KSO_WM_BEAUTIFY_FLAG" val=""/>
</p:tagLst>
</file>

<file path=ppt/tags/tag459.xml><?xml version="1.0" encoding="utf-8"?>
<p:tagLst xmlns:p="http://schemas.openxmlformats.org/presentationml/2006/main">
  <p:tag name="AS_UNIQUEID" val="871"/>
  <p:tag name="KSO_WM_BEAUTIFY_FLAG" val=""/>
</p:tagLst>
</file>

<file path=ppt/tags/tag460.xml><?xml version="1.0" encoding="utf-8"?>
<p:tagLst xmlns:p="http://schemas.openxmlformats.org/presentationml/2006/main">
  <p:tag name="AS_UNIQUEID" val="872"/>
</p:tagLst>
</file>

<file path=ppt/tags/tag461.xml><?xml version="1.0" encoding="utf-8"?>
<p:tagLst xmlns:p="http://schemas.openxmlformats.org/presentationml/2006/main">
  <p:tag name="AS_UNIQUEID" val="873"/>
</p:tagLst>
</file>

<file path=ppt/tags/tag462.xml><?xml version="1.0" encoding="utf-8"?>
<p:tagLst xmlns:p="http://schemas.openxmlformats.org/presentationml/2006/main">
  <p:tag name="AS_UNIQUEID" val="874"/>
</p:tagLst>
</file>

<file path=ppt/tags/tag463.xml><?xml version="1.0" encoding="utf-8"?>
<p:tagLst xmlns:p="http://schemas.openxmlformats.org/presentationml/2006/main">
  <p:tag name="AS_UNIQUEID" val="875"/>
</p:tagLst>
</file>

<file path=ppt/tags/tag464.xml><?xml version="1.0" encoding="utf-8"?>
<p:tagLst xmlns:p="http://schemas.openxmlformats.org/presentationml/2006/main">
  <p:tag name="AS_UNIQUEID" val="876"/>
</p:tagLst>
</file>

<file path=ppt/tags/tag465.xml><?xml version="1.0" encoding="utf-8"?>
<p:tagLst xmlns:p="http://schemas.openxmlformats.org/presentationml/2006/main">
  <p:tag name="AS_UNIQUEID" val="877"/>
  <p:tag name="KSO_WM_BEAUTIFY_FLAG" val=""/>
</p:tagLst>
</file>

<file path=ppt/tags/tag466.xml><?xml version="1.0" encoding="utf-8"?>
<p:tagLst xmlns:p="http://schemas.openxmlformats.org/presentationml/2006/main">
  <p:tag name="AS_UNIQUEID" val="878"/>
  <p:tag name="KSO_WM_BEAUTIFY_FLAG" val=""/>
</p:tagLst>
</file>

<file path=ppt/tags/tag467.xml><?xml version="1.0" encoding="utf-8"?>
<p:tagLst xmlns:p="http://schemas.openxmlformats.org/presentationml/2006/main">
  <p:tag name="AS_UNIQUEID" val="879"/>
</p:tagLst>
</file>

<file path=ppt/tags/tag468.xml><?xml version="1.0" encoding="utf-8"?>
<p:tagLst xmlns:p="http://schemas.openxmlformats.org/presentationml/2006/main">
  <p:tag name="AS_UNIQUEID" val="387"/>
</p:tagLst>
</file>

<file path=ppt/tags/tag469.xml><?xml version="1.0" encoding="utf-8"?>
<p:tagLst xmlns:p="http://schemas.openxmlformats.org/presentationml/2006/main">
  <p:tag name="AS_UNIQUEID" val="880"/>
  <p:tag name="KSO_WM_BEAUTIFY_FLAG" val=""/>
</p:tagLst>
</file>

<file path=ppt/tags/tag470.xml><?xml version="1.0" encoding="utf-8"?>
<p:tagLst xmlns:p="http://schemas.openxmlformats.org/presentationml/2006/main">
  <p:tag name="AS_UNIQUEID" val="881"/>
</p:tagLst>
</file>

<file path=ppt/tags/tag471.xml><?xml version="1.0" encoding="utf-8"?>
<p:tagLst xmlns:p="http://schemas.openxmlformats.org/presentationml/2006/main">
  <p:tag name="AS_UNIQUEID" val="882"/>
</p:tagLst>
</file>

<file path=ppt/tags/tag472.xml><?xml version="1.0" encoding="utf-8"?>
<p:tagLst xmlns:p="http://schemas.openxmlformats.org/presentationml/2006/main">
  <p:tag name="AS_UNIQUEID" val="883"/>
</p:tagLst>
</file>

<file path=ppt/tags/tag473.xml><?xml version="1.0" encoding="utf-8"?>
<p:tagLst xmlns:p="http://schemas.openxmlformats.org/presentationml/2006/main">
  <p:tag name="AS_UNIQUEID" val="884"/>
</p:tagLst>
</file>

<file path=ppt/tags/tag474.xml><?xml version="1.0" encoding="utf-8"?>
<p:tagLst xmlns:p="http://schemas.openxmlformats.org/presentationml/2006/main">
  <p:tag name="AS_UNIQUEID" val="885"/>
</p:tagLst>
</file>

<file path=ppt/tags/tag475.xml><?xml version="1.0" encoding="utf-8"?>
<p:tagLst xmlns:p="http://schemas.openxmlformats.org/presentationml/2006/main">
  <p:tag name="AS_UNIQUEID" val="886"/>
  <p:tag name="KSO_WM_BEAUTIFY_FLAG" val=""/>
</p:tagLst>
</file>

<file path=ppt/tags/tag476.xml><?xml version="1.0" encoding="utf-8"?>
<p:tagLst xmlns:p="http://schemas.openxmlformats.org/presentationml/2006/main">
  <p:tag name="AS_UNIQUEID" val="887"/>
  <p:tag name="KSO_WM_BEAUTIFY_FLAG" val=""/>
</p:tagLst>
</file>

<file path=ppt/tags/tag477.xml><?xml version="1.0" encoding="utf-8"?>
<p:tagLst xmlns:p="http://schemas.openxmlformats.org/presentationml/2006/main">
  <p:tag name="AS_UNIQUEID" val="888"/>
</p:tagLst>
</file>

<file path=ppt/tags/tag478.xml><?xml version="1.0" encoding="utf-8"?>
<p:tagLst xmlns:p="http://schemas.openxmlformats.org/presentationml/2006/main">
  <p:tag name="AS_UNIQUEID" val="889"/>
</p:tagLst>
</file>

<file path=ppt/tags/tag479.xml><?xml version="1.0" encoding="utf-8"?>
<p:tagLst xmlns:p="http://schemas.openxmlformats.org/presentationml/2006/main">
  <p:tag name="AS_UNIQUEID" val="890"/>
  <p:tag name="KSO_WM_BEAUTIFY_FLAG" val=""/>
</p:tagLst>
</file>

<file path=ppt/tags/tag480.xml><?xml version="1.0" encoding="utf-8"?>
<p:tagLst xmlns:p="http://schemas.openxmlformats.org/presentationml/2006/main">
  <p:tag name="AS_UNIQUEID" val="891"/>
  <p:tag name="KSO_WM_BEAUTIFY_FLAG" val=""/>
</p:tagLst>
</file>

<file path=ppt/tags/tag481.xml><?xml version="1.0" encoding="utf-8"?>
<p:tagLst xmlns:p="http://schemas.openxmlformats.org/presentationml/2006/main">
  <p:tag name="AS_UNIQUEID" val="892"/>
  <p:tag name="KSO_WM_BEAUTIFY_FLAG" val=""/>
</p:tagLst>
</file>

<file path=ppt/tags/tag482.xml><?xml version="1.0" encoding="utf-8"?>
<p:tagLst xmlns:p="http://schemas.openxmlformats.org/presentationml/2006/main">
  <p:tag name="AS_UNIQUEID" val="893"/>
  <p:tag name="KSO_WM_BEAUTIFY_FLAG" val=""/>
</p:tagLst>
</file>

<file path=ppt/tags/tag483.xml><?xml version="1.0" encoding="utf-8"?>
<p:tagLst xmlns:p="http://schemas.openxmlformats.org/presentationml/2006/main">
  <p:tag name="AS_UNIQUEID" val="894"/>
  <p:tag name="KSO_WM_BEAUTIFY_FLAG" val=""/>
</p:tagLst>
</file>

<file path=ppt/tags/tag484.xml><?xml version="1.0" encoding="utf-8"?>
<p:tagLst xmlns:p="http://schemas.openxmlformats.org/presentationml/2006/main">
  <p:tag name="AS_UNIQUEID" val="895"/>
</p:tagLst>
</file>

<file path=ppt/tags/tag485.xml><?xml version="1.0" encoding="utf-8"?>
<p:tagLst xmlns:p="http://schemas.openxmlformats.org/presentationml/2006/main">
  <p:tag name="AS_UNIQUEID" val="896"/>
  <p:tag name="KSO_WM_BEAUTIFY_FLAG" val=""/>
</p:tagLst>
</file>

<file path=ppt/tags/tag486.xml><?xml version="1.0" encoding="utf-8"?>
<p:tagLst xmlns:p="http://schemas.openxmlformats.org/presentationml/2006/main">
  <p:tag name="AS_UNIQUEID" val="897"/>
  <p:tag name="KSO_WM_BEAUTIFY_FLAG" val=""/>
</p:tagLst>
</file>

<file path=ppt/tags/tag487.xml><?xml version="1.0" encoding="utf-8"?>
<p:tagLst xmlns:p="http://schemas.openxmlformats.org/presentationml/2006/main">
  <p:tag name="AS_UNIQUEID" val="898"/>
  <p:tag name="KSO_WM_BEAUTIFY_FLAG" val=""/>
</p:tagLst>
</file>

<file path=ppt/tags/tag488.xml><?xml version="1.0" encoding="utf-8"?>
<p:tagLst xmlns:p="http://schemas.openxmlformats.org/presentationml/2006/main">
  <p:tag name="AS_UNIQUEID" val="899"/>
  <p:tag name="KSO_WM_BEAUTIFY_FLAG" val=""/>
</p:tagLst>
</file>

<file path=ppt/tags/tag489.xml><?xml version="1.0" encoding="utf-8"?>
<p:tagLst xmlns:p="http://schemas.openxmlformats.org/presentationml/2006/main">
  <p:tag name="AS_UNIQUEID" val="900"/>
  <p:tag name="KSO_WM_BEAUTIFY_FLAG" val=""/>
</p:tagLst>
</file>

<file path=ppt/tags/tag490.xml><?xml version="1.0" encoding="utf-8"?>
<p:tagLst xmlns:p="http://schemas.openxmlformats.org/presentationml/2006/main">
  <p:tag name="AS_UNIQUEID" val="308"/>
</p:tagLst>
</file>

<file path=ppt/tags/tag491.xml><?xml version="1.0" encoding="utf-8"?>
<p:tagLst xmlns:p="http://schemas.openxmlformats.org/presentationml/2006/main">
  <p:tag name="AS_UNIQUEID" val="21"/>
</p:tagLst>
</file>

<file path=ppt/tags/tag492.xml><?xml version="1.0" encoding="utf-8"?>
<p:tagLst xmlns:p="http://schemas.openxmlformats.org/presentationml/2006/main">
  <p:tag name="AS_UNIQUEID" val="901"/>
</p:tagLst>
</file>

<file path=ppt/tags/tag493.xml><?xml version="1.0" encoding="utf-8"?>
<p:tagLst xmlns:p="http://schemas.openxmlformats.org/presentationml/2006/main">
  <p:tag name="AS_UNIQUEID" val="330"/>
</p:tagLst>
</file>

<file path=ppt/tags/tag494.xml><?xml version="1.0" encoding="utf-8"?>
<p:tagLst xmlns:p="http://schemas.openxmlformats.org/presentationml/2006/main">
  <p:tag name="AS_UNIQUEID" val="902"/>
  <p:tag name="KSO_WM_BEAUTIFY_FLAG" val=""/>
</p:tagLst>
</file>

<file path=ppt/tags/tag495.xml><?xml version="1.0" encoding="utf-8"?>
<p:tagLst xmlns:p="http://schemas.openxmlformats.org/presentationml/2006/main">
  <p:tag name="AS_UNIQUEID" val="903"/>
</p:tagLst>
</file>

<file path=ppt/tags/tag496.xml><?xml version="1.0" encoding="utf-8"?>
<p:tagLst xmlns:p="http://schemas.openxmlformats.org/presentationml/2006/main">
  <p:tag name="AS_UNIQUEID" val="904"/>
</p:tagLst>
</file>

<file path=ppt/tags/tag497.xml><?xml version="1.0" encoding="utf-8"?>
<p:tagLst xmlns:p="http://schemas.openxmlformats.org/presentationml/2006/main">
  <p:tag name="AS_UNIQUEID" val="905"/>
  <p:tag name="KSO_WM_BEAUTIFY_FLAG" val=""/>
</p:tagLst>
</file>

<file path=ppt/tags/tag498.xml><?xml version="1.0" encoding="utf-8"?>
<p:tagLst xmlns:p="http://schemas.openxmlformats.org/presentationml/2006/main">
  <p:tag name="AS_UNIQUEID" val="906"/>
  <p:tag name="KSO_WM_BEAUTIFY_FLAG" val=""/>
</p:tagLst>
</file>

<file path=ppt/tags/tag499.xml><?xml version="1.0" encoding="utf-8"?>
<p:tagLst xmlns:p="http://schemas.openxmlformats.org/presentationml/2006/main">
  <p:tag name="AS_UNIQUEID" val="907"/>
  <p:tag name="KSO_WM_BEAUTIFY_FLAG" val=""/>
</p:tagLst>
</file>

<file path=ppt/tags/tag500.xml><?xml version="1.0" encoding="utf-8"?>
<p:tagLst xmlns:p="http://schemas.openxmlformats.org/presentationml/2006/main">
  <p:tag name="AS_UNIQUEID" val="908"/>
  <p:tag name="KSO_WM_BEAUTIFY_FLAG" val=""/>
</p:tagLst>
</file>

<file path=ppt/tags/tag501.xml><?xml version="1.0" encoding="utf-8"?>
<p:tagLst xmlns:p="http://schemas.openxmlformats.org/presentationml/2006/main">
  <p:tag name="AS_UNIQUEID" val="909"/>
</p:tagLst>
</file>

<file path=ppt/tags/tag502.xml><?xml version="1.0" encoding="utf-8"?>
<p:tagLst xmlns:p="http://schemas.openxmlformats.org/presentationml/2006/main">
  <p:tag name="AS_UNIQUEID" val="910"/>
</p:tagLst>
</file>

<file path=ppt/tags/tag503.xml><?xml version="1.0" encoding="utf-8"?>
<p:tagLst xmlns:p="http://schemas.openxmlformats.org/presentationml/2006/main">
  <p:tag name="AS_UNIQUEID" val="911"/>
</p:tagLst>
</file>

<file path=ppt/tags/tag504.xml><?xml version="1.0" encoding="utf-8"?>
<p:tagLst xmlns:p="http://schemas.openxmlformats.org/presentationml/2006/main">
  <p:tag name="AS_UNIQUEID" val="912"/>
  <p:tag name="KSO_WM_BEAUTIFY_FLAG" val=""/>
</p:tagLst>
</file>

<file path=ppt/tags/tag505.xml><?xml version="1.0" encoding="utf-8"?>
<p:tagLst xmlns:p="http://schemas.openxmlformats.org/presentationml/2006/main">
  <p:tag name="AS_UNIQUEID" val="913"/>
  <p:tag name="KSO_WM_BEAUTIFY_FLAG" val=""/>
</p:tagLst>
</file>

<file path=ppt/tags/tag506.xml><?xml version="1.0" encoding="utf-8"?>
<p:tagLst xmlns:p="http://schemas.openxmlformats.org/presentationml/2006/main">
  <p:tag name="AS_UNIQUEID" val="914"/>
  <p:tag name="KSO_WM_BEAUTIFY_FLAG" val=""/>
</p:tagLst>
</file>

<file path=ppt/tags/tag507.xml><?xml version="1.0" encoding="utf-8"?>
<p:tagLst xmlns:p="http://schemas.openxmlformats.org/presentationml/2006/main">
  <p:tag name="AS_UNIQUEID" val="915"/>
  <p:tag name="KSO_WM_BEAUTIFY_FLAG" val=""/>
</p:tagLst>
</file>

<file path=ppt/tags/tag508.xml><?xml version="1.0" encoding="utf-8"?>
<p:tagLst xmlns:p="http://schemas.openxmlformats.org/presentationml/2006/main">
  <p:tag name="AS_UNIQUEID" val="916"/>
  <p:tag name="KSO_WM_BEAUTIFY_FLAG" val=""/>
</p:tagLst>
</file>

<file path=ppt/tags/tag509.xml><?xml version="1.0" encoding="utf-8"?>
<p:tagLst xmlns:p="http://schemas.openxmlformats.org/presentationml/2006/main">
  <p:tag name="AS_UNIQUEID" val="917"/>
  <p:tag name="KSO_WM_BEAUTIFY_FLAG" val=""/>
</p:tagLst>
</file>

<file path=ppt/tags/tag510.xml><?xml version="1.0" encoding="utf-8"?>
<p:tagLst xmlns:p="http://schemas.openxmlformats.org/presentationml/2006/main">
  <p:tag name="AS_UNIQUEID" val="918"/>
</p:tagLst>
</file>

<file path=ppt/tags/tag511.xml><?xml version="1.0" encoding="utf-8"?>
<p:tagLst xmlns:p="http://schemas.openxmlformats.org/presentationml/2006/main">
  <p:tag name="AS_UNIQUEID" val="919"/>
</p:tagLst>
</file>

<file path=ppt/tags/tag512.xml><?xml version="1.0" encoding="utf-8"?>
<p:tagLst xmlns:p="http://schemas.openxmlformats.org/presentationml/2006/main">
  <p:tag name="AS_UNIQUEID" val="920"/>
  <p:tag name="KSO_WM_BEAUTIFY_FLAG" val=""/>
</p:tagLst>
</file>

<file path=ppt/tags/tag513.xml><?xml version="1.0" encoding="utf-8"?>
<p:tagLst xmlns:p="http://schemas.openxmlformats.org/presentationml/2006/main">
  <p:tag name="AS_UNIQUEID" val="921"/>
  <p:tag name="KSO_WM_BEAUTIFY_FLAG" val=""/>
</p:tagLst>
</file>

<file path=ppt/tags/tag514.xml><?xml version="1.0" encoding="utf-8"?>
<p:tagLst xmlns:p="http://schemas.openxmlformats.org/presentationml/2006/main">
  <p:tag name="AS_UNIQUEID" val="922"/>
  <p:tag name="KSO_WM_BEAUTIFY_FLAG" val=""/>
</p:tagLst>
</file>

<file path=ppt/tags/tag515.xml><?xml version="1.0" encoding="utf-8"?>
<p:tagLst xmlns:p="http://schemas.openxmlformats.org/presentationml/2006/main">
  <p:tag name="AS_UNIQUEID" val="923"/>
  <p:tag name="KSO_WM_BEAUTIFY_FLAG" val=""/>
</p:tagLst>
</file>

<file path=ppt/tags/tag516.xml><?xml version="1.0" encoding="utf-8"?>
<p:tagLst xmlns:p="http://schemas.openxmlformats.org/presentationml/2006/main">
  <p:tag name="AS_UNIQUEID" val="924"/>
  <p:tag name="KSO_WM_BEAUTIFY_FLAG" val=""/>
</p:tagLst>
</file>

<file path=ppt/tags/tag517.xml><?xml version="1.0" encoding="utf-8"?>
<p:tagLst xmlns:p="http://schemas.openxmlformats.org/presentationml/2006/main">
  <p:tag name="AS_UNIQUEID" val="925"/>
  <p:tag name="KSO_WM_BEAUTIFY_FLAG" val=""/>
</p:tagLst>
</file>

<file path=ppt/tags/tag518.xml><?xml version="1.0" encoding="utf-8"?>
<p:tagLst xmlns:p="http://schemas.openxmlformats.org/presentationml/2006/main">
  <p:tag name="AS_UNIQUEID" val="926"/>
</p:tagLst>
</file>

<file path=ppt/tags/tag519.xml><?xml version="1.0" encoding="utf-8"?>
<p:tagLst xmlns:p="http://schemas.openxmlformats.org/presentationml/2006/main">
  <p:tag name="AS_UNIQUEID" val="927"/>
  <p:tag name="KSO_WM_BEAUTIFY_FLAG" val=""/>
</p:tagLst>
</file>

<file path=ppt/tags/tag520.xml><?xml version="1.0" encoding="utf-8"?>
<p:tagLst xmlns:p="http://schemas.openxmlformats.org/presentationml/2006/main">
  <p:tag name="AS_UNIQUEID" val="928"/>
  <p:tag name="KSO_WM_BEAUTIFY_FLAG" val=""/>
</p:tagLst>
</file>

<file path=ppt/tags/tag521.xml><?xml version="1.0" encoding="utf-8"?>
<p:tagLst xmlns:p="http://schemas.openxmlformats.org/presentationml/2006/main">
  <p:tag name="AS_UNIQUEID" val="929"/>
  <p:tag name="KSO_WM_BEAUTIFY_FLAG" val=""/>
</p:tagLst>
</file>

<file path=ppt/tags/tag522.xml><?xml version="1.0" encoding="utf-8"?>
<p:tagLst xmlns:p="http://schemas.openxmlformats.org/presentationml/2006/main">
  <p:tag name="AS_UNIQUEID" val="930"/>
  <p:tag name="KSO_WM_BEAUTIFY_FLAG" val=""/>
</p:tagLst>
</file>

<file path=ppt/tags/tag523.xml><?xml version="1.0" encoding="utf-8"?>
<p:tagLst xmlns:p="http://schemas.openxmlformats.org/presentationml/2006/main">
  <p:tag name="AS_UNIQUEID" val="931"/>
  <p:tag name="KSO_WM_BEAUTIFY_FLAG" val=""/>
</p:tagLst>
</file>

<file path=ppt/tags/tag524.xml><?xml version="1.0" encoding="utf-8"?>
<p:tagLst xmlns:p="http://schemas.openxmlformats.org/presentationml/2006/main">
  <p:tag name="AS_UNIQUEID" val="932"/>
  <p:tag name="KSO_WM_BEAUTIFY_FLAG" val=""/>
</p:tagLst>
</file>

<file path=ppt/tags/tag525.xml><?xml version="1.0" encoding="utf-8"?>
<p:tagLst xmlns:p="http://schemas.openxmlformats.org/presentationml/2006/main">
  <p:tag name="AS_UNIQUEID" val="933"/>
</p:tagLst>
</file>

<file path=ppt/tags/tag526.xml><?xml version="1.0" encoding="utf-8"?>
<p:tagLst xmlns:p="http://schemas.openxmlformats.org/presentationml/2006/main">
  <p:tag name="AS_UNIQUEID" val="934"/>
</p:tagLst>
</file>

<file path=ppt/tags/tag527.xml><?xml version="1.0" encoding="utf-8"?>
<p:tagLst xmlns:p="http://schemas.openxmlformats.org/presentationml/2006/main">
  <p:tag name="AS_UNIQUEID" val="935"/>
</p:tagLst>
</file>

<file path=ppt/tags/tag528.xml><?xml version="1.0" encoding="utf-8"?>
<p:tagLst xmlns:p="http://schemas.openxmlformats.org/presentationml/2006/main">
  <p:tag name="AS_UNIQUEID" val="936"/>
</p:tagLst>
</file>

<file path=ppt/tags/tag529.xml><?xml version="1.0" encoding="utf-8"?>
<p:tagLst xmlns:p="http://schemas.openxmlformats.org/presentationml/2006/main">
  <p:tag name="AS_UNIQUEID" val="937"/>
</p:tagLst>
</file>

<file path=ppt/tags/tag530.xml><?xml version="1.0" encoding="utf-8"?>
<p:tagLst xmlns:p="http://schemas.openxmlformats.org/presentationml/2006/main">
  <p:tag name="AS_UNIQUEID" val="938"/>
  <p:tag name="KSO_WM_BEAUTIFY_FLAG" val=""/>
</p:tagLst>
</file>

<file path=ppt/tags/tag531.xml><?xml version="1.0" encoding="utf-8"?>
<p:tagLst xmlns:p="http://schemas.openxmlformats.org/presentationml/2006/main">
  <p:tag name="AS_UNIQUEID" val="939"/>
  <p:tag name="KSO_WM_BEAUTIFY_FLAG" val=""/>
</p:tagLst>
</file>

<file path=ppt/tags/tag532.xml><?xml version="1.0" encoding="utf-8"?>
<p:tagLst xmlns:p="http://schemas.openxmlformats.org/presentationml/2006/main">
  <p:tag name="AS_UNIQUEID" val="940"/>
</p:tagLst>
</file>

<file path=ppt/tags/tag533.xml><?xml version="1.0" encoding="utf-8"?>
<p:tagLst xmlns:p="http://schemas.openxmlformats.org/presentationml/2006/main">
  <p:tag name="AS_UNIQUEID" val="941"/>
</p:tagLst>
</file>

<file path=ppt/tags/tag534.xml><?xml version="1.0" encoding="utf-8"?>
<p:tagLst xmlns:p="http://schemas.openxmlformats.org/presentationml/2006/main">
  <p:tag name="AS_UNIQUEID" val="942"/>
  <p:tag name="KSO_WM_BEAUTIFY_FLAG" val=""/>
</p:tagLst>
</file>

<file path=ppt/tags/tag535.xml><?xml version="1.0" encoding="utf-8"?>
<p:tagLst xmlns:p="http://schemas.openxmlformats.org/presentationml/2006/main">
  <p:tag name="AS_UNIQUEID" val="943"/>
  <p:tag name="KSO_WM_BEAUTIFY_FLAG" val=""/>
</p:tagLst>
</file>

<file path=ppt/tags/tag536.xml><?xml version="1.0" encoding="utf-8"?>
<p:tagLst xmlns:p="http://schemas.openxmlformats.org/presentationml/2006/main">
  <p:tag name="AS_UNIQUEID" val="944"/>
  <p:tag name="KSO_WM_BEAUTIFY_FLAG" val=""/>
</p:tagLst>
</file>

<file path=ppt/tags/tag537.xml><?xml version="1.0" encoding="utf-8"?>
<p:tagLst xmlns:p="http://schemas.openxmlformats.org/presentationml/2006/main">
  <p:tag name="AS_UNIQUEID" val="945"/>
  <p:tag name="KSO_WM_BEAUTIFY_FLAG" val=""/>
</p:tagLst>
</file>

<file path=ppt/tags/tag538.xml><?xml version="1.0" encoding="utf-8"?>
<p:tagLst xmlns:p="http://schemas.openxmlformats.org/presentationml/2006/main">
  <p:tag name="AS_UNIQUEID" val="946"/>
  <p:tag name="KSO_WM_BEAUTIFY_FLAG" val=""/>
</p:tagLst>
</file>

<file path=ppt/tags/tag539.xml><?xml version="1.0" encoding="utf-8"?>
<p:tagLst xmlns:p="http://schemas.openxmlformats.org/presentationml/2006/main">
  <p:tag name="AS_UNIQUEID" val="947"/>
</p:tagLst>
</file>

<file path=ppt/tags/tag540.xml><?xml version="1.0" encoding="utf-8"?>
<p:tagLst xmlns:p="http://schemas.openxmlformats.org/presentationml/2006/main">
  <p:tag name="AS_UNIQUEID" val="948"/>
  <p:tag name="KSO_WM_BEAUTIFY_FLAG" val=""/>
</p:tagLst>
</file>

<file path=ppt/tags/tag541.xml><?xml version="1.0" encoding="utf-8"?>
<p:tagLst xmlns:p="http://schemas.openxmlformats.org/presentationml/2006/main">
  <p:tag name="AS_UNIQUEID" val="949"/>
  <p:tag name="KSO_WM_BEAUTIFY_FLAG" val=""/>
</p:tagLst>
</file>

<file path=ppt/tags/tag542.xml><?xml version="1.0" encoding="utf-8"?>
<p:tagLst xmlns:p="http://schemas.openxmlformats.org/presentationml/2006/main">
  <p:tag name="AS_UNIQUEID" val="950"/>
  <p:tag name="KSO_WM_BEAUTIFY_FLAG" val=""/>
</p:tagLst>
</file>

<file path=ppt/tags/tag543.xml><?xml version="1.0" encoding="utf-8"?>
<p:tagLst xmlns:p="http://schemas.openxmlformats.org/presentationml/2006/main">
  <p:tag name="AS_UNIQUEID" val="951"/>
  <p:tag name="KSO_WM_BEAUTIFY_FLAG" val=""/>
</p:tagLst>
</file>

<file path=ppt/tags/tag544.xml><?xml version="1.0" encoding="utf-8"?>
<p:tagLst xmlns:p="http://schemas.openxmlformats.org/presentationml/2006/main">
  <p:tag name="AS_UNIQUEID" val="952"/>
  <p:tag name="KSO_WM_BEAUTIFY_FLAG" val=""/>
</p:tagLst>
</file>

<file path=ppt/tags/tag545.xml><?xml version="1.0" encoding="utf-8"?>
<p:tagLst xmlns:p="http://schemas.openxmlformats.org/presentationml/2006/main">
  <p:tag name="AS_UNIQUEID" val="308"/>
</p:tagLst>
</file>

<file path=ppt/tags/tag546.xml><?xml version="1.0" encoding="utf-8"?>
<p:tagLst xmlns:p="http://schemas.openxmlformats.org/presentationml/2006/main">
  <p:tag name="AS_UNIQUEID" val="343"/>
</p:tagLst>
</file>

<file path=ppt/tags/tag547.xml><?xml version="1.0" encoding="utf-8"?>
<p:tagLst xmlns:p="http://schemas.openxmlformats.org/presentationml/2006/main">
  <p:tag name="AS_UNIQUEID" val="953"/>
  <p:tag name="KSO_WM_BEAUTIFY_FLAG" val=""/>
</p:tagLst>
</file>

<file path=ppt/tags/tag548.xml><?xml version="1.0" encoding="utf-8"?>
<p:tagLst xmlns:p="http://schemas.openxmlformats.org/presentationml/2006/main">
  <p:tag name="AS_UNIQUEID" val="954"/>
</p:tagLst>
</file>

<file path=ppt/tags/tag549.xml><?xml version="1.0" encoding="utf-8"?>
<p:tagLst xmlns:p="http://schemas.openxmlformats.org/presentationml/2006/main">
  <p:tag name="AS_UNIQUEID" val="955"/>
  <p:tag name="KSO_WM_BEAUTIFY_FLAG" val=""/>
</p:tagLst>
</file>

<file path=ppt/tags/tag550.xml><?xml version="1.0" encoding="utf-8"?>
<p:tagLst xmlns:p="http://schemas.openxmlformats.org/presentationml/2006/main">
  <p:tag name="AS_UNIQUEID" val="956"/>
  <p:tag name="KSO_WM_BEAUTIFY_FLAG" val=""/>
</p:tagLst>
</file>

<file path=ppt/tags/tag551.xml><?xml version="1.0" encoding="utf-8"?>
<p:tagLst xmlns:p="http://schemas.openxmlformats.org/presentationml/2006/main">
  <p:tag name="AS_UNIQUEID" val="957"/>
  <p:tag name="KSO_WM_BEAUTIFY_FLAG" val=""/>
</p:tagLst>
</file>

<file path=ppt/tags/tag552.xml><?xml version="1.0" encoding="utf-8"?>
<p:tagLst xmlns:p="http://schemas.openxmlformats.org/presentationml/2006/main">
  <p:tag name="AS_UNIQUEID" val="958"/>
  <p:tag name="KSO_WM_BEAUTIFY_FLAG" val=""/>
</p:tagLst>
</file>

<file path=ppt/tags/tag553.xml><?xml version="1.0" encoding="utf-8"?>
<p:tagLst xmlns:p="http://schemas.openxmlformats.org/presentationml/2006/main">
  <p:tag name="AS_UNIQUEID" val="959"/>
  <p:tag name="KSO_WM_BEAUTIFY_FLAG" val=""/>
</p:tagLst>
</file>

<file path=ppt/tags/tag554.xml><?xml version="1.0" encoding="utf-8"?>
<p:tagLst xmlns:p="http://schemas.openxmlformats.org/presentationml/2006/main">
  <p:tag name="AS_UNIQUEID" val="960"/>
  <p:tag name="KSO_WM_BEAUTIFY_FLAG" val=""/>
</p:tagLst>
</file>

<file path=ppt/tags/tag555.xml><?xml version="1.0" encoding="utf-8"?>
<p:tagLst xmlns:p="http://schemas.openxmlformats.org/presentationml/2006/main">
  <p:tag name="AS_UNIQUEID" val="961"/>
  <p:tag name="KSO_WM_BEAUTIFY_FLAG" val=""/>
</p:tagLst>
</file>

<file path=ppt/tags/tag556.xml><?xml version="1.0" encoding="utf-8"?>
<p:tagLst xmlns:p="http://schemas.openxmlformats.org/presentationml/2006/main">
  <p:tag name="AS_UNIQUEID" val="962"/>
  <p:tag name="KSO_WM_BEAUTIFY_FLAG" val=""/>
</p:tagLst>
</file>

<file path=ppt/tags/tag557.xml><?xml version="1.0" encoding="utf-8"?>
<p:tagLst xmlns:p="http://schemas.openxmlformats.org/presentationml/2006/main">
  <p:tag name="AS_UNIQUEID" val="963"/>
  <p:tag name="KSO_WM_BEAUTIFY_FLAG" val=""/>
</p:tagLst>
</file>

<file path=ppt/tags/tag558.xml><?xml version="1.0" encoding="utf-8"?>
<p:tagLst xmlns:p="http://schemas.openxmlformats.org/presentationml/2006/main">
  <p:tag name="AS_UNIQUEID" val="964"/>
  <p:tag name="KSO_WM_BEAUTIFY_FLAG" val=""/>
</p:tagLst>
</file>

<file path=ppt/tags/tag559.xml><?xml version="1.0" encoding="utf-8"?>
<p:tagLst xmlns:p="http://schemas.openxmlformats.org/presentationml/2006/main">
  <p:tag name="AS_UNIQUEID" val="965"/>
  <p:tag name="KSO_WM_BEAUTIFY_FLAG" val=""/>
</p:tagLst>
</file>

<file path=ppt/tags/tag560.xml><?xml version="1.0" encoding="utf-8"?>
<p:tagLst xmlns:p="http://schemas.openxmlformats.org/presentationml/2006/main">
  <p:tag name="AS_UNIQUEID" val="966"/>
  <p:tag name="KSO_WM_BEAUTIFY_FLAG" val=""/>
</p:tagLst>
</file>

<file path=ppt/tags/tag561.xml><?xml version="1.0" encoding="utf-8"?>
<p:tagLst xmlns:p="http://schemas.openxmlformats.org/presentationml/2006/main">
  <p:tag name="AS_UNIQUEID" val="967"/>
  <p:tag name="KSO_WM_BEAUTIFY_FLAG" val=""/>
</p:tagLst>
</file>

<file path=ppt/tags/tag562.xml><?xml version="1.0" encoding="utf-8"?>
<p:tagLst xmlns:p="http://schemas.openxmlformats.org/presentationml/2006/main">
  <p:tag name="AS_UNIQUEID" val="968"/>
</p:tagLst>
</file>

<file path=ppt/tags/tag563.xml><?xml version="1.0" encoding="utf-8"?>
<p:tagLst xmlns:p="http://schemas.openxmlformats.org/presentationml/2006/main">
  <p:tag name="AS_UNIQUEID" val="969"/>
  <p:tag name="KSO_WM_BEAUTIFY_FLAG" val=""/>
</p:tagLst>
</file>

<file path=ppt/tags/tag564.xml><?xml version="1.0" encoding="utf-8"?>
<p:tagLst xmlns:p="http://schemas.openxmlformats.org/presentationml/2006/main">
  <p:tag name="AS_UNIQUEID" val="970"/>
  <p:tag name="KSO_WM_BEAUTIFY_FLAG" val=""/>
</p:tagLst>
</file>

<file path=ppt/tags/tag565.xml><?xml version="1.0" encoding="utf-8"?>
<p:tagLst xmlns:p="http://schemas.openxmlformats.org/presentationml/2006/main">
  <p:tag name="AS_UNIQUEID" val="971"/>
</p:tagLst>
</file>

<file path=ppt/tags/tag566.xml><?xml version="1.0" encoding="utf-8"?>
<p:tagLst xmlns:p="http://schemas.openxmlformats.org/presentationml/2006/main">
  <p:tag name="AS_UNIQUEID" val="972"/>
</p:tagLst>
</file>

<file path=ppt/tags/tag567.xml><?xml version="1.0" encoding="utf-8"?>
<p:tagLst xmlns:p="http://schemas.openxmlformats.org/presentationml/2006/main">
  <p:tag name="AS_UNIQUEID" val="973"/>
</p:tagLst>
</file>

<file path=ppt/tags/tag568.xml><?xml version="1.0" encoding="utf-8"?>
<p:tagLst xmlns:p="http://schemas.openxmlformats.org/presentationml/2006/main">
  <p:tag name="AS_UNIQUEID" val="974"/>
</p:tagLst>
</file>

<file path=ppt/tags/tag569.xml><?xml version="1.0" encoding="utf-8"?>
<p:tagLst xmlns:p="http://schemas.openxmlformats.org/presentationml/2006/main">
  <p:tag name="AS_UNIQUEID" val="975"/>
</p:tagLst>
</file>

<file path=ppt/tags/tag570.xml><?xml version="1.0" encoding="utf-8"?>
<p:tagLst xmlns:p="http://schemas.openxmlformats.org/presentationml/2006/main">
  <p:tag name="AS_UNIQUEID" val="976"/>
  <p:tag name="KSO_WM_BEAUTIFY_FLAG" val=""/>
</p:tagLst>
</file>

<file path=ppt/tags/tag571.xml><?xml version="1.0" encoding="utf-8"?>
<p:tagLst xmlns:p="http://schemas.openxmlformats.org/presentationml/2006/main">
  <p:tag name="AS_UNIQUEID" val="977"/>
  <p:tag name="KSO_WM_BEAUTIFY_FLAG" val=""/>
</p:tagLst>
</file>

<file path=ppt/tags/tag572.xml><?xml version="1.0" encoding="utf-8"?>
<p:tagLst xmlns:p="http://schemas.openxmlformats.org/presentationml/2006/main">
  <p:tag name="AS_UNIQUEID" val="978"/>
</p:tagLst>
</file>

<file path=ppt/tags/tag573.xml><?xml version="1.0" encoding="utf-8"?>
<p:tagLst xmlns:p="http://schemas.openxmlformats.org/presentationml/2006/main">
  <p:tag name="AS_UNIQUEID" val="979"/>
</p:tagLst>
</file>

<file path=ppt/tags/tag574.xml><?xml version="1.0" encoding="utf-8"?>
<p:tagLst xmlns:p="http://schemas.openxmlformats.org/presentationml/2006/main">
  <p:tag name="AS_UNIQUEID" val="980"/>
  <p:tag name="KSO_WM_BEAUTIFY_FLAG" val=""/>
</p:tagLst>
</file>

<file path=ppt/tags/tag575.xml><?xml version="1.0" encoding="utf-8"?>
<p:tagLst xmlns:p="http://schemas.openxmlformats.org/presentationml/2006/main">
  <p:tag name="AS_UNIQUEID" val="981"/>
  <p:tag name="KSO_WM_BEAUTIFY_FLAG" val=""/>
</p:tagLst>
</file>

<file path=ppt/tags/tag576.xml><?xml version="1.0" encoding="utf-8"?>
<p:tagLst xmlns:p="http://schemas.openxmlformats.org/presentationml/2006/main">
  <p:tag name="AS_UNIQUEID" val="982"/>
  <p:tag name="KSO_WM_BEAUTIFY_FLAG" val=""/>
</p:tagLst>
</file>

<file path=ppt/tags/tag577.xml><?xml version="1.0" encoding="utf-8"?>
<p:tagLst xmlns:p="http://schemas.openxmlformats.org/presentationml/2006/main">
  <p:tag name="AS_UNIQUEID" val="983"/>
  <p:tag name="KSO_WM_BEAUTIFY_FLAG" val=""/>
</p:tagLst>
</file>

<file path=ppt/tags/tag578.xml><?xml version="1.0" encoding="utf-8"?>
<p:tagLst xmlns:p="http://schemas.openxmlformats.org/presentationml/2006/main">
  <p:tag name="AS_UNIQUEID" val="984"/>
  <p:tag name="KSO_WM_BEAUTIFY_FLAG" val=""/>
</p:tagLst>
</file>

<file path=ppt/tags/tag579.xml><?xml version="1.0" encoding="utf-8"?>
<p:tagLst xmlns:p="http://schemas.openxmlformats.org/presentationml/2006/main">
  <p:tag name="AS_UNIQUEID" val="985"/>
</p:tagLst>
</file>

<file path=ppt/tags/tag580.xml><?xml version="1.0" encoding="utf-8"?>
<p:tagLst xmlns:p="http://schemas.openxmlformats.org/presentationml/2006/main">
  <p:tag name="AS_UNIQUEID" val="986"/>
  <p:tag name="KSO_WM_BEAUTIFY_FLAG" val=""/>
</p:tagLst>
</file>

<file path=ppt/tags/tag581.xml><?xml version="1.0" encoding="utf-8"?>
<p:tagLst xmlns:p="http://schemas.openxmlformats.org/presentationml/2006/main">
  <p:tag name="AS_UNIQUEID" val="987"/>
  <p:tag name="KSO_WM_BEAUTIFY_FLAG" val=""/>
</p:tagLst>
</file>

<file path=ppt/tags/tag582.xml><?xml version="1.0" encoding="utf-8"?>
<p:tagLst xmlns:p="http://schemas.openxmlformats.org/presentationml/2006/main">
  <p:tag name="AS_UNIQUEID" val="988"/>
  <p:tag name="KSO_WM_BEAUTIFY_FLAG" val=""/>
</p:tagLst>
</file>

<file path=ppt/tags/tag583.xml><?xml version="1.0" encoding="utf-8"?>
<p:tagLst xmlns:p="http://schemas.openxmlformats.org/presentationml/2006/main">
  <p:tag name="AS_UNIQUEID" val="989"/>
  <p:tag name="KSO_WM_BEAUTIFY_FLAG" val=""/>
</p:tagLst>
</file>

<file path=ppt/tags/tag584.xml><?xml version="1.0" encoding="utf-8"?>
<p:tagLst xmlns:p="http://schemas.openxmlformats.org/presentationml/2006/main">
  <p:tag name="AS_UNIQUEID" val="990"/>
  <p:tag name="KSO_WM_BEAUTIFY_FLAG" val=""/>
</p:tagLst>
</file>

<file path=ppt/tags/tag585.xml><?xml version="1.0" encoding="utf-8"?>
<p:tagLst xmlns:p="http://schemas.openxmlformats.org/presentationml/2006/main">
  <p:tag name="AS_UNIQUEID" val="991"/>
</p:tagLst>
</file>

<file path=ppt/tags/tag586.xml><?xml version="1.0" encoding="utf-8"?>
<p:tagLst xmlns:p="http://schemas.openxmlformats.org/presentationml/2006/main">
  <p:tag name="AS_UNIQUEID" val="992"/>
</p:tagLst>
</file>

<file path=ppt/tags/tag587.xml><?xml version="1.0" encoding="utf-8"?>
<p:tagLst xmlns:p="http://schemas.openxmlformats.org/presentationml/2006/main">
  <p:tag name="AS_UNIQUEID" val="993"/>
  <p:tag name="KSO_WM_BEAUTIFY_FLAG" val=""/>
</p:tagLst>
</file>

<file path=ppt/tags/tag588.xml><?xml version="1.0" encoding="utf-8"?>
<p:tagLst xmlns:p="http://schemas.openxmlformats.org/presentationml/2006/main">
  <p:tag name="AS_UNIQUEID" val="994"/>
</p:tagLst>
</file>

<file path=ppt/tags/tag589.xml><?xml version="1.0" encoding="utf-8"?>
<p:tagLst xmlns:p="http://schemas.openxmlformats.org/presentationml/2006/main">
  <p:tag name="AS_UNIQUEID" val="995"/>
</p:tagLst>
</file>

<file path=ppt/tags/tag590.xml><?xml version="1.0" encoding="utf-8"?>
<p:tagLst xmlns:p="http://schemas.openxmlformats.org/presentationml/2006/main">
  <p:tag name="AS_UNIQUEID" val="996"/>
</p:tagLst>
</file>

<file path=ppt/tags/tag591.xml><?xml version="1.0" encoding="utf-8"?>
<p:tagLst xmlns:p="http://schemas.openxmlformats.org/presentationml/2006/main">
  <p:tag name="AS_UNIQUEID" val="997"/>
</p:tagLst>
</file>

<file path=ppt/tags/tag592.xml><?xml version="1.0" encoding="utf-8"?>
<p:tagLst xmlns:p="http://schemas.openxmlformats.org/presentationml/2006/main">
  <p:tag name="AS_UNIQUEID" val="998"/>
</p:tagLst>
</file>

<file path=ppt/tags/tag593.xml><?xml version="1.0" encoding="utf-8"?>
<p:tagLst xmlns:p="http://schemas.openxmlformats.org/presentationml/2006/main">
  <p:tag name="AS_UNIQUEID" val="999"/>
</p:tagLst>
</file>

<file path=ppt/tags/tag594.xml><?xml version="1.0" encoding="utf-8"?>
<p:tagLst xmlns:p="http://schemas.openxmlformats.org/presentationml/2006/main">
  <p:tag name="AS_UNIQUEID" val="1000"/>
</p:tagLst>
</file>

<file path=ppt/tags/tag595.xml><?xml version="1.0" encoding="utf-8"?>
<p:tagLst xmlns:p="http://schemas.openxmlformats.org/presentationml/2006/main">
  <p:tag name="AS_UNIQUEID" val="1001"/>
</p:tagLst>
</file>

<file path=ppt/tags/tag596.xml><?xml version="1.0" encoding="utf-8"?>
<p:tagLst xmlns:p="http://schemas.openxmlformats.org/presentationml/2006/main">
  <p:tag name="AS_UNIQUEID" val="1002"/>
  <p:tag name="KSO_WM_BEAUTIFY_FLAG" val=""/>
</p:tagLst>
</file>

<file path=ppt/tags/tag597.xml><?xml version="1.0" encoding="utf-8"?>
<p:tagLst xmlns:p="http://schemas.openxmlformats.org/presentationml/2006/main">
  <p:tag name="AS_UNIQUEID" val="1003"/>
  <p:tag name="KSO_WM_BEAUTIFY_FLAG" val=""/>
</p:tagLst>
</file>

<file path=ppt/tags/tag598.xml><?xml version="1.0" encoding="utf-8"?>
<p:tagLst xmlns:p="http://schemas.openxmlformats.org/presentationml/2006/main">
  <p:tag name="AS_UNIQUEID" val="1004"/>
</p:tagLst>
</file>

<file path=ppt/tags/tag599.xml><?xml version="1.0" encoding="utf-8"?>
<p:tagLst xmlns:p="http://schemas.openxmlformats.org/presentationml/2006/main">
  <p:tag name="AS_UNIQUEID" val="1005"/>
</p:tagLst>
</file>

<file path=ppt/tags/tag600.xml><?xml version="1.0" encoding="utf-8"?>
<p:tagLst xmlns:p="http://schemas.openxmlformats.org/presentationml/2006/main">
  <p:tag name="AS_UNIQUEID" val="1006"/>
  <p:tag name="KSO_WM_BEAUTIFY_FLAG" val=""/>
</p:tagLst>
</file>

<file path=ppt/tags/tag601.xml><?xml version="1.0" encoding="utf-8"?>
<p:tagLst xmlns:p="http://schemas.openxmlformats.org/presentationml/2006/main">
  <p:tag name="AS_UNIQUEID" val="1007"/>
  <p:tag name="KSO_WM_BEAUTIFY_FLAG" val=""/>
</p:tagLst>
</file>

<file path=ppt/tags/tag602.xml><?xml version="1.0" encoding="utf-8"?>
<p:tagLst xmlns:p="http://schemas.openxmlformats.org/presentationml/2006/main">
  <p:tag name="AS_UNIQUEID" val="1008"/>
  <p:tag name="KSO_WM_BEAUTIFY_FLAG" val=""/>
</p:tagLst>
</file>

<file path=ppt/tags/tag603.xml><?xml version="1.0" encoding="utf-8"?>
<p:tagLst xmlns:p="http://schemas.openxmlformats.org/presentationml/2006/main">
  <p:tag name="AS_UNIQUEID" val="1009"/>
  <p:tag name="KSO_WM_BEAUTIFY_FLAG" val=""/>
</p:tagLst>
</file>

<file path=ppt/tags/tag604.xml><?xml version="1.0" encoding="utf-8"?>
<p:tagLst xmlns:p="http://schemas.openxmlformats.org/presentationml/2006/main">
  <p:tag name="AS_UNIQUEID" val="1010"/>
  <p:tag name="KSO_WM_BEAUTIFY_FLAG" val=""/>
</p:tagLst>
</file>

<file path=ppt/tags/tag605.xml><?xml version="1.0" encoding="utf-8"?>
<p:tagLst xmlns:p="http://schemas.openxmlformats.org/presentationml/2006/main">
  <p:tag name="AS_UNIQUEID" val="1011"/>
</p:tagLst>
</file>

<file path=ppt/tags/tag606.xml><?xml version="1.0" encoding="utf-8"?>
<p:tagLst xmlns:p="http://schemas.openxmlformats.org/presentationml/2006/main">
  <p:tag name="AS_UNIQUEID" val="1012"/>
  <p:tag name="KSO_WM_BEAUTIFY_FLAG" val=""/>
</p:tagLst>
</file>

<file path=ppt/tags/tag607.xml><?xml version="1.0" encoding="utf-8"?>
<p:tagLst xmlns:p="http://schemas.openxmlformats.org/presentationml/2006/main">
  <p:tag name="AS_UNIQUEID" val="1013"/>
  <p:tag name="KSO_WM_BEAUTIFY_FLAG" val=""/>
</p:tagLst>
</file>

<file path=ppt/tags/tag608.xml><?xml version="1.0" encoding="utf-8"?>
<p:tagLst xmlns:p="http://schemas.openxmlformats.org/presentationml/2006/main">
  <p:tag name="AS_UNIQUEID" val="1014"/>
  <p:tag name="KSO_WM_BEAUTIFY_FLAG" val=""/>
</p:tagLst>
</file>

<file path=ppt/tags/tag609.xml><?xml version="1.0" encoding="utf-8"?>
<p:tagLst xmlns:p="http://schemas.openxmlformats.org/presentationml/2006/main">
  <p:tag name="AS_UNIQUEID" val="1015"/>
  <p:tag name="KSO_WM_BEAUTIFY_FLAG" val=""/>
</p:tagLst>
</file>

<file path=ppt/tags/tag610.xml><?xml version="1.0" encoding="utf-8"?>
<p:tagLst xmlns:p="http://schemas.openxmlformats.org/presentationml/2006/main">
  <p:tag name="AS_UNIQUEID" val="1016"/>
  <p:tag name="KSO_WM_BEAUTIFY_FLAG" val=""/>
</p:tagLst>
</file>

<file path=ppt/tags/tag611.xml><?xml version="1.0" encoding="utf-8"?>
<p:tagLst xmlns:p="http://schemas.openxmlformats.org/presentationml/2006/main">
  <p:tag name="AS_UNIQUEID" val="1017"/>
</p:tagLst>
</file>

<file path=ppt/tags/tag612.xml><?xml version="1.0" encoding="utf-8"?>
<p:tagLst xmlns:p="http://schemas.openxmlformats.org/presentationml/2006/main">
  <p:tag name="AS_UNIQUEID" val="1018"/>
  <p:tag name="KSO_WM_BEAUTIFY_FLAG" val=""/>
</p:tagLst>
</file>

<file path=ppt/tags/tag613.xml><?xml version="1.0" encoding="utf-8"?>
<p:tagLst xmlns:p="http://schemas.openxmlformats.org/presentationml/2006/main">
  <p:tag name="AS_UNIQUEID" val="1019"/>
</p:tagLst>
</file>

<file path=ppt/tags/tag614.xml><?xml version="1.0" encoding="utf-8"?>
<p:tagLst xmlns:p="http://schemas.openxmlformats.org/presentationml/2006/main">
  <p:tag name="AS_UNIQUEID" val="1020"/>
</p:tagLst>
</file>

<file path=ppt/tags/tag615.xml><?xml version="1.0" encoding="utf-8"?>
<p:tagLst xmlns:p="http://schemas.openxmlformats.org/presentationml/2006/main">
  <p:tag name="AS_UNIQUEID" val="1021"/>
</p:tagLst>
</file>

<file path=ppt/tags/tag616.xml><?xml version="1.0" encoding="utf-8"?>
<p:tagLst xmlns:p="http://schemas.openxmlformats.org/presentationml/2006/main">
  <p:tag name="AS_UNIQUEID" val="1022"/>
</p:tagLst>
</file>

<file path=ppt/tags/tag617.xml><?xml version="1.0" encoding="utf-8"?>
<p:tagLst xmlns:p="http://schemas.openxmlformats.org/presentationml/2006/main">
  <p:tag name="AS_UNIQUEID" val="1023"/>
</p:tagLst>
</file>

<file path=ppt/tags/tag618.xml><?xml version="1.0" encoding="utf-8"?>
<p:tagLst xmlns:p="http://schemas.openxmlformats.org/presentationml/2006/main">
  <p:tag name="AS_UNIQUEID" val="1024"/>
  <p:tag name="KSO_WM_BEAUTIFY_FLAG" val=""/>
</p:tagLst>
</file>

<file path=ppt/tags/tag619.xml><?xml version="1.0" encoding="utf-8"?>
<p:tagLst xmlns:p="http://schemas.openxmlformats.org/presentationml/2006/main">
  <p:tag name="AS_UNIQUEID" val="1025"/>
  <p:tag name="KSO_WM_BEAUTIFY_FLAG" val=""/>
</p:tagLst>
</file>

<file path=ppt/tags/tag620.xml><?xml version="1.0" encoding="utf-8"?>
<p:tagLst xmlns:p="http://schemas.openxmlformats.org/presentationml/2006/main">
  <p:tag name="AS_UNIQUEID" val="1026"/>
</p:tagLst>
</file>

<file path=ppt/tags/tag621.xml><?xml version="1.0" encoding="utf-8"?>
<p:tagLst xmlns:p="http://schemas.openxmlformats.org/presentationml/2006/main">
  <p:tag name="AS_UNIQUEID" val="1027"/>
</p:tagLst>
</file>

<file path=ppt/tags/tag622.xml><?xml version="1.0" encoding="utf-8"?>
<p:tagLst xmlns:p="http://schemas.openxmlformats.org/presentationml/2006/main">
  <p:tag name="AS_UNIQUEID" val="1028"/>
  <p:tag name="KSO_WM_BEAUTIFY_FLAG" val=""/>
</p:tagLst>
</file>

<file path=ppt/tags/tag623.xml><?xml version="1.0" encoding="utf-8"?>
<p:tagLst xmlns:p="http://schemas.openxmlformats.org/presentationml/2006/main">
  <p:tag name="AS_UNIQUEID" val="1029"/>
  <p:tag name="KSO_WM_BEAUTIFY_FLAG" val=""/>
</p:tagLst>
</file>

<file path=ppt/tags/tag624.xml><?xml version="1.0" encoding="utf-8"?>
<p:tagLst xmlns:p="http://schemas.openxmlformats.org/presentationml/2006/main">
  <p:tag name="AS_UNIQUEID" val="1030"/>
  <p:tag name="KSO_WM_BEAUTIFY_FLAG" val=""/>
</p:tagLst>
</file>

<file path=ppt/tags/tag625.xml><?xml version="1.0" encoding="utf-8"?>
<p:tagLst xmlns:p="http://schemas.openxmlformats.org/presentationml/2006/main">
  <p:tag name="AS_UNIQUEID" val="1031"/>
  <p:tag name="KSO_WM_BEAUTIFY_FLAG" val=""/>
</p:tagLst>
</file>

<file path=ppt/tags/tag626.xml><?xml version="1.0" encoding="utf-8"?>
<p:tagLst xmlns:p="http://schemas.openxmlformats.org/presentationml/2006/main">
  <p:tag name="AS_UNIQUEID" val="1032"/>
  <p:tag name="KSO_WM_BEAUTIFY_FLAG" val=""/>
</p:tagLst>
</file>

<file path=ppt/tags/tag627.xml><?xml version="1.0" encoding="utf-8"?>
<p:tagLst xmlns:p="http://schemas.openxmlformats.org/presentationml/2006/main">
  <p:tag name="AS_UNIQUEID" val="1033"/>
</p:tagLst>
</file>

<file path=ppt/tags/tag628.xml><?xml version="1.0" encoding="utf-8"?>
<p:tagLst xmlns:p="http://schemas.openxmlformats.org/presentationml/2006/main">
  <p:tag name="AS_UNIQUEID" val="1034"/>
  <p:tag name="KSO_WM_BEAUTIFY_FLAG" val=""/>
</p:tagLst>
</file>

<file path=ppt/tags/tag629.xml><?xml version="1.0" encoding="utf-8"?>
<p:tagLst xmlns:p="http://schemas.openxmlformats.org/presentationml/2006/main">
  <p:tag name="AS_UNIQUEID" val="1035"/>
  <p:tag name="KSO_WM_BEAUTIFY_FLAG" val=""/>
</p:tagLst>
</file>

<file path=ppt/tags/tag630.xml><?xml version="1.0" encoding="utf-8"?>
<p:tagLst xmlns:p="http://schemas.openxmlformats.org/presentationml/2006/main">
  <p:tag name="AS_UNIQUEID" val="1036"/>
  <p:tag name="KSO_WM_BEAUTIFY_FLAG" val=""/>
</p:tagLst>
</file>

<file path=ppt/tags/tag631.xml><?xml version="1.0" encoding="utf-8"?>
<p:tagLst xmlns:p="http://schemas.openxmlformats.org/presentationml/2006/main">
  <p:tag name="AS_UNIQUEID" val="1037"/>
  <p:tag name="KSO_WM_BEAUTIFY_FLAG" val=""/>
</p:tagLst>
</file>

<file path=ppt/tags/tag632.xml><?xml version="1.0" encoding="utf-8"?>
<p:tagLst xmlns:p="http://schemas.openxmlformats.org/presentationml/2006/main">
  <p:tag name="AS_UNIQUEID" val="1038"/>
  <p:tag name="KSO_WM_BEAUTIFY_FLAG" val=""/>
</p:tagLst>
</file>

<file path=ppt/tags/tag633.xml><?xml version="1.0" encoding="utf-8"?>
<p:tagLst xmlns:p="http://schemas.openxmlformats.org/presentationml/2006/main">
  <p:tag name="AS_UNIQUEID" val="308"/>
</p:tagLst>
</file>

<file path=ppt/tags/tag634.xml><?xml version="1.0" encoding="utf-8"?>
<p:tagLst xmlns:p="http://schemas.openxmlformats.org/presentationml/2006/main">
  <p:tag name="AS_UNIQUEID" val="1039"/>
</p:tagLst>
</file>

<file path=ppt/tags/tag635.xml><?xml version="1.0" encoding="utf-8"?>
<p:tagLst xmlns:p="http://schemas.openxmlformats.org/presentationml/2006/main">
  <p:tag name="AS_UNIQUEID" val="343"/>
</p:tagLst>
</file>

<file path=ppt/tags/tag636.xml><?xml version="1.0" encoding="utf-8"?>
<p:tagLst xmlns:p="http://schemas.openxmlformats.org/presentationml/2006/main">
  <p:tag name="AS_UNIQUEID" val="97"/>
  <p:tag name="KSO_WM_BEAUTIFY_FLAG" val=""/>
</p:tagLst>
</file>

<file path=ppt/tags/tag637.xml><?xml version="1.0" encoding="utf-8"?>
<p:tagLst xmlns:p="http://schemas.openxmlformats.org/presentationml/2006/main">
  <p:tag name="AS_UNIQUEID" val="1040"/>
</p:tagLst>
</file>

<file path=ppt/tags/tag638.xml><?xml version="1.0" encoding="utf-8"?>
<p:tagLst xmlns:p="http://schemas.openxmlformats.org/presentationml/2006/main">
  <p:tag name="AS_UNIQUEID" val="1041"/>
</p:tagLst>
</file>

<file path=ppt/tags/tag639.xml><?xml version="1.0" encoding="utf-8"?>
<p:tagLst xmlns:p="http://schemas.openxmlformats.org/presentationml/2006/main">
  <p:tag name="AS_UNIQUEID" val="1042"/>
  <p:tag name="KSO_WM_BEAUTIFY_FLAG" val=""/>
</p:tagLst>
</file>

<file path=ppt/tags/tag640.xml><?xml version="1.0" encoding="utf-8"?>
<p:tagLst xmlns:p="http://schemas.openxmlformats.org/presentationml/2006/main">
  <p:tag name="AS_UNIQUEID" val="1043"/>
  <p:tag name="KSO_WM_BEAUTIFY_FLAG" val=""/>
</p:tagLst>
</file>

<file path=ppt/tags/tag641.xml><?xml version="1.0" encoding="utf-8"?>
<p:tagLst xmlns:p="http://schemas.openxmlformats.org/presentationml/2006/main">
  <p:tag name="AS_UNIQUEID" val="1044"/>
</p:tagLst>
</file>

<file path=ppt/tags/tag642.xml><?xml version="1.0" encoding="utf-8"?>
<p:tagLst xmlns:p="http://schemas.openxmlformats.org/presentationml/2006/main">
  <p:tag name="AS_UNIQUEID" val="1045"/>
  <p:tag name="KSO_WM_BEAUTIFY_FLAG" val=""/>
</p:tagLst>
</file>

<file path=ppt/tags/tag643.xml><?xml version="1.0" encoding="utf-8"?>
<p:tagLst xmlns:p="http://schemas.openxmlformats.org/presentationml/2006/main">
  <p:tag name="AS_UNIQUEID" val="1046"/>
  <p:tag name="KSO_WM_BEAUTIFY_FLAG" val=""/>
</p:tagLst>
</file>

<file path=ppt/tags/tag644.xml><?xml version="1.0" encoding="utf-8"?>
<p:tagLst xmlns:p="http://schemas.openxmlformats.org/presentationml/2006/main">
  <p:tag name="AS_UNIQUEID" val="1047"/>
  <p:tag name="KSO_WM_BEAUTIFY_FLAG" val=""/>
</p:tagLst>
</file>

<file path=ppt/tags/tag645.xml><?xml version="1.0" encoding="utf-8"?>
<p:tagLst xmlns:p="http://schemas.openxmlformats.org/presentationml/2006/main">
  <p:tag name="AS_UNIQUEID" val="1048"/>
</p:tagLst>
</file>

<file path=ppt/tags/tag646.xml><?xml version="1.0" encoding="utf-8"?>
<p:tagLst xmlns:p="http://schemas.openxmlformats.org/presentationml/2006/main">
  <p:tag name="AS_UNIQUEID" val="1049"/>
</p:tagLst>
</file>

<file path=ppt/tags/tag647.xml><?xml version="1.0" encoding="utf-8"?>
<p:tagLst xmlns:p="http://schemas.openxmlformats.org/presentationml/2006/main">
  <p:tag name="AS_UNIQUEID" val="1050"/>
</p:tagLst>
</file>

<file path=ppt/tags/tag648.xml><?xml version="1.0" encoding="utf-8"?>
<p:tagLst xmlns:p="http://schemas.openxmlformats.org/presentationml/2006/main">
  <p:tag name="AS_UNIQUEID" val="1051"/>
  <p:tag name="KSO_WM_BEAUTIFY_FLAG" val=""/>
</p:tagLst>
</file>

<file path=ppt/tags/tag649.xml><?xml version="1.0" encoding="utf-8"?>
<p:tagLst xmlns:p="http://schemas.openxmlformats.org/presentationml/2006/main">
  <p:tag name="AS_UNIQUEID" val="1052"/>
  <p:tag name="KSO_WM_BEAUTIFY_FLAG" val=""/>
</p:tagLst>
</file>

<file path=ppt/tags/tag650.xml><?xml version="1.0" encoding="utf-8"?>
<p:tagLst xmlns:p="http://schemas.openxmlformats.org/presentationml/2006/main">
  <p:tag name="AS_UNIQUEID" val="1053"/>
</p:tagLst>
</file>

<file path=ppt/tags/tag651.xml><?xml version="1.0" encoding="utf-8"?>
<p:tagLst xmlns:p="http://schemas.openxmlformats.org/presentationml/2006/main">
  <p:tag name="AS_UNIQUEID" val="1054"/>
</p:tagLst>
</file>

<file path=ppt/tags/tag652.xml><?xml version="1.0" encoding="utf-8"?>
<p:tagLst xmlns:p="http://schemas.openxmlformats.org/presentationml/2006/main">
  <p:tag name="AS_UNIQUEID" val="1055"/>
</p:tagLst>
</file>

<file path=ppt/tags/tag653.xml><?xml version="1.0" encoding="utf-8"?>
<p:tagLst xmlns:p="http://schemas.openxmlformats.org/presentationml/2006/main">
  <p:tag name="AS_UNIQUEID" val="1056"/>
</p:tagLst>
</file>

<file path=ppt/tags/tag654.xml><?xml version="1.0" encoding="utf-8"?>
<p:tagLst xmlns:p="http://schemas.openxmlformats.org/presentationml/2006/main">
  <p:tag name="AS_UNIQUEID" val="1057"/>
  <p:tag name="KSO_WM_BEAUTIFY_FLAG" val=""/>
</p:tagLst>
</file>

<file path=ppt/tags/tag655.xml><?xml version="1.0" encoding="utf-8"?>
<p:tagLst xmlns:p="http://schemas.openxmlformats.org/presentationml/2006/main">
  <p:tag name="AS_UNIQUEID" val="1058"/>
</p:tagLst>
</file>

<file path=ppt/tags/tag656.xml><?xml version="1.0" encoding="utf-8"?>
<p:tagLst xmlns:p="http://schemas.openxmlformats.org/presentationml/2006/main">
  <p:tag name="AS_UNIQUEID" val="1059"/>
  <p:tag name="KSO_WM_BEAUTIFY_FLAG" val=""/>
</p:tagLst>
</file>

<file path=ppt/tags/tag657.xml><?xml version="1.0" encoding="utf-8"?>
<p:tagLst xmlns:p="http://schemas.openxmlformats.org/presentationml/2006/main">
  <p:tag name="AS_UNIQUEID" val="1060"/>
  <p:tag name="KSO_WM_BEAUTIFY_FLAG" val=""/>
</p:tagLst>
</file>

<file path=ppt/tags/tag658.xml><?xml version="1.0" encoding="utf-8"?>
<p:tagLst xmlns:p="http://schemas.openxmlformats.org/presentationml/2006/main">
  <p:tag name="AS_UNIQUEID" val="467"/>
  <p:tag name="KSO_WM_BEAUTIFY_FLAG" val=""/>
</p:tagLst>
</file>

<file path=ppt/tags/tag659.xml><?xml version="1.0" encoding="utf-8"?>
<p:tagLst xmlns:p="http://schemas.openxmlformats.org/presentationml/2006/main">
  <p:tag name="AS_UNIQUEID" val="1061"/>
</p:tagLst>
</file>

<file path=ppt/tags/tag660.xml><?xml version="1.0" encoding="utf-8"?>
<p:tagLst xmlns:p="http://schemas.openxmlformats.org/presentationml/2006/main">
  <p:tag name="AS_UNIQUEID" val="468"/>
</p:tagLst>
</file>

<file path=ppt/tags/tag661.xml><?xml version="1.0" encoding="utf-8"?>
<p:tagLst xmlns:p="http://schemas.openxmlformats.org/presentationml/2006/main">
  <p:tag name="AS_UNIQUEID" val="471"/>
</p:tagLst>
</file>

<file path=ppt/tags/tag662.xml><?xml version="1.0" encoding="utf-8"?>
<p:tagLst xmlns:p="http://schemas.openxmlformats.org/presentationml/2006/main">
  <p:tag name="AS_UNIQUEID" val="472"/>
  <p:tag name="KSO_WM_BEAUTIFY_FLAG" val=""/>
</p:tagLst>
</file>

<file path=ppt/tags/tag663.xml><?xml version="1.0" encoding="utf-8"?>
<p:tagLst xmlns:p="http://schemas.openxmlformats.org/presentationml/2006/main">
  <p:tag name="AS_UNIQUEID" val="97"/>
  <p:tag name="KSO_WM_BEAUTIFY_FLAG" val=""/>
</p:tagLst>
</file>

<file path=ppt/tags/tag664.xml><?xml version="1.0" encoding="utf-8"?>
<p:tagLst xmlns:p="http://schemas.openxmlformats.org/presentationml/2006/main">
  <p:tag name="AS_UNIQUEID" val="97"/>
  <p:tag name="KSO_WM_BEAUTIFY_FLAG" val=""/>
</p:tagLst>
</file>

<file path=ppt/tags/tag665.xml><?xml version="1.0" encoding="utf-8"?>
<p:tagLst xmlns:p="http://schemas.openxmlformats.org/presentationml/2006/main">
  <p:tag name="AS_UNIQUEID" val="469"/>
</p:tagLst>
</file>

<file path=ppt/tags/tag666.xml><?xml version="1.0" encoding="utf-8"?>
<p:tagLst xmlns:p="http://schemas.openxmlformats.org/presentationml/2006/main">
  <p:tag name="AS_UNIQUEID" val="470"/>
  <p:tag name="KSO_WM_BEAUTIFY_FLAG" val=""/>
</p:tagLst>
</file>

<file path=ppt/tags/tag667.xml><?xml version="1.0" encoding="utf-8"?>
<p:tagLst xmlns:p="http://schemas.openxmlformats.org/presentationml/2006/main">
  <p:tag name="AS_UNIQUEID" val="97"/>
  <p:tag name="KSO_WM_BEAUTIFY_FLAG" val=""/>
</p:tagLst>
</file>

<file path=ppt/tags/tag668.xml><?xml version="1.0" encoding="utf-8"?>
<p:tagLst xmlns:p="http://schemas.openxmlformats.org/presentationml/2006/main">
  <p:tag name="AS_UNIQUEID" val="1062"/>
</p:tagLst>
</file>

<file path=ppt/tags/tag669.xml><?xml version="1.0" encoding="utf-8"?>
<p:tagLst xmlns:p="http://schemas.openxmlformats.org/presentationml/2006/main">
  <p:tag name="AS_UNIQUEID" val="1063"/>
</p:tagLst>
</file>

<file path=ppt/tags/tag670.xml><?xml version="1.0" encoding="utf-8"?>
<p:tagLst xmlns:p="http://schemas.openxmlformats.org/presentationml/2006/main">
  <p:tag name="AS_UNIQUEID" val="1064"/>
  <p:tag name="KSO_WM_BEAUTIFY_FLAG" val=""/>
</p:tagLst>
</file>

<file path=ppt/tags/tag671.xml><?xml version="1.0" encoding="utf-8"?>
<p:tagLst xmlns:p="http://schemas.openxmlformats.org/presentationml/2006/main">
  <p:tag name="AS_UNIQUEID" val="1065"/>
  <p:tag name="KSO_WM_BEAUTIFY_FLAG" val=""/>
</p:tagLst>
</file>

<file path=ppt/tags/tag672.xml><?xml version="1.0" encoding="utf-8"?>
<p:tagLst xmlns:p="http://schemas.openxmlformats.org/presentationml/2006/main">
  <p:tag name="AS_UNIQUEID" val="1066"/>
  <p:tag name="KSO_WM_BEAUTIFY_FLAG" val=""/>
</p:tagLst>
</file>

<file path=ppt/tags/tag673.xml><?xml version="1.0" encoding="utf-8"?>
<p:tagLst xmlns:p="http://schemas.openxmlformats.org/presentationml/2006/main">
  <p:tag name="AS_UNIQUEID" val="1067"/>
  <p:tag name="KSO_WM_BEAUTIFY_FLAG" val=""/>
</p:tagLst>
</file>

<file path=ppt/tags/tag674.xml><?xml version="1.0" encoding="utf-8"?>
<p:tagLst xmlns:p="http://schemas.openxmlformats.org/presentationml/2006/main">
  <p:tag name="AS_UNIQUEID" val="1068"/>
  <p:tag name="KSO_WM_BEAUTIFY_FLAG" val=""/>
</p:tagLst>
</file>

<file path=ppt/tags/tag675.xml><?xml version="1.0" encoding="utf-8"?>
<p:tagLst xmlns:p="http://schemas.openxmlformats.org/presentationml/2006/main">
  <p:tag name="AS_UNIQUEID" val="1069"/>
</p:tagLst>
</file>

<file path=ppt/tags/tag676.xml><?xml version="1.0" encoding="utf-8"?>
<p:tagLst xmlns:p="http://schemas.openxmlformats.org/presentationml/2006/main">
  <p:tag name="AS_UNIQUEID" val="1070"/>
  <p:tag name="KSO_WM_BEAUTIFY_FLAG" val=""/>
</p:tagLst>
</file>

<file path=ppt/tags/tag677.xml><?xml version="1.0" encoding="utf-8"?>
<p:tagLst xmlns:p="http://schemas.openxmlformats.org/presentationml/2006/main">
  <p:tag name="AS_UNIQUEID" val="1071"/>
  <p:tag name="KSO_WM_BEAUTIFY_FLAG" val=""/>
</p:tagLst>
</file>

<file path=ppt/tags/tag678.xml><?xml version="1.0" encoding="utf-8"?>
<p:tagLst xmlns:p="http://schemas.openxmlformats.org/presentationml/2006/main">
  <p:tag name="AS_UNIQUEID" val="1072"/>
  <p:tag name="KSO_WM_BEAUTIFY_FLAG" val=""/>
</p:tagLst>
</file>

<file path=ppt/tags/tag679.xml><?xml version="1.0" encoding="utf-8"?>
<p:tagLst xmlns:p="http://schemas.openxmlformats.org/presentationml/2006/main">
  <p:tag name="AS_UNIQUEID" val="1073"/>
  <p:tag name="KSO_WM_BEAUTIFY_FLAG" val=""/>
</p:tagLst>
</file>

<file path=ppt/tags/tag680.xml><?xml version="1.0" encoding="utf-8"?>
<p:tagLst xmlns:p="http://schemas.openxmlformats.org/presentationml/2006/main">
  <p:tag name="AS_UNIQUEID" val="1074"/>
  <p:tag name="KSO_WM_BEAUTIFY_FLAG" val=""/>
</p:tagLst>
</file>

<file path=ppt/tags/tag681.xml><?xml version="1.0" encoding="utf-8"?>
<p:tagLst xmlns:p="http://schemas.openxmlformats.org/presentationml/2006/main">
  <p:tag name="AS_UNIQUEID" val="1075"/>
</p:tagLst>
</file>

<file path=ppt/tags/tag682.xml><?xml version="1.0" encoding="utf-8"?>
<p:tagLst xmlns:p="http://schemas.openxmlformats.org/presentationml/2006/main">
  <p:tag name="AS_UNIQUEID" val="1076"/>
</p:tagLst>
</file>

<file path=ppt/tags/tag683.xml><?xml version="1.0" encoding="utf-8"?>
<p:tagLst xmlns:p="http://schemas.openxmlformats.org/presentationml/2006/main">
  <p:tag name="AS_UNIQUEID" val="1077"/>
  <p:tag name="KSO_WM_BEAUTIFY_FLAG" val=""/>
</p:tagLst>
</file>

<file path=ppt/tags/tag684.xml><?xml version="1.0" encoding="utf-8"?>
<p:tagLst xmlns:p="http://schemas.openxmlformats.org/presentationml/2006/main">
  <p:tag name="AS_UNIQUEID" val="1078"/>
  <p:tag name="KSO_WM_BEAUTIFY_FLAG" val=""/>
</p:tagLst>
</file>

<file path=ppt/tags/tag685.xml><?xml version="1.0" encoding="utf-8"?>
<p:tagLst xmlns:p="http://schemas.openxmlformats.org/presentationml/2006/main">
  <p:tag name="AS_UNIQUEID" val="1079"/>
  <p:tag name="KSO_WM_BEAUTIFY_FLAG" val=""/>
</p:tagLst>
</file>

<file path=ppt/tags/tag686.xml><?xml version="1.0" encoding="utf-8"?>
<p:tagLst xmlns:p="http://schemas.openxmlformats.org/presentationml/2006/main">
  <p:tag name="AS_UNIQUEID" val="1080"/>
  <p:tag name="KSO_WM_BEAUTIFY_FLAG" val=""/>
</p:tagLst>
</file>

<file path=ppt/tags/tag687.xml><?xml version="1.0" encoding="utf-8"?>
<p:tagLst xmlns:p="http://schemas.openxmlformats.org/presentationml/2006/main">
  <p:tag name="AS_UNIQUEID" val="1081"/>
  <p:tag name="KSO_WM_BEAUTIFY_FLAG" val=""/>
</p:tagLst>
</file>

<file path=ppt/tags/tag688.xml><?xml version="1.0" encoding="utf-8"?>
<p:tagLst xmlns:p="http://schemas.openxmlformats.org/presentationml/2006/main">
  <p:tag name="AS_UNIQUEID" val="1082"/>
  <p:tag name="KSO_WM_BEAUTIFY_FLAG" val=""/>
</p:tagLst>
</file>

<file path=ppt/tags/tag689.xml><?xml version="1.0" encoding="utf-8"?>
<p:tagLst xmlns:p="http://schemas.openxmlformats.org/presentationml/2006/main">
  <p:tag name="AS_UNIQUEID" val="1083"/>
</p:tagLst>
</file>

<file path=ppt/tags/tag690.xml><?xml version="1.0" encoding="utf-8"?>
<p:tagLst xmlns:p="http://schemas.openxmlformats.org/presentationml/2006/main">
  <p:tag name="AS_UNIQUEID" val="1084"/>
</p:tagLst>
</file>

<file path=ppt/tags/tag691.xml><?xml version="1.0" encoding="utf-8"?>
<p:tagLst xmlns:p="http://schemas.openxmlformats.org/presentationml/2006/main">
  <p:tag name="AS_UNIQUEID" val="1085"/>
</p:tagLst>
</file>

<file path=ppt/tags/tag692.xml><?xml version="1.0" encoding="utf-8"?>
<p:tagLst xmlns:p="http://schemas.openxmlformats.org/presentationml/2006/main">
  <p:tag name="AS_UNIQUEID" val="1086"/>
</p:tagLst>
</file>

<file path=ppt/tags/tag693.xml><?xml version="1.0" encoding="utf-8"?>
<p:tagLst xmlns:p="http://schemas.openxmlformats.org/presentationml/2006/main">
  <p:tag name="AS_UNIQUEID" val="1087"/>
</p:tagLst>
</file>

<file path=ppt/tags/tag694.xml><?xml version="1.0" encoding="utf-8"?>
<p:tagLst xmlns:p="http://schemas.openxmlformats.org/presentationml/2006/main">
  <p:tag name="AS_UNIQUEID" val="1088"/>
</p:tagLst>
</file>

<file path=ppt/tags/tag695.xml><?xml version="1.0" encoding="utf-8"?>
<p:tagLst xmlns:p="http://schemas.openxmlformats.org/presentationml/2006/main">
  <p:tag name="AS_UNIQUEID" val="1089"/>
</p:tagLst>
</file>

<file path=ppt/tags/tag696.xml><?xml version="1.0" encoding="utf-8"?>
<p:tagLst xmlns:p="http://schemas.openxmlformats.org/presentationml/2006/main">
  <p:tag name="AS_UNIQUEID" val="1090"/>
</p:tagLst>
</file>

<file path=ppt/tags/tag697.xml><?xml version="1.0" encoding="utf-8"?>
<p:tagLst xmlns:p="http://schemas.openxmlformats.org/presentationml/2006/main">
  <p:tag name="AS_UNIQUEID" val="1091"/>
</p:tagLst>
</file>

<file path=ppt/tags/tag698.xml><?xml version="1.0" encoding="utf-8"?>
<p:tagLst xmlns:p="http://schemas.openxmlformats.org/presentationml/2006/main">
  <p:tag name="AS_UNIQUEID" val="1092"/>
</p:tagLst>
</file>

<file path=ppt/tags/tag699.xml><?xml version="1.0" encoding="utf-8"?>
<p:tagLst xmlns:p="http://schemas.openxmlformats.org/presentationml/2006/main">
  <p:tag name="AS_UNIQUEID" val="1093"/>
</p:tagLst>
</file>

<file path=ppt/tags/tag700.xml><?xml version="1.0" encoding="utf-8"?>
<p:tagLst xmlns:p="http://schemas.openxmlformats.org/presentationml/2006/main">
  <p:tag name="AS_UNIQUEID" val="1094"/>
</p:tagLst>
</file>

<file path=ppt/tags/tag701.xml><?xml version="1.0" encoding="utf-8"?>
<p:tagLst xmlns:p="http://schemas.openxmlformats.org/presentationml/2006/main">
  <p:tag name="AS_UNIQUEID" val="1095"/>
</p:tagLst>
</file>

<file path=ppt/tags/tag702.xml><?xml version="1.0" encoding="utf-8"?>
<p:tagLst xmlns:p="http://schemas.openxmlformats.org/presentationml/2006/main">
  <p:tag name="AS_UNIQUEID" val="1096"/>
</p:tagLst>
</file>

<file path=ppt/tags/tag703.xml><?xml version="1.0" encoding="utf-8"?>
<p:tagLst xmlns:p="http://schemas.openxmlformats.org/presentationml/2006/main">
  <p:tag name="AS_UNIQUEID" val="1097"/>
</p:tagLst>
</file>

<file path=ppt/tags/tag704.xml><?xml version="1.0" encoding="utf-8"?>
<p:tagLst xmlns:p="http://schemas.openxmlformats.org/presentationml/2006/main">
  <p:tag name="AS_UNIQUEID" val="1098"/>
</p:tagLst>
</file>

<file path=ppt/tags/tag705.xml><?xml version="1.0" encoding="utf-8"?>
<p:tagLst xmlns:p="http://schemas.openxmlformats.org/presentationml/2006/main">
  <p:tag name="AS_UNIQUEID" val="1099"/>
</p:tagLst>
</file>

<file path=ppt/tags/tag706.xml><?xml version="1.0" encoding="utf-8"?>
<p:tagLst xmlns:p="http://schemas.openxmlformats.org/presentationml/2006/main">
  <p:tag name="AS_UNIQUEID" val="1100"/>
</p:tagLst>
</file>

<file path=ppt/tags/tag707.xml><?xml version="1.0" encoding="utf-8"?>
<p:tagLst xmlns:p="http://schemas.openxmlformats.org/presentationml/2006/main">
  <p:tag name="AS_UNIQUEID" val="1101"/>
</p:tagLst>
</file>

<file path=ppt/tags/tag708.xml><?xml version="1.0" encoding="utf-8"?>
<p:tagLst xmlns:p="http://schemas.openxmlformats.org/presentationml/2006/main">
  <p:tag name="AS_UNIQUEID" val="1102"/>
</p:tagLst>
</file>

<file path=ppt/tags/tag709.xml><?xml version="1.0" encoding="utf-8"?>
<p:tagLst xmlns:p="http://schemas.openxmlformats.org/presentationml/2006/main">
  <p:tag name="AS_UNIQUEID" val="1103"/>
</p:tagLst>
</file>

<file path=ppt/tags/tag710.xml><?xml version="1.0" encoding="utf-8"?>
<p:tagLst xmlns:p="http://schemas.openxmlformats.org/presentationml/2006/main">
  <p:tag name="AS_UNIQUEID" val="1104"/>
</p:tagLst>
</file>

<file path=ppt/tags/tag711.xml><?xml version="1.0" encoding="utf-8"?>
<p:tagLst xmlns:p="http://schemas.openxmlformats.org/presentationml/2006/main">
  <p:tag name="AS_UNIQUEID" val="1105"/>
</p:tagLst>
</file>

<file path=ppt/tags/tag712.xml><?xml version="1.0" encoding="utf-8"?>
<p:tagLst xmlns:p="http://schemas.openxmlformats.org/presentationml/2006/main">
  <p:tag name="AS_UNIQUEID" val="1106"/>
</p:tagLst>
</file>

<file path=ppt/tags/tag713.xml><?xml version="1.0" encoding="utf-8"?>
<p:tagLst xmlns:p="http://schemas.openxmlformats.org/presentationml/2006/main">
  <p:tag name="AS_UNIQUEID" val="1107"/>
</p:tagLst>
</file>

<file path=ppt/tags/tag714.xml><?xml version="1.0" encoding="utf-8"?>
<p:tagLst xmlns:p="http://schemas.openxmlformats.org/presentationml/2006/main">
  <p:tag name="AS_UNIQUEID" val="1108"/>
</p:tagLst>
</file>

<file path=ppt/tags/tag715.xml><?xml version="1.0" encoding="utf-8"?>
<p:tagLst xmlns:p="http://schemas.openxmlformats.org/presentationml/2006/main">
  <p:tag name="AS_UNIQUEID" val="1109"/>
</p:tagLst>
</file>

<file path=ppt/tags/tag716.xml><?xml version="1.0" encoding="utf-8"?>
<p:tagLst xmlns:p="http://schemas.openxmlformats.org/presentationml/2006/main">
  <p:tag name="AS_UNIQUEID" val="1110"/>
</p:tagLst>
</file>

<file path=ppt/tags/tag717.xml><?xml version="1.0" encoding="utf-8"?>
<p:tagLst xmlns:p="http://schemas.openxmlformats.org/presentationml/2006/main">
  <p:tag name="AS_UNIQUEID" val="1111"/>
</p:tagLst>
</file>

<file path=ppt/tags/tag718.xml><?xml version="1.0" encoding="utf-8"?>
<p:tagLst xmlns:p="http://schemas.openxmlformats.org/presentationml/2006/main">
  <p:tag name="AS_UNIQUEID" val="1112"/>
</p:tagLst>
</file>

<file path=ppt/tags/tag719.xml><?xml version="1.0" encoding="utf-8"?>
<p:tagLst xmlns:p="http://schemas.openxmlformats.org/presentationml/2006/main">
  <p:tag name="AS_UNIQUEID" val="1113"/>
</p:tagLst>
</file>

<file path=ppt/tags/tag720.xml><?xml version="1.0" encoding="utf-8"?>
<p:tagLst xmlns:p="http://schemas.openxmlformats.org/presentationml/2006/main">
  <p:tag name="AS_UNIQUEID" val="1114"/>
</p:tagLst>
</file>

<file path=ppt/tags/tag721.xml><?xml version="1.0" encoding="utf-8"?>
<p:tagLst xmlns:p="http://schemas.openxmlformats.org/presentationml/2006/main">
  <p:tag name="AS_UNIQUEID" val="1115"/>
  <p:tag name="KSO_WM_BEAUTIFY_FLAG" val=""/>
</p:tagLst>
</file>

<file path=ppt/tags/tag722.xml><?xml version="1.0" encoding="utf-8"?>
<p:tagLst xmlns:p="http://schemas.openxmlformats.org/presentationml/2006/main">
  <p:tag name="AS_UNIQUEID" val="1116"/>
</p:tagLst>
</file>

<file path=ppt/tags/tag723.xml><?xml version="1.0" encoding="utf-8"?>
<p:tagLst xmlns:p="http://schemas.openxmlformats.org/presentationml/2006/main">
  <p:tag name="AS_UNIQUEID" val="1117"/>
</p:tagLst>
</file>

<file path=ppt/tags/tag724.xml><?xml version="1.0" encoding="utf-8"?>
<p:tagLst xmlns:p="http://schemas.openxmlformats.org/presentationml/2006/main">
  <p:tag name="AS_UNIQUEID" val="1118"/>
</p:tagLst>
</file>

<file path=ppt/tags/tag725.xml><?xml version="1.0" encoding="utf-8"?>
<p:tagLst xmlns:p="http://schemas.openxmlformats.org/presentationml/2006/main">
  <p:tag name="AS_UNIQUEID" val="1119"/>
</p:tagLst>
</file>

<file path=ppt/tags/tag726.xml><?xml version="1.0" encoding="utf-8"?>
<p:tagLst xmlns:p="http://schemas.openxmlformats.org/presentationml/2006/main">
  <p:tag name="AS_UNIQUEID" val="1120"/>
</p:tagLst>
</file>

<file path=ppt/tags/tag727.xml><?xml version="1.0" encoding="utf-8"?>
<p:tagLst xmlns:p="http://schemas.openxmlformats.org/presentationml/2006/main">
  <p:tag name="AS_UNIQUEID" val="1121"/>
  <p:tag name="KSO_WM_BEAUTIFY_FLAG" val=""/>
</p:tagLst>
</file>

<file path=ppt/tags/tag728.xml><?xml version="1.0" encoding="utf-8"?>
<p:tagLst xmlns:p="http://schemas.openxmlformats.org/presentationml/2006/main">
  <p:tag name="AS_UNIQUEID" val="1122"/>
  <p:tag name="KSO_WM_BEAUTIFY_FLAG" val=""/>
</p:tagLst>
</file>

<file path=ppt/tags/tag729.xml><?xml version="1.0" encoding="utf-8"?>
<p:tagLst xmlns:p="http://schemas.openxmlformats.org/presentationml/2006/main">
  <p:tag name="AS_UNIQUEID" val="1123"/>
</p:tagLst>
</file>

<file path=ppt/tags/tag730.xml><?xml version="1.0" encoding="utf-8"?>
<p:tagLst xmlns:p="http://schemas.openxmlformats.org/presentationml/2006/main">
  <p:tag name="AS_UNIQUEID" val="1124"/>
</p:tagLst>
</file>

<file path=ppt/tags/tag731.xml><?xml version="1.0" encoding="utf-8"?>
<p:tagLst xmlns:p="http://schemas.openxmlformats.org/presentationml/2006/main">
  <p:tag name="AS_UNIQUEID" val="1125"/>
  <p:tag name="KSO_WM_BEAUTIFY_FLAG" val=""/>
</p:tagLst>
</file>

<file path=ppt/tags/tag732.xml><?xml version="1.0" encoding="utf-8"?>
<p:tagLst xmlns:p="http://schemas.openxmlformats.org/presentationml/2006/main">
  <p:tag name="AS_UNIQUEID" val="1126"/>
</p:tagLst>
</file>

<file path=ppt/tags/tag733.xml><?xml version="1.0" encoding="utf-8"?>
<p:tagLst xmlns:p="http://schemas.openxmlformats.org/presentationml/2006/main">
  <p:tag name="AS_UNIQUEID" val="1127"/>
</p:tagLst>
</file>

<file path=ppt/tags/tag734.xml><?xml version="1.0" encoding="utf-8"?>
<p:tagLst xmlns:p="http://schemas.openxmlformats.org/presentationml/2006/main">
  <p:tag name="AS_UNIQUEID" val="1128"/>
  <p:tag name="KSO_WM_BEAUTIFY_FLAG" val=""/>
</p:tagLst>
</file>

<file path=ppt/tags/tag735.xml><?xml version="1.0" encoding="utf-8"?>
<p:tagLst xmlns:p="http://schemas.openxmlformats.org/presentationml/2006/main">
  <p:tag name="AS_UNIQUEID" val="1129"/>
  <p:tag name="KSO_WM_BEAUTIFY_FLAG" val=""/>
</p:tagLst>
</file>

<file path=ppt/tags/tag736.xml><?xml version="1.0" encoding="utf-8"?>
<p:tagLst xmlns:p="http://schemas.openxmlformats.org/presentationml/2006/main">
  <p:tag name="AS_UNIQUEID" val="1130"/>
  <p:tag name="KSO_WM_BEAUTIFY_FLAG" val=""/>
</p:tagLst>
</file>

<file path=ppt/tags/tag737.xml><?xml version="1.0" encoding="utf-8"?>
<p:tagLst xmlns:p="http://schemas.openxmlformats.org/presentationml/2006/main">
  <p:tag name="AS_UNIQUEID" val="1131"/>
  <p:tag name="KSO_WM_BEAUTIFY_FLAG" val=""/>
</p:tagLst>
</file>

<file path=ppt/tags/tag738.xml><?xml version="1.0" encoding="utf-8"?>
<p:tagLst xmlns:p="http://schemas.openxmlformats.org/presentationml/2006/main">
  <p:tag name="AS_UNIQUEID" val="1132"/>
  <p:tag name="KSO_WM_BEAUTIFY_FLAG" val=""/>
</p:tagLst>
</file>

<file path=ppt/tags/tag739.xml><?xml version="1.0" encoding="utf-8"?>
<p:tagLst xmlns:p="http://schemas.openxmlformats.org/presentationml/2006/main">
  <p:tag name="AS_UNIQUEID" val="1133"/>
</p:tagLst>
</file>

<file path=ppt/tags/tag740.xml><?xml version="1.0" encoding="utf-8"?>
<p:tagLst xmlns:p="http://schemas.openxmlformats.org/presentationml/2006/main">
  <p:tag name="AS_UNIQUEID" val="1134"/>
  <p:tag name="KSO_WM_BEAUTIFY_FLAG" val=""/>
</p:tagLst>
</file>

<file path=ppt/tags/tag741.xml><?xml version="1.0" encoding="utf-8"?>
<p:tagLst xmlns:p="http://schemas.openxmlformats.org/presentationml/2006/main">
  <p:tag name="AS_UNIQUEID" val="1135"/>
  <p:tag name="KSO_WM_BEAUTIFY_FLAG" val=""/>
</p:tagLst>
</file>

<file path=ppt/tags/tag742.xml><?xml version="1.0" encoding="utf-8"?>
<p:tagLst xmlns:p="http://schemas.openxmlformats.org/presentationml/2006/main">
  <p:tag name="AS_UNIQUEID" val="1136"/>
  <p:tag name="KSO_WM_BEAUTIFY_FLAG" val=""/>
</p:tagLst>
</file>

<file path=ppt/tags/tag743.xml><?xml version="1.0" encoding="utf-8"?>
<p:tagLst xmlns:p="http://schemas.openxmlformats.org/presentationml/2006/main">
  <p:tag name="AS_UNIQUEID" val="1137"/>
  <p:tag name="KSO_WM_BEAUTIFY_FLAG" val=""/>
</p:tagLst>
</file>

<file path=ppt/tags/tag744.xml><?xml version="1.0" encoding="utf-8"?>
<p:tagLst xmlns:p="http://schemas.openxmlformats.org/presentationml/2006/main">
  <p:tag name="AS_UNIQUEID" val="1138"/>
  <p:tag name="KSO_WM_BEAUTIFY_FLAG" val=""/>
</p:tagLst>
</file>

<file path=ppt/tags/tag745.xml><?xml version="1.0" encoding="utf-8"?>
<p:tagLst xmlns:p="http://schemas.openxmlformats.org/presentationml/2006/main">
  <p:tag name="AS_UNIQUEID" val="1139"/>
</p:tagLst>
</file>

<file path=ppt/tags/tag746.xml><?xml version="1.0" encoding="utf-8"?>
<p:tagLst xmlns:p="http://schemas.openxmlformats.org/presentationml/2006/main">
  <p:tag name="AS_UNIQUEID" val="1140"/>
</p:tagLst>
</file>

<file path=ppt/tags/tag747.xml><?xml version="1.0" encoding="utf-8"?>
<p:tagLst xmlns:p="http://schemas.openxmlformats.org/presentationml/2006/main">
  <p:tag name="AS_UNIQUEID" val="1141"/>
</p:tagLst>
</file>

<file path=ppt/tags/tag748.xml><?xml version="1.0" encoding="utf-8"?>
<p:tagLst xmlns:p="http://schemas.openxmlformats.org/presentationml/2006/main">
  <p:tag name="AS_UNIQUEID" val="1142"/>
</p:tagLst>
</file>

<file path=ppt/tags/tag749.xml><?xml version="1.0" encoding="utf-8"?>
<p:tagLst xmlns:p="http://schemas.openxmlformats.org/presentationml/2006/main">
  <p:tag name="AS_UNIQUEID" val="1143"/>
</p:tagLst>
</file>

<file path=ppt/tags/tag750.xml><?xml version="1.0" encoding="utf-8"?>
<p:tagLst xmlns:p="http://schemas.openxmlformats.org/presentationml/2006/main">
  <p:tag name="AS_UNIQUEID" val="1144"/>
</p:tagLst>
</file>

<file path=ppt/tags/tag751.xml><?xml version="1.0" encoding="utf-8"?>
<p:tagLst xmlns:p="http://schemas.openxmlformats.org/presentationml/2006/main">
  <p:tag name="AS_UNIQUEID" val="1145"/>
</p:tagLst>
</file>

<file path=ppt/tags/tag752.xml><?xml version="1.0" encoding="utf-8"?>
<p:tagLst xmlns:p="http://schemas.openxmlformats.org/presentationml/2006/main">
  <p:tag name="AS_UNIQUEID" val="1146"/>
</p:tagLst>
</file>

<file path=ppt/tags/tag753.xml><?xml version="1.0" encoding="utf-8"?>
<p:tagLst xmlns:p="http://schemas.openxmlformats.org/presentationml/2006/main">
  <p:tag name="AS_UNIQUEID" val="1147"/>
</p:tagLst>
</file>

<file path=ppt/tags/tag754.xml><?xml version="1.0" encoding="utf-8"?>
<p:tagLst xmlns:p="http://schemas.openxmlformats.org/presentationml/2006/main">
  <p:tag name="AS_UNIQUEID" val="1148"/>
  <p:tag name="KSO_WM_BEAUTIFY_FLAG" val=""/>
</p:tagLst>
</file>

<file path=ppt/tags/tag755.xml><?xml version="1.0" encoding="utf-8"?>
<p:tagLst xmlns:p="http://schemas.openxmlformats.org/presentationml/2006/main">
  <p:tag name="AS_UNIQUEID" val="1149"/>
  <p:tag name="KSO_WM_BEAUTIFY_FLAG" val=""/>
</p:tagLst>
</file>

<file path=ppt/tags/tag756.xml><?xml version="1.0" encoding="utf-8"?>
<p:tagLst xmlns:p="http://schemas.openxmlformats.org/presentationml/2006/main">
  <p:tag name="AS_UNIQUEID" val="1150"/>
</p:tagLst>
</file>

<file path=ppt/tags/tag757.xml><?xml version="1.0" encoding="utf-8"?>
<p:tagLst xmlns:p="http://schemas.openxmlformats.org/presentationml/2006/main">
  <p:tag name="AS_UNIQUEID" val="1151"/>
</p:tagLst>
</file>

<file path=ppt/tags/tag758.xml><?xml version="1.0" encoding="utf-8"?>
<p:tagLst xmlns:p="http://schemas.openxmlformats.org/presentationml/2006/main">
  <p:tag name="AS_UNIQUEID" val="1152"/>
  <p:tag name="KSO_WM_BEAUTIFY_FLAG" val=""/>
</p:tagLst>
</file>

<file path=ppt/tags/tag759.xml><?xml version="1.0" encoding="utf-8"?>
<p:tagLst xmlns:p="http://schemas.openxmlformats.org/presentationml/2006/main">
  <p:tag name="AS_UNIQUEID" val="1153"/>
</p:tagLst>
</file>

<file path=ppt/tags/tag760.xml><?xml version="1.0" encoding="utf-8"?>
<p:tagLst xmlns:p="http://schemas.openxmlformats.org/presentationml/2006/main">
  <p:tag name="AS_UNIQUEID" val="1154"/>
</p:tagLst>
</file>

<file path=ppt/tags/tag761.xml><?xml version="1.0" encoding="utf-8"?>
<p:tagLst xmlns:p="http://schemas.openxmlformats.org/presentationml/2006/main">
  <p:tag name="AS_UNIQUEID" val="1155"/>
  <p:tag name="KSO_WM_BEAUTIFY_FLAG" val=""/>
</p:tagLst>
</file>

<file path=ppt/tags/tag762.xml><?xml version="1.0" encoding="utf-8"?>
<p:tagLst xmlns:p="http://schemas.openxmlformats.org/presentationml/2006/main">
  <p:tag name="AS_UNIQUEID" val="1156"/>
  <p:tag name="KSO_WM_BEAUTIFY_FLAG" val=""/>
</p:tagLst>
</file>

<file path=ppt/tags/tag763.xml><?xml version="1.0" encoding="utf-8"?>
<p:tagLst xmlns:p="http://schemas.openxmlformats.org/presentationml/2006/main">
  <p:tag name="AS_UNIQUEID" val="1157"/>
  <p:tag name="KSO_WM_BEAUTIFY_FLAG" val=""/>
</p:tagLst>
</file>

<file path=ppt/tags/tag764.xml><?xml version="1.0" encoding="utf-8"?>
<p:tagLst xmlns:p="http://schemas.openxmlformats.org/presentationml/2006/main">
  <p:tag name="AS_UNIQUEID" val="1158"/>
  <p:tag name="KSO_WM_BEAUTIFY_FLAG" val=""/>
</p:tagLst>
</file>

<file path=ppt/tags/tag765.xml><?xml version="1.0" encoding="utf-8"?>
<p:tagLst xmlns:p="http://schemas.openxmlformats.org/presentationml/2006/main">
  <p:tag name="AS_UNIQUEID" val="1159"/>
  <p:tag name="KSO_WM_BEAUTIFY_FLAG" val=""/>
</p:tagLst>
</file>

<file path=ppt/tags/tag766.xml><?xml version="1.0" encoding="utf-8"?>
<p:tagLst xmlns:p="http://schemas.openxmlformats.org/presentationml/2006/main">
  <p:tag name="AS_UNIQUEID" val="1160"/>
</p:tagLst>
</file>

<file path=ppt/tags/tag767.xml><?xml version="1.0" encoding="utf-8"?>
<p:tagLst xmlns:p="http://schemas.openxmlformats.org/presentationml/2006/main">
  <p:tag name="AS_UNIQUEID" val="1161"/>
  <p:tag name="KSO_WM_BEAUTIFY_FLAG" val=""/>
</p:tagLst>
</file>

<file path=ppt/tags/tag768.xml><?xml version="1.0" encoding="utf-8"?>
<p:tagLst xmlns:p="http://schemas.openxmlformats.org/presentationml/2006/main">
  <p:tag name="AS_UNIQUEID" val="1162"/>
  <p:tag name="KSO_WM_BEAUTIFY_FLAG" val=""/>
</p:tagLst>
</file>

<file path=ppt/tags/tag769.xml><?xml version="1.0" encoding="utf-8"?>
<p:tagLst xmlns:p="http://schemas.openxmlformats.org/presentationml/2006/main">
  <p:tag name="AS_UNIQUEID" val="1163"/>
  <p:tag name="KSO_WM_BEAUTIFY_FLAG" val=""/>
</p:tagLst>
</file>

<file path=ppt/tags/tag770.xml><?xml version="1.0" encoding="utf-8"?>
<p:tagLst xmlns:p="http://schemas.openxmlformats.org/presentationml/2006/main">
  <p:tag name="AS_UNIQUEID" val="1164"/>
  <p:tag name="KSO_WM_BEAUTIFY_FLAG" val=""/>
</p:tagLst>
</file>

<file path=ppt/tags/tag771.xml><?xml version="1.0" encoding="utf-8"?>
<p:tagLst xmlns:p="http://schemas.openxmlformats.org/presentationml/2006/main">
  <p:tag name="AS_UNIQUEID" val="1165"/>
  <p:tag name="KSO_WM_BEAUTIFY_FLAG" val=""/>
</p:tagLst>
</file>

<file path=ppt/tags/tag772.xml><?xml version="1.0" encoding="utf-8"?>
<p:tagLst xmlns:p="http://schemas.openxmlformats.org/presentationml/2006/main">
  <p:tag name="AS_UNIQUEID" val="1166"/>
  <p:tag name="KSO_WM_BEAUTIFY_FLAG" val=""/>
</p:tagLst>
</file>

<file path=ppt/tags/tag773.xml><?xml version="1.0" encoding="utf-8"?>
<p:tagLst xmlns:p="http://schemas.openxmlformats.org/presentationml/2006/main">
  <p:tag name="AS_UNIQUEID" val="1167"/>
</p:tagLst>
</file>

<file path=ppt/tags/tag774.xml><?xml version="1.0" encoding="utf-8"?>
<p:tagLst xmlns:p="http://schemas.openxmlformats.org/presentationml/2006/main">
  <p:tag name="AS_UNIQUEID" val="1168"/>
</p:tagLst>
</file>

<file path=ppt/tags/tag775.xml><?xml version="1.0" encoding="utf-8"?>
<p:tagLst xmlns:p="http://schemas.openxmlformats.org/presentationml/2006/main">
  <p:tag name="AS_UNIQUEID" val="1169"/>
  <p:tag name="KSO_WM_BEAUTIFY_FLAG" val=""/>
</p:tagLst>
</file>

<file path=ppt/tags/tag776.xml><?xml version="1.0" encoding="utf-8"?>
<p:tagLst xmlns:p="http://schemas.openxmlformats.org/presentationml/2006/main">
  <p:tag name="AS_UNIQUEID" val="1170"/>
</p:tagLst>
</file>

<file path=ppt/tags/tag777.xml><?xml version="1.0" encoding="utf-8"?>
<p:tagLst xmlns:p="http://schemas.openxmlformats.org/presentationml/2006/main">
  <p:tag name="AS_UNIQUEID" val="1171"/>
</p:tagLst>
</file>

<file path=ppt/tags/tag778.xml><?xml version="1.0" encoding="utf-8"?>
<p:tagLst xmlns:p="http://schemas.openxmlformats.org/presentationml/2006/main">
  <p:tag name="AS_UNIQUEID" val="1172"/>
</p:tagLst>
</file>

<file path=ppt/tags/tag779.xml><?xml version="1.0" encoding="utf-8"?>
<p:tagLst xmlns:p="http://schemas.openxmlformats.org/presentationml/2006/main">
  <p:tag name="AS_UNIQUEID" val="1173"/>
</p:tagLst>
</file>

<file path=ppt/tags/tag780.xml><?xml version="1.0" encoding="utf-8"?>
<p:tagLst xmlns:p="http://schemas.openxmlformats.org/presentationml/2006/main">
  <p:tag name="AS_UNIQUEID" val="1174"/>
</p:tagLst>
</file>

<file path=ppt/tags/tag781.xml><?xml version="1.0" encoding="utf-8"?>
<p:tagLst xmlns:p="http://schemas.openxmlformats.org/presentationml/2006/main">
  <p:tag name="AS_UNIQUEID" val="1175"/>
  <p:tag name="KSO_WM_BEAUTIFY_FLAG" val=""/>
</p:tagLst>
</file>

<file path=ppt/tags/tag782.xml><?xml version="1.0" encoding="utf-8"?>
<p:tagLst xmlns:p="http://schemas.openxmlformats.org/presentationml/2006/main">
  <p:tag name="AS_UNIQUEID" val="1176"/>
  <p:tag name="KSO_WM_BEAUTIFY_FLAG" val=""/>
</p:tagLst>
</file>

<file path=ppt/tags/tag783.xml><?xml version="1.0" encoding="utf-8"?>
<p:tagLst xmlns:p="http://schemas.openxmlformats.org/presentationml/2006/main">
  <p:tag name="AS_UNIQUEID" val="1177"/>
</p:tagLst>
</file>

<file path=ppt/tags/tag784.xml><?xml version="1.0" encoding="utf-8"?>
<p:tagLst xmlns:p="http://schemas.openxmlformats.org/presentationml/2006/main">
  <p:tag name="AS_UNIQUEID" val="1178"/>
</p:tagLst>
</file>

<file path=ppt/tags/tag785.xml><?xml version="1.0" encoding="utf-8"?>
<p:tagLst xmlns:p="http://schemas.openxmlformats.org/presentationml/2006/main">
  <p:tag name="AS_UNIQUEID" val="1179"/>
  <p:tag name="KSO_WM_BEAUTIFY_FLAG" val=""/>
</p:tagLst>
</file>

<file path=ppt/tags/tag786.xml><?xml version="1.0" encoding="utf-8"?>
<p:tagLst xmlns:p="http://schemas.openxmlformats.org/presentationml/2006/main">
  <p:tag name="AS_UNIQUEID" val="1180"/>
</p:tagLst>
</file>

<file path=ppt/tags/tag787.xml><?xml version="1.0" encoding="utf-8"?>
<p:tagLst xmlns:p="http://schemas.openxmlformats.org/presentationml/2006/main">
  <p:tag name="AS_UNIQUEID" val="1181"/>
</p:tagLst>
</file>

<file path=ppt/tags/tag788.xml><?xml version="1.0" encoding="utf-8"?>
<p:tagLst xmlns:p="http://schemas.openxmlformats.org/presentationml/2006/main">
  <p:tag name="AS_UNIQUEID" val="1182"/>
  <p:tag name="KSO_WM_BEAUTIFY_FLAG" val=""/>
</p:tagLst>
</file>

<file path=ppt/tags/tag789.xml><?xml version="1.0" encoding="utf-8"?>
<p:tagLst xmlns:p="http://schemas.openxmlformats.org/presentationml/2006/main">
  <p:tag name="AS_UNIQUEID" val="1183"/>
  <p:tag name="KSO_WM_BEAUTIFY_FLAG" val=""/>
</p:tagLst>
</file>

<file path=ppt/tags/tag790.xml><?xml version="1.0" encoding="utf-8"?>
<p:tagLst xmlns:p="http://schemas.openxmlformats.org/presentationml/2006/main">
  <p:tag name="AS_UNIQUEID" val="1184"/>
  <p:tag name="KSO_WM_BEAUTIFY_FLAG" val=""/>
</p:tagLst>
</file>

<file path=ppt/tags/tag791.xml><?xml version="1.0" encoding="utf-8"?>
<p:tagLst xmlns:p="http://schemas.openxmlformats.org/presentationml/2006/main">
  <p:tag name="AS_UNIQUEID" val="1185"/>
  <p:tag name="KSO_WM_BEAUTIFY_FLAG" val=""/>
</p:tagLst>
</file>

<file path=ppt/tags/tag792.xml><?xml version="1.0" encoding="utf-8"?>
<p:tagLst xmlns:p="http://schemas.openxmlformats.org/presentationml/2006/main">
  <p:tag name="AS_UNIQUEID" val="1186"/>
  <p:tag name="KSO_WM_BEAUTIFY_FLAG" val=""/>
</p:tagLst>
</file>

<file path=ppt/tags/tag793.xml><?xml version="1.0" encoding="utf-8"?>
<p:tagLst xmlns:p="http://schemas.openxmlformats.org/presentationml/2006/main">
  <p:tag name="AS_UNIQUEID" val="1187"/>
</p:tagLst>
</file>

<file path=ppt/tags/tag794.xml><?xml version="1.0" encoding="utf-8"?>
<p:tagLst xmlns:p="http://schemas.openxmlformats.org/presentationml/2006/main">
  <p:tag name="AS_UNIQUEID" val="1188"/>
  <p:tag name="KSO_WM_BEAUTIFY_FLAG" val=""/>
</p:tagLst>
</file>

<file path=ppt/tags/tag795.xml><?xml version="1.0" encoding="utf-8"?>
<p:tagLst xmlns:p="http://schemas.openxmlformats.org/presentationml/2006/main">
  <p:tag name="AS_UNIQUEID" val="1189"/>
  <p:tag name="KSO_WM_BEAUTIFY_FLAG" val=""/>
</p:tagLst>
</file>

<file path=ppt/tags/tag796.xml><?xml version="1.0" encoding="utf-8"?>
<p:tagLst xmlns:p="http://schemas.openxmlformats.org/presentationml/2006/main">
  <p:tag name="AS_UNIQUEID" val="1190"/>
  <p:tag name="KSO_WM_BEAUTIFY_FLAG" val=""/>
</p:tagLst>
</file>

<file path=ppt/tags/tag797.xml><?xml version="1.0" encoding="utf-8"?>
<p:tagLst xmlns:p="http://schemas.openxmlformats.org/presentationml/2006/main">
  <p:tag name="AS_UNIQUEID" val="1191"/>
  <p:tag name="KSO_WM_BEAUTIFY_FLAG" val=""/>
</p:tagLst>
</file>

<file path=ppt/tags/tag798.xml><?xml version="1.0" encoding="utf-8"?>
<p:tagLst xmlns:p="http://schemas.openxmlformats.org/presentationml/2006/main">
  <p:tag name="AS_UNIQUEID" val="1192"/>
  <p:tag name="KSO_WM_BEAUTIFY_FLAG" val=""/>
</p:tagLst>
</file>

<file path=ppt/tags/tag799.xml><?xml version="1.0" encoding="utf-8"?>
<p:tagLst xmlns:p="http://schemas.openxmlformats.org/presentationml/2006/main">
  <p:tag name="AS_UNIQUEID" val="1193"/>
  <p:tag name="KSO_WM_BEAUTIFY_FLAG" val=""/>
</p:tagLst>
</file>

<file path=ppt/tags/tag800.xml><?xml version="1.0" encoding="utf-8"?>
<p:tagLst xmlns:p="http://schemas.openxmlformats.org/presentationml/2006/main">
  <p:tag name="AS_UNIQUEID" val="1194"/>
</p:tagLst>
</file>

<file path=ppt/tags/tag801.xml><?xml version="1.0" encoding="utf-8"?>
<p:tagLst xmlns:p="http://schemas.openxmlformats.org/presentationml/2006/main">
  <p:tag name="AS_UNIQUEID" val="1195"/>
  <p:tag name="KSO_WM_BEAUTIFY_FLAG" val=""/>
</p:tagLst>
</file>

<file path=ppt/tags/tag802.xml><?xml version="1.0" encoding="utf-8"?>
<p:tagLst xmlns:p="http://schemas.openxmlformats.org/presentationml/2006/main">
  <p:tag name="AS_UNIQUEID" val="1196"/>
</p:tagLst>
</file>

<file path=ppt/tags/tag803.xml><?xml version="1.0" encoding="utf-8"?>
<p:tagLst xmlns:p="http://schemas.openxmlformats.org/presentationml/2006/main">
  <p:tag name="AS_UNIQUEID" val="1197"/>
</p:tagLst>
</file>

<file path=ppt/tags/tag804.xml><?xml version="1.0" encoding="utf-8"?>
<p:tagLst xmlns:p="http://schemas.openxmlformats.org/presentationml/2006/main">
  <p:tag name="AS_UNIQUEID" val="1198"/>
</p:tagLst>
</file>

<file path=ppt/tags/tag805.xml><?xml version="1.0" encoding="utf-8"?>
<p:tagLst xmlns:p="http://schemas.openxmlformats.org/presentationml/2006/main">
  <p:tag name="AS_UNIQUEID" val="1199"/>
</p:tagLst>
</file>

<file path=ppt/tags/tag806.xml><?xml version="1.0" encoding="utf-8"?>
<p:tagLst xmlns:p="http://schemas.openxmlformats.org/presentationml/2006/main">
  <p:tag name="AS_UNIQUEID" val="1200"/>
</p:tagLst>
</file>

<file path=ppt/tags/tag807.xml><?xml version="1.0" encoding="utf-8"?>
<p:tagLst xmlns:p="http://schemas.openxmlformats.org/presentationml/2006/main">
  <p:tag name="AS_UNIQUEID" val="1201"/>
</p:tagLst>
</file>

<file path=ppt/tags/tag808.xml><?xml version="1.0" encoding="utf-8"?>
<p:tagLst xmlns:p="http://schemas.openxmlformats.org/presentationml/2006/main">
  <p:tag name="AS_UNIQUEID" val="1202"/>
</p:tagLst>
</file>

<file path=ppt/tags/tag809.xml><?xml version="1.0" encoding="utf-8"?>
<p:tagLst xmlns:p="http://schemas.openxmlformats.org/presentationml/2006/main">
  <p:tag name="AS_UNIQUEID" val="1203"/>
</p:tagLst>
</file>

<file path=ppt/tags/tag810.xml><?xml version="1.0" encoding="utf-8"?>
<p:tagLst xmlns:p="http://schemas.openxmlformats.org/presentationml/2006/main">
  <p:tag name="AS_UNIQUEID" val="1204"/>
  <p:tag name="KSO_WM_BEAUTIFY_FLAG" val=""/>
</p:tagLst>
</file>

<file path=ppt/tags/tag811.xml><?xml version="1.0" encoding="utf-8"?>
<p:tagLst xmlns:p="http://schemas.openxmlformats.org/presentationml/2006/main">
  <p:tag name="AS_UNIQUEID" val="1205"/>
  <p:tag name="KSO_WM_BEAUTIFY_FLAG" val=""/>
</p:tagLst>
</file>

<file path=ppt/tags/tag812.xml><?xml version="1.0" encoding="utf-8"?>
<p:tagLst xmlns:p="http://schemas.openxmlformats.org/presentationml/2006/main">
  <p:tag name="AS_UNIQUEID" val="1206"/>
</p:tagLst>
</file>

<file path=ppt/tags/tag813.xml><?xml version="1.0" encoding="utf-8"?>
<p:tagLst xmlns:p="http://schemas.openxmlformats.org/presentationml/2006/main">
  <p:tag name="AS_UNIQUEID" val="1207"/>
</p:tagLst>
</file>

<file path=ppt/tags/tag814.xml><?xml version="1.0" encoding="utf-8"?>
<p:tagLst xmlns:p="http://schemas.openxmlformats.org/presentationml/2006/main">
  <p:tag name="AS_UNIQUEID" val="1208"/>
  <p:tag name="KSO_WM_BEAUTIFY_FLAG" val=""/>
</p:tagLst>
</file>

<file path=ppt/tags/tag815.xml><?xml version="1.0" encoding="utf-8"?>
<p:tagLst xmlns:p="http://schemas.openxmlformats.org/presentationml/2006/main">
  <p:tag name="AS_UNIQUEID" val="1209"/>
  <p:tag name="KSO_WM_BEAUTIFY_FLAG" val=""/>
</p:tagLst>
</file>

<file path=ppt/tags/tag816.xml><?xml version="1.0" encoding="utf-8"?>
<p:tagLst xmlns:p="http://schemas.openxmlformats.org/presentationml/2006/main">
  <p:tag name="AS_UNIQUEID" val="1210"/>
  <p:tag name="KSO_WM_BEAUTIFY_FLAG" val=""/>
</p:tagLst>
</file>

<file path=ppt/tags/tag817.xml><?xml version="1.0" encoding="utf-8"?>
<p:tagLst xmlns:p="http://schemas.openxmlformats.org/presentationml/2006/main">
  <p:tag name="AS_UNIQUEID" val="1211"/>
  <p:tag name="KSO_WM_BEAUTIFY_FLAG" val=""/>
</p:tagLst>
</file>

<file path=ppt/tags/tag818.xml><?xml version="1.0" encoding="utf-8"?>
<p:tagLst xmlns:p="http://schemas.openxmlformats.org/presentationml/2006/main">
  <p:tag name="AS_UNIQUEID" val="1212"/>
  <p:tag name="KSO_WM_BEAUTIFY_FLAG" val=""/>
</p:tagLst>
</file>

<file path=ppt/tags/tag819.xml><?xml version="1.0" encoding="utf-8"?>
<p:tagLst xmlns:p="http://schemas.openxmlformats.org/presentationml/2006/main">
  <p:tag name="AS_UNIQUEID" val="1213"/>
</p:tagLst>
</file>

<file path=ppt/tags/tag820.xml><?xml version="1.0" encoding="utf-8"?>
<p:tagLst xmlns:p="http://schemas.openxmlformats.org/presentationml/2006/main">
  <p:tag name="AS_UNIQUEID" val="1214"/>
  <p:tag name="KSO_WM_BEAUTIFY_FLAG" val=""/>
</p:tagLst>
</file>

<file path=ppt/tags/tag821.xml><?xml version="1.0" encoding="utf-8"?>
<p:tagLst xmlns:p="http://schemas.openxmlformats.org/presentationml/2006/main">
  <p:tag name="AS_UNIQUEID" val="1215"/>
  <p:tag name="KSO_WM_BEAUTIFY_FLAG" val=""/>
</p:tagLst>
</file>

<file path=ppt/tags/tag822.xml><?xml version="1.0" encoding="utf-8"?>
<p:tagLst xmlns:p="http://schemas.openxmlformats.org/presentationml/2006/main">
  <p:tag name="AS_UNIQUEID" val="1216"/>
  <p:tag name="KSO_WM_BEAUTIFY_FLAG" val=""/>
</p:tagLst>
</file>

<file path=ppt/tags/tag823.xml><?xml version="1.0" encoding="utf-8"?>
<p:tagLst xmlns:p="http://schemas.openxmlformats.org/presentationml/2006/main">
  <p:tag name="AS_UNIQUEID" val="1217"/>
  <p:tag name="KSO_WM_BEAUTIFY_FLAG" val=""/>
</p:tagLst>
</file>

<file path=ppt/tags/tag824.xml><?xml version="1.0" encoding="utf-8"?>
<p:tagLst xmlns:p="http://schemas.openxmlformats.org/presentationml/2006/main">
  <p:tag name="AS_UNIQUEID" val="1218"/>
  <p:tag name="KSO_WM_BEAUTIFY_FLAG" val=""/>
</p:tagLst>
</file>

<file path=ppt/tags/tag825.xml><?xml version="1.0" encoding="utf-8"?>
<p:tagLst xmlns:p="http://schemas.openxmlformats.org/presentationml/2006/main">
  <p:tag name="AS_UNIQUEID" val="1219"/>
</p:tagLst>
</file>

<file path=ppt/tags/tag826.xml><?xml version="1.0" encoding="utf-8"?>
<p:tagLst xmlns:p="http://schemas.openxmlformats.org/presentationml/2006/main">
  <p:tag name="AS_UNIQUEID" val="1220"/>
  <p:tag name="KSO_WM_BEAUTIFY_FLAG" val=""/>
</p:tagLst>
</file>

<file path=ppt/tags/tag827.xml><?xml version="1.0" encoding="utf-8"?>
<p:tagLst xmlns:p="http://schemas.openxmlformats.org/presentationml/2006/main">
  <p:tag name="AS_UNIQUEID" val="1221"/>
</p:tagLst>
</file>

<file path=ppt/tags/tag828.xml><?xml version="1.0" encoding="utf-8"?>
<p:tagLst xmlns:p="http://schemas.openxmlformats.org/presentationml/2006/main">
  <p:tag name="AS_UNIQUEID" val="1222"/>
</p:tagLst>
</file>

<file path=ppt/tags/tag829.xml><?xml version="1.0" encoding="utf-8"?>
<p:tagLst xmlns:p="http://schemas.openxmlformats.org/presentationml/2006/main">
  <p:tag name="AS_UNIQUEID" val="1223"/>
  <p:tag name="KSO_WM_BEAUTIFY_FLAG" val=""/>
</p:tagLst>
</file>

<file path=ppt/tags/tag830.xml><?xml version="1.0" encoding="utf-8"?>
<p:tagLst xmlns:p="http://schemas.openxmlformats.org/presentationml/2006/main">
  <p:tag name="AS_UNIQUEID" val="1224"/>
  <p:tag name="KSO_WM_BEAUTIFY_FLAG" val=""/>
</p:tagLst>
</file>

<file path=ppt/tags/tag831.xml><?xml version="1.0" encoding="utf-8"?>
<p:tagLst xmlns:p="http://schemas.openxmlformats.org/presentationml/2006/main">
  <p:tag name="AS_UNIQUEID" val="1225"/>
  <p:tag name="KSO_WM_BEAUTIFY_FLAG" val=""/>
</p:tagLst>
</file>

<file path=ppt/tags/tag832.xml><?xml version="1.0" encoding="utf-8"?>
<p:tagLst xmlns:p="http://schemas.openxmlformats.org/presentationml/2006/main">
  <p:tag name="AS_UNIQUEID" val="1226"/>
  <p:tag name="KSO_WM_BEAUTIFY_FLAG" val=""/>
</p:tagLst>
</file>

<file path=ppt/tags/tag833.xml><?xml version="1.0" encoding="utf-8"?>
<p:tagLst xmlns:p="http://schemas.openxmlformats.org/presentationml/2006/main">
  <p:tag name="AS_UNIQUEID" val="1227"/>
  <p:tag name="KSO_WM_BEAUTIFY_FLAG" val=""/>
</p:tagLst>
</file>

<file path=ppt/tags/tag834.xml><?xml version="1.0" encoding="utf-8"?>
<p:tagLst xmlns:p="http://schemas.openxmlformats.org/presentationml/2006/main">
  <p:tag name="AS_UNIQUEID" val="1228"/>
  <p:tag name="KSO_WM_BEAUTIFY_FLAG" val=""/>
</p:tagLst>
</file>

<file path=ppt/tags/tag835.xml><?xml version="1.0" encoding="utf-8"?>
<p:tagLst xmlns:p="http://schemas.openxmlformats.org/presentationml/2006/main">
  <p:tag name="AS_UNIQUEID" val="1229"/>
</p:tagLst>
</file>

<file path=ppt/tags/tag836.xml><?xml version="1.0" encoding="utf-8"?>
<p:tagLst xmlns:p="http://schemas.openxmlformats.org/presentationml/2006/main">
  <p:tag name="AS_UNIQUEID" val="1230"/>
</p:tagLst>
</file>

<file path=ppt/tags/tag837.xml><?xml version="1.0" encoding="utf-8"?>
<p:tagLst xmlns:p="http://schemas.openxmlformats.org/presentationml/2006/main">
  <p:tag name="AS_UNIQUEID" val="1231"/>
</p:tagLst>
</file>

<file path=ppt/tags/tag838.xml><?xml version="1.0" encoding="utf-8"?>
<p:tagLst xmlns:p="http://schemas.openxmlformats.org/presentationml/2006/main">
  <p:tag name="AS_UNIQUEID" val="1232"/>
</p:tagLst>
</file>

<file path=ppt/tags/tag839.xml><?xml version="1.0" encoding="utf-8"?>
<p:tagLst xmlns:p="http://schemas.openxmlformats.org/presentationml/2006/main">
  <p:tag name="AS_UNIQUEID" val="1233"/>
</p:tagLst>
</file>

<file path=ppt/tags/tag840.xml><?xml version="1.0" encoding="utf-8"?>
<p:tagLst xmlns:p="http://schemas.openxmlformats.org/presentationml/2006/main">
  <p:tag name="AS_UNIQUEID" val="1234"/>
</p:tagLst>
</file>

<file path=ppt/tags/tag841.xml><?xml version="1.0" encoding="utf-8"?>
<p:tagLst xmlns:p="http://schemas.openxmlformats.org/presentationml/2006/main">
  <p:tag name="AS_UNIQUEID" val="1235"/>
</p:tagLst>
</file>

<file path=ppt/tags/tag842.xml><?xml version="1.0" encoding="utf-8"?>
<p:tagLst xmlns:p="http://schemas.openxmlformats.org/presentationml/2006/main">
  <p:tag name="AS_UNIQUEID" val="1236"/>
</p:tagLst>
</file>

<file path=ppt/tags/tag843.xml><?xml version="1.0" encoding="utf-8"?>
<p:tagLst xmlns:p="http://schemas.openxmlformats.org/presentationml/2006/main">
  <p:tag name="AS_UNIQUEID" val="1237"/>
</p:tagLst>
</file>

<file path=ppt/tags/tag844.xml><?xml version="1.0" encoding="utf-8"?>
<p:tagLst xmlns:p="http://schemas.openxmlformats.org/presentationml/2006/main">
  <p:tag name="AS_UNIQUEID" val="1238"/>
</p:tagLst>
</file>

<file path=ppt/tags/tag845.xml><?xml version="1.0" encoding="utf-8"?>
<p:tagLst xmlns:p="http://schemas.openxmlformats.org/presentationml/2006/main">
  <p:tag name="AS_UNIQUEID" val="1239"/>
</p:tagLst>
</file>

<file path=ppt/tags/tag846.xml><?xml version="1.0" encoding="utf-8"?>
<p:tagLst xmlns:p="http://schemas.openxmlformats.org/presentationml/2006/main">
  <p:tag name="AS_UNIQUEID" val="1240"/>
</p:tagLst>
</file>

<file path=ppt/tags/tag847.xml><?xml version="1.0" encoding="utf-8"?>
<p:tagLst xmlns:p="http://schemas.openxmlformats.org/presentationml/2006/main">
  <p:tag name="AS_UNIQUEID" val="1241"/>
</p:tagLst>
</file>

<file path=ppt/tags/tag848.xml><?xml version="1.0" encoding="utf-8"?>
<p:tagLst xmlns:p="http://schemas.openxmlformats.org/presentationml/2006/main">
  <p:tag name="AS_UNIQUEID" val="1242"/>
</p:tagLst>
</file>

<file path=ppt/tags/tag849.xml><?xml version="1.0" encoding="utf-8"?>
<p:tagLst xmlns:p="http://schemas.openxmlformats.org/presentationml/2006/main">
  <p:tag name="AS_UNIQUEID" val="1243"/>
</p:tagLst>
</file>

<file path=ppt/tags/tag850.xml><?xml version="1.0" encoding="utf-8"?>
<p:tagLst xmlns:p="http://schemas.openxmlformats.org/presentationml/2006/main">
  <p:tag name="AS_UNIQUEID" val="1244"/>
</p:tagLst>
</file>

<file path=ppt/tags/tag851.xml><?xml version="1.0" encoding="utf-8"?>
<p:tagLst xmlns:p="http://schemas.openxmlformats.org/presentationml/2006/main">
  <p:tag name="AS_UNIQUEID" val="1245"/>
</p:tagLst>
</file>

<file path=ppt/tags/tag852.xml><?xml version="1.0" encoding="utf-8"?>
<p:tagLst xmlns:p="http://schemas.openxmlformats.org/presentationml/2006/main">
  <p:tag name="AS_UNIQUEID" val="1246"/>
</p:tagLst>
</file>

<file path=ppt/tags/tag853.xml><?xml version="1.0" encoding="utf-8"?>
<p:tagLst xmlns:p="http://schemas.openxmlformats.org/presentationml/2006/main">
  <p:tag name="AS_UNIQUEID" val="1247"/>
</p:tagLst>
</file>

<file path=ppt/tags/tag854.xml><?xml version="1.0" encoding="utf-8"?>
<p:tagLst xmlns:p="http://schemas.openxmlformats.org/presentationml/2006/main">
  <p:tag name="AS_UNIQUEID" val="1248"/>
</p:tagLst>
</file>

<file path=ppt/tags/tag855.xml><?xml version="1.0" encoding="utf-8"?>
<p:tagLst xmlns:p="http://schemas.openxmlformats.org/presentationml/2006/main">
  <p:tag name="AS_UNIQUEID" val="1249"/>
</p:tagLst>
</file>

<file path=ppt/tags/tag856.xml><?xml version="1.0" encoding="utf-8"?>
<p:tagLst xmlns:p="http://schemas.openxmlformats.org/presentationml/2006/main">
  <p:tag name="AS_UNIQUEID" val="1250"/>
</p:tagLst>
</file>

<file path=ppt/tags/tag857.xml><?xml version="1.0" encoding="utf-8"?>
<p:tagLst xmlns:p="http://schemas.openxmlformats.org/presentationml/2006/main">
  <p:tag name="AS_UNIQUEID" val="1251"/>
</p:tagLst>
</file>

<file path=ppt/tags/tag858.xml><?xml version="1.0" encoding="utf-8"?>
<p:tagLst xmlns:p="http://schemas.openxmlformats.org/presentationml/2006/main">
  <p:tag name="AS_UNIQUEID" val="1252"/>
</p:tagLst>
</file>

<file path=ppt/tags/tag859.xml><?xml version="1.0" encoding="utf-8"?>
<p:tagLst xmlns:p="http://schemas.openxmlformats.org/presentationml/2006/main">
  <p:tag name="AS_UNIQUEID" val="1253"/>
</p:tagLst>
</file>

<file path=ppt/tags/tag860.xml><?xml version="1.0" encoding="utf-8"?>
<p:tagLst xmlns:p="http://schemas.openxmlformats.org/presentationml/2006/main">
  <p:tag name="AS_UNIQUEID" val="1254"/>
</p:tagLst>
</file>

<file path=ppt/tags/tag861.xml><?xml version="1.0" encoding="utf-8"?>
<p:tagLst xmlns:p="http://schemas.openxmlformats.org/presentationml/2006/main">
  <p:tag name="AS_UNIQUEID" val="1255"/>
</p:tagLst>
</file>

<file path=ppt/tags/tag862.xml><?xml version="1.0" encoding="utf-8"?>
<p:tagLst xmlns:p="http://schemas.openxmlformats.org/presentationml/2006/main">
  <p:tag name="AS_UNIQUEID" val="1256"/>
</p:tagLst>
</file>

<file path=ppt/tags/tag863.xml><?xml version="1.0" encoding="utf-8"?>
<p:tagLst xmlns:p="http://schemas.openxmlformats.org/presentationml/2006/main">
  <p:tag name="AS_UNIQUEID" val="1257"/>
</p:tagLst>
</file>

<file path=ppt/tags/tag864.xml><?xml version="1.0" encoding="utf-8"?>
<p:tagLst xmlns:p="http://schemas.openxmlformats.org/presentationml/2006/main">
  <p:tag name="AS_UNIQUEID" val="1258"/>
</p:tagLst>
</file>

<file path=ppt/tags/tag865.xml><?xml version="1.0" encoding="utf-8"?>
<p:tagLst xmlns:p="http://schemas.openxmlformats.org/presentationml/2006/main">
  <p:tag name="AS_UNIQUEID" val="1259"/>
</p:tagLst>
</file>

<file path=ppt/tags/tag866.xml><?xml version="1.0" encoding="utf-8"?>
<p:tagLst xmlns:p="http://schemas.openxmlformats.org/presentationml/2006/main">
  <p:tag name="AS_UNIQUEID" val="1260"/>
</p:tagLst>
</file>

<file path=ppt/tags/tag867.xml><?xml version="1.0" encoding="utf-8"?>
<p:tagLst xmlns:p="http://schemas.openxmlformats.org/presentationml/2006/main">
  <p:tag name="AS_UNIQUEID" val="1261"/>
  <p:tag name="KSO_WM_BEAUTIFY_FLAG" val=""/>
</p:tagLst>
</file>

<file path=ppt/tags/tag868.xml><?xml version="1.0" encoding="utf-8"?>
<p:tagLst xmlns:p="http://schemas.openxmlformats.org/presentationml/2006/main">
  <p:tag name="AS_UNIQUEID" val="1262"/>
</p:tagLst>
</file>

<file path=ppt/tags/tag869.xml><?xml version="1.0" encoding="utf-8"?>
<p:tagLst xmlns:p="http://schemas.openxmlformats.org/presentationml/2006/main">
  <p:tag name="AS_UNIQUEID" val="1263"/>
</p:tagLst>
</file>

<file path=ppt/tags/tag870.xml><?xml version="1.0" encoding="utf-8"?>
<p:tagLst xmlns:p="http://schemas.openxmlformats.org/presentationml/2006/main">
  <p:tag name="AS_UNIQUEID" val="1264"/>
</p:tagLst>
</file>

<file path=ppt/tags/tag871.xml><?xml version="1.0" encoding="utf-8"?>
<p:tagLst xmlns:p="http://schemas.openxmlformats.org/presentationml/2006/main">
  <p:tag name="AS_UNIQUEID" val="1265"/>
</p:tagLst>
</file>

<file path=ppt/tags/tag872.xml><?xml version="1.0" encoding="utf-8"?>
<p:tagLst xmlns:p="http://schemas.openxmlformats.org/presentationml/2006/main">
  <p:tag name="AS_UNIQUEID" val="1266"/>
</p:tagLst>
</file>

<file path=ppt/tags/tag873.xml><?xml version="1.0" encoding="utf-8"?>
<p:tagLst xmlns:p="http://schemas.openxmlformats.org/presentationml/2006/main">
  <p:tag name="AS_UNIQUEID" val="1267"/>
  <p:tag name="KSO_WM_BEAUTIFY_FLAG" val=""/>
</p:tagLst>
</file>

<file path=ppt/tags/tag874.xml><?xml version="1.0" encoding="utf-8"?>
<p:tagLst xmlns:p="http://schemas.openxmlformats.org/presentationml/2006/main">
  <p:tag name="AS_UNIQUEID" val="1268"/>
  <p:tag name="KSO_WM_BEAUTIFY_FLAG" val=""/>
</p:tagLst>
</file>

<file path=ppt/tags/tag875.xml><?xml version="1.0" encoding="utf-8"?>
<p:tagLst xmlns:p="http://schemas.openxmlformats.org/presentationml/2006/main">
  <p:tag name="AS_UNIQUEID" val="1269"/>
</p:tagLst>
</file>

<file path=ppt/tags/tag876.xml><?xml version="1.0" encoding="utf-8"?>
<p:tagLst xmlns:p="http://schemas.openxmlformats.org/presentationml/2006/main">
  <p:tag name="AS_UNIQUEID" val="1270"/>
</p:tagLst>
</file>

<file path=ppt/tags/tag877.xml><?xml version="1.0" encoding="utf-8"?>
<p:tagLst xmlns:p="http://schemas.openxmlformats.org/presentationml/2006/main">
  <p:tag name="AS_UNIQUEID" val="1271"/>
  <p:tag name="KSO_WM_BEAUTIFY_FLAG" val=""/>
</p:tagLst>
</file>

<file path=ppt/tags/tag878.xml><?xml version="1.0" encoding="utf-8"?>
<p:tagLst xmlns:p="http://schemas.openxmlformats.org/presentationml/2006/main">
  <p:tag name="AS_UNIQUEID" val="1272"/>
  <p:tag name="KSO_WM_BEAUTIFY_FLAG" val=""/>
</p:tagLst>
</file>

<file path=ppt/tags/tag879.xml><?xml version="1.0" encoding="utf-8"?>
<p:tagLst xmlns:p="http://schemas.openxmlformats.org/presentationml/2006/main">
  <p:tag name="AS_UNIQUEID" val="1273"/>
  <p:tag name="KSO_WM_BEAUTIFY_FLAG" val=""/>
</p:tagLst>
</file>

<file path=ppt/tags/tag880.xml><?xml version="1.0" encoding="utf-8"?>
<p:tagLst xmlns:p="http://schemas.openxmlformats.org/presentationml/2006/main">
  <p:tag name="AS_UNIQUEID" val="1274"/>
  <p:tag name="KSO_WM_BEAUTIFY_FLAG" val=""/>
</p:tagLst>
</file>

<file path=ppt/tags/tag881.xml><?xml version="1.0" encoding="utf-8"?>
<p:tagLst xmlns:p="http://schemas.openxmlformats.org/presentationml/2006/main">
  <p:tag name="AS_UNIQUEID" val="1275"/>
  <p:tag name="KSO_WM_BEAUTIFY_FLAG" val=""/>
</p:tagLst>
</file>

<file path=ppt/tags/tag882.xml><?xml version="1.0" encoding="utf-8"?>
<p:tagLst xmlns:p="http://schemas.openxmlformats.org/presentationml/2006/main">
  <p:tag name="AS_UNIQUEID" val="1276"/>
</p:tagLst>
</file>

<file path=ppt/tags/tag883.xml><?xml version="1.0" encoding="utf-8"?>
<p:tagLst xmlns:p="http://schemas.openxmlformats.org/presentationml/2006/main">
  <p:tag name="AS_UNIQUEID" val="1277"/>
  <p:tag name="KSO_WM_BEAUTIFY_FLAG" val=""/>
</p:tagLst>
</file>

<file path=ppt/tags/tag884.xml><?xml version="1.0" encoding="utf-8"?>
<p:tagLst xmlns:p="http://schemas.openxmlformats.org/presentationml/2006/main">
  <p:tag name="AS_UNIQUEID" val="1278"/>
  <p:tag name="KSO_WM_BEAUTIFY_FLAG" val=""/>
</p:tagLst>
</file>

<file path=ppt/tags/tag885.xml><?xml version="1.0" encoding="utf-8"?>
<p:tagLst xmlns:p="http://schemas.openxmlformats.org/presentationml/2006/main">
  <p:tag name="AS_UNIQUEID" val="1279"/>
  <p:tag name="KSO_WM_BEAUTIFY_FLAG" val=""/>
</p:tagLst>
</file>

<file path=ppt/tags/tag886.xml><?xml version="1.0" encoding="utf-8"?>
<p:tagLst xmlns:p="http://schemas.openxmlformats.org/presentationml/2006/main">
  <p:tag name="AS_UNIQUEID" val="1280"/>
  <p:tag name="KSO_WM_BEAUTIFY_FLAG" val=""/>
</p:tagLst>
</file>

<file path=ppt/tags/tag887.xml><?xml version="1.0" encoding="utf-8"?>
<p:tagLst xmlns:p="http://schemas.openxmlformats.org/presentationml/2006/main">
  <p:tag name="AS_UNIQUEID" val="1281"/>
  <p:tag name="KSO_WM_BEAUTIFY_FLAG" val=""/>
</p:tagLst>
</file>

<file path=ppt/tags/tag888.xml><?xml version="1.0" encoding="utf-8"?>
<p:tagLst xmlns:p="http://schemas.openxmlformats.org/presentationml/2006/main">
  <p:tag name="AS_UNIQUEID" val="1282"/>
  <p:tag name="KSO_WM_BEAUTIFY_FLAG" val=""/>
</p:tagLst>
</file>

<file path=ppt/tags/tag889.xml><?xml version="1.0" encoding="utf-8"?>
<p:tagLst xmlns:p="http://schemas.openxmlformats.org/presentationml/2006/main">
  <p:tag name="AS_UNIQUEID" val="467"/>
  <p:tag name="KSO_WM_BEAUTIFY_FLAG" val=""/>
</p:tagLst>
</file>

<file path=ppt/tags/tag890.xml><?xml version="1.0" encoding="utf-8"?>
<p:tagLst xmlns:p="http://schemas.openxmlformats.org/presentationml/2006/main">
  <p:tag name="AS_UNIQUEID" val="468"/>
  <p:tag name="KSO_WM_BEAUTIFY_FLAG" val=""/>
</p:tagLst>
</file>

<file path=ppt/tags/tag891.xml><?xml version="1.0" encoding="utf-8"?>
<p:tagLst xmlns:p="http://schemas.openxmlformats.org/presentationml/2006/main">
  <p:tag name="AS_UNIQUEID" val="471"/>
</p:tagLst>
</file>

<file path=ppt/tags/tag892.xml><?xml version="1.0" encoding="utf-8"?>
<p:tagLst xmlns:p="http://schemas.openxmlformats.org/presentationml/2006/main">
  <p:tag name="AS_UNIQUEID" val="472"/>
  <p:tag name="KSO_WM_BEAUTIFY_FLAG" val=""/>
</p:tagLst>
</file>

<file path=ppt/tags/tag893.xml><?xml version="1.0" encoding="utf-8"?>
<p:tagLst xmlns:p="http://schemas.openxmlformats.org/presentationml/2006/main">
  <p:tag name="AS_UNIQUEID" val="97"/>
  <p:tag name="KSO_WM_BEAUTIFY_FLAG" val=""/>
</p:tagLst>
</file>

<file path=ppt/tags/tag894.xml><?xml version="1.0" encoding="utf-8"?>
<p:tagLst xmlns:p="http://schemas.openxmlformats.org/presentationml/2006/main">
  <p:tag name="AS_UNIQUEID" val="97"/>
  <p:tag name="KSO_WM_BEAUTIFY_FLAG" val=""/>
</p:tagLst>
</file>

<file path=ppt/tags/tag895.xml><?xml version="1.0" encoding="utf-8"?>
<p:tagLst xmlns:p="http://schemas.openxmlformats.org/presentationml/2006/main">
  <p:tag name="AS_UNIQUEID" val="469"/>
</p:tagLst>
</file>

<file path=ppt/tags/tag896.xml><?xml version="1.0" encoding="utf-8"?>
<p:tagLst xmlns:p="http://schemas.openxmlformats.org/presentationml/2006/main">
  <p:tag name="AS_UNIQUEID" val="470"/>
  <p:tag name="KSO_WM_BEAUTIFY_FLAG" val=""/>
</p:tagLst>
</file>

<file path=ppt/tags/tag897.xml><?xml version="1.0" encoding="utf-8"?>
<p:tagLst xmlns:p="http://schemas.openxmlformats.org/presentationml/2006/main">
  <p:tag name="AS_UNIQUEID" val="97"/>
  <p:tag name="KSO_WM_BEAUTIFY_FLAG" val=""/>
</p:tagLst>
</file>

<file path=ppt/tags/tag898.xml><?xml version="1.0" encoding="utf-8"?>
<p:tagLst xmlns:p="http://schemas.openxmlformats.org/presentationml/2006/main">
  <p:tag name="AS_UNIQUEID" val="1283"/>
</p:tagLst>
</file>

<file path=ppt/tags/tag899.xml><?xml version="1.0" encoding="utf-8"?>
<p:tagLst xmlns:p="http://schemas.openxmlformats.org/presentationml/2006/main">
  <p:tag name="AS_UNIQUEID" val="1284"/>
</p:tagLst>
</file>

<file path=ppt/tags/tag900.xml><?xml version="1.0" encoding="utf-8"?>
<p:tagLst xmlns:p="http://schemas.openxmlformats.org/presentationml/2006/main">
  <p:tag name="AS_UNIQUEID" val="1285"/>
</p:tagLst>
</file>

<file path=ppt/tags/tag901.xml><?xml version="1.0" encoding="utf-8"?>
<p:tagLst xmlns:p="http://schemas.openxmlformats.org/presentationml/2006/main">
  <p:tag name="AS_UNIQUEID" val="1286"/>
</p:tagLst>
</file>

<file path=ppt/tags/tag902.xml><?xml version="1.0" encoding="utf-8"?>
<p:tagLst xmlns:p="http://schemas.openxmlformats.org/presentationml/2006/main">
  <p:tag name="AS_UNIQUEID" val="1287"/>
</p:tagLst>
</file>

<file path=ppt/tags/tag903.xml><?xml version="1.0" encoding="utf-8"?>
<p:tagLst xmlns:p="http://schemas.openxmlformats.org/presentationml/2006/main">
  <p:tag name="AS_UNIQUEID" val="1288"/>
  <p:tag name="KSO_WM_BEAUTIFY_FLAG" val=""/>
</p:tagLst>
</file>

<file path=ppt/tags/tag904.xml><?xml version="1.0" encoding="utf-8"?>
<p:tagLst xmlns:p="http://schemas.openxmlformats.org/presentationml/2006/main">
  <p:tag name="AS_UNIQUEID" val="1289"/>
  <p:tag name="KSO_WM_BEAUTIFY_FLAG" val=""/>
</p:tagLst>
</file>

<file path=ppt/tags/tag905.xml><?xml version="1.0" encoding="utf-8"?>
<p:tagLst xmlns:p="http://schemas.openxmlformats.org/presentationml/2006/main">
  <p:tag name="AS_UNIQUEID" val="1290"/>
</p:tagLst>
</file>

<file path=ppt/tags/tag906.xml><?xml version="1.0" encoding="utf-8"?>
<p:tagLst xmlns:p="http://schemas.openxmlformats.org/presentationml/2006/main">
  <p:tag name="AS_UNIQUEID" val="1291"/>
</p:tagLst>
</file>

<file path=ppt/tags/tag907.xml><?xml version="1.0" encoding="utf-8"?>
<p:tagLst xmlns:p="http://schemas.openxmlformats.org/presentationml/2006/main">
  <p:tag name="AS_UNIQUEID" val="1292"/>
  <p:tag name="KSO_WM_BEAUTIFY_FLAG" val=""/>
</p:tagLst>
</file>

<file path=ppt/tags/tag908.xml><?xml version="1.0" encoding="utf-8"?>
<p:tagLst xmlns:p="http://schemas.openxmlformats.org/presentationml/2006/main">
  <p:tag name="AS_UNIQUEID" val="1293"/>
  <p:tag name="KSO_WM_BEAUTIFY_FLAG" val=""/>
</p:tagLst>
</file>

<file path=ppt/tags/tag909.xml><?xml version="1.0" encoding="utf-8"?>
<p:tagLst xmlns:p="http://schemas.openxmlformats.org/presentationml/2006/main">
  <p:tag name="AS_UNIQUEID" val="1294"/>
  <p:tag name="KSO_WM_BEAUTIFY_FLAG" val=""/>
</p:tagLst>
</file>

<file path=ppt/tags/tag910.xml><?xml version="1.0" encoding="utf-8"?>
<p:tagLst xmlns:p="http://schemas.openxmlformats.org/presentationml/2006/main">
  <p:tag name="AS_UNIQUEID" val="1295"/>
  <p:tag name="KSO_WM_BEAUTIFY_FLAG" val=""/>
</p:tagLst>
</file>

<file path=ppt/tags/tag911.xml><?xml version="1.0" encoding="utf-8"?>
<p:tagLst xmlns:p="http://schemas.openxmlformats.org/presentationml/2006/main">
  <p:tag name="AS_UNIQUEID" val="1296"/>
  <p:tag name="KSO_WM_BEAUTIFY_FLAG" val=""/>
</p:tagLst>
</file>

<file path=ppt/tags/tag912.xml><?xml version="1.0" encoding="utf-8"?>
<p:tagLst xmlns:p="http://schemas.openxmlformats.org/presentationml/2006/main">
  <p:tag name="AS_UNIQUEID" val="1297"/>
</p:tagLst>
</file>

<file path=ppt/tags/tag913.xml><?xml version="1.0" encoding="utf-8"?>
<p:tagLst xmlns:p="http://schemas.openxmlformats.org/presentationml/2006/main">
  <p:tag name="AS_UNIQUEID" val="1298"/>
  <p:tag name="KSO_WM_BEAUTIFY_FLAG" val=""/>
</p:tagLst>
</file>

<file path=ppt/tags/tag914.xml><?xml version="1.0" encoding="utf-8"?>
<p:tagLst xmlns:p="http://schemas.openxmlformats.org/presentationml/2006/main">
  <p:tag name="AS_UNIQUEID" val="1299"/>
  <p:tag name="KSO_WM_BEAUTIFY_FLAG" val=""/>
</p:tagLst>
</file>

<file path=ppt/tags/tag915.xml><?xml version="1.0" encoding="utf-8"?>
<p:tagLst xmlns:p="http://schemas.openxmlformats.org/presentationml/2006/main">
  <p:tag name="AS_UNIQUEID" val="1300"/>
  <p:tag name="KSO_WM_BEAUTIFY_FLAG" val=""/>
</p:tagLst>
</file>

<file path=ppt/tags/tag916.xml><?xml version="1.0" encoding="utf-8"?>
<p:tagLst xmlns:p="http://schemas.openxmlformats.org/presentationml/2006/main">
  <p:tag name="AS_UNIQUEID" val="1301"/>
  <p:tag name="KSO_WM_BEAUTIFY_FLAG" val=""/>
</p:tagLst>
</file>

<file path=ppt/tags/tag917.xml><?xml version="1.0" encoding="utf-8"?>
<p:tagLst xmlns:p="http://schemas.openxmlformats.org/presentationml/2006/main">
  <p:tag name="AS_UNIQUEID" val="1302"/>
  <p:tag name="KSO_WM_BEAUTIFY_FLAG" val=""/>
</p:tagLst>
</file>

<file path=ppt/tags/tag918.xml><?xml version="1.0" encoding="utf-8"?>
<p:tagLst xmlns:p="http://schemas.openxmlformats.org/presentationml/2006/main">
  <p:tag name="AS_UNIQUEID" val="1303"/>
</p:tagLst>
</file>

<file path=ppt/tags/tag919.xml><?xml version="1.0" encoding="utf-8"?>
<p:tagLst xmlns:p="http://schemas.openxmlformats.org/presentationml/2006/main">
  <p:tag name="AS_UNIQUEID" val="1304"/>
</p:tagLst>
</file>

<file path=ppt/tags/tag920.xml><?xml version="1.0" encoding="utf-8"?>
<p:tagLst xmlns:p="http://schemas.openxmlformats.org/presentationml/2006/main">
  <p:tag name="AS_UNIQUEID" val="1305"/>
</p:tagLst>
</file>

<file path=ppt/tags/tag921.xml><?xml version="1.0" encoding="utf-8"?>
<p:tagLst xmlns:p="http://schemas.openxmlformats.org/presentationml/2006/main">
  <p:tag name="AS_UNIQUEID" val="1306"/>
  <p:tag name="KSO_WM_BEAUTIFY_FLAG" val=""/>
</p:tagLst>
</file>

<file path=ppt/tags/tag922.xml><?xml version="1.0" encoding="utf-8"?>
<p:tagLst xmlns:p="http://schemas.openxmlformats.org/presentationml/2006/main">
  <p:tag name="AS_UNIQUEID" val="1307"/>
  <p:tag name="KSO_WM_BEAUTIFY_FLAG" val=""/>
</p:tagLst>
</file>

<file path=ppt/tags/tag923.xml><?xml version="1.0" encoding="utf-8"?>
<p:tagLst xmlns:p="http://schemas.openxmlformats.org/presentationml/2006/main">
  <p:tag name="AS_UNIQUEID" val="1308"/>
  <p:tag name="KSO_WM_BEAUTIFY_FLAG" val=""/>
</p:tagLst>
</file>

<file path=ppt/tags/tag924.xml><?xml version="1.0" encoding="utf-8"?>
<p:tagLst xmlns:p="http://schemas.openxmlformats.org/presentationml/2006/main">
  <p:tag name="AS_UNIQUEID" val="1309"/>
  <p:tag name="KSO_WM_BEAUTIFY_FLAG" val=""/>
</p:tagLst>
</file>

<file path=ppt/tags/tag925.xml><?xml version="1.0" encoding="utf-8"?>
<p:tagLst xmlns:p="http://schemas.openxmlformats.org/presentationml/2006/main">
  <p:tag name="AS_UNIQUEID" val="1310"/>
  <p:tag name="KSO_WM_BEAUTIFY_FLAG" val=""/>
</p:tagLst>
</file>

<file path=ppt/tags/tag926.xml><?xml version="1.0" encoding="utf-8"?>
<p:tagLst xmlns:p="http://schemas.openxmlformats.org/presentationml/2006/main">
  <p:tag name="AS_UNIQUEID" val="1311"/>
  <p:tag name="KSO_WM_BEAUTIFY_FLAG" val=""/>
</p:tagLst>
</file>

<file path=ppt/tags/tag927.xml><?xml version="1.0" encoding="utf-8"?>
<p:tagLst xmlns:p="http://schemas.openxmlformats.org/presentationml/2006/main">
  <p:tag name="AS_UNIQUEID" val="1312"/>
</p:tagLst>
</file>

<file path=ppt/tags/tag928.xml><?xml version="1.0" encoding="utf-8"?>
<p:tagLst xmlns:p="http://schemas.openxmlformats.org/presentationml/2006/main">
  <p:tag name="AS_UNIQUEID" val="1313"/>
</p:tagLst>
</file>

<file path=ppt/tags/tag929.xml><?xml version="1.0" encoding="utf-8"?>
<p:tagLst xmlns:p="http://schemas.openxmlformats.org/presentationml/2006/main">
  <p:tag name="AS_UNIQUEID" val="1314"/>
</p:tagLst>
</file>

<file path=ppt/tags/tag930.xml><?xml version="1.0" encoding="utf-8"?>
<p:tagLst xmlns:p="http://schemas.openxmlformats.org/presentationml/2006/main">
  <p:tag name="AS_UNIQUEID" val="1315"/>
</p:tagLst>
</file>

<file path=ppt/tags/tag931.xml><?xml version="1.0" encoding="utf-8"?>
<p:tagLst xmlns:p="http://schemas.openxmlformats.org/presentationml/2006/main">
  <p:tag name="AS_UNIQUEID" val="1316"/>
</p:tagLst>
</file>

<file path=ppt/tags/tag932.xml><?xml version="1.0" encoding="utf-8"?>
<p:tagLst xmlns:p="http://schemas.openxmlformats.org/presentationml/2006/main">
  <p:tag name="AS_UNIQUEID" val="1317"/>
</p:tagLst>
</file>

<file path=ppt/tags/tag933.xml><?xml version="1.0" encoding="utf-8"?>
<p:tagLst xmlns:p="http://schemas.openxmlformats.org/presentationml/2006/main">
  <p:tag name="AS_UNIQUEID" val="1318"/>
</p:tagLst>
</file>

<file path=ppt/tags/tag934.xml><?xml version="1.0" encoding="utf-8"?>
<p:tagLst xmlns:p="http://schemas.openxmlformats.org/presentationml/2006/main">
  <p:tag name="AS_UNIQUEID" val="1319"/>
</p:tagLst>
</file>

<file path=ppt/tags/tag935.xml><?xml version="1.0" encoding="utf-8"?>
<p:tagLst xmlns:p="http://schemas.openxmlformats.org/presentationml/2006/main">
  <p:tag name="AS_UNIQUEID" val="1320"/>
</p:tagLst>
</file>

<file path=ppt/tags/tag936.xml><?xml version="1.0" encoding="utf-8"?>
<p:tagLst xmlns:p="http://schemas.openxmlformats.org/presentationml/2006/main">
  <p:tag name="AS_UNIQUEID" val="1321"/>
</p:tagLst>
</file>

<file path=ppt/tags/tag937.xml><?xml version="1.0" encoding="utf-8"?>
<p:tagLst xmlns:p="http://schemas.openxmlformats.org/presentationml/2006/main">
  <p:tag name="AS_UNIQUEID" val="1322"/>
</p:tagLst>
</file>

<file path=ppt/tags/tag938.xml><?xml version="1.0" encoding="utf-8"?>
<p:tagLst xmlns:p="http://schemas.openxmlformats.org/presentationml/2006/main">
  <p:tag name="AS_UNIQUEID" val="1323"/>
</p:tagLst>
</file>

<file path=ppt/tags/tag939.xml><?xml version="1.0" encoding="utf-8"?>
<p:tagLst xmlns:p="http://schemas.openxmlformats.org/presentationml/2006/main">
  <p:tag name="AS_UNIQUEID" val="1324"/>
</p:tagLst>
</file>

<file path=ppt/tags/tag940.xml><?xml version="1.0" encoding="utf-8"?>
<p:tagLst xmlns:p="http://schemas.openxmlformats.org/presentationml/2006/main">
  <p:tag name="AS_UNIQUEID" val="1325"/>
</p:tagLst>
</file>

<file path=ppt/tags/tag941.xml><?xml version="1.0" encoding="utf-8"?>
<p:tagLst xmlns:p="http://schemas.openxmlformats.org/presentationml/2006/main">
  <p:tag name="AS_UNIQUEID" val="1326"/>
</p:tagLst>
</file>

<file path=ppt/tags/tag942.xml><?xml version="1.0" encoding="utf-8"?>
<p:tagLst xmlns:p="http://schemas.openxmlformats.org/presentationml/2006/main">
  <p:tag name="AS_UNIQUEID" val="1327"/>
</p:tagLst>
</file>

<file path=ppt/tags/tag943.xml><?xml version="1.0" encoding="utf-8"?>
<p:tagLst xmlns:p="http://schemas.openxmlformats.org/presentationml/2006/main">
  <p:tag name="AS_UNIQUEID" val="1328"/>
</p:tagLst>
</file>

<file path=ppt/tags/tag944.xml><?xml version="1.0" encoding="utf-8"?>
<p:tagLst xmlns:p="http://schemas.openxmlformats.org/presentationml/2006/main">
  <p:tag name="AS_UNIQUEID" val="1329"/>
</p:tagLst>
</file>

<file path=ppt/tags/tag945.xml><?xml version="1.0" encoding="utf-8"?>
<p:tagLst xmlns:p="http://schemas.openxmlformats.org/presentationml/2006/main">
  <p:tag name="AS_UNIQUEID" val="1330"/>
</p:tagLst>
</file>

<file path=ppt/tags/tag946.xml><?xml version="1.0" encoding="utf-8"?>
<p:tagLst xmlns:p="http://schemas.openxmlformats.org/presentationml/2006/main">
  <p:tag name="AS_UNIQUEID" val="1331"/>
</p:tagLst>
</file>

<file path=ppt/tags/tag947.xml><?xml version="1.0" encoding="utf-8"?>
<p:tagLst xmlns:p="http://schemas.openxmlformats.org/presentationml/2006/main">
  <p:tag name="AS_UNIQUEID" val="1332"/>
</p:tagLst>
</file>

<file path=ppt/tags/tag948.xml><?xml version="1.0" encoding="utf-8"?>
<p:tagLst xmlns:p="http://schemas.openxmlformats.org/presentationml/2006/main">
  <p:tag name="AS_UNIQUEID" val="1333"/>
</p:tagLst>
</file>

<file path=ppt/tags/tag949.xml><?xml version="1.0" encoding="utf-8"?>
<p:tagLst xmlns:p="http://schemas.openxmlformats.org/presentationml/2006/main">
  <p:tag name="AS_UNIQUEID" val="1334"/>
</p:tagLst>
</file>

<file path=ppt/tags/tag950.xml><?xml version="1.0" encoding="utf-8"?>
<p:tagLst xmlns:p="http://schemas.openxmlformats.org/presentationml/2006/main">
  <p:tag name="AS_UNIQUEID" val="1335"/>
</p:tagLst>
</file>

<file path=ppt/tags/tag951.xml><?xml version="1.0" encoding="utf-8"?>
<p:tagLst xmlns:p="http://schemas.openxmlformats.org/presentationml/2006/main">
  <p:tag name="AS_UNIQUEID" val="1336"/>
</p:tagLst>
</file>

<file path=ppt/tags/tag952.xml><?xml version="1.0" encoding="utf-8"?>
<p:tagLst xmlns:p="http://schemas.openxmlformats.org/presentationml/2006/main">
  <p:tag name="AS_UNIQUEID" val="1337"/>
</p:tagLst>
</file>

<file path=ppt/tags/tag953.xml><?xml version="1.0" encoding="utf-8"?>
<p:tagLst xmlns:p="http://schemas.openxmlformats.org/presentationml/2006/main">
  <p:tag name="AS_UNIQUEID" val="1338"/>
</p:tagLst>
</file>

<file path=ppt/tags/tag954.xml><?xml version="1.0" encoding="utf-8"?>
<p:tagLst xmlns:p="http://schemas.openxmlformats.org/presentationml/2006/main">
  <p:tag name="AS_UNIQUEID" val="1339"/>
</p:tagLst>
</file>

<file path=ppt/tags/tag955.xml><?xml version="1.0" encoding="utf-8"?>
<p:tagLst xmlns:p="http://schemas.openxmlformats.org/presentationml/2006/main">
  <p:tag name="AS_UNIQUEID" val="1340"/>
</p:tagLst>
</file>

<file path=ppt/tags/tag956.xml><?xml version="1.0" encoding="utf-8"?>
<p:tagLst xmlns:p="http://schemas.openxmlformats.org/presentationml/2006/main">
  <p:tag name="AS_UNIQUEID" val="1341"/>
</p:tagLst>
</file>

<file path=ppt/tags/tag957.xml><?xml version="1.0" encoding="utf-8"?>
<p:tagLst xmlns:p="http://schemas.openxmlformats.org/presentationml/2006/main">
  <p:tag name="AS_UNIQUEID" val="1342"/>
</p:tagLst>
</file>

<file path=ppt/tags/tag958.xml><?xml version="1.0" encoding="utf-8"?>
<p:tagLst xmlns:p="http://schemas.openxmlformats.org/presentationml/2006/main">
  <p:tag name="AS_UNIQUEID" val="1343"/>
  <p:tag name="KSO_WM_BEAUTIFY_FLAG" val=""/>
</p:tagLst>
</file>

<file path=ppt/tags/tag959.xml><?xml version="1.0" encoding="utf-8"?>
<p:tagLst xmlns:p="http://schemas.openxmlformats.org/presentationml/2006/main">
  <p:tag name="AS_UNIQUEID" val="1344"/>
  <p:tag name="KSO_WM_BEAUTIFY_FLAG" val=""/>
</p:tagLst>
</file>

<file path=ppt/tags/tag960.xml><?xml version="1.0" encoding="utf-8"?>
<p:tagLst xmlns:p="http://schemas.openxmlformats.org/presentationml/2006/main">
  <p:tag name="AS_UNIQUEID" val="1345"/>
</p:tagLst>
</file>

<file path=ppt/tags/tag961.xml><?xml version="1.0" encoding="utf-8"?>
<p:tagLst xmlns:p="http://schemas.openxmlformats.org/presentationml/2006/main">
  <p:tag name="AS_UNIQUEID" val="1346"/>
</p:tagLst>
</file>

<file path=ppt/tags/tag962.xml><?xml version="1.0" encoding="utf-8"?>
<p:tagLst xmlns:p="http://schemas.openxmlformats.org/presentationml/2006/main">
  <p:tag name="AS_UNIQUEID" val="1347"/>
</p:tagLst>
</file>

<file path=ppt/tags/tag963.xml><?xml version="1.0" encoding="utf-8"?>
<p:tagLst xmlns:p="http://schemas.openxmlformats.org/presentationml/2006/main">
  <p:tag name="AS_UNIQUEID" val="1348"/>
</p:tagLst>
</file>

<file path=ppt/tags/tag964.xml><?xml version="1.0" encoding="utf-8"?>
<p:tagLst xmlns:p="http://schemas.openxmlformats.org/presentationml/2006/main">
  <p:tag name="AS_UNIQUEID" val="1349"/>
</p:tagLst>
</file>

<file path=ppt/tags/tag965.xml><?xml version="1.0" encoding="utf-8"?>
<p:tagLst xmlns:p="http://schemas.openxmlformats.org/presentationml/2006/main">
  <p:tag name="AS_UNIQUEID" val="1350"/>
  <p:tag name="KSO_WM_BEAUTIFY_FLAG" val=""/>
</p:tagLst>
</file>

<file path=ppt/tags/tag966.xml><?xml version="1.0" encoding="utf-8"?>
<p:tagLst xmlns:p="http://schemas.openxmlformats.org/presentationml/2006/main">
  <p:tag name="AS_UNIQUEID" val="1351"/>
  <p:tag name="KSO_WM_BEAUTIFY_FLAG" val=""/>
</p:tagLst>
</file>

<file path=ppt/tags/tag967.xml><?xml version="1.0" encoding="utf-8"?>
<p:tagLst xmlns:p="http://schemas.openxmlformats.org/presentationml/2006/main">
  <p:tag name="AS_UNIQUEID" val="1352"/>
</p:tagLst>
</file>

<file path=ppt/tags/tag968.xml><?xml version="1.0" encoding="utf-8"?>
<p:tagLst xmlns:p="http://schemas.openxmlformats.org/presentationml/2006/main">
  <p:tag name="AS_UNIQUEID" val="1353"/>
</p:tagLst>
</file>

<file path=ppt/tags/tag969.xml><?xml version="1.0" encoding="utf-8"?>
<p:tagLst xmlns:p="http://schemas.openxmlformats.org/presentationml/2006/main">
  <p:tag name="AS_UNIQUEID" val="1354"/>
  <p:tag name="KSO_WM_BEAUTIFY_FLAG" val=""/>
</p:tagLst>
</file>

<file path=ppt/tags/tag970.xml><?xml version="1.0" encoding="utf-8"?>
<p:tagLst xmlns:p="http://schemas.openxmlformats.org/presentationml/2006/main">
  <p:tag name="AS_UNIQUEID" val="1355"/>
  <p:tag name="KSO_WM_BEAUTIFY_FLAG" val=""/>
</p:tagLst>
</file>

<file path=ppt/tags/tag971.xml><?xml version="1.0" encoding="utf-8"?>
<p:tagLst xmlns:p="http://schemas.openxmlformats.org/presentationml/2006/main">
  <p:tag name="AS_UNIQUEID" val="1356"/>
  <p:tag name="KSO_WM_BEAUTIFY_FLAG" val=""/>
</p:tagLst>
</file>

<file path=ppt/tags/tag972.xml><?xml version="1.0" encoding="utf-8"?>
<p:tagLst xmlns:p="http://schemas.openxmlformats.org/presentationml/2006/main">
  <p:tag name="AS_UNIQUEID" val="1357"/>
  <p:tag name="KSO_WM_BEAUTIFY_FLAG" val=""/>
</p:tagLst>
</file>

<file path=ppt/tags/tag973.xml><?xml version="1.0" encoding="utf-8"?>
<p:tagLst xmlns:p="http://schemas.openxmlformats.org/presentationml/2006/main">
  <p:tag name="AS_UNIQUEID" val="1358"/>
  <p:tag name="KSO_WM_BEAUTIFY_FLAG" val=""/>
</p:tagLst>
</file>

<file path=ppt/tags/tag974.xml><?xml version="1.0" encoding="utf-8"?>
<p:tagLst xmlns:p="http://schemas.openxmlformats.org/presentationml/2006/main">
  <p:tag name="AS_UNIQUEID" val="1359"/>
</p:tagLst>
</file>

<file path=ppt/tags/tag975.xml><?xml version="1.0" encoding="utf-8"?>
<p:tagLst xmlns:p="http://schemas.openxmlformats.org/presentationml/2006/main">
  <p:tag name="AS_UNIQUEID" val="1360"/>
  <p:tag name="KSO_WM_BEAUTIFY_FLAG" val=""/>
</p:tagLst>
</file>

<file path=ppt/tags/tag976.xml><?xml version="1.0" encoding="utf-8"?>
<p:tagLst xmlns:p="http://schemas.openxmlformats.org/presentationml/2006/main">
  <p:tag name="AS_UNIQUEID" val="1361"/>
  <p:tag name="KSO_WM_BEAUTIFY_FLAG" val=""/>
</p:tagLst>
</file>

<file path=ppt/tags/tag977.xml><?xml version="1.0" encoding="utf-8"?>
<p:tagLst xmlns:p="http://schemas.openxmlformats.org/presentationml/2006/main">
  <p:tag name="AS_UNIQUEID" val="1362"/>
  <p:tag name="KSO_WM_BEAUTIFY_FLAG" val=""/>
</p:tagLst>
</file>

<file path=ppt/tags/tag978.xml><?xml version="1.0" encoding="utf-8"?>
<p:tagLst xmlns:p="http://schemas.openxmlformats.org/presentationml/2006/main">
  <p:tag name="AS_UNIQUEID" val="1363"/>
  <p:tag name="KSO_WM_BEAUTIFY_FLAG" val=""/>
</p:tagLst>
</file>

<file path=ppt/tags/tag979.xml><?xml version="1.0" encoding="utf-8"?>
<p:tagLst xmlns:p="http://schemas.openxmlformats.org/presentationml/2006/main">
  <p:tag name="AS_UNIQUEID" val="1364"/>
  <p:tag name="KSO_WM_BEAUTIFY_FLAG" val=""/>
</p:tagLst>
</file>

<file path=ppt/tags/tag980.xml><?xml version="1.0" encoding="utf-8"?>
<p:tagLst xmlns:p="http://schemas.openxmlformats.org/presentationml/2006/main">
  <p:tag name="AS_UNIQUEID" val="1365"/>
  <p:tag name="KSO_WM_BEAUTIFY_FLAG" val=""/>
</p:tagLst>
</file>

<file path=ppt/tags/tag981.xml><?xml version="1.0" encoding="utf-8"?>
<p:tagLst xmlns:p="http://schemas.openxmlformats.org/presentationml/2006/main">
  <p:tag name="AS_UNIQUEID" val="1366"/>
</p:tagLst>
</file>

<file path=ppt/tags/tag982.xml><?xml version="1.0" encoding="utf-8"?>
<p:tagLst xmlns:p="http://schemas.openxmlformats.org/presentationml/2006/main">
  <p:tag name="AS_UNIQUEID" val="1367"/>
  <p:tag name="KSO_WM_BEAUTIFY_FLAG" val=""/>
</p:tagLst>
</file>

<file path=ppt/tags/tag983.xml><?xml version="1.0" encoding="utf-8"?>
<p:tagLst xmlns:p="http://schemas.openxmlformats.org/presentationml/2006/main">
  <p:tag name="AS_UNIQUEID" val="1368"/>
</p:tagLst>
</file>

<file path=ppt/tags/tag984.xml><?xml version="1.0" encoding="utf-8"?>
<p:tagLst xmlns:p="http://schemas.openxmlformats.org/presentationml/2006/main">
  <p:tag name="AS_UNIQUEID" val="1369"/>
  <p:tag name="KSO_WM_BEAUTIFY_FLAG" val=""/>
</p:tagLst>
</file>

<file path=ppt/tags/tag985.xml><?xml version="1.0" encoding="utf-8"?>
<p:tagLst xmlns:p="http://schemas.openxmlformats.org/presentationml/2006/main">
  <p:tag name="AS_UNIQUEID" val="1370"/>
  <p:tag name="KSO_WM_BEAUTIFY_FLAG" val=""/>
</p:tagLst>
</file>

<file path=ppt/tags/tag986.xml><?xml version="1.0" encoding="utf-8"?>
<p:tagLst xmlns:p="http://schemas.openxmlformats.org/presentationml/2006/main">
  <p:tag name="AS_UNIQUEID" val="1371"/>
  <p:tag name="KSO_WM_BEAUTIFY_FLAG" val=""/>
</p:tagLst>
</file>

<file path=ppt/tags/tag987.xml><?xml version="1.0" encoding="utf-8"?>
<p:tagLst xmlns:p="http://schemas.openxmlformats.org/presentationml/2006/main">
  <p:tag name="AS_UNIQUEID" val="1372"/>
</p:tagLst>
</file>

<file path=ppt/tags/tag988.xml><?xml version="1.0" encoding="utf-8"?>
<p:tagLst xmlns:p="http://schemas.openxmlformats.org/presentationml/2006/main">
  <p:tag name="AS_UNIQUEID" val="1373"/>
</p:tagLst>
</file>

<file path=ppt/tags/tag989.xml><?xml version="1.0" encoding="utf-8"?>
<p:tagLst xmlns:p="http://schemas.openxmlformats.org/presentationml/2006/main">
  <p:tag name="AS_UNIQUEID" val="1374"/>
</p:tagLst>
</file>

<file path=ppt/tags/tag990.xml><?xml version="1.0" encoding="utf-8"?>
<p:tagLst xmlns:p="http://schemas.openxmlformats.org/presentationml/2006/main">
  <p:tag name="AS_UNIQUEID" val="1375"/>
</p:tagLst>
</file>

<file path=ppt/tags/tag991.xml><?xml version="1.0" encoding="utf-8"?>
<p:tagLst xmlns:p="http://schemas.openxmlformats.org/presentationml/2006/main">
  <p:tag name="AS_UNIQUEID" val="1376"/>
</p:tagLst>
</file>

<file path=ppt/tags/tag992.xml><?xml version="1.0" encoding="utf-8"?>
<p:tagLst xmlns:p="http://schemas.openxmlformats.org/presentationml/2006/main">
  <p:tag name="AS_UNIQUEID" val="1377"/>
  <p:tag name="KSO_WM_BEAUTIFY_FLAG" val=""/>
</p:tagLst>
</file>

<file path=ppt/tags/tag993.xml><?xml version="1.0" encoding="utf-8"?>
<p:tagLst xmlns:p="http://schemas.openxmlformats.org/presentationml/2006/main">
  <p:tag name="AS_UNIQUEID" val="1378"/>
  <p:tag name="KSO_WM_BEAUTIFY_FLAG" val=""/>
</p:tagLst>
</file>

<file path=ppt/tags/tag994.xml><?xml version="1.0" encoding="utf-8"?>
<p:tagLst xmlns:p="http://schemas.openxmlformats.org/presentationml/2006/main">
  <p:tag name="AS_UNIQUEID" val="1379"/>
</p:tagLst>
</file>

<file path=ppt/tags/tag995.xml><?xml version="1.0" encoding="utf-8"?>
<p:tagLst xmlns:p="http://schemas.openxmlformats.org/presentationml/2006/main">
  <p:tag name="AS_UNIQUEID" val="1380"/>
</p:tagLst>
</file>

<file path=ppt/tags/tag996.xml><?xml version="1.0" encoding="utf-8"?>
<p:tagLst xmlns:p="http://schemas.openxmlformats.org/presentationml/2006/main">
  <p:tag name="AS_UNIQUEID" val="1381"/>
  <p:tag name="KSO_WM_BEAUTIFY_FLAG" val=""/>
</p:tagLst>
</file>

<file path=ppt/tags/tag997.xml><?xml version="1.0" encoding="utf-8"?>
<p:tagLst xmlns:p="http://schemas.openxmlformats.org/presentationml/2006/main">
  <p:tag name="AS_UNIQUEID" val="1382"/>
  <p:tag name="KSO_WM_BEAUTIFY_FLAG" val=""/>
</p:tagLst>
</file>

<file path=ppt/tags/tag998.xml><?xml version="1.0" encoding="utf-8"?>
<p:tagLst xmlns:p="http://schemas.openxmlformats.org/presentationml/2006/main">
  <p:tag name="AS_UNIQUEID" val="1383"/>
  <p:tag name="KSO_WM_BEAUTIFY_FLAG" val=""/>
</p:tagLst>
</file>

<file path=ppt/tags/tag999.xml><?xml version="1.0" encoding="utf-8"?>
<p:tagLst xmlns:p="http://schemas.openxmlformats.org/presentationml/2006/main">
  <p:tag name="AS_UNIQUEID" val="1384"/>
  <p:tag name="KSO_WM_BEAUTIFY_FLAG" val=""/>
</p:tagLst>
</file>

<file path=ppt/tags/tag1000.xml><?xml version="1.0" encoding="utf-8"?>
<p:tagLst xmlns:p="http://schemas.openxmlformats.org/presentationml/2006/main">
  <p:tag name="AS_UNIQUEID" val="1385"/>
  <p:tag name="KSO_WM_BEAUTIFY_FLAG" val=""/>
</p:tagLst>
</file>

<file path=ppt/tags/tag1001.xml><?xml version="1.0" encoding="utf-8"?>
<p:tagLst xmlns:p="http://schemas.openxmlformats.org/presentationml/2006/main">
  <p:tag name="AS_UNIQUEID" val="1386"/>
</p:tagLst>
</file>

<file path=ppt/tags/tag1002.xml><?xml version="1.0" encoding="utf-8"?>
<p:tagLst xmlns:p="http://schemas.openxmlformats.org/presentationml/2006/main">
  <p:tag name="AS_UNIQUEID" val="1387"/>
  <p:tag name="KSO_WM_BEAUTIFY_FLAG" val=""/>
</p:tagLst>
</file>

<file path=ppt/tags/tag1003.xml><?xml version="1.0" encoding="utf-8"?>
<p:tagLst xmlns:p="http://schemas.openxmlformats.org/presentationml/2006/main">
  <p:tag name="AS_UNIQUEID" val="1388"/>
  <p:tag name="KSO_WM_BEAUTIFY_FLAG" val=""/>
</p:tagLst>
</file>

<file path=ppt/tags/tag1004.xml><?xml version="1.0" encoding="utf-8"?>
<p:tagLst xmlns:p="http://schemas.openxmlformats.org/presentationml/2006/main">
  <p:tag name="AS_UNIQUEID" val="1389"/>
  <p:tag name="KSO_WM_BEAUTIFY_FLAG" val=""/>
</p:tagLst>
</file>

<file path=ppt/tags/tag1005.xml><?xml version="1.0" encoding="utf-8"?>
<p:tagLst xmlns:p="http://schemas.openxmlformats.org/presentationml/2006/main">
  <p:tag name="AS_UNIQUEID" val="1390"/>
  <p:tag name="KSO_WM_BEAUTIFY_FLAG" val=""/>
</p:tagLst>
</file>

<file path=ppt/tags/tag1006.xml><?xml version="1.0" encoding="utf-8"?>
<p:tagLst xmlns:p="http://schemas.openxmlformats.org/presentationml/2006/main">
  <p:tag name="AS_UNIQUEID" val="1391"/>
  <p:tag name="KSO_WM_BEAUTIFY_FLAG" val=""/>
</p:tagLst>
</file>

<file path=ppt/tags/tag1007.xml><?xml version="1.0" encoding="utf-8"?>
<p:tagLst xmlns:p="http://schemas.openxmlformats.org/presentationml/2006/main">
  <p:tag name="AS_UNIQUEID" val="1392"/>
  <p:tag name="KSO_WM_BEAUTIFY_FLAG" val=""/>
</p:tagLst>
</file>

<file path=ppt/tags/tag1008.xml><?xml version="1.0" encoding="utf-8"?>
<p:tagLst xmlns:p="http://schemas.openxmlformats.org/presentationml/2006/main">
  <p:tag name="AS_UNIQUEID" val="1393"/>
</p:tagLst>
</file>

<file path=ppt/tags/tag1009.xml><?xml version="1.0" encoding="utf-8"?>
<p:tagLst xmlns:p="http://schemas.openxmlformats.org/presentationml/2006/main">
  <p:tag name="AS_UNIQUEID" val="1394"/>
  <p:tag name="KSO_WM_BEAUTIFY_FLAG" val=""/>
</p:tagLst>
</file>

<file path=ppt/tags/tag1010.xml><?xml version="1.0" encoding="utf-8"?>
<p:tagLst xmlns:p="http://schemas.openxmlformats.org/presentationml/2006/main">
  <p:tag name="AS_UNIQUEID" val="1395"/>
</p:tagLst>
</file>

<file path=ppt/tags/tag1011.xml><?xml version="1.0" encoding="utf-8"?>
<p:tagLst xmlns:p="http://schemas.openxmlformats.org/presentationml/2006/main">
  <p:tag name="AS_UNIQUEID" val="1396"/>
</p:tagLst>
</file>

<file path=ppt/tags/tag1012.xml><?xml version="1.0" encoding="utf-8"?>
<p:tagLst xmlns:p="http://schemas.openxmlformats.org/presentationml/2006/main">
  <p:tag name="AS_UNIQUEID" val="1397"/>
</p:tagLst>
</file>

<file path=ppt/tags/tag1013.xml><?xml version="1.0" encoding="utf-8"?>
<p:tagLst xmlns:p="http://schemas.openxmlformats.org/presentationml/2006/main">
  <p:tag name="AS_UNIQUEID" val="1398"/>
</p:tagLst>
</file>

<file path=ppt/tags/tag1014.xml><?xml version="1.0" encoding="utf-8"?>
<p:tagLst xmlns:p="http://schemas.openxmlformats.org/presentationml/2006/main">
  <p:tag name="AS_UNIQUEID" val="1399"/>
</p:tagLst>
</file>

<file path=ppt/tags/tag1015.xml><?xml version="1.0" encoding="utf-8"?>
<p:tagLst xmlns:p="http://schemas.openxmlformats.org/presentationml/2006/main">
  <p:tag name="AS_UNIQUEID" val="1400"/>
</p:tagLst>
</file>

<file path=ppt/tags/tag1016.xml><?xml version="1.0" encoding="utf-8"?>
<p:tagLst xmlns:p="http://schemas.openxmlformats.org/presentationml/2006/main">
  <p:tag name="AS_UNIQUEID" val="1401"/>
</p:tagLst>
</file>

<file path=ppt/tags/tag1017.xml><?xml version="1.0" encoding="utf-8"?>
<p:tagLst xmlns:p="http://schemas.openxmlformats.org/presentationml/2006/main">
  <p:tag name="AS_UNIQUEID" val="1402"/>
</p:tagLst>
</file>

<file path=ppt/tags/tag1018.xml><?xml version="1.0" encoding="utf-8"?>
<p:tagLst xmlns:p="http://schemas.openxmlformats.org/presentationml/2006/main">
  <p:tag name="AS_UNIQUEID" val="1403"/>
  <p:tag name="KSO_WM_BEAUTIFY_FLAG" val=""/>
</p:tagLst>
</file>

<file path=ppt/tags/tag1019.xml><?xml version="1.0" encoding="utf-8"?>
<p:tagLst xmlns:p="http://schemas.openxmlformats.org/presentationml/2006/main">
  <p:tag name="AS_UNIQUEID" val="1404"/>
  <p:tag name="KSO_WM_BEAUTIFY_FLAG" val=""/>
</p:tagLst>
</file>

<file path=ppt/tags/tag1020.xml><?xml version="1.0" encoding="utf-8"?>
<p:tagLst xmlns:p="http://schemas.openxmlformats.org/presentationml/2006/main">
  <p:tag name="AS_UNIQUEID" val="1405"/>
</p:tagLst>
</file>

<file path=ppt/tags/tag1021.xml><?xml version="1.0" encoding="utf-8"?>
<p:tagLst xmlns:p="http://schemas.openxmlformats.org/presentationml/2006/main">
  <p:tag name="AS_UNIQUEID" val="1406"/>
</p:tagLst>
</file>

<file path=ppt/tags/tag1022.xml><?xml version="1.0" encoding="utf-8"?>
<p:tagLst xmlns:p="http://schemas.openxmlformats.org/presentationml/2006/main">
  <p:tag name="AS_UNIQUEID" val="1407"/>
  <p:tag name="KSO_WM_BEAUTIFY_FLAG" val=""/>
</p:tagLst>
</file>

<file path=ppt/tags/tag1023.xml><?xml version="1.0" encoding="utf-8"?>
<p:tagLst xmlns:p="http://schemas.openxmlformats.org/presentationml/2006/main">
  <p:tag name="AS_UNIQUEID" val="1408"/>
  <p:tag name="KSO_WM_BEAUTIFY_FLAG" val=""/>
</p:tagLst>
</file>

<file path=ppt/tags/tag1024.xml><?xml version="1.0" encoding="utf-8"?>
<p:tagLst xmlns:p="http://schemas.openxmlformats.org/presentationml/2006/main">
  <p:tag name="AS_UNIQUEID" val="1409"/>
  <p:tag name="KSO_WM_BEAUTIFY_FLAG" val=""/>
</p:tagLst>
</file>

<file path=ppt/tags/tag1025.xml><?xml version="1.0" encoding="utf-8"?>
<p:tagLst xmlns:p="http://schemas.openxmlformats.org/presentationml/2006/main">
  <p:tag name="AS_UNIQUEID" val="1410"/>
  <p:tag name="KSO_WM_BEAUTIFY_FLAG" val=""/>
</p:tagLst>
</file>

<file path=ppt/tags/tag1026.xml><?xml version="1.0" encoding="utf-8"?>
<p:tagLst xmlns:p="http://schemas.openxmlformats.org/presentationml/2006/main">
  <p:tag name="AS_UNIQUEID" val="1411"/>
  <p:tag name="KSO_WM_BEAUTIFY_FLAG" val=""/>
</p:tagLst>
</file>

<file path=ppt/tags/tag1027.xml><?xml version="1.0" encoding="utf-8"?>
<p:tagLst xmlns:p="http://schemas.openxmlformats.org/presentationml/2006/main">
  <p:tag name="AS_UNIQUEID" val="1412"/>
</p:tagLst>
</file>

<file path=ppt/tags/tag1028.xml><?xml version="1.0" encoding="utf-8"?>
<p:tagLst xmlns:p="http://schemas.openxmlformats.org/presentationml/2006/main">
  <p:tag name="AS_UNIQUEID" val="1413"/>
  <p:tag name="KSO_WM_BEAUTIFY_FLAG" val=""/>
</p:tagLst>
</file>

<file path=ppt/tags/tag1029.xml><?xml version="1.0" encoding="utf-8"?>
<p:tagLst xmlns:p="http://schemas.openxmlformats.org/presentationml/2006/main">
  <p:tag name="AS_UNIQUEID" val="1414"/>
  <p:tag name="KSO_WM_BEAUTIFY_FLAG" val=""/>
</p:tagLst>
</file>

<file path=ppt/tags/tag1030.xml><?xml version="1.0" encoding="utf-8"?>
<p:tagLst xmlns:p="http://schemas.openxmlformats.org/presentationml/2006/main">
  <p:tag name="AS_UNIQUEID" val="1415"/>
  <p:tag name="KSO_WM_BEAUTIFY_FLAG" val=""/>
</p:tagLst>
</file>

<file path=ppt/tags/tag1031.xml><?xml version="1.0" encoding="utf-8"?>
<p:tagLst xmlns:p="http://schemas.openxmlformats.org/presentationml/2006/main">
  <p:tag name="AS_UNIQUEID" val="1416"/>
  <p:tag name="KSO_WM_BEAUTIFY_FLAG" val=""/>
</p:tagLst>
</file>

<file path=ppt/tags/tag1032.xml><?xml version="1.0" encoding="utf-8"?>
<p:tagLst xmlns:p="http://schemas.openxmlformats.org/presentationml/2006/main">
  <p:tag name="AS_UNIQUEID" val="1417"/>
  <p:tag name="KSO_WM_BEAUTIFY_FLAG" val=""/>
</p:tagLst>
</file>

<file path=ppt/tags/tag1033.xml><?xml version="1.0" encoding="utf-8"?>
<p:tagLst xmlns:p="http://schemas.openxmlformats.org/presentationml/2006/main">
  <p:tag name="AS_UNIQUEID" val="1418"/>
  <p:tag name="KSO_WM_BEAUTIFY_FLAG" val=""/>
</p:tagLst>
</file>

<file path=ppt/tags/tag1034.xml><?xml version="1.0" encoding="utf-8"?>
<p:tagLst xmlns:p="http://schemas.openxmlformats.org/presentationml/2006/main">
  <p:tag name="AS_UNIQUEID" val="1419"/>
</p:tagLst>
</file>

<file path=ppt/tags/tag1035.xml><?xml version="1.0" encoding="utf-8"?>
<p:tagLst xmlns:p="http://schemas.openxmlformats.org/presentationml/2006/main">
  <p:tag name="AS_UNIQUEID" val="1420"/>
</p:tagLst>
</file>

<file path=ppt/tags/tag1036.xml><?xml version="1.0" encoding="utf-8"?>
<p:tagLst xmlns:p="http://schemas.openxmlformats.org/presentationml/2006/main">
  <p:tag name="AS_UNIQUEID" val="1421"/>
</p:tagLst>
</file>

<file path=ppt/tags/tag1037.xml><?xml version="1.0" encoding="utf-8"?>
<p:tagLst xmlns:p="http://schemas.openxmlformats.org/presentationml/2006/main">
  <p:tag name="AS_UNIQUEID" val="1422"/>
</p:tagLst>
</file>

<file path=ppt/tags/tag1038.xml><?xml version="1.0" encoding="utf-8"?>
<p:tagLst xmlns:p="http://schemas.openxmlformats.org/presentationml/2006/main">
  <p:tag name="AS_UNIQUEID" val="1423"/>
</p:tagLst>
</file>

<file path=ppt/tags/tag1039.xml><?xml version="1.0" encoding="utf-8"?>
<p:tagLst xmlns:p="http://schemas.openxmlformats.org/presentationml/2006/main">
  <p:tag name="AS_UNIQUEID" val="1424"/>
</p:tagLst>
</file>

<file path=ppt/tags/tag1040.xml><?xml version="1.0" encoding="utf-8"?>
<p:tagLst xmlns:p="http://schemas.openxmlformats.org/presentationml/2006/main">
  <p:tag name="AS_UNIQUEID" val="1425"/>
</p:tagLst>
</file>

<file path=ppt/tags/tag1041.xml><?xml version="1.0" encoding="utf-8"?>
<p:tagLst xmlns:p="http://schemas.openxmlformats.org/presentationml/2006/main">
  <p:tag name="AS_UNIQUEID" val="1426"/>
</p:tagLst>
</file>

<file path=ppt/tags/tag1042.xml><?xml version="1.0" encoding="utf-8"?>
<p:tagLst xmlns:p="http://schemas.openxmlformats.org/presentationml/2006/main">
  <p:tag name="AS_UNIQUEID" val="1427"/>
</p:tagLst>
</file>

<file path=ppt/tags/tag1043.xml><?xml version="1.0" encoding="utf-8"?>
<p:tagLst xmlns:p="http://schemas.openxmlformats.org/presentationml/2006/main">
  <p:tag name="AS_UNIQUEID" val="1428"/>
</p:tagLst>
</file>

<file path=ppt/tags/tag1044.xml><?xml version="1.0" encoding="utf-8"?>
<p:tagLst xmlns:p="http://schemas.openxmlformats.org/presentationml/2006/main">
  <p:tag name="AS_UNIQUEID" val="1429"/>
</p:tagLst>
</file>

<file path=ppt/tags/tag1045.xml><?xml version="1.0" encoding="utf-8"?>
<p:tagLst xmlns:p="http://schemas.openxmlformats.org/presentationml/2006/main">
  <p:tag name="AS_UNIQUEID" val="1430"/>
</p:tagLst>
</file>

<file path=ppt/tags/tag1046.xml><?xml version="1.0" encoding="utf-8"?>
<p:tagLst xmlns:p="http://schemas.openxmlformats.org/presentationml/2006/main">
  <p:tag name="AS_UNIQUEID" val="1431"/>
</p:tagLst>
</file>

<file path=ppt/tags/tag1047.xml><?xml version="1.0" encoding="utf-8"?>
<p:tagLst xmlns:p="http://schemas.openxmlformats.org/presentationml/2006/main">
  <p:tag name="AS_UNIQUEID" val="1432"/>
</p:tagLst>
</file>

<file path=ppt/tags/tag1048.xml><?xml version="1.0" encoding="utf-8"?>
<p:tagLst xmlns:p="http://schemas.openxmlformats.org/presentationml/2006/main">
  <p:tag name="AS_UNIQUEID" val="1433"/>
</p:tagLst>
</file>

<file path=ppt/tags/tag1049.xml><?xml version="1.0" encoding="utf-8"?>
<p:tagLst xmlns:p="http://schemas.openxmlformats.org/presentationml/2006/main">
  <p:tag name="AS_UNIQUEID" val="1434"/>
</p:tagLst>
</file>

<file path=ppt/tags/tag1050.xml><?xml version="1.0" encoding="utf-8"?>
<p:tagLst xmlns:p="http://schemas.openxmlformats.org/presentationml/2006/main">
  <p:tag name="AS_UNIQUEID" val="1435"/>
</p:tagLst>
</file>

<file path=ppt/tags/tag1051.xml><?xml version="1.0" encoding="utf-8"?>
<p:tagLst xmlns:p="http://schemas.openxmlformats.org/presentationml/2006/main">
  <p:tag name="AS_UNIQUEID" val="1436"/>
</p:tagLst>
</file>

<file path=ppt/tags/tag1052.xml><?xml version="1.0" encoding="utf-8"?>
<p:tagLst xmlns:p="http://schemas.openxmlformats.org/presentationml/2006/main">
  <p:tag name="AS_UNIQUEID" val="1437"/>
</p:tagLst>
</file>

<file path=ppt/tags/tag1053.xml><?xml version="1.0" encoding="utf-8"?>
<p:tagLst xmlns:p="http://schemas.openxmlformats.org/presentationml/2006/main">
  <p:tag name="AS_UNIQUEID" val="1438"/>
</p:tagLst>
</file>

<file path=ppt/tags/tag1054.xml><?xml version="1.0" encoding="utf-8"?>
<p:tagLst xmlns:p="http://schemas.openxmlformats.org/presentationml/2006/main">
  <p:tag name="AS_UNIQUEID" val="1439"/>
</p:tagLst>
</file>

<file path=ppt/tags/tag1055.xml><?xml version="1.0" encoding="utf-8"?>
<p:tagLst xmlns:p="http://schemas.openxmlformats.org/presentationml/2006/main">
  <p:tag name="AS_UNIQUEID" val="1440"/>
</p:tagLst>
</file>

<file path=ppt/tags/tag1056.xml><?xml version="1.0" encoding="utf-8"?>
<p:tagLst xmlns:p="http://schemas.openxmlformats.org/presentationml/2006/main">
  <p:tag name="AS_UNIQUEID" val="1441"/>
</p:tagLst>
</file>

<file path=ppt/tags/tag1057.xml><?xml version="1.0" encoding="utf-8"?>
<p:tagLst xmlns:p="http://schemas.openxmlformats.org/presentationml/2006/main">
  <p:tag name="AS_UNIQUEID" val="1442"/>
</p:tagLst>
</file>

<file path=ppt/tags/tag1058.xml><?xml version="1.0" encoding="utf-8"?>
<p:tagLst xmlns:p="http://schemas.openxmlformats.org/presentationml/2006/main">
  <p:tag name="AS_UNIQUEID" val="1443"/>
  <p:tag name="KSO_WM_BEAUTIFY_FLAG" val=""/>
</p:tagLst>
</file>

<file path=ppt/tags/tag1059.xml><?xml version="1.0" encoding="utf-8"?>
<p:tagLst xmlns:p="http://schemas.openxmlformats.org/presentationml/2006/main">
  <p:tag name="AS_UNIQUEID" val="1444"/>
  <p:tag name="KSO_WM_BEAUTIFY_FLAG" val=""/>
</p:tagLst>
</file>

<file path=ppt/tags/tag1060.xml><?xml version="1.0" encoding="utf-8"?>
<p:tagLst xmlns:p="http://schemas.openxmlformats.org/presentationml/2006/main">
  <p:tag name="AS_UNIQUEID" val="1445"/>
  <p:tag name="KSO_WM_BEAUTIFY_FLAG" val=""/>
</p:tagLst>
</file>

<file path=ppt/tags/tag1061.xml><?xml version="1.0" encoding="utf-8"?>
<p:tagLst xmlns:p="http://schemas.openxmlformats.org/presentationml/2006/main">
  <p:tag name="AS_UNIQUEID" val="1446"/>
  <p:tag name="KSO_WM_BEAUTIFY_FLAG" val=""/>
</p:tagLst>
</file>

<file path=ppt/tags/tag1062.xml><?xml version="1.0" encoding="utf-8"?>
<p:tagLst xmlns:p="http://schemas.openxmlformats.org/presentationml/2006/main">
  <p:tag name="AS_OS" val="Unix 3.10 unknown"/>
  <p:tag name="AS_RELEASE_DATE" val="2023.03.31"/>
  <p:tag name="AS_TITLE" val="Aspose.Slides for Java"/>
  <p:tag name="AS_VERSION" val="23.3"/>
  <p:tag name="COMMONDATA" val="eyJoZGlkIjoiN2MzMDRkYTE0ZWUxN2RhMDU0YmY2NzFjODA4MmU4YjcifQ=="/>
</p:tagLst>
</file>

<file path=ppt/theme/theme1.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Bold"/>
        <a:ea typeface="思源黑体 CN Bold"/>
        <a:cs typeface="Arial"/>
      </a:majorFont>
      <a:minorFont>
        <a:latin typeface="思源黑体 CN Normal"/>
        <a:ea typeface="思源黑体 CN Norm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206</Paragraphs>
  <Slides>35</Slides>
  <Notes>4</Notes>
  <TotalTime>0</TotalTime>
  <HiddenSlides>0</HiddenSlides>
  <MMClips>0</MMClips>
  <ScaleCrop>0</ScaleCrop>
  <HeadingPairs>
    <vt:vector baseType="variant" size="6">
      <vt:variant>
        <vt:lpstr>Fonts used</vt:lpstr>
      </vt:variant>
      <vt:variant>
        <vt:i4>12</vt:i4>
      </vt:variant>
      <vt:variant>
        <vt:lpstr>Theme</vt:lpstr>
      </vt:variant>
      <vt:variant>
        <vt:i4>1</vt:i4>
      </vt:variant>
      <vt:variant>
        <vt:lpstr>Slide Titles</vt:lpstr>
      </vt:variant>
      <vt:variant>
        <vt:i4>35</vt:i4>
      </vt:variant>
    </vt:vector>
  </HeadingPairs>
  <TitlesOfParts>
    <vt:vector baseType="lpstr" size="48">
      <vt:lpstr>Arial</vt:lpstr>
      <vt:lpstr>思源黑体 CN Bold</vt:lpstr>
      <vt:lpstr>思源黑体 CN Normal</vt:lpstr>
      <vt:lpstr>等线 Light</vt:lpstr>
      <vt:lpstr>等线</vt:lpstr>
      <vt:lpstr>微软雅黑</vt:lpstr>
      <vt:lpstr>黑体</vt:lpstr>
      <vt:lpstr>Times New Roman</vt:lpstr>
      <vt:lpstr>思源黑体 CN Heavy</vt:lpstr>
      <vt:lpstr>Wingdings</vt:lpstr>
      <vt:lpstr>宋体</vt:lpstr>
      <vt:lpstr>楷体</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2024-07-25T09:16:46.118</cp:lastPrinted>
  <dcterms:created xsi:type="dcterms:W3CDTF">2024-07-25T09:16:46Z</dcterms:created>
  <dcterms:modified xsi:type="dcterms:W3CDTF">2024-07-25T01:16:46Z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
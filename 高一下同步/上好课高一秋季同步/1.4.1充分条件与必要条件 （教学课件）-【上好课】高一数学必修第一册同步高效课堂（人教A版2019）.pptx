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wdp" ContentType="image/vnd.ms-photo"/>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xml" ContentType="application/vnd.openxmlformats-officedocument.presentationml.tags+xml"/>
  <Override PartName="/ppt/tags/tag760.xml" ContentType="application/vnd.openxmlformats-officedocument.presentationml.tags+xml"/>
  <Override PartName="/ppt/tags/tag761.xml" ContentType="application/vnd.openxmlformats-officedocument.presentationml.tags+xml"/>
  <Override PartName="/ppt/tags/tag762.xml" ContentType="application/vnd.openxmlformats-officedocument.presentationml.tags+xml"/>
  <Override PartName="/ppt/tags/tag763.xml" ContentType="application/vnd.openxmlformats-officedocument.presentationml.tags+xml"/>
  <Override PartName="/ppt/tags/tag764.xml" ContentType="application/vnd.openxmlformats-officedocument.presentationml.tags+xml"/>
  <Override PartName="/ppt/tags/tag765.xml" ContentType="application/vnd.openxmlformats-officedocument.presentationml.tags+xml"/>
  <Override PartName="/ppt/tags/tag766.xml" ContentType="application/vnd.openxmlformats-officedocument.presentationml.tags+xml"/>
  <Override PartName="/ppt/tags/tag767.xml" ContentType="application/vnd.openxmlformats-officedocument.presentationml.tags+xml"/>
  <Override PartName="/ppt/tags/tag768.xml" ContentType="application/vnd.openxmlformats-officedocument.presentationml.tags+xml"/>
  <Override PartName="/ppt/tags/tag769.xml" ContentType="application/vnd.openxmlformats-officedocument.presentationml.tags+xml"/>
  <Override PartName="/ppt/tags/tag77.xml" ContentType="application/vnd.openxmlformats-officedocument.presentationml.tags+xml"/>
  <Override PartName="/ppt/tags/tag770.xml" ContentType="application/vnd.openxmlformats-officedocument.presentationml.tags+xml"/>
  <Override PartName="/ppt/tags/tag771.xml" ContentType="application/vnd.openxmlformats-officedocument.presentationml.tags+xml"/>
  <Override PartName="/ppt/tags/tag772.xml" ContentType="application/vnd.openxmlformats-officedocument.presentationml.tags+xml"/>
  <Override PartName="/ppt/tags/tag773.xml" ContentType="application/vnd.openxmlformats-officedocument.presentationml.tags+xml"/>
  <Override PartName="/ppt/tags/tag774.xml" ContentType="application/vnd.openxmlformats-officedocument.presentationml.tags+xml"/>
  <Override PartName="/ppt/tags/tag775.xml" ContentType="application/vnd.openxmlformats-officedocument.presentationml.tags+xml"/>
  <Override PartName="/ppt/tags/tag776.xml" ContentType="application/vnd.openxmlformats-officedocument.presentationml.tags+xml"/>
  <Override PartName="/ppt/tags/tag777.xml" ContentType="application/vnd.openxmlformats-officedocument.presentationml.tags+xml"/>
  <Override PartName="/ppt/tags/tag778.xml" ContentType="application/vnd.openxmlformats-officedocument.presentationml.tags+xml"/>
  <Override PartName="/ppt/tags/tag779.xml" ContentType="application/vnd.openxmlformats-officedocument.presentationml.tags+xml"/>
  <Override PartName="/ppt/tags/tag78.xml" ContentType="application/vnd.openxmlformats-officedocument.presentationml.tags+xml"/>
  <Override PartName="/ppt/tags/tag780.xml" ContentType="application/vnd.openxmlformats-officedocument.presentationml.tags+xml"/>
  <Override PartName="/ppt/tags/tag781.xml" ContentType="application/vnd.openxmlformats-officedocument.presentationml.tags+xml"/>
  <Override PartName="/ppt/tags/tag782.xml" ContentType="application/vnd.openxmlformats-officedocument.presentationml.tags+xml"/>
  <Override PartName="/ppt/tags/tag783.xml" ContentType="application/vnd.openxmlformats-officedocument.presentationml.tags+xml"/>
  <Override PartName="/ppt/tags/tag784.xml" ContentType="application/vnd.openxmlformats-officedocument.presentationml.tags+xml"/>
  <Override PartName="/ppt/tags/tag785.xml" ContentType="application/vnd.openxmlformats-officedocument.presentationml.tags+xml"/>
  <Override PartName="/ppt/tags/tag786.xml" ContentType="application/vnd.openxmlformats-officedocument.presentationml.tags+xml"/>
  <Override PartName="/ppt/tags/tag787.xml" ContentType="application/vnd.openxmlformats-officedocument.presentationml.tags+xml"/>
  <Override PartName="/ppt/tags/tag788.xml" ContentType="application/vnd.openxmlformats-officedocument.presentationml.tags+xml"/>
  <Override PartName="/ppt/tags/tag789.xml" ContentType="application/vnd.openxmlformats-officedocument.presentationml.tags+xml"/>
  <Override PartName="/ppt/tags/tag79.xml" ContentType="application/vnd.openxmlformats-officedocument.presentationml.tags+xml"/>
  <Override PartName="/ppt/tags/tag790.xml" ContentType="application/vnd.openxmlformats-officedocument.presentationml.tags+xml"/>
  <Override PartName="/ppt/tags/tag791.xml" ContentType="application/vnd.openxmlformats-officedocument.presentationml.tags+xml"/>
  <Override PartName="/ppt/tags/tag792.xml" ContentType="application/vnd.openxmlformats-officedocument.presentationml.tags+xml"/>
  <Override PartName="/ppt/tags/tag793.xml" ContentType="application/vnd.openxmlformats-officedocument.presentationml.tags+xml"/>
  <Override PartName="/ppt/tags/tag794.xml" ContentType="application/vnd.openxmlformats-officedocument.presentationml.tags+xml"/>
  <Override PartName="/ppt/tags/tag795.xml" ContentType="application/vnd.openxmlformats-officedocument.presentationml.tags+xml"/>
  <Override PartName="/ppt/tags/tag796.xml" ContentType="application/vnd.openxmlformats-officedocument.presentationml.tags+xml"/>
  <Override PartName="/ppt/tags/tag797.xml" ContentType="application/vnd.openxmlformats-officedocument.presentationml.tags+xml"/>
  <Override PartName="/ppt/tags/tag798.xml" ContentType="application/vnd.openxmlformats-officedocument.presentationml.tags+xml"/>
  <Override PartName="/ppt/tags/tag79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00.xml" ContentType="application/vnd.openxmlformats-officedocument.presentationml.tags+xml"/>
  <Override PartName="/ppt/tags/tag801.xml" ContentType="application/vnd.openxmlformats-officedocument.presentationml.tags+xml"/>
  <Override PartName="/ppt/tags/tag802.xml" ContentType="application/vnd.openxmlformats-officedocument.presentationml.tags+xml"/>
  <Override PartName="/ppt/tags/tag803.xml" ContentType="application/vnd.openxmlformats-officedocument.presentationml.tags+xml"/>
  <Override PartName="/ppt/tags/tag804.xml" ContentType="application/vnd.openxmlformats-officedocument.presentationml.tags+xml"/>
  <Override PartName="/ppt/tags/tag805.xml" ContentType="application/vnd.openxmlformats-officedocument.presentationml.tags+xml"/>
  <Override PartName="/ppt/tags/tag806.xml" ContentType="application/vnd.openxmlformats-officedocument.presentationml.tags+xml"/>
  <Override PartName="/ppt/tags/tag807.xml" ContentType="application/vnd.openxmlformats-officedocument.presentationml.tags+xml"/>
  <Override PartName="/ppt/tags/tag808.xml" ContentType="application/vnd.openxmlformats-officedocument.presentationml.tags+xml"/>
  <Override PartName="/ppt/tags/tag809.xml" ContentType="application/vnd.openxmlformats-officedocument.presentationml.tags+xml"/>
  <Override PartName="/ppt/tags/tag81.xml" ContentType="application/vnd.openxmlformats-officedocument.presentationml.tags+xml"/>
  <Override PartName="/ppt/tags/tag810.xml" ContentType="application/vnd.openxmlformats-officedocument.presentationml.tags+xml"/>
  <Override PartName="/ppt/tags/tag811.xml" ContentType="application/vnd.openxmlformats-officedocument.presentationml.tags+xml"/>
  <Override PartName="/ppt/tags/tag812.xml" ContentType="application/vnd.openxmlformats-officedocument.presentationml.tags+xml"/>
  <Override PartName="/ppt/tags/tag813.xml" ContentType="application/vnd.openxmlformats-officedocument.presentationml.tags+xml"/>
  <Override PartName="/ppt/tags/tag814.xml" ContentType="application/vnd.openxmlformats-officedocument.presentationml.tags+xml"/>
  <Override PartName="/ppt/tags/tag815.xml" ContentType="application/vnd.openxmlformats-officedocument.presentationml.tags+xml"/>
  <Override PartName="/ppt/tags/tag816.xml" ContentType="application/vnd.openxmlformats-officedocument.presentationml.tags+xml"/>
  <Override PartName="/ppt/tags/tag817.xml" ContentType="application/vnd.openxmlformats-officedocument.presentationml.tags+xml"/>
  <Override PartName="/ppt/tags/tag818.xml" ContentType="application/vnd.openxmlformats-officedocument.presentationml.tags+xml"/>
  <Override PartName="/ppt/tags/tag819.xml" ContentType="application/vnd.openxmlformats-officedocument.presentationml.tags+xml"/>
  <Override PartName="/ppt/tags/tag82.xml" ContentType="application/vnd.openxmlformats-officedocument.presentationml.tags+xml"/>
  <Override PartName="/ppt/tags/tag820.xml" ContentType="application/vnd.openxmlformats-officedocument.presentationml.tags+xml"/>
  <Override PartName="/ppt/tags/tag821.xml" ContentType="application/vnd.openxmlformats-officedocument.presentationml.tags+xml"/>
  <Override PartName="/ppt/tags/tag822.xml" ContentType="application/vnd.openxmlformats-officedocument.presentationml.tags+xml"/>
  <Override PartName="/ppt/tags/tag823.xml" ContentType="application/vnd.openxmlformats-officedocument.presentationml.tags+xml"/>
  <Override PartName="/ppt/tags/tag824.xml" ContentType="application/vnd.openxmlformats-officedocument.presentationml.tags+xml"/>
  <Override PartName="/ppt/tags/tag825.xml" ContentType="application/vnd.openxmlformats-officedocument.presentationml.tags+xml"/>
  <Override PartName="/ppt/tags/tag826.xml" ContentType="application/vnd.openxmlformats-officedocument.presentationml.tags+xml"/>
  <Override PartName="/ppt/tags/tag827.xml" ContentType="application/vnd.openxmlformats-officedocument.presentationml.tags+xml"/>
  <Override PartName="/ppt/tags/tag828.xml" ContentType="application/vnd.openxmlformats-officedocument.presentationml.tags+xml"/>
  <Override PartName="/ppt/tags/tag829.xml" ContentType="application/vnd.openxmlformats-officedocument.presentationml.tags+xml"/>
  <Override PartName="/ppt/tags/tag83.xml" ContentType="application/vnd.openxmlformats-officedocument.presentationml.tags+xml"/>
  <Override PartName="/ppt/tags/tag830.xml" ContentType="application/vnd.openxmlformats-officedocument.presentationml.tags+xml"/>
  <Override PartName="/ppt/tags/tag831.xml" ContentType="application/vnd.openxmlformats-officedocument.presentationml.tags+xml"/>
  <Override PartName="/ppt/tags/tag832.xml" ContentType="application/vnd.openxmlformats-officedocument.presentationml.tags+xml"/>
  <Override PartName="/ppt/tags/tag833.xml" ContentType="application/vnd.openxmlformats-officedocument.presentationml.tags+xml"/>
  <Override PartName="/ppt/tags/tag834.xml" ContentType="application/vnd.openxmlformats-officedocument.presentationml.tags+xml"/>
  <Override PartName="/ppt/tags/tag835.xml" ContentType="application/vnd.openxmlformats-officedocument.presentationml.tags+xml"/>
  <Override PartName="/ppt/tags/tag836.xml" ContentType="application/vnd.openxmlformats-officedocument.presentationml.tags+xml"/>
  <Override PartName="/ppt/tags/tag837.xml" ContentType="application/vnd.openxmlformats-officedocument.presentationml.tags+xml"/>
  <Override PartName="/ppt/tags/tag838.xml" ContentType="application/vnd.openxmlformats-officedocument.presentationml.tags+xml"/>
  <Override PartName="/ppt/tags/tag839.xml" ContentType="application/vnd.openxmlformats-officedocument.presentationml.tags+xml"/>
  <Override PartName="/ppt/tags/tag84.xml" ContentType="application/vnd.openxmlformats-officedocument.presentationml.tags+xml"/>
  <Override PartName="/ppt/tags/tag840.xml" ContentType="application/vnd.openxmlformats-officedocument.presentationml.tags+xml"/>
  <Override PartName="/ppt/tags/tag841.xml" ContentType="application/vnd.openxmlformats-officedocument.presentationml.tags+xml"/>
  <Override PartName="/ppt/tags/tag842.xml" ContentType="application/vnd.openxmlformats-officedocument.presentationml.tags+xml"/>
  <Override PartName="/ppt/tags/tag843.xml" ContentType="application/vnd.openxmlformats-officedocument.presentationml.tags+xml"/>
  <Override PartName="/ppt/tags/tag844.xml" ContentType="application/vnd.openxmlformats-officedocument.presentationml.tags+xml"/>
  <Override PartName="/ppt/tags/tag845.xml" ContentType="application/vnd.openxmlformats-officedocument.presentationml.tags+xml"/>
  <Override PartName="/ppt/tags/tag846.xml" ContentType="application/vnd.openxmlformats-officedocument.presentationml.tags+xml"/>
  <Override PartName="/ppt/tags/tag847.xml" ContentType="application/vnd.openxmlformats-officedocument.presentationml.tags+xml"/>
  <Override PartName="/ppt/tags/tag848.xml" ContentType="application/vnd.openxmlformats-officedocument.presentationml.tags+xml"/>
  <Override PartName="/ppt/tags/tag849.xml" ContentType="application/vnd.openxmlformats-officedocument.presentationml.tags+xml"/>
  <Override PartName="/ppt/tags/tag85.xml" ContentType="application/vnd.openxmlformats-officedocument.presentationml.tags+xml"/>
  <Override PartName="/ppt/tags/tag850.xml" ContentType="application/vnd.openxmlformats-officedocument.presentationml.tags+xml"/>
  <Override PartName="/ppt/tags/tag851.xml" ContentType="application/vnd.openxmlformats-officedocument.presentationml.tags+xml"/>
  <Override PartName="/ppt/tags/tag852.xml" ContentType="application/vnd.openxmlformats-officedocument.presentationml.tags+xml"/>
  <Override PartName="/ppt/tags/tag853.xml" ContentType="application/vnd.openxmlformats-officedocument.presentationml.tags+xml"/>
  <Override PartName="/ppt/tags/tag854.xml" ContentType="application/vnd.openxmlformats-officedocument.presentationml.tags+xml"/>
  <Override PartName="/ppt/tags/tag855.xml" ContentType="application/vnd.openxmlformats-officedocument.presentationml.tags+xml"/>
  <Override PartName="/ppt/tags/tag856.xml" ContentType="application/vnd.openxmlformats-officedocument.presentationml.tags+xml"/>
  <Override PartName="/ppt/tags/tag857.xml" ContentType="application/vnd.openxmlformats-officedocument.presentationml.tags+xml"/>
  <Override PartName="/ppt/tags/tag858.xml" ContentType="application/vnd.openxmlformats-officedocument.presentationml.tags+xml"/>
  <Override PartName="/ppt/tags/tag859.xml" ContentType="application/vnd.openxmlformats-officedocument.presentationml.tags+xml"/>
  <Override PartName="/ppt/tags/tag86.xml" ContentType="application/vnd.openxmlformats-officedocument.presentationml.tags+xml"/>
  <Override PartName="/ppt/tags/tag860.xml" ContentType="application/vnd.openxmlformats-officedocument.presentationml.tags+xml"/>
  <Override PartName="/ppt/tags/tag861.xml" ContentType="application/vnd.openxmlformats-officedocument.presentationml.tags+xml"/>
  <Override PartName="/ppt/tags/tag862.xml" ContentType="application/vnd.openxmlformats-officedocument.presentationml.tags+xml"/>
  <Override PartName="/ppt/tags/tag863.xml" ContentType="application/vnd.openxmlformats-officedocument.presentationml.tags+xml"/>
  <Override PartName="/ppt/tags/tag864.xml" ContentType="application/vnd.openxmlformats-officedocument.presentationml.tags+xml"/>
  <Override PartName="/ppt/tags/tag865.xml" ContentType="application/vnd.openxmlformats-officedocument.presentationml.tags+xml"/>
  <Override PartName="/ppt/tags/tag866.xml" ContentType="application/vnd.openxmlformats-officedocument.presentationml.tags+xml"/>
  <Override PartName="/ppt/tags/tag867.xml" ContentType="application/vnd.openxmlformats-officedocument.presentationml.tags+xml"/>
  <Override PartName="/ppt/tags/tag868.xml" ContentType="application/vnd.openxmlformats-officedocument.presentationml.tags+xml"/>
  <Override PartName="/ppt/tags/tag869.xml" ContentType="application/vnd.openxmlformats-officedocument.presentationml.tags+xml"/>
  <Override PartName="/ppt/tags/tag87.xml" ContentType="application/vnd.openxmlformats-officedocument.presentationml.tags+xml"/>
  <Override PartName="/ppt/tags/tag870.xml" ContentType="application/vnd.openxmlformats-officedocument.presentationml.tags+xml"/>
  <Override PartName="/ppt/tags/tag871.xml" ContentType="application/vnd.openxmlformats-officedocument.presentationml.tags+xml"/>
  <Override PartName="/ppt/tags/tag872.xml" ContentType="application/vnd.openxmlformats-officedocument.presentationml.tags+xml"/>
  <Override PartName="/ppt/tags/tag873.xml" ContentType="application/vnd.openxmlformats-officedocument.presentationml.tags+xml"/>
  <Override PartName="/ppt/tags/tag874.xml" ContentType="application/vnd.openxmlformats-officedocument.presentationml.tags+xml"/>
  <Override PartName="/ppt/tags/tag875.xml" ContentType="application/vnd.openxmlformats-officedocument.presentationml.tags+xml"/>
  <Override PartName="/ppt/tags/tag876.xml" ContentType="application/vnd.openxmlformats-officedocument.presentationml.tags+xml"/>
  <Override PartName="/ppt/tags/tag877.xml" ContentType="application/vnd.openxmlformats-officedocument.presentationml.tags+xml"/>
  <Override PartName="/ppt/tags/tag878.xml" ContentType="application/vnd.openxmlformats-officedocument.presentationml.tags+xml"/>
  <Override PartName="/ppt/tags/tag879.xml" ContentType="application/vnd.openxmlformats-officedocument.presentationml.tags+xml"/>
  <Override PartName="/ppt/tags/tag88.xml" ContentType="application/vnd.openxmlformats-officedocument.presentationml.tags+xml"/>
  <Override PartName="/ppt/tags/tag880.xml" ContentType="application/vnd.openxmlformats-officedocument.presentationml.tags+xml"/>
  <Override PartName="/ppt/tags/tag881.xml" ContentType="application/vnd.openxmlformats-officedocument.presentationml.tags+xml"/>
  <Override PartName="/ppt/tags/tag882.xml" ContentType="application/vnd.openxmlformats-officedocument.presentationml.tags+xml"/>
  <Override PartName="/ppt/tags/tag883.xml" ContentType="application/vnd.openxmlformats-officedocument.presentationml.tags+xml"/>
  <Override PartName="/ppt/tags/tag884.xml" ContentType="application/vnd.openxmlformats-officedocument.presentationml.tags+xml"/>
  <Override PartName="/ppt/tags/tag885.xml" ContentType="application/vnd.openxmlformats-officedocument.presentationml.tags+xml"/>
  <Override PartName="/ppt/tags/tag886.xml" ContentType="application/vnd.openxmlformats-officedocument.presentationml.tags+xml"/>
  <Override PartName="/ppt/tags/tag887.xml" ContentType="application/vnd.openxmlformats-officedocument.presentationml.tags+xml"/>
  <Override PartName="/ppt/tags/tag888.xml" ContentType="application/vnd.openxmlformats-officedocument.presentationml.tags+xml"/>
  <Override PartName="/ppt/tags/tag889.xml" ContentType="application/vnd.openxmlformats-officedocument.presentationml.tags+xml"/>
  <Override PartName="/ppt/tags/tag89.xml" ContentType="application/vnd.openxmlformats-officedocument.presentationml.tags+xml"/>
  <Override PartName="/ppt/tags/tag890.xml" ContentType="application/vnd.openxmlformats-officedocument.presentationml.tags+xml"/>
  <Override PartName="/ppt/tags/tag891.xml" ContentType="application/vnd.openxmlformats-officedocument.presentationml.tags+xml"/>
  <Override PartName="/ppt/tags/tag892.xml" ContentType="application/vnd.openxmlformats-officedocument.presentationml.tags+xml"/>
  <Override PartName="/ppt/tags/tag893.xml" ContentType="application/vnd.openxmlformats-officedocument.presentationml.tags+xml"/>
  <Override PartName="/ppt/tags/tag894.xml" ContentType="application/vnd.openxmlformats-officedocument.presentationml.tags+xml"/>
  <Override PartName="/ppt/tags/tag895.xml" ContentType="application/vnd.openxmlformats-officedocument.presentationml.tags+xml"/>
  <Override PartName="/ppt/tags/tag896.xml" ContentType="application/vnd.openxmlformats-officedocument.presentationml.tags+xml"/>
  <Override PartName="/ppt/tags/tag897.xml" ContentType="application/vnd.openxmlformats-officedocument.presentationml.tags+xml"/>
  <Override PartName="/ppt/tags/tag898.xml" ContentType="application/vnd.openxmlformats-officedocument.presentationml.tags+xml"/>
  <Override PartName="/ppt/tags/tag89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00.xml" ContentType="application/vnd.openxmlformats-officedocument.presentationml.tags+xml"/>
  <Override PartName="/ppt/tags/tag901.xml" ContentType="application/vnd.openxmlformats-officedocument.presentationml.tags+xml"/>
  <Override PartName="/ppt/tags/tag902.xml" ContentType="application/vnd.openxmlformats-officedocument.presentationml.tags+xml"/>
  <Override PartName="/ppt/tags/tag903.xml" ContentType="application/vnd.openxmlformats-officedocument.presentationml.tags+xml"/>
  <Override PartName="/ppt/tags/tag904.xml" ContentType="application/vnd.openxmlformats-officedocument.presentationml.tags+xml"/>
  <Override PartName="/ppt/tags/tag905.xml" ContentType="application/vnd.openxmlformats-officedocument.presentationml.tags+xml"/>
  <Override PartName="/ppt/tags/tag906.xml" ContentType="application/vnd.openxmlformats-officedocument.presentationml.tags+xml"/>
  <Override PartName="/ppt/tags/tag907.xml" ContentType="application/vnd.openxmlformats-officedocument.presentationml.tags+xml"/>
  <Override PartName="/ppt/tags/tag908.xml" ContentType="application/vnd.openxmlformats-officedocument.presentationml.tags+xml"/>
  <Override PartName="/ppt/tags/tag909.xml" ContentType="application/vnd.openxmlformats-officedocument.presentationml.tags+xml"/>
  <Override PartName="/ppt/tags/tag91.xml" ContentType="application/vnd.openxmlformats-officedocument.presentationml.tags+xml"/>
  <Override PartName="/ppt/tags/tag910.xml" ContentType="application/vnd.openxmlformats-officedocument.presentationml.tags+xml"/>
  <Override PartName="/ppt/tags/tag911.xml" ContentType="application/vnd.openxmlformats-officedocument.presentationml.tags+xml"/>
  <Override PartName="/ppt/tags/tag912.xml" ContentType="application/vnd.openxmlformats-officedocument.presentationml.tags+xml"/>
  <Override PartName="/ppt/tags/tag913.xml" ContentType="application/vnd.openxmlformats-officedocument.presentationml.tags+xml"/>
  <Override PartName="/ppt/tags/tag914.xml" ContentType="application/vnd.openxmlformats-officedocument.presentationml.tags+xml"/>
  <Override PartName="/ppt/tags/tag915.xml" ContentType="application/vnd.openxmlformats-officedocument.presentationml.tags+xml"/>
  <Override PartName="/ppt/tags/tag916.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 Id="rId5" Type="http://schemas.openxmlformats.org/officeDocument/2006/relationships/custom-properties" Target="docProps/custom.xml" /></Relationships>
</file>

<file path=ppt/presentation.xml><?xml version="1.0" encoding="utf-8"?>
<!--Generated by Aspose.Slides for Java 23.3-->
<p:presentation xmlns:r="http://schemas.openxmlformats.org/officeDocument/2006/relationships" xmlns:a="http://schemas.openxmlformats.org/drawingml/2006/main" xmlns:p="http://schemas.openxmlformats.org/presentationml/2006/main">
  <p:sldMasterIdLst>
    <p:sldMasterId id="2147483648" r:id="rId2"/>
  </p:sldMasterIdLst>
  <p:notesMasterIdLst>
    <p:notesMasterId r:id="rId3"/>
  </p:notesMasterIdLst>
  <p:sldIdLst>
    <p:sldId id="405" r:id="rId4"/>
    <p:sldId id="299" r:id="rId5"/>
    <p:sldId id="304" r:id="rId6"/>
    <p:sldId id="300" r:id="rId7"/>
    <p:sldId id="460" r:id="rId8"/>
    <p:sldId id="461" r:id="rId9"/>
    <p:sldId id="463" r:id="rId10"/>
    <p:sldId id="464" r:id="rId11"/>
    <p:sldId id="472" r:id="rId12"/>
    <p:sldId id="521" r:id="rId13"/>
    <p:sldId id="465" r:id="rId14"/>
    <p:sldId id="522" r:id="rId15"/>
    <p:sldId id="523" r:id="rId16"/>
    <p:sldId id="524" r:id="rId17"/>
    <p:sldId id="525" r:id="rId18"/>
    <p:sldId id="572" r:id="rId19"/>
    <p:sldId id="573" r:id="rId20"/>
    <p:sldId id="574" r:id="rId21"/>
    <p:sldId id="575" r:id="rId22"/>
    <p:sldId id="579" r:id="rId23"/>
    <p:sldId id="466" r:id="rId24"/>
    <p:sldId id="577" r:id="rId25"/>
    <p:sldId id="580" r:id="rId26"/>
    <p:sldId id="581" r:id="rId27"/>
    <p:sldId id="582" r:id="rId28"/>
    <p:sldId id="467" r:id="rId29"/>
    <p:sldId id="578" r:id="rId30"/>
    <p:sldId id="589" r:id="rId31"/>
    <p:sldId id="592" r:id="rId32"/>
    <p:sldId id="593" r:id="rId33"/>
    <p:sldId id="468" r:id="rId34"/>
    <p:sldId id="594" r:id="rId35"/>
    <p:sldId id="595" r:id="rId36"/>
    <p:sldId id="596" r:id="rId37"/>
    <p:sldId id="459" r:id="rId38"/>
  </p:sldIdLst>
  <p:sldSz cx="12192000" cy="6858000"/>
  <p:notesSz cx="6858000" cy="9144000"/>
  <p:custDataLst>
    <p:tags r:id="rId3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85" userDrawn="1">
          <p15:clr>
            <a:srgbClr val="5ACBF0"/>
          </p15:clr>
        </p15:guide>
        <p15:guide id="2" pos="3878" userDrawn="1">
          <p15:clr>
            <a:srgbClr val="5ACBF0"/>
          </p15:clr>
        </p15:guide>
      </p15:sldGuideLst>
    </p:ext>
  </p:extLst>
</p:presentation>
</file>

<file path=ppt/commentAuthors.xml><?xml version="1.0" encoding="utf-8"?>
<p:cmAuthorLst xmlns:p="http://schemas.openxmlformats.org/presentationml/2006/main">
  <p:cmAuthor id="1" name="DELL" initials="D" lastIdx="0" clrIdx="0"/>
</p:cmAuthorLst>
</file>

<file path=ppt/presProps.xml><?xml version="1.0" encoding="utf-8"?>
<p:presentationPr xmlns:r="http://schemas.openxmlformats.org/officeDocument/2006/relationships" xmlns:a="http://schemas.openxmlformats.org/drawingml/2006/main" xmlns:p="http://schemas.openxmlformats.org/presentationml/2006/main">
  <p:showPr>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fill>
          <a:solidFill>
            <a:schemeClr val="accent1">
              <a:tint val="40000"/>
            </a:schemeClr>
          </a:solidFill>
        </a:fill>
      </a:tcStyle>
    </a:band1H>
    <a:band1V>
      <a:tcStyle>
        <a:fill>
          <a:solidFill>
            <a:schemeClr val="accent1">
              <a:tint val="40000"/>
            </a:schemeClr>
          </a:solidFill>
        </a:fill>
      </a:tcStyle>
    </a:band1V>
    <a:lastCol>
      <a:tcTxStyle b="on">
        <a:fontRef idx="minor">
          <a:prstClr val="black"/>
        </a:fontRef>
        <a:schemeClr val="lt1"/>
      </a:tcTxStyle>
      <a:tcStyle>
        <a:fill>
          <a:solidFill>
            <a:schemeClr val="accent1"/>
          </a:solidFill>
        </a:fill>
      </a:tcStyle>
    </a:lastCol>
    <a:firstCol>
      <a:tcTxStyle b="on">
        <a:fontRef idx="minor">
          <a:prstClr val="black"/>
        </a:fontRef>
        <a:schemeClr val="lt1"/>
      </a:tcTxStyle>
      <a:tcStyle>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fill>
          <a:solidFill>
            <a:schemeClr val="accent1">
              <a:alpha val="40000"/>
            </a:schemeClr>
          </a:solidFill>
        </a:fill>
      </a:tcStyle>
    </a:band1H>
    <a:band1V>
      <a:tcStyle>
        <a:tcBdr>
          <a:top>
            <a:lnRef idx="1">
              <a:schemeClr val="accent1"/>
            </a:lnRef>
          </a:top>
          <a:bottom>
            <a:lnRef idx="1">
              <a:schemeClr val="accent1"/>
            </a:lnRef>
          </a:bottom>
        </a:tcBdr>
        <a:fill>
          <a:solidFill>
            <a:schemeClr val="accent1">
              <a:alpha val="40000"/>
            </a:schemeClr>
          </a:solidFill>
        </a:fill>
      </a:tcStyle>
    </a:band1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896" autoAdjust="0"/>
    <p:restoredTop sz="94660"/>
  </p:normalViewPr>
  <p:slideViewPr>
    <p:cSldViewPr snapToGrid="0" showGuides="1">
      <p:cViewPr>
        <p:scale>
          <a:sx n="75" d="100"/>
          <a:sy n="75" d="100"/>
        </p:scale>
        <p:origin x="198" y="1296"/>
      </p:cViewPr>
      <p:guideLst>
        <p:guide orient="horz" pos="2085"/>
        <p:guide pos="3878"/>
      </p:guideLst>
    </p:cSldViewPr>
  </p:slideViewPr>
  <p:notesTextViewPr>
    <p:cViewPr>
      <p:scale>
        <a:sx n="1" d="1"/>
        <a:sy n="1" d="1"/>
      </p:scale>
      <p:origin x="0" y="0"/>
    </p:cViewPr>
  </p:notesTextViewPr>
  <p:notesViewPr>
    <p:cSldViewPr>
      <p:cViewPr>
        <p:scale>
          <a:sx n="1" d="100"/>
          <a:sy n="1" d="100"/>
        </p:scale>
        <p:origin x="0" y="0"/>
      </p:cViewPr>
    </p:cSldViewPr>
  </p:notesViewPr>
  <p:gridSpacing cx="72008" cy="72008"/>
</p:viewPr>
</file>

<file path=ppt/_rels/presentation.xml.rels>&#65279;<?xml version="1.0" encoding="utf-8" standalone="yes"?><Relationships xmlns="http://schemas.openxmlformats.org/package/2006/relationships"><Relationship Id="rId1" Type="http://schemas.openxmlformats.org/officeDocument/2006/relationships/commentAuthors" Target="commentAuthors.xml" /><Relationship Id="rId10" Type="http://schemas.openxmlformats.org/officeDocument/2006/relationships/slide" Target="slides/slide7.xml" /><Relationship Id="rId11" Type="http://schemas.openxmlformats.org/officeDocument/2006/relationships/slide" Target="slides/slide8.xml" /><Relationship Id="rId12" Type="http://schemas.openxmlformats.org/officeDocument/2006/relationships/slide" Target="slides/slide9.xml" /><Relationship Id="rId13" Type="http://schemas.openxmlformats.org/officeDocument/2006/relationships/slide" Target="slides/slide10.xml" /><Relationship Id="rId14" Type="http://schemas.openxmlformats.org/officeDocument/2006/relationships/slide" Target="slides/slide11.xml" /><Relationship Id="rId15" Type="http://schemas.openxmlformats.org/officeDocument/2006/relationships/slide" Target="slides/slide12.xml" /><Relationship Id="rId16" Type="http://schemas.openxmlformats.org/officeDocument/2006/relationships/slide" Target="slides/slide13.xml" /><Relationship Id="rId17" Type="http://schemas.openxmlformats.org/officeDocument/2006/relationships/slide" Target="slides/slide14.xml" /><Relationship Id="rId18" Type="http://schemas.openxmlformats.org/officeDocument/2006/relationships/slide" Target="slides/slide15.xml" /><Relationship Id="rId19" Type="http://schemas.openxmlformats.org/officeDocument/2006/relationships/slide" Target="slides/slide16.xml" /><Relationship Id="rId2" Type="http://schemas.openxmlformats.org/officeDocument/2006/relationships/slideMaster" Target="slideMasters/slideMaster1.xml" /><Relationship Id="rId20" Type="http://schemas.openxmlformats.org/officeDocument/2006/relationships/slide" Target="slides/slide17.xml" /><Relationship Id="rId21" Type="http://schemas.openxmlformats.org/officeDocument/2006/relationships/slide" Target="slides/slide18.xml" /><Relationship Id="rId22" Type="http://schemas.openxmlformats.org/officeDocument/2006/relationships/slide" Target="slides/slide19.xml" /><Relationship Id="rId23" Type="http://schemas.openxmlformats.org/officeDocument/2006/relationships/slide" Target="slides/slide20.xml" /><Relationship Id="rId24" Type="http://schemas.openxmlformats.org/officeDocument/2006/relationships/slide" Target="slides/slide21.xml" /><Relationship Id="rId25" Type="http://schemas.openxmlformats.org/officeDocument/2006/relationships/slide" Target="slides/slide22.xml" /><Relationship Id="rId26" Type="http://schemas.openxmlformats.org/officeDocument/2006/relationships/slide" Target="slides/slide23.xml" /><Relationship Id="rId27" Type="http://schemas.openxmlformats.org/officeDocument/2006/relationships/slide" Target="slides/slide24.xml" /><Relationship Id="rId28" Type="http://schemas.openxmlformats.org/officeDocument/2006/relationships/slide" Target="slides/slide25.xml" /><Relationship Id="rId29" Type="http://schemas.openxmlformats.org/officeDocument/2006/relationships/slide" Target="slides/slide26.xml" /><Relationship Id="rId3" Type="http://schemas.openxmlformats.org/officeDocument/2006/relationships/notesMaster" Target="notesMasters/notesMaster1.xml" /><Relationship Id="rId30" Type="http://schemas.openxmlformats.org/officeDocument/2006/relationships/slide" Target="slides/slide27.xml" /><Relationship Id="rId31" Type="http://schemas.openxmlformats.org/officeDocument/2006/relationships/slide" Target="slides/slide28.xml" /><Relationship Id="rId32" Type="http://schemas.openxmlformats.org/officeDocument/2006/relationships/slide" Target="slides/slide29.xml" /><Relationship Id="rId33" Type="http://schemas.openxmlformats.org/officeDocument/2006/relationships/slide" Target="slides/slide30.xml" /><Relationship Id="rId34" Type="http://schemas.openxmlformats.org/officeDocument/2006/relationships/slide" Target="slides/slide31.xml" /><Relationship Id="rId35" Type="http://schemas.openxmlformats.org/officeDocument/2006/relationships/slide" Target="slides/slide32.xml" /><Relationship Id="rId36" Type="http://schemas.openxmlformats.org/officeDocument/2006/relationships/slide" Target="slides/slide33.xml" /><Relationship Id="rId37" Type="http://schemas.openxmlformats.org/officeDocument/2006/relationships/slide" Target="slides/slide34.xml" /><Relationship Id="rId38" Type="http://schemas.openxmlformats.org/officeDocument/2006/relationships/slide" Target="slides/slide35.xml" /><Relationship Id="rId39" Type="http://schemas.openxmlformats.org/officeDocument/2006/relationships/tags" Target="tags/tag916.xml" /><Relationship Id="rId4" Type="http://schemas.openxmlformats.org/officeDocument/2006/relationships/slide" Target="slides/slide1.xml" /><Relationship Id="rId40" Type="http://schemas.openxmlformats.org/officeDocument/2006/relationships/presProps" Target="presProps.xml" /><Relationship Id="rId41" Type="http://schemas.openxmlformats.org/officeDocument/2006/relationships/viewProps" Target="viewProps.xml" /><Relationship Id="rId42" Type="http://schemas.openxmlformats.org/officeDocument/2006/relationships/theme" Target="theme/theme1.xml" /><Relationship Id="rId43" Type="http://schemas.openxmlformats.org/officeDocument/2006/relationships/tableStyles" Target="tableStyles.xml" /><Relationship Id="rId5" Type="http://schemas.openxmlformats.org/officeDocument/2006/relationships/slide" Target="slides/slide2.xml" /><Relationship Id="rId6" Type="http://schemas.openxmlformats.org/officeDocument/2006/relationships/slide" Target="slides/slide3.xml" /><Relationship Id="rId7" Type="http://schemas.openxmlformats.org/officeDocument/2006/relationships/slide" Target="slides/slide4.xml" /><Relationship Id="rId8" Type="http://schemas.openxmlformats.org/officeDocument/2006/relationships/slide" Target="slides/slide5.xml" /><Relationship Id="rId9" Type="http://schemas.openxmlformats.org/officeDocument/2006/relationships/slide" Target="slides/slide6.xml" /></Relationships>
</file>

<file path=ppt/drawings/_rels/vmlDrawing1.vml.rels>&#65279;<?xml version="1.0" encoding="utf-8" standalone="yes"?><Relationships xmlns="http://schemas.openxmlformats.org/package/2006/relationships"><Relationship Id="rId1" Type="http://schemas.openxmlformats.org/officeDocument/2006/relationships/image" Target="../media/image9.wmf" /><Relationship Id="rId2" Type="http://schemas.openxmlformats.org/officeDocument/2006/relationships/image" Target="../media/image10.wmf" /><Relationship Id="rId3" Type="http://schemas.openxmlformats.org/officeDocument/2006/relationships/image" Target="../media/image11.wmf" /></Relationships>
</file>

<file path=ppt/drawings/_rels/vmlDrawing2.vml.rels>&#65279;<?xml version="1.0" encoding="utf-8" standalone="yes"?><Relationships xmlns="http://schemas.openxmlformats.org/package/2006/relationships"><Relationship Id="rId1" Type="http://schemas.openxmlformats.org/officeDocument/2006/relationships/image" Target="../media/image12.wmf" /></Relationships>
</file>

<file path=ppt/drawings/_rels/vmlDrawing3.vml.rels>&#65279;<?xml version="1.0" encoding="utf-8" standalone="yes"?><Relationships xmlns="http://schemas.openxmlformats.org/package/2006/relationships"><Relationship Id="rId1" Type="http://schemas.openxmlformats.org/officeDocument/2006/relationships/image" Target="../media/image13.wmf" /><Relationship Id="rId2" Type="http://schemas.openxmlformats.org/officeDocument/2006/relationships/image" Target="../media/image14.wmf" /><Relationship Id="rId3" Type="http://schemas.openxmlformats.org/officeDocument/2006/relationships/image" Target="../media/image15.wmf" /></Relationships>
</file>

<file path=ppt/drawings/_rels/vmlDrawing4.vml.rels>&#65279;<?xml version="1.0" encoding="utf-8" standalone="yes"?><Relationships xmlns="http://schemas.openxmlformats.org/package/2006/relationships"><Relationship Id="rId1" Type="http://schemas.openxmlformats.org/officeDocument/2006/relationships/image" Target="../media/image20.emf" /><Relationship Id="rId2" Type="http://schemas.openxmlformats.org/officeDocument/2006/relationships/image" Target="../media/image21.emf" /></Relationships>
</file>

<file path=ppt/drawings/_rels/vmlDrawing5.vml.rels>&#65279;<?xml version="1.0" encoding="utf-8" standalone="yes"?><Relationships xmlns="http://schemas.openxmlformats.org/package/2006/relationships"><Relationship Id="rId1" Type="http://schemas.openxmlformats.org/officeDocument/2006/relationships/image" Target="../media/image23.wmf" /><Relationship Id="rId2" Type="http://schemas.openxmlformats.org/officeDocument/2006/relationships/image" Target="../media/image24.wmf" /><Relationship Id="rId3" Type="http://schemas.openxmlformats.org/officeDocument/2006/relationships/image" Target="../media/image25.wmf" /></Relationships>
</file>

<file path=ppt/drawings/_rels/vmlDrawing6.vml.rels>&#65279;<?xml version="1.0" encoding="utf-8" standalone="yes"?><Relationships xmlns="http://schemas.openxmlformats.org/package/2006/relationships"><Relationship Id="rId1" Type="http://schemas.openxmlformats.org/officeDocument/2006/relationships/image" Target="../media/image26.emf" /><Relationship Id="rId2" Type="http://schemas.openxmlformats.org/officeDocument/2006/relationships/image" Target="../media/image27.emf" /></Relationships>
</file>

<file path=ppt/drawings/_rels/vmlDrawing7.vml.rels>&#65279;<?xml version="1.0" encoding="utf-8" standalone="yes"?><Relationships xmlns="http://schemas.openxmlformats.org/package/2006/relationships"><Relationship Id="rId1" Type="http://schemas.openxmlformats.org/officeDocument/2006/relationships/image" Target="../media/image28.wmf" /><Relationship Id="rId2" Type="http://schemas.openxmlformats.org/officeDocument/2006/relationships/image" Target="../media/image29.wmf" /></Relationships>
</file>

<file path=ppt/drawings/_rels/vmlDrawing8.vml.rels>&#65279;<?xml version="1.0" encoding="utf-8" standalone="yes"?><Relationships xmlns="http://schemas.openxmlformats.org/package/2006/relationships"><Relationship Id="rId1" Type="http://schemas.openxmlformats.org/officeDocument/2006/relationships/image" Target="../media/image30.emf" /><Relationship Id="rId2" Type="http://schemas.openxmlformats.org/officeDocument/2006/relationships/image" Target="../media/image31.emf" /></Relationships>
</file>

<file path=ppt/drawings/_rels/vmlDrawing9.vml.rels>&#65279;<?xml version="1.0" encoding="utf-8" standalone="yes"?><Relationships xmlns="http://schemas.openxmlformats.org/package/2006/relationships"><Relationship Id="rId1" Type="http://schemas.openxmlformats.org/officeDocument/2006/relationships/image" Target="../media/image32.emf" /><Relationship Id="rId2" Type="http://schemas.openxmlformats.org/officeDocument/2006/relationships/image" Target="../media/image33.emf" /></Relationships>
</file>

<file path=ppt/drawings/_rels/vmlDrawing10.vml.rels>&#65279;<?xml version="1.0" encoding="utf-8" standalone="yes"?><Relationships xmlns="http://schemas.openxmlformats.org/package/2006/relationships"><Relationship Id="rId1" Type="http://schemas.openxmlformats.org/officeDocument/2006/relationships/image" Target="../media/image34.emf" /><Relationship Id="rId2" Type="http://schemas.openxmlformats.org/officeDocument/2006/relationships/image" Target="../media/image35.emf" /></Relationships>
</file>

<file path=ppt/drawings/_rels/vmlDrawing11.vml.rels>&#65279;<?xml version="1.0" encoding="utf-8" standalone="yes"?><Relationships xmlns="http://schemas.openxmlformats.org/package/2006/relationships"><Relationship Id="rId1" Type="http://schemas.openxmlformats.org/officeDocument/2006/relationships/image" Target="../media/image39.wmf" /></Relationships>
</file>

<file path=ppt/drawings/_rels/vmlDrawing12.vml.rels>&#65279;<?xml version="1.0" encoding="utf-8" standalone="yes"?><Relationships xmlns="http://schemas.openxmlformats.org/package/2006/relationships"><Relationship Id="rId1" Type="http://schemas.openxmlformats.org/officeDocument/2006/relationships/image" Target="../media/image40.wmf" /></Relationships>
</file>

<file path=ppt/drawings/_rels/vmlDrawing13.vml.rels>&#65279;<?xml version="1.0" encoding="utf-8" standalone="yes"?><Relationships xmlns="http://schemas.openxmlformats.org/package/2006/relationships"><Relationship Id="rId1" Type="http://schemas.openxmlformats.org/officeDocument/2006/relationships/image" Target="../media/image41.wmf" /><Relationship Id="rId2" Type="http://schemas.openxmlformats.org/officeDocument/2006/relationships/image" Target="../media/image43.wmf" /><Relationship Id="rId3" Type="http://schemas.openxmlformats.org/officeDocument/2006/relationships/image" Target="../media/image44.wmf" /></Relationships>
</file>

<file path=ppt/notesMasters/_rels/notesMaster1.xml.rels>&#65279;<?xml version="1.0" encoding="utf-8" standalone="yes"?><Relationships xmlns="http://schemas.openxmlformats.org/package/2006/relationships"><Relationship Id="rId1" Type="http://schemas.openxmlformats.org/officeDocument/2006/relationships/tags" Target="../tags/tag12.xml" /><Relationship Id="rId2" Type="http://schemas.openxmlformats.org/officeDocument/2006/relationships/tags" Target="../tags/tag13.xml" /><Relationship Id="rId3" Type="http://schemas.openxmlformats.org/officeDocument/2006/relationships/tags" Target="../tags/tag14.xml" /><Relationship Id="rId4" Type="http://schemas.openxmlformats.org/officeDocument/2006/relationships/tags" Target="../tags/tag15.xml" /><Relationship Id="rId5" Type="http://schemas.openxmlformats.org/officeDocument/2006/relationships/tags" Target="../tags/tag16.xml" /><Relationship Id="rId6" Type="http://schemas.openxmlformats.org/officeDocument/2006/relationships/tags" Target="../tags/tag17.xml" /><Relationship Id="rId7" Type="http://schemas.openxmlformats.org/officeDocument/2006/relationships/tags" Target="../tags/tag18.xml" /><Relationship Id="rId8"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bg>
      <p:bgRef idx="1001">
        <a:schemeClr val="bg1"/>
      </p:bgRef>
    </p:bg>
    <p:spTree>
      <p:nvGrpSpPr>
        <p:cNvPr id="1" name=""/>
        <p:cNvGrpSpPr/>
        <p:nvPr>
          <p:custDataLst>
            <p:tags r:id="rId1"/>
          </p:custDataLst>
        </p:nvPr>
      </p:nvGrpSpPr>
      <p:grpSpPr>
        <a:xfrm>
          <a:off x="0" y="0"/>
          <a:ext cx="0" cy="0"/>
        </a:xfrm>
      </p:grpSpPr>
      <p:sp>
        <p:nvSpPr>
          <p:cNvPr id="2" name="页眉占位符 1"/>
          <p:cNvSpPr>
            <a:spLocks noGrp="1"/>
          </p:cNvSpPr>
          <p:nvPr>
            <p:ph type="hdr" sz="quarter"/>
            <p:custDataLst>
              <p:tags r:id="rId2"/>
            </p:custDataLst>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custDataLst>
              <p:tags r:id="rId3"/>
            </p:custDataLst>
          </p:nvPr>
        </p:nvSpPr>
        <p:spPr>
          <a:xfrm>
            <a:off x="3884613" y="0"/>
            <a:ext cx="2971800" cy="458788"/>
          </a:xfrm>
          <a:prstGeom prst="rect">
            <a:avLst/>
          </a:prstGeom>
        </p:spPr>
        <p:txBody>
          <a:bodyPr vert="horz" lIns="91440" tIns="45720" rIns="91440" bIns="45720" rtlCol="0"/>
          <a:lstStyle>
            <a:lvl1pPr algn="r">
              <a:defRPr sz="1200"/>
            </a:lvl1pPr>
          </a:lstStyle>
          <a:p>
            <a:fld id="{CCD7375B-645A-4B83-93EC-8A3A766EDBB5}" type="datetimeFigureOut">
              <a:rPr lang="zh-CN" altLang="en-US" smtClean="0"/>
              <a:t/>
            </a:fld>
            <a:endParaRPr lang="zh-CN" altLang="en-US"/>
          </a:p>
        </p:txBody>
      </p:sp>
      <p:sp>
        <p:nvSpPr>
          <p:cNvPr id="4" name="幻灯片图像占位符 3"/>
          <p:cNvSpPr>
            <a:spLocks noGrp="1" noRot="1" noChangeAspect="1"/>
          </p:cNvSpPr>
          <p:nvPr>
            <p:ph type="sldImg" idx="2"/>
            <p:custDataLst>
              <p:tags r:id="rId4"/>
            </p:custDataLst>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custDataLst>
              <p:tags r:id="rId5"/>
            </p:custDataLst>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custDataLst>
              <p:tags r:id="rId6"/>
            </p:custDataLst>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custDataLst>
              <p:tags r:id="rId7"/>
            </p:custDataLst>
          </p:nvPr>
        </p:nvSpPr>
        <p:spPr>
          <a:xfrm>
            <a:off x="3884613" y="8685213"/>
            <a:ext cx="2971800" cy="458787"/>
          </a:xfrm>
          <a:prstGeom prst="rect">
            <a:avLst/>
          </a:prstGeom>
        </p:spPr>
        <p:txBody>
          <a:bodyPr vert="horz" lIns="91440" tIns="45720" rIns="91440" bIns="45720" rtlCol="0" anchor="b"/>
          <a:lstStyle>
            <a:lvl1pPr algn="r">
              <a:defRPr sz="1200"/>
            </a:lvl1pPr>
          </a:lstStyle>
          <a:p>
            <a:fld id="{DEBF8934-6CED-46F5-B7D3-6CA103631274}" type="slidenum">
              <a:rPr lang="zh-CN" altLang="en-US" smtClean="0"/>
              <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&#65279;<?xml version="1.0" encoding="utf-8" standalone="yes"?><Relationships xmlns="http://schemas.openxmlformats.org/package/2006/relationships"><Relationship Id="rId1" Type="http://schemas.openxmlformats.org/officeDocument/2006/relationships/tags" Target="../tags/tag1.xml" /><Relationship Id="rId2" Type="http://schemas.openxmlformats.org/officeDocument/2006/relationships/tags" Target="../tags/tag2.xml" /><Relationship Id="rId3" Type="http://schemas.openxmlformats.org/officeDocument/2006/relationships/tags" Target="../tags/tag3.xml" /><Relationship Id="rId4" Type="http://schemas.openxmlformats.org/officeDocument/2006/relationships/tags" Target="../tags/tag4.xml" /><Relationship Id="rId5"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blank" preserve="1">
  <p:cSld name="空白">
    <p:spTree>
      <p:nvGrpSpPr>
        <p:cNvPr id="1" name=""/>
        <p:cNvGrpSpPr/>
        <p:nvPr>
          <p:custDataLst>
            <p:tags r:id="rId1"/>
          </p:custDataLst>
        </p:nvPr>
      </p:nvGrpSpPr>
      <p:grpSpPr>
        <a:xfrm>
          <a:off x="0" y="0"/>
          <a:ext cx="0" cy="0"/>
        </a:xfrm>
      </p:grpSpPr>
      <p:sp>
        <p:nvSpPr>
          <p:cNvPr id="2" name="日期占位符 1"/>
          <p:cNvSpPr>
            <a:spLocks noGrp="1"/>
          </p:cNvSpPr>
          <p:nvPr>
            <p:ph type="dt" sz="half" idx="10"/>
            <p:custDataLst>
              <p:tags r:id="rId2"/>
            </p:custDataLst>
          </p:nvPr>
        </p:nvSpPr>
        <p:spPr/>
        <p:txBody>
          <a:bodyPr/>
          <a:lstStyle/>
          <a:p>
            <a:fld id="{583E8761-A14E-4E6E-B19C-D0ABAA7747FF}" type="datetimeFigureOut">
              <a:rPr lang="zh-CN" altLang="en-US" smtClean="0"/>
              <a:t/>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03410F0F-E077-475B-A7EC-03CDC27F5B89}" type="slidenum">
              <a:rPr lang="zh-CN" altLang="en-US" smtClean="0"/>
              <a:t/>
            </a:fld>
            <a:endParaRPr lang="zh-CN" altLang="en-US"/>
          </a:p>
        </p:txBody>
      </p:sp>
    </p:spTree>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11.xml" /><Relationship Id="rId11" Type="http://schemas.openxmlformats.org/officeDocument/2006/relationships/theme" Target="../theme/theme1.xml" /><Relationship Id="rId2" Type="http://schemas.openxmlformats.org/officeDocument/2006/relationships/tags" Target="../tags/tag5.xml" /><Relationship Id="rId3" Type="http://schemas.openxmlformats.org/officeDocument/2006/relationships/tags" Target="../tags/tag6.xml" /><Relationship Id="rId4" Type="http://schemas.openxmlformats.org/officeDocument/2006/relationships/tags" Target="../tags/tag7.xml" /><Relationship Id="rId5" Type="http://schemas.openxmlformats.org/officeDocument/2006/relationships/tags" Target="../tags/tag8.xml" /><Relationship Id="rId6" Type="http://schemas.openxmlformats.org/officeDocument/2006/relationships/tags" Target="../tags/tag9.xml" /><Relationship Id="rId7" Type="http://schemas.openxmlformats.org/officeDocument/2006/relationships/tags" Target="../tags/tag10.xml" /><Relationship Id="rId8" Type="http://schemas.openxmlformats.org/officeDocument/2006/relationships/image" Target="file:///D:\qq&#25991;&#20214;\712321467\Image\C2C\Image2\%7b75232B38-A165-1FB7-499C-2E1C792CACB5%7d.png" TargetMode="External" /><Relationship Id="rId9" Type="http://schemas.openxmlformats.org/officeDocument/2006/relationships/image" Target="../media/image1.png"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Ref idx="1001">
        <a:schemeClr val="bg1"/>
      </p:bgRef>
    </p:bg>
    <p:spTree>
      <p:nvGrpSpPr>
        <p:cNvPr id="1" name=""/>
        <p:cNvGrpSpPr/>
        <p:nvPr>
          <p:custDataLst>
            <p:tags r:id="rId2"/>
          </p:custDataLst>
        </p:nvPr>
      </p:nvGrpSpPr>
      <p:grpSpPr>
        <a:xfrm>
          <a:off x="0" y="0"/>
          <a:ext cx="0" cy="0"/>
        </a:xfrm>
      </p:grpSpPr>
      <p:sp>
        <p:nvSpPr>
          <p:cNvPr id="2" name="标题占位符 1"/>
          <p:cNvSpPr>
            <a:spLocks noGrp="1"/>
          </p:cNvSpPr>
          <p:nvPr>
            <p:ph type="title"/>
            <p:custDataLst>
              <p:tags r:id="rId3"/>
            </p:custDataLst>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custDataLst>
              <p:tags r:id="rId4"/>
            </p:custDataLst>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custDataLst>
              <p:tags r:id="rId5"/>
            </p:custDataLst>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83E8761-A14E-4E6E-B19C-D0ABAA7747FF}" type="datetimeFigureOut">
              <a:rPr lang="zh-CN" altLang="en-US" smtClean="0"/>
              <a:t/>
            </a:fld>
            <a:endParaRPr lang="zh-CN" altLang="en-US"/>
          </a:p>
        </p:txBody>
      </p:sp>
      <p:sp>
        <p:nvSpPr>
          <p:cNvPr id="5" name="页脚占位符 4"/>
          <p:cNvSpPr>
            <a:spLocks noGrp="1"/>
          </p:cNvSpPr>
          <p:nvPr>
            <p:ph type="ftr" sz="quarter" idx="3"/>
            <p:custDataLst>
              <p:tags r:id="rId6"/>
            </p:custDataLst>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custDataLst>
              <p:tags r:id="rId7"/>
            </p:custDataLst>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410F0F-E077-475B-A7EC-03CDC27F5B89}" type="slidenum">
              <a:rPr lang="zh-CN" altLang="en-US" smtClean="0"/>
              <a:t/>
            </a:fld>
            <a:endParaRPr lang="zh-CN" altLang="en-US"/>
          </a:p>
        </p:txBody>
      </p:sp>
      <p:pic>
        <p:nvPicPr>
          <p:cNvPr id="7" name="图片 1073743875" descr="学科网 zxxk.com" title=""/>
          <p:cNvPicPr>
            <a:picLocks noChangeAspect="1"/>
          </p:cNvPicPr>
          <p:nvPr>
            <p:custDataLst>
              <p:tags r:id="rId10"/>
            </p:custDataLst>
          </p:nvPr>
        </p:nvPicPr>
        <p:blipFill>
          <a:blip r:embed="rId9" r:link="rId8"/>
          <a:stretch>
            <a:fillRect/>
          </a:stretch>
        </p:blipFill>
        <p:spPr>
          <a:xfrm>
            <a:off x="838200" y="365125"/>
            <a:ext cx="9525" cy="9525"/>
          </a:xfrm>
          <a:prstGeom prst="rect">
            <a:avLst/>
          </a:prstGeom>
          <a:noFill/>
          <a:ln>
            <a:noFill/>
            <a:miter lim="800000"/>
          </a:ln>
        </p:spPr>
      </p:pic>
    </p:spTree>
  </p:cSld>
  <p:clrMap bg1="lt1" tx1="dk1" bg2="lt2" tx2="dk2" accent1="accent1" accent2="accent2" accent3="accent3" accent4="accent4" accent5="accent5" accent6="accent6" hlink="hlink" folHlink="folHlink"/>
  <p:sldLayoutIdLst>
    <p:sldLayoutId id="2147483649" r:id="rId1"/>
  </p:sldLayoutIdLst>
  <p:transition/>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26.xml" /><Relationship Id="rId11" Type="http://schemas.openxmlformats.org/officeDocument/2006/relationships/tags" Target="../tags/tag27.xml" /><Relationship Id="rId12" Type="http://schemas.openxmlformats.org/officeDocument/2006/relationships/tags" Target="../tags/tag28.xml" /><Relationship Id="rId13" Type="http://schemas.openxmlformats.org/officeDocument/2006/relationships/tags" Target="../tags/tag29.xml" /><Relationship Id="rId14" Type="http://schemas.openxmlformats.org/officeDocument/2006/relationships/tags" Target="../tags/tag30.xml" /><Relationship Id="rId15" Type="http://schemas.openxmlformats.org/officeDocument/2006/relationships/tags" Target="../tags/tag31.xml" /><Relationship Id="rId16" Type="http://schemas.openxmlformats.org/officeDocument/2006/relationships/tags" Target="../tags/tag32.xml" /><Relationship Id="rId17" Type="http://schemas.openxmlformats.org/officeDocument/2006/relationships/tags" Target="../tags/tag33.xml" /><Relationship Id="rId18" Type="http://schemas.openxmlformats.org/officeDocument/2006/relationships/tags" Target="../tags/tag34.xml" /><Relationship Id="rId19" Type="http://schemas.openxmlformats.org/officeDocument/2006/relationships/tags" Target="../tags/tag35.xml" /><Relationship Id="rId2" Type="http://schemas.openxmlformats.org/officeDocument/2006/relationships/tags" Target="../tags/tag19.xml" /><Relationship Id="rId20" Type="http://schemas.openxmlformats.org/officeDocument/2006/relationships/tags" Target="../tags/tag36.xml" /><Relationship Id="rId21" Type="http://schemas.openxmlformats.org/officeDocument/2006/relationships/tags" Target="../tags/tag37.xml" /><Relationship Id="rId22" Type="http://schemas.openxmlformats.org/officeDocument/2006/relationships/tags" Target="../tags/tag38.xml" /><Relationship Id="rId23" Type="http://schemas.openxmlformats.org/officeDocument/2006/relationships/tags" Target="../tags/tag39.xml" /><Relationship Id="rId24" Type="http://schemas.openxmlformats.org/officeDocument/2006/relationships/tags" Target="../tags/tag40.xml" /><Relationship Id="rId25" Type="http://schemas.openxmlformats.org/officeDocument/2006/relationships/tags" Target="../tags/tag41.xml" /><Relationship Id="rId26" Type="http://schemas.openxmlformats.org/officeDocument/2006/relationships/tags" Target="../tags/tag42.xml" /><Relationship Id="rId27" Type="http://schemas.openxmlformats.org/officeDocument/2006/relationships/image" Target="../media/image3.png" /><Relationship Id="rId28" Type="http://schemas.openxmlformats.org/officeDocument/2006/relationships/tags" Target="../tags/tag43.xml" /><Relationship Id="rId29" Type="http://schemas.openxmlformats.org/officeDocument/2006/relationships/tags" Target="../tags/tag44.xml" /><Relationship Id="rId3" Type="http://schemas.openxmlformats.org/officeDocument/2006/relationships/image" Target="../media/image2.jpeg" /><Relationship Id="rId30" Type="http://schemas.openxmlformats.org/officeDocument/2006/relationships/tags" Target="../tags/tag45.xml" /><Relationship Id="rId4" Type="http://schemas.openxmlformats.org/officeDocument/2006/relationships/tags" Target="../tags/tag20.xml" /><Relationship Id="rId5" Type="http://schemas.openxmlformats.org/officeDocument/2006/relationships/tags" Target="../tags/tag21.xml" /><Relationship Id="rId6" Type="http://schemas.openxmlformats.org/officeDocument/2006/relationships/tags" Target="../tags/tag22.xml" /><Relationship Id="rId7" Type="http://schemas.openxmlformats.org/officeDocument/2006/relationships/tags" Target="../tags/tag23.xml" /><Relationship Id="rId8" Type="http://schemas.openxmlformats.org/officeDocument/2006/relationships/tags" Target="../tags/tag24.xml" /><Relationship Id="rId9" Type="http://schemas.openxmlformats.org/officeDocument/2006/relationships/tags" Target="../tags/tag25.xml"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52.xml" /><Relationship Id="rId11" Type="http://schemas.openxmlformats.org/officeDocument/2006/relationships/tags" Target="../tags/tag53.xml" /><Relationship Id="rId12" Type="http://schemas.openxmlformats.org/officeDocument/2006/relationships/tags" Target="../tags/tag54.xml" /><Relationship Id="rId13" Type="http://schemas.openxmlformats.org/officeDocument/2006/relationships/tags" Target="../tags/tag55.xml" /><Relationship Id="rId14" Type="http://schemas.openxmlformats.org/officeDocument/2006/relationships/tags" Target="../tags/tag56.xml" /><Relationship Id="rId15" Type="http://schemas.openxmlformats.org/officeDocument/2006/relationships/tags" Target="../tags/tag57.xml" /><Relationship Id="rId16" Type="http://schemas.openxmlformats.org/officeDocument/2006/relationships/tags" Target="../tags/tag58.xml" /><Relationship Id="rId17" Type="http://schemas.openxmlformats.org/officeDocument/2006/relationships/tags" Target="../tags/tag59.xml" /><Relationship Id="rId18" Type="http://schemas.openxmlformats.org/officeDocument/2006/relationships/tags" Target="../tags/tag60.xml" /><Relationship Id="rId19" Type="http://schemas.openxmlformats.org/officeDocument/2006/relationships/tags" Target="../tags/tag61.xml" /><Relationship Id="rId2" Type="http://schemas.openxmlformats.org/officeDocument/2006/relationships/tags" Target="../tags/tag46.xml" /><Relationship Id="rId3" Type="http://schemas.openxmlformats.org/officeDocument/2006/relationships/image" Target="../media/image4.png" /><Relationship Id="rId4" Type="http://schemas.microsoft.com/office/2007/relationships/hdphoto" Target="../media/image5.wdp" /><Relationship Id="rId5" Type="http://schemas.openxmlformats.org/officeDocument/2006/relationships/tags" Target="../tags/tag47.xml" /><Relationship Id="rId6" Type="http://schemas.openxmlformats.org/officeDocument/2006/relationships/tags" Target="../tags/tag48.xml" /><Relationship Id="rId7" Type="http://schemas.openxmlformats.org/officeDocument/2006/relationships/tags" Target="../tags/tag49.xml" /><Relationship Id="rId8" Type="http://schemas.openxmlformats.org/officeDocument/2006/relationships/tags" Target="../tags/tag50.xml" /><Relationship Id="rId9" Type="http://schemas.openxmlformats.org/officeDocument/2006/relationships/tags" Target="../tags/tag51.xml"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68.xml" /><Relationship Id="rId11" Type="http://schemas.openxmlformats.org/officeDocument/2006/relationships/tags" Target="../tags/tag69.xml" /><Relationship Id="rId12" Type="http://schemas.openxmlformats.org/officeDocument/2006/relationships/tags" Target="../tags/tag70.xml" /><Relationship Id="rId13" Type="http://schemas.openxmlformats.org/officeDocument/2006/relationships/tags" Target="../tags/tag71.xml" /><Relationship Id="rId14" Type="http://schemas.openxmlformats.org/officeDocument/2006/relationships/tags" Target="../tags/tag72.xml" /><Relationship Id="rId15" Type="http://schemas.openxmlformats.org/officeDocument/2006/relationships/tags" Target="../tags/tag73.xml" /><Relationship Id="rId16" Type="http://schemas.openxmlformats.org/officeDocument/2006/relationships/tags" Target="../tags/tag74.xml" /><Relationship Id="rId17" Type="http://schemas.openxmlformats.org/officeDocument/2006/relationships/tags" Target="../tags/tag75.xml" /><Relationship Id="rId18" Type="http://schemas.openxmlformats.org/officeDocument/2006/relationships/tags" Target="../tags/tag76.xml" /><Relationship Id="rId19" Type="http://schemas.openxmlformats.org/officeDocument/2006/relationships/tags" Target="../tags/tag77.xml" /><Relationship Id="rId2" Type="http://schemas.openxmlformats.org/officeDocument/2006/relationships/tags" Target="../tags/tag62.xml" /><Relationship Id="rId20" Type="http://schemas.openxmlformats.org/officeDocument/2006/relationships/tags" Target="../tags/tag78.xml" /><Relationship Id="rId21" Type="http://schemas.openxmlformats.org/officeDocument/2006/relationships/tags" Target="../tags/tag79.xml" /><Relationship Id="rId22" Type="http://schemas.openxmlformats.org/officeDocument/2006/relationships/tags" Target="../tags/tag80.xml" /><Relationship Id="rId23" Type="http://schemas.openxmlformats.org/officeDocument/2006/relationships/tags" Target="../tags/tag81.xml" /><Relationship Id="rId24" Type="http://schemas.openxmlformats.org/officeDocument/2006/relationships/tags" Target="../tags/tag82.xml" /><Relationship Id="rId25" Type="http://schemas.openxmlformats.org/officeDocument/2006/relationships/tags" Target="../tags/tag83.xml" /><Relationship Id="rId3" Type="http://schemas.openxmlformats.org/officeDocument/2006/relationships/tags" Target="../tags/tag63.x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64.xml" /><Relationship Id="rId7" Type="http://schemas.openxmlformats.org/officeDocument/2006/relationships/tags" Target="../tags/tag65.xml" /><Relationship Id="rId8" Type="http://schemas.openxmlformats.org/officeDocument/2006/relationships/tags" Target="../tags/tag66.xml" /><Relationship Id="rId9" Type="http://schemas.openxmlformats.org/officeDocument/2006/relationships/tags" Target="../tags/tag67.xml"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91.xml" /><Relationship Id="rId11" Type="http://schemas.openxmlformats.org/officeDocument/2006/relationships/tags" Target="../tags/tag92.xml" /><Relationship Id="rId12" Type="http://schemas.openxmlformats.org/officeDocument/2006/relationships/tags" Target="../tags/tag93.xml" /><Relationship Id="rId13" Type="http://schemas.openxmlformats.org/officeDocument/2006/relationships/tags" Target="../tags/tag94.xml" /><Relationship Id="rId14" Type="http://schemas.openxmlformats.org/officeDocument/2006/relationships/tags" Target="../tags/tag95.xml" /><Relationship Id="rId15" Type="http://schemas.openxmlformats.org/officeDocument/2006/relationships/tags" Target="../tags/tag96.xml" /><Relationship Id="rId16" Type="http://schemas.openxmlformats.org/officeDocument/2006/relationships/tags" Target="../tags/tag97.xml" /><Relationship Id="rId17" Type="http://schemas.openxmlformats.org/officeDocument/2006/relationships/tags" Target="../tags/tag98.xml" /><Relationship Id="rId18" Type="http://schemas.openxmlformats.org/officeDocument/2006/relationships/tags" Target="../tags/tag99.xml" /><Relationship Id="rId19" Type="http://schemas.openxmlformats.org/officeDocument/2006/relationships/tags" Target="../tags/tag100.xml" /><Relationship Id="rId2" Type="http://schemas.openxmlformats.org/officeDocument/2006/relationships/tags" Target="../tags/tag84.xml" /><Relationship Id="rId20" Type="http://schemas.openxmlformats.org/officeDocument/2006/relationships/tags" Target="../tags/tag101.xml" /><Relationship Id="rId21" Type="http://schemas.openxmlformats.org/officeDocument/2006/relationships/tags" Target="../tags/tag102.xml" /><Relationship Id="rId22" Type="http://schemas.openxmlformats.org/officeDocument/2006/relationships/tags" Target="../tags/tag103.xml" /><Relationship Id="rId23" Type="http://schemas.openxmlformats.org/officeDocument/2006/relationships/tags" Target="../tags/tag104.xml" /><Relationship Id="rId24" Type="http://schemas.openxmlformats.org/officeDocument/2006/relationships/tags" Target="../tags/tag105.xml" /><Relationship Id="rId25" Type="http://schemas.openxmlformats.org/officeDocument/2006/relationships/tags" Target="../tags/tag106.xml" /><Relationship Id="rId26" Type="http://schemas.openxmlformats.org/officeDocument/2006/relationships/tags" Target="../tags/tag107.xml" /><Relationship Id="rId27" Type="http://schemas.openxmlformats.org/officeDocument/2006/relationships/tags" Target="../tags/tag108.xml" /><Relationship Id="rId28" Type="http://schemas.openxmlformats.org/officeDocument/2006/relationships/tags" Target="../tags/tag109.xml" /><Relationship Id="rId29" Type="http://schemas.openxmlformats.org/officeDocument/2006/relationships/tags" Target="../tags/tag110.xml" /><Relationship Id="rId3" Type="http://schemas.openxmlformats.org/officeDocument/2006/relationships/tags" Target="../tags/tag85.xml" /><Relationship Id="rId30" Type="http://schemas.openxmlformats.org/officeDocument/2006/relationships/tags" Target="../tags/tag111.xml" /><Relationship Id="rId31" Type="http://schemas.openxmlformats.org/officeDocument/2006/relationships/tags" Target="../tags/tag112.xml" /><Relationship Id="rId32" Type="http://schemas.openxmlformats.org/officeDocument/2006/relationships/tags" Target="../tags/tag113.xml" /><Relationship Id="rId33" Type="http://schemas.openxmlformats.org/officeDocument/2006/relationships/tags" Target="../tags/tag114.xml" /><Relationship Id="rId34" Type="http://schemas.openxmlformats.org/officeDocument/2006/relationships/tags" Target="../tags/tag115.xml" /><Relationship Id="rId35" Type="http://schemas.openxmlformats.org/officeDocument/2006/relationships/tags" Target="../tags/tag116.xml" /><Relationship Id="rId36" Type="http://schemas.openxmlformats.org/officeDocument/2006/relationships/tags" Target="../tags/tag117.xml" /><Relationship Id="rId37" Type="http://schemas.openxmlformats.org/officeDocument/2006/relationships/tags" Target="../tags/tag118.xml" /><Relationship Id="rId38" Type="http://schemas.openxmlformats.org/officeDocument/2006/relationships/tags" Target="../tags/tag119.xml" /><Relationship Id="rId39" Type="http://schemas.openxmlformats.org/officeDocument/2006/relationships/tags" Target="../tags/tag120.xml" /><Relationship Id="rId4" Type="http://schemas.openxmlformats.org/officeDocument/2006/relationships/image" Target="../media/image6.jpeg" /><Relationship Id="rId40" Type="http://schemas.openxmlformats.org/officeDocument/2006/relationships/tags" Target="../tags/tag121.xml" /><Relationship Id="rId41" Type="http://schemas.openxmlformats.org/officeDocument/2006/relationships/tags" Target="../tags/tag122.xml" /><Relationship Id="rId42" Type="http://schemas.openxmlformats.org/officeDocument/2006/relationships/tags" Target="../tags/tag123.xml" /><Relationship Id="rId43" Type="http://schemas.openxmlformats.org/officeDocument/2006/relationships/tags" Target="../tags/tag124.xml" /><Relationship Id="rId5" Type="http://schemas.openxmlformats.org/officeDocument/2006/relationships/tags" Target="../tags/tag86.xml" /><Relationship Id="rId6" Type="http://schemas.openxmlformats.org/officeDocument/2006/relationships/tags" Target="../tags/tag87.xml" /><Relationship Id="rId7" Type="http://schemas.openxmlformats.org/officeDocument/2006/relationships/tags" Target="../tags/tag88.xml" /><Relationship Id="rId8" Type="http://schemas.openxmlformats.org/officeDocument/2006/relationships/tags" Target="../tags/tag89.xml" /><Relationship Id="rId9" Type="http://schemas.openxmlformats.org/officeDocument/2006/relationships/tags" Target="../tags/tag90.xml"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131.xml" /><Relationship Id="rId11" Type="http://schemas.openxmlformats.org/officeDocument/2006/relationships/tags" Target="../tags/tag132.xml" /><Relationship Id="rId12" Type="http://schemas.openxmlformats.org/officeDocument/2006/relationships/tags" Target="../tags/tag133.xml" /><Relationship Id="rId13" Type="http://schemas.openxmlformats.org/officeDocument/2006/relationships/tags" Target="../tags/tag134.xml" /><Relationship Id="rId14" Type="http://schemas.openxmlformats.org/officeDocument/2006/relationships/tags" Target="../tags/tag135.xml" /><Relationship Id="rId15" Type="http://schemas.openxmlformats.org/officeDocument/2006/relationships/tags" Target="../tags/tag136.xml" /><Relationship Id="rId16" Type="http://schemas.openxmlformats.org/officeDocument/2006/relationships/tags" Target="../tags/tag137.xml" /><Relationship Id="rId17" Type="http://schemas.openxmlformats.org/officeDocument/2006/relationships/tags" Target="../tags/tag138.xml" /><Relationship Id="rId18" Type="http://schemas.openxmlformats.org/officeDocument/2006/relationships/tags" Target="../tags/tag139.xml" /><Relationship Id="rId2" Type="http://schemas.openxmlformats.org/officeDocument/2006/relationships/tags" Target="../tags/tag125.xml" /><Relationship Id="rId3" Type="http://schemas.openxmlformats.org/officeDocument/2006/relationships/tags" Target="../tags/tag126.x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127.xml" /><Relationship Id="rId7" Type="http://schemas.openxmlformats.org/officeDocument/2006/relationships/tags" Target="../tags/tag128.xml" /><Relationship Id="rId8" Type="http://schemas.openxmlformats.org/officeDocument/2006/relationships/tags" Target="../tags/tag129.xml" /><Relationship Id="rId9" Type="http://schemas.openxmlformats.org/officeDocument/2006/relationships/tags" Target="../tags/tag130.xml" /></Relationships>
</file>

<file path=ppt/slides/_rels/slide6.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146.xml" /><Relationship Id="rId11" Type="http://schemas.openxmlformats.org/officeDocument/2006/relationships/tags" Target="../tags/tag147.xml" /><Relationship Id="rId12" Type="http://schemas.openxmlformats.org/officeDocument/2006/relationships/image" Target="../media/image7.jpeg" /><Relationship Id="rId13" Type="http://schemas.openxmlformats.org/officeDocument/2006/relationships/tags" Target="../tags/tag148.xml" /><Relationship Id="rId14" Type="http://schemas.openxmlformats.org/officeDocument/2006/relationships/tags" Target="../tags/tag149.xml" /><Relationship Id="rId15" Type="http://schemas.openxmlformats.org/officeDocument/2006/relationships/tags" Target="../tags/tag150.xml" /><Relationship Id="rId16" Type="http://schemas.openxmlformats.org/officeDocument/2006/relationships/tags" Target="../tags/tag151.xml" /><Relationship Id="rId17" Type="http://schemas.openxmlformats.org/officeDocument/2006/relationships/tags" Target="../tags/tag152.xml" /><Relationship Id="rId18" Type="http://schemas.openxmlformats.org/officeDocument/2006/relationships/image" Target="../media/image8.png" /><Relationship Id="rId19" Type="http://schemas.openxmlformats.org/officeDocument/2006/relationships/tags" Target="../tags/tag153.xml" /><Relationship Id="rId2" Type="http://schemas.openxmlformats.org/officeDocument/2006/relationships/tags" Target="../tags/tag140.xml" /><Relationship Id="rId3" Type="http://schemas.openxmlformats.org/officeDocument/2006/relationships/tags" Target="../tags/tag141.x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142.xml" /><Relationship Id="rId7" Type="http://schemas.openxmlformats.org/officeDocument/2006/relationships/tags" Target="../tags/tag143.xml" /><Relationship Id="rId8" Type="http://schemas.openxmlformats.org/officeDocument/2006/relationships/tags" Target="../tags/tag144.xml" /><Relationship Id="rId9" Type="http://schemas.openxmlformats.org/officeDocument/2006/relationships/tags" Target="../tags/tag145.xml" /></Relationships>
</file>

<file path=ppt/slides/_rels/slide7.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160.xml" /><Relationship Id="rId11" Type="http://schemas.openxmlformats.org/officeDocument/2006/relationships/tags" Target="../tags/tag161.xml" /><Relationship Id="rId12" Type="http://schemas.openxmlformats.org/officeDocument/2006/relationships/tags" Target="../tags/tag162.xml" /><Relationship Id="rId13" Type="http://schemas.openxmlformats.org/officeDocument/2006/relationships/tags" Target="../tags/tag163.xml" /><Relationship Id="rId14" Type="http://schemas.openxmlformats.org/officeDocument/2006/relationships/tags" Target="../tags/tag164.xml" /><Relationship Id="rId15" Type="http://schemas.openxmlformats.org/officeDocument/2006/relationships/tags" Target="../tags/tag165.xml" /><Relationship Id="rId16" Type="http://schemas.openxmlformats.org/officeDocument/2006/relationships/tags" Target="../tags/tag166.xml" /><Relationship Id="rId17" Type="http://schemas.openxmlformats.org/officeDocument/2006/relationships/tags" Target="../tags/tag167.xml" /><Relationship Id="rId18" Type="http://schemas.openxmlformats.org/officeDocument/2006/relationships/tags" Target="../tags/tag168.xml" /><Relationship Id="rId19" Type="http://schemas.openxmlformats.org/officeDocument/2006/relationships/tags" Target="../tags/tag169.xml" /><Relationship Id="rId2" Type="http://schemas.openxmlformats.org/officeDocument/2006/relationships/tags" Target="../tags/tag154.xml" /><Relationship Id="rId20" Type="http://schemas.openxmlformats.org/officeDocument/2006/relationships/tags" Target="../tags/tag170.xml" /><Relationship Id="rId21" Type="http://schemas.openxmlformats.org/officeDocument/2006/relationships/tags" Target="../tags/tag171.xml" /><Relationship Id="rId22" Type="http://schemas.openxmlformats.org/officeDocument/2006/relationships/tags" Target="../tags/tag172.xml" /><Relationship Id="rId23" Type="http://schemas.openxmlformats.org/officeDocument/2006/relationships/tags" Target="../tags/tag173.xml" /><Relationship Id="rId24" Type="http://schemas.openxmlformats.org/officeDocument/2006/relationships/tags" Target="../tags/tag174.xml" /><Relationship Id="rId25" Type="http://schemas.openxmlformats.org/officeDocument/2006/relationships/tags" Target="../tags/tag175.xml" /><Relationship Id="rId26" Type="http://schemas.openxmlformats.org/officeDocument/2006/relationships/tags" Target="../tags/tag176.xml" /><Relationship Id="rId27" Type="http://schemas.openxmlformats.org/officeDocument/2006/relationships/tags" Target="../tags/tag177.xml" /><Relationship Id="rId28" Type="http://schemas.openxmlformats.org/officeDocument/2006/relationships/tags" Target="../tags/tag178.xml" /><Relationship Id="rId3" Type="http://schemas.openxmlformats.org/officeDocument/2006/relationships/tags" Target="../tags/tag155.x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156.xml" /><Relationship Id="rId7" Type="http://schemas.openxmlformats.org/officeDocument/2006/relationships/tags" Target="../tags/tag157.xml" /><Relationship Id="rId8" Type="http://schemas.openxmlformats.org/officeDocument/2006/relationships/tags" Target="../tags/tag158.xml" /><Relationship Id="rId9" Type="http://schemas.openxmlformats.org/officeDocument/2006/relationships/tags" Target="../tags/tag159.xml" /></Relationships>
</file>

<file path=ppt/slides/_rels/slide8.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185.xml" /><Relationship Id="rId11" Type="http://schemas.openxmlformats.org/officeDocument/2006/relationships/tags" Target="../tags/tag186.xml" /><Relationship Id="rId12" Type="http://schemas.openxmlformats.org/officeDocument/2006/relationships/oleObject" Target="../embeddings/oleObject1.bin" TargetMode="Internal" /><Relationship Id="rId13" Type="http://schemas.openxmlformats.org/officeDocument/2006/relationships/image" Target="../media/image9.wmf" /><Relationship Id="rId14" Type="http://schemas.openxmlformats.org/officeDocument/2006/relationships/tags" Target="../tags/tag187.xml" /><Relationship Id="rId15" Type="http://schemas.openxmlformats.org/officeDocument/2006/relationships/tags" Target="../tags/tag188.xml" /><Relationship Id="rId16" Type="http://schemas.openxmlformats.org/officeDocument/2006/relationships/tags" Target="../tags/tag189.xml" /><Relationship Id="rId17" Type="http://schemas.openxmlformats.org/officeDocument/2006/relationships/tags" Target="../tags/tag190.xml" /><Relationship Id="rId18" Type="http://schemas.openxmlformats.org/officeDocument/2006/relationships/tags" Target="../tags/tag191.xml" /><Relationship Id="rId19" Type="http://schemas.openxmlformats.org/officeDocument/2006/relationships/tags" Target="../tags/tag192.xml" /><Relationship Id="rId2" Type="http://schemas.openxmlformats.org/officeDocument/2006/relationships/tags" Target="../tags/tag179.xml" /><Relationship Id="rId20" Type="http://schemas.openxmlformats.org/officeDocument/2006/relationships/tags" Target="../tags/tag193.xml" /><Relationship Id="rId21" Type="http://schemas.openxmlformats.org/officeDocument/2006/relationships/oleObject" Target="../embeddings/oleObject2.bin" TargetMode="Internal" /><Relationship Id="rId22" Type="http://schemas.openxmlformats.org/officeDocument/2006/relationships/image" Target="../media/image10.wmf" /><Relationship Id="rId23" Type="http://schemas.openxmlformats.org/officeDocument/2006/relationships/tags" Target="../tags/tag194.xml" /><Relationship Id="rId24" Type="http://schemas.openxmlformats.org/officeDocument/2006/relationships/tags" Target="../tags/tag195.xml" /><Relationship Id="rId25" Type="http://schemas.openxmlformats.org/officeDocument/2006/relationships/tags" Target="../tags/tag196.xml" /><Relationship Id="rId26" Type="http://schemas.openxmlformats.org/officeDocument/2006/relationships/oleObject" Target="../embeddings/oleObject3.bin" TargetMode="Internal" /><Relationship Id="rId27" Type="http://schemas.openxmlformats.org/officeDocument/2006/relationships/image" Target="../media/image11.wmf" /><Relationship Id="rId28" Type="http://schemas.openxmlformats.org/officeDocument/2006/relationships/tags" Target="../tags/tag197.xml" /><Relationship Id="rId29" Type="http://schemas.openxmlformats.org/officeDocument/2006/relationships/tags" Target="../tags/tag198.xml" /><Relationship Id="rId3" Type="http://schemas.openxmlformats.org/officeDocument/2006/relationships/tags" Target="../tags/tag180.xml" /><Relationship Id="rId30" Type="http://schemas.openxmlformats.org/officeDocument/2006/relationships/tags" Target="../tags/tag199.xml" /><Relationship Id="rId31" Type="http://schemas.openxmlformats.org/officeDocument/2006/relationships/tags" Target="../tags/tag200.xml" /><Relationship Id="rId32" Type="http://schemas.openxmlformats.org/officeDocument/2006/relationships/tags" Target="../tags/tag201.xml" /><Relationship Id="rId33" Type="http://schemas.openxmlformats.org/officeDocument/2006/relationships/tags" Target="../tags/tag202.xml" /><Relationship Id="rId34" Type="http://schemas.openxmlformats.org/officeDocument/2006/relationships/tags" Target="../tags/tag203.xml" /><Relationship Id="rId35" Type="http://schemas.openxmlformats.org/officeDocument/2006/relationships/tags" Target="../tags/tag204.xml" /><Relationship Id="rId36" Type="http://schemas.openxmlformats.org/officeDocument/2006/relationships/tags" Target="../tags/tag205.xml" /><Relationship Id="rId37" Type="http://schemas.openxmlformats.org/officeDocument/2006/relationships/tags" Target="../tags/tag206.xml" /><Relationship Id="rId38" Type="http://schemas.openxmlformats.org/officeDocument/2006/relationships/tags" Target="../tags/tag207.xml" /><Relationship Id="rId39" Type="http://schemas.openxmlformats.org/officeDocument/2006/relationships/tags" Target="../tags/tag208.xml" /><Relationship Id="rId4" Type="http://schemas.openxmlformats.org/officeDocument/2006/relationships/image" Target="../media/image4.png" /><Relationship Id="rId40" Type="http://schemas.openxmlformats.org/officeDocument/2006/relationships/tags" Target="../tags/tag209.xml" /><Relationship Id="rId41" Type="http://schemas.openxmlformats.org/officeDocument/2006/relationships/vmlDrawing" Target="../drawings/vmlDrawing1.vml" /><Relationship Id="rId5" Type="http://schemas.microsoft.com/office/2007/relationships/hdphoto" Target="../media/image5.wdp" /><Relationship Id="rId6" Type="http://schemas.openxmlformats.org/officeDocument/2006/relationships/tags" Target="../tags/tag181.xml" /><Relationship Id="rId7" Type="http://schemas.openxmlformats.org/officeDocument/2006/relationships/tags" Target="../tags/tag182.xml" /><Relationship Id="rId8" Type="http://schemas.openxmlformats.org/officeDocument/2006/relationships/tags" Target="../tags/tag183.xml" /><Relationship Id="rId9" Type="http://schemas.openxmlformats.org/officeDocument/2006/relationships/tags" Target="../tags/tag184.xml" /></Relationships>
</file>

<file path=ppt/slides/_rels/slide9.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216.xml" /><Relationship Id="rId11" Type="http://schemas.openxmlformats.org/officeDocument/2006/relationships/tags" Target="../tags/tag217.xml" /><Relationship Id="rId12" Type="http://schemas.openxmlformats.org/officeDocument/2006/relationships/tags" Target="../tags/tag218.xml" /><Relationship Id="rId13" Type="http://schemas.openxmlformats.org/officeDocument/2006/relationships/tags" Target="../tags/tag219.xml" /><Relationship Id="rId14" Type="http://schemas.openxmlformats.org/officeDocument/2006/relationships/oleObject" Target="../embeddings/oleObject4.bin" TargetMode="Internal" /><Relationship Id="rId15" Type="http://schemas.openxmlformats.org/officeDocument/2006/relationships/image" Target="../media/image12.wmf" /><Relationship Id="rId16" Type="http://schemas.openxmlformats.org/officeDocument/2006/relationships/tags" Target="../tags/tag220.xml" /><Relationship Id="rId17" Type="http://schemas.openxmlformats.org/officeDocument/2006/relationships/tags" Target="../tags/tag221.xml" /><Relationship Id="rId18" Type="http://schemas.openxmlformats.org/officeDocument/2006/relationships/tags" Target="../tags/tag222.xml" /><Relationship Id="rId19" Type="http://schemas.openxmlformats.org/officeDocument/2006/relationships/tags" Target="../tags/tag223.xml" /><Relationship Id="rId2" Type="http://schemas.openxmlformats.org/officeDocument/2006/relationships/tags" Target="../tags/tag210.xml" /><Relationship Id="rId20" Type="http://schemas.openxmlformats.org/officeDocument/2006/relationships/oleObject" Target="../embeddings/oleObject5.bin" TargetMode="Internal" /><Relationship Id="rId21" Type="http://schemas.openxmlformats.org/officeDocument/2006/relationships/tags" Target="../tags/tag224.xml" /><Relationship Id="rId22" Type="http://schemas.openxmlformats.org/officeDocument/2006/relationships/tags" Target="../tags/tag225.xml" /><Relationship Id="rId23" Type="http://schemas.openxmlformats.org/officeDocument/2006/relationships/tags" Target="../tags/tag226.xml" /><Relationship Id="rId24" Type="http://schemas.openxmlformats.org/officeDocument/2006/relationships/tags" Target="../tags/tag227.xml" /><Relationship Id="rId25" Type="http://schemas.openxmlformats.org/officeDocument/2006/relationships/tags" Target="../tags/tag228.xml" /><Relationship Id="rId26" Type="http://schemas.openxmlformats.org/officeDocument/2006/relationships/tags" Target="../tags/tag229.xml" /><Relationship Id="rId27" Type="http://schemas.openxmlformats.org/officeDocument/2006/relationships/tags" Target="../tags/tag230.xml" /><Relationship Id="rId28" Type="http://schemas.openxmlformats.org/officeDocument/2006/relationships/tags" Target="../tags/tag231.xml" /><Relationship Id="rId29" Type="http://schemas.openxmlformats.org/officeDocument/2006/relationships/tags" Target="../tags/tag232.xml" /><Relationship Id="rId3" Type="http://schemas.openxmlformats.org/officeDocument/2006/relationships/tags" Target="../tags/tag211.xml" /><Relationship Id="rId30" Type="http://schemas.openxmlformats.org/officeDocument/2006/relationships/tags" Target="../tags/tag233.xml" /><Relationship Id="rId31" Type="http://schemas.openxmlformats.org/officeDocument/2006/relationships/tags" Target="../tags/tag234.xml" /><Relationship Id="rId32" Type="http://schemas.openxmlformats.org/officeDocument/2006/relationships/tags" Target="../tags/tag235.xml" /><Relationship Id="rId33" Type="http://schemas.openxmlformats.org/officeDocument/2006/relationships/tags" Target="../tags/tag236.xml" /><Relationship Id="rId34" Type="http://schemas.openxmlformats.org/officeDocument/2006/relationships/vmlDrawing" Target="../drawings/vmlDrawing2.v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212.xml" /><Relationship Id="rId7" Type="http://schemas.openxmlformats.org/officeDocument/2006/relationships/tags" Target="../tags/tag213.xml" /><Relationship Id="rId8" Type="http://schemas.openxmlformats.org/officeDocument/2006/relationships/tags" Target="../tags/tag214.xml" /><Relationship Id="rId9" Type="http://schemas.openxmlformats.org/officeDocument/2006/relationships/tags" Target="../tags/tag215.xml" /></Relationships>
</file>

<file path=ppt/slides/_rels/slide10.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243.xml" /><Relationship Id="rId11" Type="http://schemas.openxmlformats.org/officeDocument/2006/relationships/tags" Target="../tags/tag244.xml" /><Relationship Id="rId12" Type="http://schemas.openxmlformats.org/officeDocument/2006/relationships/tags" Target="../tags/tag245.xml" /><Relationship Id="rId13" Type="http://schemas.openxmlformats.org/officeDocument/2006/relationships/tags" Target="../tags/tag246.xml" /><Relationship Id="rId14" Type="http://schemas.openxmlformats.org/officeDocument/2006/relationships/tags" Target="../tags/tag247.xml" /><Relationship Id="rId15" Type="http://schemas.openxmlformats.org/officeDocument/2006/relationships/oleObject" Target="../embeddings/oleObject6.bin" TargetMode="Internal" /><Relationship Id="rId16" Type="http://schemas.openxmlformats.org/officeDocument/2006/relationships/image" Target="../media/image13.wmf" /><Relationship Id="rId17" Type="http://schemas.openxmlformats.org/officeDocument/2006/relationships/tags" Target="../tags/tag248.xml" /><Relationship Id="rId18" Type="http://schemas.openxmlformats.org/officeDocument/2006/relationships/tags" Target="../tags/tag249.xml" /><Relationship Id="rId19" Type="http://schemas.openxmlformats.org/officeDocument/2006/relationships/tags" Target="../tags/tag250.xml" /><Relationship Id="rId2" Type="http://schemas.openxmlformats.org/officeDocument/2006/relationships/tags" Target="../tags/tag237.xml" /><Relationship Id="rId20" Type="http://schemas.openxmlformats.org/officeDocument/2006/relationships/tags" Target="../tags/tag251.xml" /><Relationship Id="rId21" Type="http://schemas.openxmlformats.org/officeDocument/2006/relationships/tags" Target="../tags/tag252.xml" /><Relationship Id="rId22" Type="http://schemas.openxmlformats.org/officeDocument/2006/relationships/oleObject" Target="../embeddings/oleObject7.bin" TargetMode="Internal" /><Relationship Id="rId23" Type="http://schemas.openxmlformats.org/officeDocument/2006/relationships/image" Target="../media/image14.wmf" /><Relationship Id="rId24" Type="http://schemas.openxmlformats.org/officeDocument/2006/relationships/tags" Target="../tags/tag253.xml" /><Relationship Id="rId25" Type="http://schemas.openxmlformats.org/officeDocument/2006/relationships/oleObject" Target="../embeddings/oleObject8.bin" TargetMode="Internal" /><Relationship Id="rId26" Type="http://schemas.openxmlformats.org/officeDocument/2006/relationships/image" Target="../media/image15.wmf" /><Relationship Id="rId27" Type="http://schemas.openxmlformats.org/officeDocument/2006/relationships/tags" Target="../tags/tag254.xml" /><Relationship Id="rId28" Type="http://schemas.openxmlformats.org/officeDocument/2006/relationships/tags" Target="../tags/tag255.xml" /><Relationship Id="rId29" Type="http://schemas.openxmlformats.org/officeDocument/2006/relationships/tags" Target="../tags/tag256.xml" /><Relationship Id="rId3" Type="http://schemas.openxmlformats.org/officeDocument/2006/relationships/tags" Target="../tags/tag238.xml" /><Relationship Id="rId30" Type="http://schemas.openxmlformats.org/officeDocument/2006/relationships/tags" Target="../tags/tag257.xml" /><Relationship Id="rId31" Type="http://schemas.openxmlformats.org/officeDocument/2006/relationships/tags" Target="../tags/tag258.xml" /><Relationship Id="rId32" Type="http://schemas.openxmlformats.org/officeDocument/2006/relationships/vmlDrawing" Target="../drawings/vmlDrawing3.v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239.xml" /><Relationship Id="rId7" Type="http://schemas.openxmlformats.org/officeDocument/2006/relationships/tags" Target="../tags/tag240.xml" /><Relationship Id="rId8" Type="http://schemas.openxmlformats.org/officeDocument/2006/relationships/tags" Target="../tags/tag241.xml" /><Relationship Id="rId9" Type="http://schemas.openxmlformats.org/officeDocument/2006/relationships/tags" Target="../tags/tag242.xml" /></Relationships>
</file>

<file path=ppt/slides/_rels/slide1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266.xml" /><Relationship Id="rId11" Type="http://schemas.openxmlformats.org/officeDocument/2006/relationships/tags" Target="../tags/tag267.xml" /><Relationship Id="rId12" Type="http://schemas.openxmlformats.org/officeDocument/2006/relationships/tags" Target="../tags/tag268.xml" /><Relationship Id="rId13" Type="http://schemas.openxmlformats.org/officeDocument/2006/relationships/tags" Target="../tags/tag269.xml" /><Relationship Id="rId14" Type="http://schemas.openxmlformats.org/officeDocument/2006/relationships/tags" Target="../tags/tag270.xml" /><Relationship Id="rId15" Type="http://schemas.openxmlformats.org/officeDocument/2006/relationships/tags" Target="../tags/tag271.xml" /><Relationship Id="rId16" Type="http://schemas.openxmlformats.org/officeDocument/2006/relationships/tags" Target="../tags/tag272.xml" /><Relationship Id="rId17" Type="http://schemas.openxmlformats.org/officeDocument/2006/relationships/tags" Target="../tags/tag273.xml" /><Relationship Id="rId18" Type="http://schemas.openxmlformats.org/officeDocument/2006/relationships/tags" Target="../tags/tag274.xml" /><Relationship Id="rId19" Type="http://schemas.openxmlformats.org/officeDocument/2006/relationships/tags" Target="../tags/tag275.xml" /><Relationship Id="rId2" Type="http://schemas.openxmlformats.org/officeDocument/2006/relationships/tags" Target="../tags/tag259.xml" /><Relationship Id="rId20" Type="http://schemas.openxmlformats.org/officeDocument/2006/relationships/tags" Target="../tags/tag276.xml" /><Relationship Id="rId21" Type="http://schemas.openxmlformats.org/officeDocument/2006/relationships/tags" Target="../tags/tag277.xml" /><Relationship Id="rId22" Type="http://schemas.openxmlformats.org/officeDocument/2006/relationships/tags" Target="../tags/tag278.xml" /><Relationship Id="rId23" Type="http://schemas.openxmlformats.org/officeDocument/2006/relationships/tags" Target="../tags/tag279.xml" /><Relationship Id="rId24" Type="http://schemas.openxmlformats.org/officeDocument/2006/relationships/tags" Target="../tags/tag280.xml" /><Relationship Id="rId25" Type="http://schemas.openxmlformats.org/officeDocument/2006/relationships/tags" Target="../tags/tag281.xml" /><Relationship Id="rId26" Type="http://schemas.openxmlformats.org/officeDocument/2006/relationships/tags" Target="../tags/tag282.xml" /><Relationship Id="rId27" Type="http://schemas.openxmlformats.org/officeDocument/2006/relationships/tags" Target="../tags/tag283.xml" /><Relationship Id="rId28" Type="http://schemas.openxmlformats.org/officeDocument/2006/relationships/tags" Target="../tags/tag284.xml" /><Relationship Id="rId29" Type="http://schemas.openxmlformats.org/officeDocument/2006/relationships/tags" Target="../tags/tag285.xml" /><Relationship Id="rId3" Type="http://schemas.openxmlformats.org/officeDocument/2006/relationships/tags" Target="../tags/tag260.xml" /><Relationship Id="rId30" Type="http://schemas.openxmlformats.org/officeDocument/2006/relationships/tags" Target="../tags/tag286.xml" /><Relationship Id="rId31" Type="http://schemas.openxmlformats.org/officeDocument/2006/relationships/tags" Target="../tags/tag287.xml" /><Relationship Id="rId32" Type="http://schemas.openxmlformats.org/officeDocument/2006/relationships/tags" Target="../tags/tag288.xml" /><Relationship Id="rId33" Type="http://schemas.openxmlformats.org/officeDocument/2006/relationships/tags" Target="../tags/tag289.xml" /><Relationship Id="rId34" Type="http://schemas.openxmlformats.org/officeDocument/2006/relationships/tags" Target="../tags/tag290.xml" /><Relationship Id="rId35" Type="http://schemas.openxmlformats.org/officeDocument/2006/relationships/tags" Target="../tags/tag291.xml" /><Relationship Id="rId36" Type="http://schemas.openxmlformats.org/officeDocument/2006/relationships/tags" Target="../tags/tag292.xml" /><Relationship Id="rId37" Type="http://schemas.openxmlformats.org/officeDocument/2006/relationships/tags" Target="../tags/tag293.xml" /><Relationship Id="rId38" Type="http://schemas.openxmlformats.org/officeDocument/2006/relationships/tags" Target="../tags/tag294.xml" /><Relationship Id="rId39" Type="http://schemas.openxmlformats.org/officeDocument/2006/relationships/tags" Target="../tags/tag295.xml" /><Relationship Id="rId4" Type="http://schemas.openxmlformats.org/officeDocument/2006/relationships/image" Target="../media/image6.jpeg" /><Relationship Id="rId40" Type="http://schemas.openxmlformats.org/officeDocument/2006/relationships/tags" Target="../tags/tag296.xml" /><Relationship Id="rId41" Type="http://schemas.openxmlformats.org/officeDocument/2006/relationships/tags" Target="../tags/tag297.xml" /><Relationship Id="rId42" Type="http://schemas.openxmlformats.org/officeDocument/2006/relationships/tags" Target="../tags/tag298.xml" /><Relationship Id="rId43" Type="http://schemas.openxmlformats.org/officeDocument/2006/relationships/tags" Target="../tags/tag299.xml" /><Relationship Id="rId5" Type="http://schemas.openxmlformats.org/officeDocument/2006/relationships/tags" Target="../tags/tag261.xml" /><Relationship Id="rId6" Type="http://schemas.openxmlformats.org/officeDocument/2006/relationships/tags" Target="../tags/tag262.xml" /><Relationship Id="rId7" Type="http://schemas.openxmlformats.org/officeDocument/2006/relationships/tags" Target="../tags/tag263.xml" /><Relationship Id="rId8" Type="http://schemas.openxmlformats.org/officeDocument/2006/relationships/tags" Target="../tags/tag264.xml" /><Relationship Id="rId9" Type="http://schemas.openxmlformats.org/officeDocument/2006/relationships/tags" Target="../tags/tag265.xml" /></Relationships>
</file>

<file path=ppt/slides/_rels/slide12.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306.xml" /><Relationship Id="rId11" Type="http://schemas.openxmlformats.org/officeDocument/2006/relationships/tags" Target="../tags/tag307.xml" /><Relationship Id="rId12" Type="http://schemas.openxmlformats.org/officeDocument/2006/relationships/tags" Target="../tags/tag308.xml" /><Relationship Id="rId13" Type="http://schemas.openxmlformats.org/officeDocument/2006/relationships/tags" Target="../tags/tag309.xml" /><Relationship Id="rId14" Type="http://schemas.openxmlformats.org/officeDocument/2006/relationships/tags" Target="../tags/tag310.xml" /><Relationship Id="rId15" Type="http://schemas.openxmlformats.org/officeDocument/2006/relationships/tags" Target="../tags/tag311.xml" /><Relationship Id="rId16" Type="http://schemas.openxmlformats.org/officeDocument/2006/relationships/tags" Target="../tags/tag312.xml" /><Relationship Id="rId17" Type="http://schemas.openxmlformats.org/officeDocument/2006/relationships/tags" Target="../tags/tag313.xml" /><Relationship Id="rId18" Type="http://schemas.openxmlformats.org/officeDocument/2006/relationships/tags" Target="../tags/tag314.xml" /><Relationship Id="rId19" Type="http://schemas.openxmlformats.org/officeDocument/2006/relationships/tags" Target="../tags/tag315.xml" /><Relationship Id="rId2" Type="http://schemas.openxmlformats.org/officeDocument/2006/relationships/tags" Target="../tags/tag300.xml" /><Relationship Id="rId20" Type="http://schemas.openxmlformats.org/officeDocument/2006/relationships/tags" Target="../tags/tag316.xml" /><Relationship Id="rId21" Type="http://schemas.openxmlformats.org/officeDocument/2006/relationships/tags" Target="../tags/tag317.xml" /><Relationship Id="rId22" Type="http://schemas.openxmlformats.org/officeDocument/2006/relationships/tags" Target="../tags/tag318.xml" /><Relationship Id="rId23" Type="http://schemas.openxmlformats.org/officeDocument/2006/relationships/tags" Target="../tags/tag319.xml" /><Relationship Id="rId24" Type="http://schemas.openxmlformats.org/officeDocument/2006/relationships/tags" Target="../tags/tag320.xml" /><Relationship Id="rId25" Type="http://schemas.openxmlformats.org/officeDocument/2006/relationships/tags" Target="../tags/tag321.xml" /><Relationship Id="rId26" Type="http://schemas.openxmlformats.org/officeDocument/2006/relationships/tags" Target="../tags/tag322.xml" /><Relationship Id="rId27" Type="http://schemas.openxmlformats.org/officeDocument/2006/relationships/image" Target="../media/image16.png" /><Relationship Id="rId28" Type="http://schemas.openxmlformats.org/officeDocument/2006/relationships/tags" Target="../tags/tag323.xml" /><Relationship Id="rId29" Type="http://schemas.openxmlformats.org/officeDocument/2006/relationships/tags" Target="../tags/tag324.xml" /><Relationship Id="rId3" Type="http://schemas.openxmlformats.org/officeDocument/2006/relationships/tags" Target="../tags/tag301.xml" /><Relationship Id="rId30" Type="http://schemas.openxmlformats.org/officeDocument/2006/relationships/image" Target="../media/image17.png" /><Relationship Id="rId31" Type="http://schemas.openxmlformats.org/officeDocument/2006/relationships/tags" Target="../tags/tag325.xml" /><Relationship Id="rId32" Type="http://schemas.openxmlformats.org/officeDocument/2006/relationships/tags" Target="../tags/tag326.xml" /><Relationship Id="rId33" Type="http://schemas.openxmlformats.org/officeDocument/2006/relationships/tags" Target="../tags/tag327.xml" /><Relationship Id="rId34" Type="http://schemas.openxmlformats.org/officeDocument/2006/relationships/image" Target="../media/image18.png"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302.xml" /><Relationship Id="rId7" Type="http://schemas.openxmlformats.org/officeDocument/2006/relationships/tags" Target="../tags/tag303.xml" /><Relationship Id="rId8" Type="http://schemas.openxmlformats.org/officeDocument/2006/relationships/tags" Target="../tags/tag304.xml" /><Relationship Id="rId9" Type="http://schemas.openxmlformats.org/officeDocument/2006/relationships/tags" Target="../tags/tag305.xml" /></Relationships>
</file>

<file path=ppt/slides/_rels/slide13.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334.xml" /><Relationship Id="rId11" Type="http://schemas.openxmlformats.org/officeDocument/2006/relationships/tags" Target="../tags/tag335.xml" /><Relationship Id="rId12" Type="http://schemas.openxmlformats.org/officeDocument/2006/relationships/tags" Target="../tags/tag336.xml" /><Relationship Id="rId13" Type="http://schemas.openxmlformats.org/officeDocument/2006/relationships/tags" Target="../tags/tag337.xml" /><Relationship Id="rId14" Type="http://schemas.openxmlformats.org/officeDocument/2006/relationships/tags" Target="../tags/tag338.xml" /><Relationship Id="rId15" Type="http://schemas.openxmlformats.org/officeDocument/2006/relationships/tags" Target="../tags/tag339.xml" /><Relationship Id="rId16" Type="http://schemas.openxmlformats.org/officeDocument/2006/relationships/tags" Target="../tags/tag340.xml" /><Relationship Id="rId17" Type="http://schemas.openxmlformats.org/officeDocument/2006/relationships/tags" Target="../tags/tag341.xml" /><Relationship Id="rId18" Type="http://schemas.openxmlformats.org/officeDocument/2006/relationships/tags" Target="../tags/tag342.xml" /><Relationship Id="rId19" Type="http://schemas.openxmlformats.org/officeDocument/2006/relationships/tags" Target="../tags/tag343.xml" /><Relationship Id="rId2" Type="http://schemas.openxmlformats.org/officeDocument/2006/relationships/tags" Target="../tags/tag328.xml" /><Relationship Id="rId20" Type="http://schemas.openxmlformats.org/officeDocument/2006/relationships/tags" Target="../tags/tag344.xml" /><Relationship Id="rId21" Type="http://schemas.openxmlformats.org/officeDocument/2006/relationships/tags" Target="../tags/tag345.xml" /><Relationship Id="rId22" Type="http://schemas.openxmlformats.org/officeDocument/2006/relationships/tags" Target="../tags/tag346.xml" /><Relationship Id="rId23" Type="http://schemas.openxmlformats.org/officeDocument/2006/relationships/tags" Target="../tags/tag347.xml" /><Relationship Id="rId24" Type="http://schemas.openxmlformats.org/officeDocument/2006/relationships/tags" Target="../tags/tag348.xml" /><Relationship Id="rId25" Type="http://schemas.openxmlformats.org/officeDocument/2006/relationships/tags" Target="../tags/tag349.xml" /><Relationship Id="rId26" Type="http://schemas.openxmlformats.org/officeDocument/2006/relationships/tags" Target="../tags/tag350.xml" /><Relationship Id="rId27" Type="http://schemas.openxmlformats.org/officeDocument/2006/relationships/tags" Target="../tags/tag351.xml" /><Relationship Id="rId28" Type="http://schemas.openxmlformats.org/officeDocument/2006/relationships/tags" Target="../tags/tag352.xml" /><Relationship Id="rId29" Type="http://schemas.openxmlformats.org/officeDocument/2006/relationships/tags" Target="../tags/tag353.xml" /><Relationship Id="rId3" Type="http://schemas.openxmlformats.org/officeDocument/2006/relationships/tags" Target="../tags/tag329.xml" /><Relationship Id="rId30" Type="http://schemas.openxmlformats.org/officeDocument/2006/relationships/image" Target="../media/image19.png" /><Relationship Id="rId31" Type="http://schemas.openxmlformats.org/officeDocument/2006/relationships/tags" Target="../tags/tag354.x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330.xml" /><Relationship Id="rId7" Type="http://schemas.openxmlformats.org/officeDocument/2006/relationships/tags" Target="../tags/tag331.xml" /><Relationship Id="rId8" Type="http://schemas.openxmlformats.org/officeDocument/2006/relationships/tags" Target="../tags/tag332.xml" /><Relationship Id="rId9" Type="http://schemas.openxmlformats.org/officeDocument/2006/relationships/tags" Target="../tags/tag333.xml" /></Relationships>
</file>

<file path=ppt/slides/_rels/slide14.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361.xml" /><Relationship Id="rId11" Type="http://schemas.openxmlformats.org/officeDocument/2006/relationships/tags" Target="../tags/tag362.xml" /><Relationship Id="rId12" Type="http://schemas.openxmlformats.org/officeDocument/2006/relationships/tags" Target="../tags/tag363.xml" /><Relationship Id="rId13" Type="http://schemas.openxmlformats.org/officeDocument/2006/relationships/tags" Target="../tags/tag364.xml" /><Relationship Id="rId14" Type="http://schemas.openxmlformats.org/officeDocument/2006/relationships/tags" Target="../tags/tag365.xml" /><Relationship Id="rId2" Type="http://schemas.openxmlformats.org/officeDocument/2006/relationships/tags" Target="../tags/tag355.xml" /><Relationship Id="rId3" Type="http://schemas.openxmlformats.org/officeDocument/2006/relationships/tags" Target="../tags/tag356.x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357.xml" /><Relationship Id="rId7" Type="http://schemas.openxmlformats.org/officeDocument/2006/relationships/tags" Target="../tags/tag358.xml" /><Relationship Id="rId8" Type="http://schemas.openxmlformats.org/officeDocument/2006/relationships/tags" Target="../tags/tag359.xml" /><Relationship Id="rId9" Type="http://schemas.openxmlformats.org/officeDocument/2006/relationships/tags" Target="../tags/tag360.xml" /></Relationships>
</file>

<file path=ppt/slides/_rels/slide15.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372.xml" /><Relationship Id="rId11" Type="http://schemas.openxmlformats.org/officeDocument/2006/relationships/tags" Target="../tags/tag373.xml" /><Relationship Id="rId12" Type="http://schemas.openxmlformats.org/officeDocument/2006/relationships/oleObject" Target="../embeddings/oleObject9.bin" TargetMode="Internal" /><Relationship Id="rId13" Type="http://schemas.openxmlformats.org/officeDocument/2006/relationships/image" Target="../media/image20.emf" /><Relationship Id="rId14" Type="http://schemas.openxmlformats.org/officeDocument/2006/relationships/tags" Target="../tags/tag374.xml" /><Relationship Id="rId15" Type="http://schemas.openxmlformats.org/officeDocument/2006/relationships/tags" Target="../tags/tag375.xml" /><Relationship Id="rId16" Type="http://schemas.openxmlformats.org/officeDocument/2006/relationships/tags" Target="../tags/tag376.xml" /><Relationship Id="rId17" Type="http://schemas.openxmlformats.org/officeDocument/2006/relationships/oleObject" Target="../embeddings/oleObject10.bin" TargetMode="Internal" /><Relationship Id="rId18" Type="http://schemas.openxmlformats.org/officeDocument/2006/relationships/image" Target="../media/image21.emf" /><Relationship Id="rId19" Type="http://schemas.openxmlformats.org/officeDocument/2006/relationships/tags" Target="../tags/tag377.xml" /><Relationship Id="rId2" Type="http://schemas.openxmlformats.org/officeDocument/2006/relationships/tags" Target="../tags/tag366.xml" /><Relationship Id="rId20" Type="http://schemas.openxmlformats.org/officeDocument/2006/relationships/vmlDrawing" Target="../drawings/vmlDrawing4.vml" /><Relationship Id="rId3" Type="http://schemas.openxmlformats.org/officeDocument/2006/relationships/tags" Target="../tags/tag367.x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368.xml" /><Relationship Id="rId7" Type="http://schemas.openxmlformats.org/officeDocument/2006/relationships/tags" Target="../tags/tag369.xml" /><Relationship Id="rId8" Type="http://schemas.openxmlformats.org/officeDocument/2006/relationships/tags" Target="../tags/tag370.xml" /><Relationship Id="rId9" Type="http://schemas.openxmlformats.org/officeDocument/2006/relationships/tags" Target="../tags/tag371.xml" /></Relationships>
</file>

<file path=ppt/slides/_rels/slide16.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384.xml" /><Relationship Id="rId11" Type="http://schemas.openxmlformats.org/officeDocument/2006/relationships/tags" Target="../tags/tag385.xml" /><Relationship Id="rId12" Type="http://schemas.openxmlformats.org/officeDocument/2006/relationships/tags" Target="../tags/tag386.xml" /><Relationship Id="rId13" Type="http://schemas.openxmlformats.org/officeDocument/2006/relationships/tags" Target="../tags/tag387.xml" /><Relationship Id="rId14" Type="http://schemas.openxmlformats.org/officeDocument/2006/relationships/tags" Target="../tags/tag388.xml" /><Relationship Id="rId15" Type="http://schemas.openxmlformats.org/officeDocument/2006/relationships/tags" Target="../tags/tag389.xml" /><Relationship Id="rId16" Type="http://schemas.openxmlformats.org/officeDocument/2006/relationships/tags" Target="../tags/tag390.xml" /><Relationship Id="rId17" Type="http://schemas.openxmlformats.org/officeDocument/2006/relationships/tags" Target="../tags/tag391.xml" /><Relationship Id="rId18" Type="http://schemas.openxmlformats.org/officeDocument/2006/relationships/tags" Target="../tags/tag392.xml" /><Relationship Id="rId19" Type="http://schemas.openxmlformats.org/officeDocument/2006/relationships/tags" Target="../tags/tag393.xml" /><Relationship Id="rId2" Type="http://schemas.openxmlformats.org/officeDocument/2006/relationships/tags" Target="../tags/tag378.xml" /><Relationship Id="rId20" Type="http://schemas.openxmlformats.org/officeDocument/2006/relationships/tags" Target="../tags/tag394.xml" /><Relationship Id="rId21" Type="http://schemas.openxmlformats.org/officeDocument/2006/relationships/tags" Target="../tags/tag395.xml" /><Relationship Id="rId22" Type="http://schemas.openxmlformats.org/officeDocument/2006/relationships/tags" Target="../tags/tag396.xml" /><Relationship Id="rId23" Type="http://schemas.openxmlformats.org/officeDocument/2006/relationships/tags" Target="../tags/tag397.xml" /><Relationship Id="rId24" Type="http://schemas.openxmlformats.org/officeDocument/2006/relationships/tags" Target="../tags/tag398.xml" /><Relationship Id="rId25" Type="http://schemas.openxmlformats.org/officeDocument/2006/relationships/tags" Target="../tags/tag399.xml" /><Relationship Id="rId26" Type="http://schemas.openxmlformats.org/officeDocument/2006/relationships/tags" Target="../tags/tag400.xml" /><Relationship Id="rId27" Type="http://schemas.openxmlformats.org/officeDocument/2006/relationships/image" Target="../media/image22.png" /><Relationship Id="rId28" Type="http://schemas.openxmlformats.org/officeDocument/2006/relationships/tags" Target="../tags/tag401.xml" /><Relationship Id="rId29" Type="http://schemas.openxmlformats.org/officeDocument/2006/relationships/tags" Target="../tags/tag402.xml" /><Relationship Id="rId3" Type="http://schemas.openxmlformats.org/officeDocument/2006/relationships/tags" Target="../tags/tag379.xml" /><Relationship Id="rId30" Type="http://schemas.openxmlformats.org/officeDocument/2006/relationships/oleObject" Target="../embeddings/oleObject11.bin" TargetMode="Internal" /><Relationship Id="rId31" Type="http://schemas.openxmlformats.org/officeDocument/2006/relationships/image" Target="../media/image23.wmf" /><Relationship Id="rId32" Type="http://schemas.openxmlformats.org/officeDocument/2006/relationships/tags" Target="../tags/tag403.xml" /><Relationship Id="rId33" Type="http://schemas.openxmlformats.org/officeDocument/2006/relationships/oleObject" Target="../embeddings/oleObject12.bin" TargetMode="Internal" /><Relationship Id="rId34" Type="http://schemas.openxmlformats.org/officeDocument/2006/relationships/image" Target="../media/image24.wmf" /><Relationship Id="rId35" Type="http://schemas.openxmlformats.org/officeDocument/2006/relationships/tags" Target="../tags/tag404.xml" /><Relationship Id="rId36" Type="http://schemas.openxmlformats.org/officeDocument/2006/relationships/oleObject" Target="../embeddings/oleObject13.bin" TargetMode="Internal" /><Relationship Id="rId37" Type="http://schemas.openxmlformats.org/officeDocument/2006/relationships/image" Target="../media/image25.wmf" /><Relationship Id="rId38" Type="http://schemas.openxmlformats.org/officeDocument/2006/relationships/vmlDrawing" Target="../drawings/vmlDrawing5.v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380.xml" /><Relationship Id="rId7" Type="http://schemas.openxmlformats.org/officeDocument/2006/relationships/tags" Target="../tags/tag381.xml" /><Relationship Id="rId8" Type="http://schemas.openxmlformats.org/officeDocument/2006/relationships/tags" Target="../tags/tag382.xml" /><Relationship Id="rId9" Type="http://schemas.openxmlformats.org/officeDocument/2006/relationships/tags" Target="../tags/tag383.xml" /></Relationships>
</file>

<file path=ppt/slides/_rels/slide17.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411.xml" /><Relationship Id="rId11" Type="http://schemas.openxmlformats.org/officeDocument/2006/relationships/tags" Target="../tags/tag412.xml" /><Relationship Id="rId12" Type="http://schemas.openxmlformats.org/officeDocument/2006/relationships/tags" Target="../tags/tag413.xml" /><Relationship Id="rId13" Type="http://schemas.openxmlformats.org/officeDocument/2006/relationships/tags" Target="../tags/tag414.xml" /><Relationship Id="rId14" Type="http://schemas.openxmlformats.org/officeDocument/2006/relationships/tags" Target="../tags/tag415.xml" /><Relationship Id="rId15" Type="http://schemas.openxmlformats.org/officeDocument/2006/relationships/tags" Target="../tags/tag416.xml" /><Relationship Id="rId16" Type="http://schemas.openxmlformats.org/officeDocument/2006/relationships/tags" Target="../tags/tag417.xml" /><Relationship Id="rId17" Type="http://schemas.openxmlformats.org/officeDocument/2006/relationships/tags" Target="../tags/tag418.xml" /><Relationship Id="rId18" Type="http://schemas.openxmlformats.org/officeDocument/2006/relationships/tags" Target="../tags/tag419.xml" /><Relationship Id="rId19" Type="http://schemas.openxmlformats.org/officeDocument/2006/relationships/tags" Target="../tags/tag420.xml" /><Relationship Id="rId2" Type="http://schemas.openxmlformats.org/officeDocument/2006/relationships/tags" Target="../tags/tag405.xml" /><Relationship Id="rId20" Type="http://schemas.openxmlformats.org/officeDocument/2006/relationships/tags" Target="../tags/tag421.xml" /><Relationship Id="rId21" Type="http://schemas.openxmlformats.org/officeDocument/2006/relationships/tags" Target="../tags/tag422.xml" /><Relationship Id="rId22" Type="http://schemas.openxmlformats.org/officeDocument/2006/relationships/tags" Target="../tags/tag423.xml" /><Relationship Id="rId23" Type="http://schemas.openxmlformats.org/officeDocument/2006/relationships/tags" Target="../tags/tag424.xml" /><Relationship Id="rId24" Type="http://schemas.openxmlformats.org/officeDocument/2006/relationships/tags" Target="../tags/tag425.xml" /><Relationship Id="rId25" Type="http://schemas.openxmlformats.org/officeDocument/2006/relationships/tags" Target="../tags/tag426.xml" /><Relationship Id="rId26" Type="http://schemas.openxmlformats.org/officeDocument/2006/relationships/tags" Target="../tags/tag427.xml" /><Relationship Id="rId27" Type="http://schemas.openxmlformats.org/officeDocument/2006/relationships/tags" Target="../tags/tag428.xml" /><Relationship Id="rId28" Type="http://schemas.openxmlformats.org/officeDocument/2006/relationships/tags" Target="../tags/tag429.xml" /><Relationship Id="rId29" Type="http://schemas.openxmlformats.org/officeDocument/2006/relationships/tags" Target="../tags/tag430.xml" /><Relationship Id="rId3" Type="http://schemas.openxmlformats.org/officeDocument/2006/relationships/tags" Target="../tags/tag406.x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407.xml" /><Relationship Id="rId7" Type="http://schemas.openxmlformats.org/officeDocument/2006/relationships/tags" Target="../tags/tag408.xml" /><Relationship Id="rId8" Type="http://schemas.openxmlformats.org/officeDocument/2006/relationships/tags" Target="../tags/tag409.xml" /><Relationship Id="rId9" Type="http://schemas.openxmlformats.org/officeDocument/2006/relationships/tags" Target="../tags/tag410.xml" /></Relationships>
</file>

<file path=ppt/slides/_rels/slide18.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437.xml" /><Relationship Id="rId11" Type="http://schemas.openxmlformats.org/officeDocument/2006/relationships/tags" Target="../tags/tag438.xml" /><Relationship Id="rId12" Type="http://schemas.openxmlformats.org/officeDocument/2006/relationships/oleObject" Target="../embeddings/oleObject14.bin" TargetMode="Internal" /><Relationship Id="rId13" Type="http://schemas.openxmlformats.org/officeDocument/2006/relationships/image" Target="../media/image26.emf" /><Relationship Id="rId14" Type="http://schemas.openxmlformats.org/officeDocument/2006/relationships/tags" Target="../tags/tag439.xml" /><Relationship Id="rId15" Type="http://schemas.openxmlformats.org/officeDocument/2006/relationships/tags" Target="../tags/tag440.xml" /><Relationship Id="rId16" Type="http://schemas.openxmlformats.org/officeDocument/2006/relationships/tags" Target="../tags/tag441.xml" /><Relationship Id="rId17" Type="http://schemas.openxmlformats.org/officeDocument/2006/relationships/oleObject" Target="../embeddings/oleObject15.bin" TargetMode="Internal" /><Relationship Id="rId18" Type="http://schemas.openxmlformats.org/officeDocument/2006/relationships/image" Target="../media/image27.emf" /><Relationship Id="rId19" Type="http://schemas.openxmlformats.org/officeDocument/2006/relationships/tags" Target="../tags/tag442.xml" /><Relationship Id="rId2" Type="http://schemas.openxmlformats.org/officeDocument/2006/relationships/tags" Target="../tags/tag431.xml" /><Relationship Id="rId20" Type="http://schemas.openxmlformats.org/officeDocument/2006/relationships/vmlDrawing" Target="../drawings/vmlDrawing6.vml" /><Relationship Id="rId3" Type="http://schemas.openxmlformats.org/officeDocument/2006/relationships/tags" Target="../tags/tag432.x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433.xml" /><Relationship Id="rId7" Type="http://schemas.openxmlformats.org/officeDocument/2006/relationships/tags" Target="../tags/tag434.xml" /><Relationship Id="rId8" Type="http://schemas.openxmlformats.org/officeDocument/2006/relationships/tags" Target="../tags/tag435.xml" /><Relationship Id="rId9" Type="http://schemas.openxmlformats.org/officeDocument/2006/relationships/tags" Target="../tags/tag436.xml" /></Relationships>
</file>

<file path=ppt/slides/_rels/slide19.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449.xml" /><Relationship Id="rId11" Type="http://schemas.openxmlformats.org/officeDocument/2006/relationships/tags" Target="../tags/tag450.xml" /><Relationship Id="rId12" Type="http://schemas.openxmlformats.org/officeDocument/2006/relationships/tags" Target="../tags/tag451.xml" /><Relationship Id="rId13" Type="http://schemas.openxmlformats.org/officeDocument/2006/relationships/tags" Target="../tags/tag452.xml" /><Relationship Id="rId14" Type="http://schemas.openxmlformats.org/officeDocument/2006/relationships/tags" Target="../tags/tag453.xml" /><Relationship Id="rId15" Type="http://schemas.openxmlformats.org/officeDocument/2006/relationships/tags" Target="../tags/tag454.xml" /><Relationship Id="rId16" Type="http://schemas.openxmlformats.org/officeDocument/2006/relationships/tags" Target="../tags/tag455.xml" /><Relationship Id="rId17" Type="http://schemas.openxmlformats.org/officeDocument/2006/relationships/tags" Target="../tags/tag456.xml" /><Relationship Id="rId18" Type="http://schemas.openxmlformats.org/officeDocument/2006/relationships/tags" Target="../tags/tag457.xml" /><Relationship Id="rId19" Type="http://schemas.openxmlformats.org/officeDocument/2006/relationships/tags" Target="../tags/tag458.xml" /><Relationship Id="rId2" Type="http://schemas.openxmlformats.org/officeDocument/2006/relationships/tags" Target="../tags/tag443.xml" /><Relationship Id="rId20" Type="http://schemas.openxmlformats.org/officeDocument/2006/relationships/tags" Target="../tags/tag459.xml" /><Relationship Id="rId21" Type="http://schemas.openxmlformats.org/officeDocument/2006/relationships/tags" Target="../tags/tag460.xml" /><Relationship Id="rId22" Type="http://schemas.openxmlformats.org/officeDocument/2006/relationships/tags" Target="../tags/tag461.xml" /><Relationship Id="rId23" Type="http://schemas.openxmlformats.org/officeDocument/2006/relationships/tags" Target="../tags/tag462.xml" /><Relationship Id="rId24" Type="http://schemas.openxmlformats.org/officeDocument/2006/relationships/tags" Target="../tags/tag463.xml" /><Relationship Id="rId25" Type="http://schemas.openxmlformats.org/officeDocument/2006/relationships/tags" Target="../tags/tag464.xml" /><Relationship Id="rId26" Type="http://schemas.openxmlformats.org/officeDocument/2006/relationships/tags" Target="../tags/tag465.xml" /><Relationship Id="rId27" Type="http://schemas.openxmlformats.org/officeDocument/2006/relationships/tags" Target="../tags/tag466.xml" /><Relationship Id="rId28" Type="http://schemas.openxmlformats.org/officeDocument/2006/relationships/tags" Target="../tags/tag467.xml" /><Relationship Id="rId29" Type="http://schemas.openxmlformats.org/officeDocument/2006/relationships/oleObject" Target="../embeddings/oleObject16.bin" TargetMode="Internal" /><Relationship Id="rId3" Type="http://schemas.openxmlformats.org/officeDocument/2006/relationships/tags" Target="../tags/tag444.xml" /><Relationship Id="rId30" Type="http://schemas.openxmlformats.org/officeDocument/2006/relationships/image" Target="../media/image28.wmf" /><Relationship Id="rId31" Type="http://schemas.openxmlformats.org/officeDocument/2006/relationships/tags" Target="../tags/tag468.xml" /><Relationship Id="rId32" Type="http://schemas.openxmlformats.org/officeDocument/2006/relationships/tags" Target="../tags/tag469.xml" /><Relationship Id="rId33" Type="http://schemas.openxmlformats.org/officeDocument/2006/relationships/oleObject" Target="../embeddings/oleObject17.bin" TargetMode="Internal" /><Relationship Id="rId34" Type="http://schemas.openxmlformats.org/officeDocument/2006/relationships/image" Target="../media/image29.wmf" /><Relationship Id="rId35" Type="http://schemas.openxmlformats.org/officeDocument/2006/relationships/tags" Target="../tags/tag470.xml" /><Relationship Id="rId36" Type="http://schemas.openxmlformats.org/officeDocument/2006/relationships/tags" Target="../tags/tag471.xml" /><Relationship Id="rId37" Type="http://schemas.openxmlformats.org/officeDocument/2006/relationships/tags" Target="../tags/tag472.xml" /><Relationship Id="rId38" Type="http://schemas.openxmlformats.org/officeDocument/2006/relationships/vmlDrawing" Target="../drawings/vmlDrawing7.v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445.xml" /><Relationship Id="rId7" Type="http://schemas.openxmlformats.org/officeDocument/2006/relationships/tags" Target="../tags/tag446.xml" /><Relationship Id="rId8" Type="http://schemas.openxmlformats.org/officeDocument/2006/relationships/tags" Target="../tags/tag447.xml" /><Relationship Id="rId9" Type="http://schemas.openxmlformats.org/officeDocument/2006/relationships/tags" Target="../tags/tag448.xml" /></Relationships>
</file>

<file path=ppt/slides/_rels/slide20.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479.xml" /><Relationship Id="rId11" Type="http://schemas.openxmlformats.org/officeDocument/2006/relationships/tags" Target="../tags/tag480.xml" /><Relationship Id="rId12" Type="http://schemas.openxmlformats.org/officeDocument/2006/relationships/tags" Target="../tags/tag481.xml" /><Relationship Id="rId13" Type="http://schemas.openxmlformats.org/officeDocument/2006/relationships/tags" Target="../tags/tag482.xml" /><Relationship Id="rId14" Type="http://schemas.openxmlformats.org/officeDocument/2006/relationships/tags" Target="../tags/tag483.xml" /><Relationship Id="rId15" Type="http://schemas.openxmlformats.org/officeDocument/2006/relationships/tags" Target="../tags/tag484.xml" /><Relationship Id="rId16" Type="http://schemas.openxmlformats.org/officeDocument/2006/relationships/tags" Target="../tags/tag485.xml" /><Relationship Id="rId17" Type="http://schemas.openxmlformats.org/officeDocument/2006/relationships/tags" Target="../tags/tag486.xml" /><Relationship Id="rId18" Type="http://schemas.openxmlformats.org/officeDocument/2006/relationships/tags" Target="../tags/tag487.xml" /><Relationship Id="rId19" Type="http://schemas.openxmlformats.org/officeDocument/2006/relationships/tags" Target="../tags/tag488.xml" /><Relationship Id="rId2" Type="http://schemas.openxmlformats.org/officeDocument/2006/relationships/tags" Target="../tags/tag473.xml" /><Relationship Id="rId20" Type="http://schemas.openxmlformats.org/officeDocument/2006/relationships/tags" Target="../tags/tag489.xml" /><Relationship Id="rId21" Type="http://schemas.openxmlformats.org/officeDocument/2006/relationships/tags" Target="../tags/tag490.xml" /><Relationship Id="rId22" Type="http://schemas.openxmlformats.org/officeDocument/2006/relationships/tags" Target="../tags/tag491.xml" /><Relationship Id="rId23" Type="http://schemas.openxmlformats.org/officeDocument/2006/relationships/tags" Target="../tags/tag492.xml" /><Relationship Id="rId24" Type="http://schemas.openxmlformats.org/officeDocument/2006/relationships/tags" Target="../tags/tag493.xml" /><Relationship Id="rId25" Type="http://schemas.openxmlformats.org/officeDocument/2006/relationships/tags" Target="../tags/tag494.xml" /><Relationship Id="rId26" Type="http://schemas.openxmlformats.org/officeDocument/2006/relationships/tags" Target="../tags/tag495.xml" /><Relationship Id="rId27" Type="http://schemas.openxmlformats.org/officeDocument/2006/relationships/tags" Target="../tags/tag496.xml" /><Relationship Id="rId3" Type="http://schemas.openxmlformats.org/officeDocument/2006/relationships/tags" Target="../tags/tag474.x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475.xml" /><Relationship Id="rId7" Type="http://schemas.openxmlformats.org/officeDocument/2006/relationships/tags" Target="../tags/tag476.xml" /><Relationship Id="rId8" Type="http://schemas.openxmlformats.org/officeDocument/2006/relationships/tags" Target="../tags/tag477.xml" /><Relationship Id="rId9" Type="http://schemas.openxmlformats.org/officeDocument/2006/relationships/tags" Target="../tags/tag478.xml" /></Relationships>
</file>

<file path=ppt/slides/_rels/slide2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504.xml" /><Relationship Id="rId11" Type="http://schemas.openxmlformats.org/officeDocument/2006/relationships/tags" Target="../tags/tag505.xml" /><Relationship Id="rId12" Type="http://schemas.openxmlformats.org/officeDocument/2006/relationships/tags" Target="../tags/tag506.xml" /><Relationship Id="rId13" Type="http://schemas.openxmlformats.org/officeDocument/2006/relationships/tags" Target="../tags/tag507.xml" /><Relationship Id="rId14" Type="http://schemas.openxmlformats.org/officeDocument/2006/relationships/tags" Target="../tags/tag508.xml" /><Relationship Id="rId15" Type="http://schemas.openxmlformats.org/officeDocument/2006/relationships/tags" Target="../tags/tag509.xml" /><Relationship Id="rId16" Type="http://schemas.openxmlformats.org/officeDocument/2006/relationships/tags" Target="../tags/tag510.xml" /><Relationship Id="rId17" Type="http://schemas.openxmlformats.org/officeDocument/2006/relationships/tags" Target="../tags/tag511.xml" /><Relationship Id="rId18" Type="http://schemas.openxmlformats.org/officeDocument/2006/relationships/tags" Target="../tags/tag512.xml" /><Relationship Id="rId19" Type="http://schemas.openxmlformats.org/officeDocument/2006/relationships/tags" Target="../tags/tag513.xml" /><Relationship Id="rId2" Type="http://schemas.openxmlformats.org/officeDocument/2006/relationships/tags" Target="../tags/tag497.xml" /><Relationship Id="rId20" Type="http://schemas.openxmlformats.org/officeDocument/2006/relationships/tags" Target="../tags/tag514.xml" /><Relationship Id="rId21" Type="http://schemas.openxmlformats.org/officeDocument/2006/relationships/tags" Target="../tags/tag515.xml" /><Relationship Id="rId22" Type="http://schemas.openxmlformats.org/officeDocument/2006/relationships/tags" Target="../tags/tag516.xml" /><Relationship Id="rId23" Type="http://schemas.openxmlformats.org/officeDocument/2006/relationships/tags" Target="../tags/tag517.xml" /><Relationship Id="rId24" Type="http://schemas.openxmlformats.org/officeDocument/2006/relationships/tags" Target="../tags/tag518.xml" /><Relationship Id="rId25" Type="http://schemas.openxmlformats.org/officeDocument/2006/relationships/tags" Target="../tags/tag519.xml" /><Relationship Id="rId26" Type="http://schemas.openxmlformats.org/officeDocument/2006/relationships/tags" Target="../tags/tag520.xml" /><Relationship Id="rId27" Type="http://schemas.openxmlformats.org/officeDocument/2006/relationships/tags" Target="../tags/tag521.xml" /><Relationship Id="rId28" Type="http://schemas.openxmlformats.org/officeDocument/2006/relationships/tags" Target="../tags/tag522.xml" /><Relationship Id="rId29" Type="http://schemas.openxmlformats.org/officeDocument/2006/relationships/tags" Target="../tags/tag523.xml" /><Relationship Id="rId3" Type="http://schemas.openxmlformats.org/officeDocument/2006/relationships/tags" Target="../tags/tag498.xml" /><Relationship Id="rId30" Type="http://schemas.openxmlformats.org/officeDocument/2006/relationships/tags" Target="../tags/tag524.xml" /><Relationship Id="rId31" Type="http://schemas.openxmlformats.org/officeDocument/2006/relationships/tags" Target="../tags/tag525.xml" /><Relationship Id="rId32" Type="http://schemas.openxmlformats.org/officeDocument/2006/relationships/tags" Target="../tags/tag526.xml" /><Relationship Id="rId33" Type="http://schemas.openxmlformats.org/officeDocument/2006/relationships/tags" Target="../tags/tag527.xml" /><Relationship Id="rId34" Type="http://schemas.openxmlformats.org/officeDocument/2006/relationships/tags" Target="../tags/tag528.xml" /><Relationship Id="rId35" Type="http://schemas.openxmlformats.org/officeDocument/2006/relationships/tags" Target="../tags/tag529.xml" /><Relationship Id="rId36" Type="http://schemas.openxmlformats.org/officeDocument/2006/relationships/tags" Target="../tags/tag530.xml" /><Relationship Id="rId37" Type="http://schemas.openxmlformats.org/officeDocument/2006/relationships/tags" Target="../tags/tag531.xml" /><Relationship Id="rId38" Type="http://schemas.openxmlformats.org/officeDocument/2006/relationships/tags" Target="../tags/tag532.xml" /><Relationship Id="rId39" Type="http://schemas.openxmlformats.org/officeDocument/2006/relationships/tags" Target="../tags/tag533.xml" /><Relationship Id="rId4" Type="http://schemas.openxmlformats.org/officeDocument/2006/relationships/image" Target="../media/image6.jpeg" /><Relationship Id="rId40" Type="http://schemas.openxmlformats.org/officeDocument/2006/relationships/tags" Target="../tags/tag534.xml" /><Relationship Id="rId41" Type="http://schemas.openxmlformats.org/officeDocument/2006/relationships/tags" Target="../tags/tag535.xml" /><Relationship Id="rId42" Type="http://schemas.openxmlformats.org/officeDocument/2006/relationships/tags" Target="../tags/tag536.xml" /><Relationship Id="rId43" Type="http://schemas.openxmlformats.org/officeDocument/2006/relationships/tags" Target="../tags/tag537.xml" /><Relationship Id="rId5" Type="http://schemas.openxmlformats.org/officeDocument/2006/relationships/tags" Target="../tags/tag499.xml" /><Relationship Id="rId6" Type="http://schemas.openxmlformats.org/officeDocument/2006/relationships/tags" Target="../tags/tag500.xml" /><Relationship Id="rId7" Type="http://schemas.openxmlformats.org/officeDocument/2006/relationships/tags" Target="../tags/tag501.xml" /><Relationship Id="rId8" Type="http://schemas.openxmlformats.org/officeDocument/2006/relationships/tags" Target="../tags/tag502.xml" /><Relationship Id="rId9" Type="http://schemas.openxmlformats.org/officeDocument/2006/relationships/tags" Target="../tags/tag503.xml" /></Relationships>
</file>

<file path=ppt/slides/_rels/slide22.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544.xml" /><Relationship Id="rId11" Type="http://schemas.openxmlformats.org/officeDocument/2006/relationships/tags" Target="../tags/tag545.xml" /><Relationship Id="rId12" Type="http://schemas.openxmlformats.org/officeDocument/2006/relationships/tags" Target="../tags/tag546.xml" /><Relationship Id="rId13" Type="http://schemas.openxmlformats.org/officeDocument/2006/relationships/tags" Target="../tags/tag547.xml" /><Relationship Id="rId14" Type="http://schemas.openxmlformats.org/officeDocument/2006/relationships/tags" Target="../tags/tag548.xml" /><Relationship Id="rId15" Type="http://schemas.openxmlformats.org/officeDocument/2006/relationships/tags" Target="../tags/tag549.xml" /><Relationship Id="rId16" Type="http://schemas.openxmlformats.org/officeDocument/2006/relationships/tags" Target="../tags/tag550.xml" /><Relationship Id="rId17" Type="http://schemas.openxmlformats.org/officeDocument/2006/relationships/tags" Target="../tags/tag551.xml" /><Relationship Id="rId18" Type="http://schemas.openxmlformats.org/officeDocument/2006/relationships/tags" Target="../tags/tag552.xml" /><Relationship Id="rId19" Type="http://schemas.openxmlformats.org/officeDocument/2006/relationships/tags" Target="../tags/tag553.xml" /><Relationship Id="rId2" Type="http://schemas.openxmlformats.org/officeDocument/2006/relationships/tags" Target="../tags/tag538.xml" /><Relationship Id="rId20" Type="http://schemas.openxmlformats.org/officeDocument/2006/relationships/tags" Target="../tags/tag554.xml" /><Relationship Id="rId21" Type="http://schemas.openxmlformats.org/officeDocument/2006/relationships/tags" Target="../tags/tag555.xml" /><Relationship Id="rId22" Type="http://schemas.openxmlformats.org/officeDocument/2006/relationships/tags" Target="../tags/tag556.xml" /><Relationship Id="rId23" Type="http://schemas.openxmlformats.org/officeDocument/2006/relationships/tags" Target="../tags/tag557.xml" /><Relationship Id="rId24" Type="http://schemas.openxmlformats.org/officeDocument/2006/relationships/tags" Target="../tags/tag558.xml" /><Relationship Id="rId25" Type="http://schemas.openxmlformats.org/officeDocument/2006/relationships/tags" Target="../tags/tag559.xml" /><Relationship Id="rId26" Type="http://schemas.openxmlformats.org/officeDocument/2006/relationships/tags" Target="../tags/tag560.xml" /><Relationship Id="rId27" Type="http://schemas.openxmlformats.org/officeDocument/2006/relationships/tags" Target="../tags/tag561.xml" /><Relationship Id="rId28" Type="http://schemas.openxmlformats.org/officeDocument/2006/relationships/oleObject" Target="../embeddings/oleObject18.bin" TargetMode="Internal" /><Relationship Id="rId29" Type="http://schemas.openxmlformats.org/officeDocument/2006/relationships/image" Target="../media/image30.emf" /><Relationship Id="rId3" Type="http://schemas.openxmlformats.org/officeDocument/2006/relationships/tags" Target="../tags/tag539.xml" /><Relationship Id="rId30" Type="http://schemas.openxmlformats.org/officeDocument/2006/relationships/tags" Target="../tags/tag562.xml" /><Relationship Id="rId31" Type="http://schemas.openxmlformats.org/officeDocument/2006/relationships/tags" Target="../tags/tag563.xml" /><Relationship Id="rId32" Type="http://schemas.openxmlformats.org/officeDocument/2006/relationships/oleObject" Target="../embeddings/oleObject19.bin" TargetMode="Internal" /><Relationship Id="rId33" Type="http://schemas.openxmlformats.org/officeDocument/2006/relationships/image" Target="../media/image31.emf" /><Relationship Id="rId34" Type="http://schemas.openxmlformats.org/officeDocument/2006/relationships/tags" Target="../tags/tag564.xml" /><Relationship Id="rId35" Type="http://schemas.openxmlformats.org/officeDocument/2006/relationships/tags" Target="../tags/tag565.xml" /><Relationship Id="rId36" Type="http://schemas.openxmlformats.org/officeDocument/2006/relationships/tags" Target="../tags/tag566.xml" /><Relationship Id="rId37" Type="http://schemas.openxmlformats.org/officeDocument/2006/relationships/tags" Target="../tags/tag567.xml" /><Relationship Id="rId38" Type="http://schemas.openxmlformats.org/officeDocument/2006/relationships/vmlDrawing" Target="../drawings/vmlDrawing8.v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540.xml" /><Relationship Id="rId7" Type="http://schemas.openxmlformats.org/officeDocument/2006/relationships/tags" Target="../tags/tag541.xml" /><Relationship Id="rId8" Type="http://schemas.openxmlformats.org/officeDocument/2006/relationships/tags" Target="../tags/tag542.xml" /><Relationship Id="rId9" Type="http://schemas.openxmlformats.org/officeDocument/2006/relationships/tags" Target="../tags/tag543.xml" /></Relationships>
</file>

<file path=ppt/slides/_rels/slide23.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574.xml" /><Relationship Id="rId11" Type="http://schemas.openxmlformats.org/officeDocument/2006/relationships/tags" Target="../tags/tag575.xml" /><Relationship Id="rId12" Type="http://schemas.openxmlformats.org/officeDocument/2006/relationships/tags" Target="../tags/tag576.xml" /><Relationship Id="rId13" Type="http://schemas.openxmlformats.org/officeDocument/2006/relationships/tags" Target="../tags/tag577.xml" /><Relationship Id="rId14" Type="http://schemas.openxmlformats.org/officeDocument/2006/relationships/tags" Target="../tags/tag578.xml" /><Relationship Id="rId15" Type="http://schemas.openxmlformats.org/officeDocument/2006/relationships/tags" Target="../tags/tag579.xml" /><Relationship Id="rId16" Type="http://schemas.openxmlformats.org/officeDocument/2006/relationships/tags" Target="../tags/tag580.xml" /><Relationship Id="rId17" Type="http://schemas.openxmlformats.org/officeDocument/2006/relationships/tags" Target="../tags/tag581.xml" /><Relationship Id="rId18" Type="http://schemas.openxmlformats.org/officeDocument/2006/relationships/tags" Target="../tags/tag582.xml" /><Relationship Id="rId19" Type="http://schemas.openxmlformats.org/officeDocument/2006/relationships/tags" Target="../tags/tag583.xml" /><Relationship Id="rId2" Type="http://schemas.openxmlformats.org/officeDocument/2006/relationships/tags" Target="../tags/tag568.xml" /><Relationship Id="rId20" Type="http://schemas.openxmlformats.org/officeDocument/2006/relationships/tags" Target="../tags/tag584.xml" /><Relationship Id="rId21" Type="http://schemas.openxmlformats.org/officeDocument/2006/relationships/tags" Target="../tags/tag585.xml" /><Relationship Id="rId22" Type="http://schemas.openxmlformats.org/officeDocument/2006/relationships/tags" Target="../tags/tag586.xml" /><Relationship Id="rId23" Type="http://schemas.openxmlformats.org/officeDocument/2006/relationships/tags" Target="../tags/tag587.xml" /><Relationship Id="rId24" Type="http://schemas.openxmlformats.org/officeDocument/2006/relationships/tags" Target="../tags/tag588.xml" /><Relationship Id="rId25" Type="http://schemas.openxmlformats.org/officeDocument/2006/relationships/tags" Target="../tags/tag589.xml" /><Relationship Id="rId26" Type="http://schemas.openxmlformats.org/officeDocument/2006/relationships/tags" Target="../tags/tag590.xml" /><Relationship Id="rId27" Type="http://schemas.openxmlformats.org/officeDocument/2006/relationships/tags" Target="../tags/tag591.xml" /><Relationship Id="rId28" Type="http://schemas.openxmlformats.org/officeDocument/2006/relationships/oleObject" Target="../embeddings/oleObject20.bin" TargetMode="Internal" /><Relationship Id="rId29" Type="http://schemas.openxmlformats.org/officeDocument/2006/relationships/image" Target="../media/image32.emf" /><Relationship Id="rId3" Type="http://schemas.openxmlformats.org/officeDocument/2006/relationships/tags" Target="../tags/tag569.xml" /><Relationship Id="rId30" Type="http://schemas.openxmlformats.org/officeDocument/2006/relationships/tags" Target="../tags/tag592.xml" /><Relationship Id="rId31" Type="http://schemas.openxmlformats.org/officeDocument/2006/relationships/tags" Target="../tags/tag593.xml" /><Relationship Id="rId32" Type="http://schemas.openxmlformats.org/officeDocument/2006/relationships/oleObject" Target="../embeddings/oleObject21.bin" TargetMode="Internal" /><Relationship Id="rId33" Type="http://schemas.openxmlformats.org/officeDocument/2006/relationships/image" Target="../media/image33.emf" /><Relationship Id="rId34" Type="http://schemas.openxmlformats.org/officeDocument/2006/relationships/tags" Target="../tags/tag594.xml" /><Relationship Id="rId35" Type="http://schemas.openxmlformats.org/officeDocument/2006/relationships/tags" Target="../tags/tag595.xml" /><Relationship Id="rId36" Type="http://schemas.openxmlformats.org/officeDocument/2006/relationships/tags" Target="../tags/tag596.xml" /><Relationship Id="rId37" Type="http://schemas.openxmlformats.org/officeDocument/2006/relationships/tags" Target="../tags/tag597.xml" /><Relationship Id="rId38" Type="http://schemas.openxmlformats.org/officeDocument/2006/relationships/vmlDrawing" Target="../drawings/vmlDrawing9.v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570.xml" /><Relationship Id="rId7" Type="http://schemas.openxmlformats.org/officeDocument/2006/relationships/tags" Target="../tags/tag571.xml" /><Relationship Id="rId8" Type="http://schemas.openxmlformats.org/officeDocument/2006/relationships/tags" Target="../tags/tag572.xml" /><Relationship Id="rId9" Type="http://schemas.openxmlformats.org/officeDocument/2006/relationships/tags" Target="../tags/tag573.xml" /></Relationships>
</file>

<file path=ppt/slides/_rels/slide24.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604.xml" /><Relationship Id="rId11" Type="http://schemas.openxmlformats.org/officeDocument/2006/relationships/tags" Target="../tags/tag605.xml" /><Relationship Id="rId12" Type="http://schemas.openxmlformats.org/officeDocument/2006/relationships/tags" Target="../tags/tag606.xml" /><Relationship Id="rId13" Type="http://schemas.openxmlformats.org/officeDocument/2006/relationships/tags" Target="../tags/tag607.xml" /><Relationship Id="rId14" Type="http://schemas.openxmlformats.org/officeDocument/2006/relationships/tags" Target="../tags/tag608.xml" /><Relationship Id="rId15" Type="http://schemas.openxmlformats.org/officeDocument/2006/relationships/tags" Target="../tags/tag609.xml" /><Relationship Id="rId16" Type="http://schemas.openxmlformats.org/officeDocument/2006/relationships/tags" Target="../tags/tag610.xml" /><Relationship Id="rId17" Type="http://schemas.openxmlformats.org/officeDocument/2006/relationships/tags" Target="../tags/tag611.xml" /><Relationship Id="rId18" Type="http://schemas.openxmlformats.org/officeDocument/2006/relationships/tags" Target="../tags/tag612.xml" /><Relationship Id="rId19" Type="http://schemas.openxmlformats.org/officeDocument/2006/relationships/tags" Target="../tags/tag613.xml" /><Relationship Id="rId2" Type="http://schemas.openxmlformats.org/officeDocument/2006/relationships/tags" Target="../tags/tag598.xml" /><Relationship Id="rId20" Type="http://schemas.openxmlformats.org/officeDocument/2006/relationships/tags" Target="../tags/tag614.xml" /><Relationship Id="rId21" Type="http://schemas.openxmlformats.org/officeDocument/2006/relationships/tags" Target="../tags/tag615.xml" /><Relationship Id="rId22" Type="http://schemas.openxmlformats.org/officeDocument/2006/relationships/tags" Target="../tags/tag616.xml" /><Relationship Id="rId23" Type="http://schemas.openxmlformats.org/officeDocument/2006/relationships/tags" Target="../tags/tag617.xml" /><Relationship Id="rId24" Type="http://schemas.openxmlformats.org/officeDocument/2006/relationships/tags" Target="../tags/tag618.xml" /><Relationship Id="rId25" Type="http://schemas.openxmlformats.org/officeDocument/2006/relationships/tags" Target="../tags/tag619.xml" /><Relationship Id="rId26" Type="http://schemas.openxmlformats.org/officeDocument/2006/relationships/tags" Target="../tags/tag620.xml" /><Relationship Id="rId27" Type="http://schemas.openxmlformats.org/officeDocument/2006/relationships/tags" Target="../tags/tag621.xml" /><Relationship Id="rId28" Type="http://schemas.openxmlformats.org/officeDocument/2006/relationships/oleObject" Target="../embeddings/oleObject22.bin" TargetMode="Internal" /><Relationship Id="rId29" Type="http://schemas.openxmlformats.org/officeDocument/2006/relationships/image" Target="../media/image34.emf" /><Relationship Id="rId3" Type="http://schemas.openxmlformats.org/officeDocument/2006/relationships/tags" Target="../tags/tag599.xml" /><Relationship Id="rId30" Type="http://schemas.openxmlformats.org/officeDocument/2006/relationships/tags" Target="../tags/tag622.xml" /><Relationship Id="rId31" Type="http://schemas.openxmlformats.org/officeDocument/2006/relationships/oleObject" Target="../embeddings/oleObject23.bin" TargetMode="Internal" /><Relationship Id="rId32" Type="http://schemas.openxmlformats.org/officeDocument/2006/relationships/image" Target="../media/image35.emf" /><Relationship Id="rId33" Type="http://schemas.openxmlformats.org/officeDocument/2006/relationships/vmlDrawing" Target="../drawings/vmlDrawing10.v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600.xml" /><Relationship Id="rId7" Type="http://schemas.openxmlformats.org/officeDocument/2006/relationships/tags" Target="../tags/tag601.xml" /><Relationship Id="rId8" Type="http://schemas.openxmlformats.org/officeDocument/2006/relationships/tags" Target="../tags/tag602.xml" /><Relationship Id="rId9" Type="http://schemas.openxmlformats.org/officeDocument/2006/relationships/tags" Target="../tags/tag603.xml" /></Relationships>
</file>

<file path=ppt/slides/_rels/slide25.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629.xml" /><Relationship Id="rId11" Type="http://schemas.openxmlformats.org/officeDocument/2006/relationships/tags" Target="../tags/tag630.xml" /><Relationship Id="rId12" Type="http://schemas.openxmlformats.org/officeDocument/2006/relationships/tags" Target="../tags/tag631.xml" /><Relationship Id="rId13" Type="http://schemas.openxmlformats.org/officeDocument/2006/relationships/tags" Target="../tags/tag632.xml" /><Relationship Id="rId14" Type="http://schemas.openxmlformats.org/officeDocument/2006/relationships/tags" Target="../tags/tag633.xml" /><Relationship Id="rId15" Type="http://schemas.openxmlformats.org/officeDocument/2006/relationships/tags" Target="../tags/tag634.xml" /><Relationship Id="rId16" Type="http://schemas.openxmlformats.org/officeDocument/2006/relationships/tags" Target="../tags/tag635.xml" /><Relationship Id="rId17" Type="http://schemas.openxmlformats.org/officeDocument/2006/relationships/tags" Target="../tags/tag636.xml" /><Relationship Id="rId18" Type="http://schemas.openxmlformats.org/officeDocument/2006/relationships/tags" Target="../tags/tag637.xml" /><Relationship Id="rId19" Type="http://schemas.openxmlformats.org/officeDocument/2006/relationships/tags" Target="../tags/tag638.xml" /><Relationship Id="rId2" Type="http://schemas.openxmlformats.org/officeDocument/2006/relationships/tags" Target="../tags/tag623.xml" /><Relationship Id="rId20" Type="http://schemas.openxmlformats.org/officeDocument/2006/relationships/tags" Target="../tags/tag639.xml" /><Relationship Id="rId21" Type="http://schemas.openxmlformats.org/officeDocument/2006/relationships/tags" Target="../tags/tag640.xml" /><Relationship Id="rId22" Type="http://schemas.openxmlformats.org/officeDocument/2006/relationships/tags" Target="../tags/tag641.xml" /><Relationship Id="rId23" Type="http://schemas.openxmlformats.org/officeDocument/2006/relationships/tags" Target="../tags/tag642.xml" /><Relationship Id="rId24" Type="http://schemas.openxmlformats.org/officeDocument/2006/relationships/tags" Target="../tags/tag643.xml" /><Relationship Id="rId25" Type="http://schemas.openxmlformats.org/officeDocument/2006/relationships/tags" Target="../tags/tag644.xml" /><Relationship Id="rId26" Type="http://schemas.openxmlformats.org/officeDocument/2006/relationships/tags" Target="../tags/tag645.xml" /><Relationship Id="rId27" Type="http://schemas.openxmlformats.org/officeDocument/2006/relationships/image" Target="../media/image36.png" /><Relationship Id="rId3" Type="http://schemas.openxmlformats.org/officeDocument/2006/relationships/tags" Target="../tags/tag624.x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625.xml" /><Relationship Id="rId7" Type="http://schemas.openxmlformats.org/officeDocument/2006/relationships/tags" Target="../tags/tag626.xml" /><Relationship Id="rId8" Type="http://schemas.openxmlformats.org/officeDocument/2006/relationships/tags" Target="../tags/tag627.xml" /><Relationship Id="rId9" Type="http://schemas.openxmlformats.org/officeDocument/2006/relationships/tags" Target="../tags/tag628.xml" /></Relationships>
</file>

<file path=ppt/slides/_rels/slide26.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653.xml" /><Relationship Id="rId11" Type="http://schemas.openxmlformats.org/officeDocument/2006/relationships/tags" Target="../tags/tag654.xml" /><Relationship Id="rId12" Type="http://schemas.openxmlformats.org/officeDocument/2006/relationships/tags" Target="../tags/tag655.xml" /><Relationship Id="rId13" Type="http://schemas.openxmlformats.org/officeDocument/2006/relationships/tags" Target="../tags/tag656.xml" /><Relationship Id="rId14" Type="http://schemas.openxmlformats.org/officeDocument/2006/relationships/tags" Target="../tags/tag657.xml" /><Relationship Id="rId15" Type="http://schemas.openxmlformats.org/officeDocument/2006/relationships/tags" Target="../tags/tag658.xml" /><Relationship Id="rId16" Type="http://schemas.openxmlformats.org/officeDocument/2006/relationships/tags" Target="../tags/tag659.xml" /><Relationship Id="rId17" Type="http://schemas.openxmlformats.org/officeDocument/2006/relationships/tags" Target="../tags/tag660.xml" /><Relationship Id="rId18" Type="http://schemas.openxmlformats.org/officeDocument/2006/relationships/tags" Target="../tags/tag661.xml" /><Relationship Id="rId19" Type="http://schemas.openxmlformats.org/officeDocument/2006/relationships/tags" Target="../tags/tag662.xml" /><Relationship Id="rId2" Type="http://schemas.openxmlformats.org/officeDocument/2006/relationships/tags" Target="../tags/tag646.xml" /><Relationship Id="rId20" Type="http://schemas.openxmlformats.org/officeDocument/2006/relationships/tags" Target="../tags/tag663.xml" /><Relationship Id="rId21" Type="http://schemas.openxmlformats.org/officeDocument/2006/relationships/tags" Target="../tags/tag664.xml" /><Relationship Id="rId22" Type="http://schemas.openxmlformats.org/officeDocument/2006/relationships/tags" Target="../tags/tag665.xml" /><Relationship Id="rId23" Type="http://schemas.openxmlformats.org/officeDocument/2006/relationships/tags" Target="../tags/tag666.xml" /><Relationship Id="rId24" Type="http://schemas.openxmlformats.org/officeDocument/2006/relationships/tags" Target="../tags/tag667.xml" /><Relationship Id="rId25" Type="http://schemas.openxmlformats.org/officeDocument/2006/relationships/tags" Target="../tags/tag668.xml" /><Relationship Id="rId26" Type="http://schemas.openxmlformats.org/officeDocument/2006/relationships/tags" Target="../tags/tag669.xml" /><Relationship Id="rId27" Type="http://schemas.openxmlformats.org/officeDocument/2006/relationships/tags" Target="../tags/tag670.xml" /><Relationship Id="rId28" Type="http://schemas.openxmlformats.org/officeDocument/2006/relationships/tags" Target="../tags/tag671.xml" /><Relationship Id="rId29" Type="http://schemas.openxmlformats.org/officeDocument/2006/relationships/tags" Target="../tags/tag672.xml" /><Relationship Id="rId3" Type="http://schemas.openxmlformats.org/officeDocument/2006/relationships/tags" Target="../tags/tag647.xml" /><Relationship Id="rId30" Type="http://schemas.openxmlformats.org/officeDocument/2006/relationships/tags" Target="../tags/tag673.xml" /><Relationship Id="rId31" Type="http://schemas.openxmlformats.org/officeDocument/2006/relationships/tags" Target="../tags/tag674.xml" /><Relationship Id="rId32" Type="http://schemas.openxmlformats.org/officeDocument/2006/relationships/tags" Target="../tags/tag675.xml" /><Relationship Id="rId33" Type="http://schemas.openxmlformats.org/officeDocument/2006/relationships/tags" Target="../tags/tag676.xml" /><Relationship Id="rId34" Type="http://schemas.openxmlformats.org/officeDocument/2006/relationships/tags" Target="../tags/tag677.xml" /><Relationship Id="rId35" Type="http://schemas.openxmlformats.org/officeDocument/2006/relationships/tags" Target="../tags/tag678.xml" /><Relationship Id="rId36" Type="http://schemas.openxmlformats.org/officeDocument/2006/relationships/tags" Target="../tags/tag679.xml" /><Relationship Id="rId37" Type="http://schemas.openxmlformats.org/officeDocument/2006/relationships/tags" Target="../tags/tag680.xml" /><Relationship Id="rId38" Type="http://schemas.openxmlformats.org/officeDocument/2006/relationships/tags" Target="../tags/tag681.xml" /><Relationship Id="rId39" Type="http://schemas.openxmlformats.org/officeDocument/2006/relationships/tags" Target="../tags/tag682.xml" /><Relationship Id="rId4" Type="http://schemas.openxmlformats.org/officeDocument/2006/relationships/image" Target="../media/image6.jpeg" /><Relationship Id="rId40" Type="http://schemas.openxmlformats.org/officeDocument/2006/relationships/tags" Target="../tags/tag683.xml" /><Relationship Id="rId41" Type="http://schemas.openxmlformats.org/officeDocument/2006/relationships/tags" Target="../tags/tag684.xml" /><Relationship Id="rId42" Type="http://schemas.openxmlformats.org/officeDocument/2006/relationships/tags" Target="../tags/tag685.xml" /><Relationship Id="rId43" Type="http://schemas.openxmlformats.org/officeDocument/2006/relationships/tags" Target="../tags/tag686.xml" /><Relationship Id="rId5" Type="http://schemas.openxmlformats.org/officeDocument/2006/relationships/tags" Target="../tags/tag648.xml" /><Relationship Id="rId6" Type="http://schemas.openxmlformats.org/officeDocument/2006/relationships/tags" Target="../tags/tag649.xml" /><Relationship Id="rId7" Type="http://schemas.openxmlformats.org/officeDocument/2006/relationships/tags" Target="../tags/tag650.xml" /><Relationship Id="rId8" Type="http://schemas.openxmlformats.org/officeDocument/2006/relationships/tags" Target="../tags/tag651.xml" /><Relationship Id="rId9" Type="http://schemas.openxmlformats.org/officeDocument/2006/relationships/tags" Target="../tags/tag652.xml" /></Relationships>
</file>

<file path=ppt/slides/_rels/slide27.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692.xml" /><Relationship Id="rId11" Type="http://schemas.openxmlformats.org/officeDocument/2006/relationships/tags" Target="../tags/tag693.xml" /><Relationship Id="rId12" Type="http://schemas.openxmlformats.org/officeDocument/2006/relationships/tags" Target="../tags/tag694.xml" /><Relationship Id="rId13" Type="http://schemas.openxmlformats.org/officeDocument/2006/relationships/tags" Target="../tags/tag695.xml" /><Relationship Id="rId14" Type="http://schemas.openxmlformats.org/officeDocument/2006/relationships/tags" Target="../tags/tag696.xml" /><Relationship Id="rId15" Type="http://schemas.openxmlformats.org/officeDocument/2006/relationships/tags" Target="../tags/tag697.xml" /><Relationship Id="rId16" Type="http://schemas.openxmlformats.org/officeDocument/2006/relationships/tags" Target="../tags/tag698.xml" /><Relationship Id="rId17" Type="http://schemas.openxmlformats.org/officeDocument/2006/relationships/tags" Target="../tags/tag699.xml" /><Relationship Id="rId18" Type="http://schemas.openxmlformats.org/officeDocument/2006/relationships/tags" Target="../tags/tag700.xml" /><Relationship Id="rId19" Type="http://schemas.openxmlformats.org/officeDocument/2006/relationships/tags" Target="../tags/tag701.xml" /><Relationship Id="rId2" Type="http://schemas.openxmlformats.org/officeDocument/2006/relationships/tags" Target="../tags/tag687.xml" /><Relationship Id="rId20" Type="http://schemas.openxmlformats.org/officeDocument/2006/relationships/tags" Target="../tags/tag702.xml" /><Relationship Id="rId21" Type="http://schemas.openxmlformats.org/officeDocument/2006/relationships/tags" Target="../tags/tag703.xml" /><Relationship Id="rId22" Type="http://schemas.openxmlformats.org/officeDocument/2006/relationships/tags" Target="../tags/tag704.xml" /><Relationship Id="rId23" Type="http://schemas.openxmlformats.org/officeDocument/2006/relationships/tags" Target="../tags/tag705.xml" /><Relationship Id="rId24" Type="http://schemas.openxmlformats.org/officeDocument/2006/relationships/tags" Target="../tags/tag706.xml" /><Relationship Id="rId25" Type="http://schemas.openxmlformats.org/officeDocument/2006/relationships/tags" Target="../tags/tag707.xml" /><Relationship Id="rId26" Type="http://schemas.openxmlformats.org/officeDocument/2006/relationships/tags" Target="../tags/tag708.xml" /><Relationship Id="rId27" Type="http://schemas.openxmlformats.org/officeDocument/2006/relationships/tags" Target="../tags/tag709.xml" /><Relationship Id="rId3" Type="http://schemas.openxmlformats.org/officeDocument/2006/relationships/tags" Target="../tags/tag688.x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689.xml" /><Relationship Id="rId7" Type="http://schemas.openxmlformats.org/officeDocument/2006/relationships/tags" Target="../tags/tag690.xml" /><Relationship Id="rId8" Type="http://schemas.openxmlformats.org/officeDocument/2006/relationships/tags" Target="../tags/tag691.xml" /><Relationship Id="rId9" Type="http://schemas.openxmlformats.org/officeDocument/2006/relationships/image" Target="../media/image37.png" /></Relationships>
</file>

<file path=ppt/slides/_rels/slide28.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716.xml" /><Relationship Id="rId11" Type="http://schemas.openxmlformats.org/officeDocument/2006/relationships/tags" Target="../tags/tag717.xml" /><Relationship Id="rId12" Type="http://schemas.openxmlformats.org/officeDocument/2006/relationships/tags" Target="../tags/tag718.xml" /><Relationship Id="rId13" Type="http://schemas.openxmlformats.org/officeDocument/2006/relationships/tags" Target="../tags/tag719.xml" /><Relationship Id="rId14" Type="http://schemas.openxmlformats.org/officeDocument/2006/relationships/tags" Target="../tags/tag720.xml" /><Relationship Id="rId15" Type="http://schemas.openxmlformats.org/officeDocument/2006/relationships/tags" Target="../tags/tag721.xml" /><Relationship Id="rId16" Type="http://schemas.openxmlformats.org/officeDocument/2006/relationships/tags" Target="../tags/tag722.xml" /><Relationship Id="rId17" Type="http://schemas.openxmlformats.org/officeDocument/2006/relationships/tags" Target="../tags/tag723.xml" /><Relationship Id="rId18" Type="http://schemas.openxmlformats.org/officeDocument/2006/relationships/tags" Target="../tags/tag724.xml" /><Relationship Id="rId19" Type="http://schemas.openxmlformats.org/officeDocument/2006/relationships/tags" Target="../tags/tag725.xml" /><Relationship Id="rId2" Type="http://schemas.openxmlformats.org/officeDocument/2006/relationships/tags" Target="../tags/tag710.xml" /><Relationship Id="rId20" Type="http://schemas.openxmlformats.org/officeDocument/2006/relationships/tags" Target="../tags/tag726.xml" /><Relationship Id="rId21" Type="http://schemas.openxmlformats.org/officeDocument/2006/relationships/tags" Target="../tags/tag727.xml" /><Relationship Id="rId22" Type="http://schemas.openxmlformats.org/officeDocument/2006/relationships/tags" Target="../tags/tag728.xml" /><Relationship Id="rId23" Type="http://schemas.openxmlformats.org/officeDocument/2006/relationships/tags" Target="../tags/tag729.xml" /><Relationship Id="rId24" Type="http://schemas.openxmlformats.org/officeDocument/2006/relationships/tags" Target="../tags/tag730.xml" /><Relationship Id="rId25" Type="http://schemas.openxmlformats.org/officeDocument/2006/relationships/tags" Target="../tags/tag731.xml" /><Relationship Id="rId26" Type="http://schemas.openxmlformats.org/officeDocument/2006/relationships/tags" Target="../tags/tag732.xml" /><Relationship Id="rId3" Type="http://schemas.openxmlformats.org/officeDocument/2006/relationships/tags" Target="../tags/tag711.x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712.xml" /><Relationship Id="rId7" Type="http://schemas.openxmlformats.org/officeDocument/2006/relationships/tags" Target="../tags/tag713.xml" /><Relationship Id="rId8" Type="http://schemas.openxmlformats.org/officeDocument/2006/relationships/tags" Target="../tags/tag714.xml" /><Relationship Id="rId9" Type="http://schemas.openxmlformats.org/officeDocument/2006/relationships/tags" Target="../tags/tag715.xml" /></Relationships>
</file>

<file path=ppt/slides/_rels/slide29.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739.xml" /><Relationship Id="rId11" Type="http://schemas.openxmlformats.org/officeDocument/2006/relationships/tags" Target="../tags/tag740.xml" /><Relationship Id="rId12" Type="http://schemas.openxmlformats.org/officeDocument/2006/relationships/tags" Target="../tags/tag741.xml" /><Relationship Id="rId13" Type="http://schemas.openxmlformats.org/officeDocument/2006/relationships/tags" Target="../tags/tag742.xml" /><Relationship Id="rId14" Type="http://schemas.openxmlformats.org/officeDocument/2006/relationships/tags" Target="../tags/tag743.xml" /><Relationship Id="rId15" Type="http://schemas.openxmlformats.org/officeDocument/2006/relationships/tags" Target="../tags/tag744.xml" /><Relationship Id="rId16" Type="http://schemas.openxmlformats.org/officeDocument/2006/relationships/tags" Target="../tags/tag745.xml" /><Relationship Id="rId17" Type="http://schemas.openxmlformats.org/officeDocument/2006/relationships/tags" Target="../tags/tag746.xml" /><Relationship Id="rId18" Type="http://schemas.openxmlformats.org/officeDocument/2006/relationships/tags" Target="../tags/tag747.xml" /><Relationship Id="rId19" Type="http://schemas.openxmlformats.org/officeDocument/2006/relationships/tags" Target="../tags/tag748.xml" /><Relationship Id="rId2" Type="http://schemas.openxmlformats.org/officeDocument/2006/relationships/tags" Target="../tags/tag733.xml" /><Relationship Id="rId20" Type="http://schemas.openxmlformats.org/officeDocument/2006/relationships/tags" Target="../tags/tag749.xml" /><Relationship Id="rId21" Type="http://schemas.openxmlformats.org/officeDocument/2006/relationships/tags" Target="../tags/tag750.xml" /><Relationship Id="rId22" Type="http://schemas.openxmlformats.org/officeDocument/2006/relationships/tags" Target="../tags/tag751.xml" /><Relationship Id="rId23" Type="http://schemas.openxmlformats.org/officeDocument/2006/relationships/tags" Target="../tags/tag752.xml" /><Relationship Id="rId24" Type="http://schemas.openxmlformats.org/officeDocument/2006/relationships/tags" Target="../tags/tag753.xml" /><Relationship Id="rId25" Type="http://schemas.openxmlformats.org/officeDocument/2006/relationships/tags" Target="../tags/tag754.xml" /><Relationship Id="rId26" Type="http://schemas.openxmlformats.org/officeDocument/2006/relationships/tags" Target="../tags/tag755.xml" /><Relationship Id="rId3" Type="http://schemas.openxmlformats.org/officeDocument/2006/relationships/tags" Target="../tags/tag734.x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735.xml" /><Relationship Id="rId7" Type="http://schemas.openxmlformats.org/officeDocument/2006/relationships/tags" Target="../tags/tag736.xml" /><Relationship Id="rId8" Type="http://schemas.openxmlformats.org/officeDocument/2006/relationships/tags" Target="../tags/tag737.xml" /><Relationship Id="rId9" Type="http://schemas.openxmlformats.org/officeDocument/2006/relationships/tags" Target="../tags/tag738.xml" /></Relationships>
</file>

<file path=ppt/slides/_rels/slide30.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762.xml" /><Relationship Id="rId11" Type="http://schemas.openxmlformats.org/officeDocument/2006/relationships/tags" Target="../tags/tag763.xml" /><Relationship Id="rId12" Type="http://schemas.openxmlformats.org/officeDocument/2006/relationships/tags" Target="../tags/tag764.xml" /><Relationship Id="rId13" Type="http://schemas.openxmlformats.org/officeDocument/2006/relationships/tags" Target="../tags/tag765.xml" /><Relationship Id="rId14" Type="http://schemas.openxmlformats.org/officeDocument/2006/relationships/tags" Target="../tags/tag766.xml" /><Relationship Id="rId15" Type="http://schemas.openxmlformats.org/officeDocument/2006/relationships/tags" Target="../tags/tag767.xml" /><Relationship Id="rId16" Type="http://schemas.openxmlformats.org/officeDocument/2006/relationships/tags" Target="../tags/tag768.xml" /><Relationship Id="rId17" Type="http://schemas.openxmlformats.org/officeDocument/2006/relationships/tags" Target="../tags/tag769.xml" /><Relationship Id="rId18" Type="http://schemas.openxmlformats.org/officeDocument/2006/relationships/tags" Target="../tags/tag770.xml" /><Relationship Id="rId19" Type="http://schemas.openxmlformats.org/officeDocument/2006/relationships/tags" Target="../tags/tag771.xml" /><Relationship Id="rId2" Type="http://schemas.openxmlformats.org/officeDocument/2006/relationships/tags" Target="../tags/tag756.xml" /><Relationship Id="rId20" Type="http://schemas.openxmlformats.org/officeDocument/2006/relationships/tags" Target="../tags/tag772.xml" /><Relationship Id="rId21" Type="http://schemas.openxmlformats.org/officeDocument/2006/relationships/tags" Target="../tags/tag773.xml" /><Relationship Id="rId22" Type="http://schemas.openxmlformats.org/officeDocument/2006/relationships/tags" Target="../tags/tag774.xml" /><Relationship Id="rId23" Type="http://schemas.openxmlformats.org/officeDocument/2006/relationships/tags" Target="../tags/tag775.xml" /><Relationship Id="rId24" Type="http://schemas.openxmlformats.org/officeDocument/2006/relationships/tags" Target="../tags/tag776.xml" /><Relationship Id="rId25" Type="http://schemas.openxmlformats.org/officeDocument/2006/relationships/tags" Target="../tags/tag777.xml" /><Relationship Id="rId26" Type="http://schemas.openxmlformats.org/officeDocument/2006/relationships/tags" Target="../tags/tag778.xml" /><Relationship Id="rId3" Type="http://schemas.openxmlformats.org/officeDocument/2006/relationships/tags" Target="../tags/tag757.x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758.xml" /><Relationship Id="rId7" Type="http://schemas.openxmlformats.org/officeDocument/2006/relationships/tags" Target="../tags/tag759.xml" /><Relationship Id="rId8" Type="http://schemas.openxmlformats.org/officeDocument/2006/relationships/tags" Target="../tags/tag760.xml" /><Relationship Id="rId9" Type="http://schemas.openxmlformats.org/officeDocument/2006/relationships/tags" Target="../tags/tag761.xml" /></Relationships>
</file>

<file path=ppt/slides/_rels/slide3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786.xml" /><Relationship Id="rId11" Type="http://schemas.openxmlformats.org/officeDocument/2006/relationships/tags" Target="../tags/tag787.xml" /><Relationship Id="rId12" Type="http://schemas.openxmlformats.org/officeDocument/2006/relationships/tags" Target="../tags/tag788.xml" /><Relationship Id="rId13" Type="http://schemas.openxmlformats.org/officeDocument/2006/relationships/tags" Target="../tags/tag789.xml" /><Relationship Id="rId14" Type="http://schemas.openxmlformats.org/officeDocument/2006/relationships/tags" Target="../tags/tag790.xml" /><Relationship Id="rId15" Type="http://schemas.openxmlformats.org/officeDocument/2006/relationships/tags" Target="../tags/tag791.xml" /><Relationship Id="rId16" Type="http://schemas.openxmlformats.org/officeDocument/2006/relationships/tags" Target="../tags/tag792.xml" /><Relationship Id="rId17" Type="http://schemas.openxmlformats.org/officeDocument/2006/relationships/tags" Target="../tags/tag793.xml" /><Relationship Id="rId18" Type="http://schemas.openxmlformats.org/officeDocument/2006/relationships/tags" Target="../tags/tag794.xml" /><Relationship Id="rId19" Type="http://schemas.openxmlformats.org/officeDocument/2006/relationships/tags" Target="../tags/tag795.xml" /><Relationship Id="rId2" Type="http://schemas.openxmlformats.org/officeDocument/2006/relationships/tags" Target="../tags/tag779.xml" /><Relationship Id="rId20" Type="http://schemas.openxmlformats.org/officeDocument/2006/relationships/tags" Target="../tags/tag796.xml" /><Relationship Id="rId21" Type="http://schemas.openxmlformats.org/officeDocument/2006/relationships/tags" Target="../tags/tag797.xml" /><Relationship Id="rId22" Type="http://schemas.openxmlformats.org/officeDocument/2006/relationships/tags" Target="../tags/tag798.xml" /><Relationship Id="rId23" Type="http://schemas.openxmlformats.org/officeDocument/2006/relationships/tags" Target="../tags/tag799.xml" /><Relationship Id="rId24" Type="http://schemas.openxmlformats.org/officeDocument/2006/relationships/tags" Target="../tags/tag800.xml" /><Relationship Id="rId25" Type="http://schemas.openxmlformats.org/officeDocument/2006/relationships/tags" Target="../tags/tag801.xml" /><Relationship Id="rId26" Type="http://schemas.openxmlformats.org/officeDocument/2006/relationships/tags" Target="../tags/tag802.xml" /><Relationship Id="rId27" Type="http://schemas.openxmlformats.org/officeDocument/2006/relationships/tags" Target="../tags/tag803.xml" /><Relationship Id="rId28" Type="http://schemas.openxmlformats.org/officeDocument/2006/relationships/tags" Target="../tags/tag804.xml" /><Relationship Id="rId29" Type="http://schemas.openxmlformats.org/officeDocument/2006/relationships/tags" Target="../tags/tag805.xml" /><Relationship Id="rId3" Type="http://schemas.openxmlformats.org/officeDocument/2006/relationships/tags" Target="../tags/tag780.xml" /><Relationship Id="rId30" Type="http://schemas.openxmlformats.org/officeDocument/2006/relationships/tags" Target="../tags/tag806.xml" /><Relationship Id="rId31" Type="http://schemas.openxmlformats.org/officeDocument/2006/relationships/tags" Target="../tags/tag807.xml" /><Relationship Id="rId32" Type="http://schemas.openxmlformats.org/officeDocument/2006/relationships/tags" Target="../tags/tag808.xml" /><Relationship Id="rId33" Type="http://schemas.openxmlformats.org/officeDocument/2006/relationships/tags" Target="../tags/tag809.xml" /><Relationship Id="rId34" Type="http://schemas.openxmlformats.org/officeDocument/2006/relationships/tags" Target="../tags/tag810.xml" /><Relationship Id="rId35" Type="http://schemas.openxmlformats.org/officeDocument/2006/relationships/tags" Target="../tags/tag811.xml" /><Relationship Id="rId36" Type="http://schemas.openxmlformats.org/officeDocument/2006/relationships/tags" Target="../tags/tag812.xml" /><Relationship Id="rId37" Type="http://schemas.openxmlformats.org/officeDocument/2006/relationships/tags" Target="../tags/tag813.xml" /><Relationship Id="rId38" Type="http://schemas.openxmlformats.org/officeDocument/2006/relationships/tags" Target="../tags/tag814.xml" /><Relationship Id="rId39" Type="http://schemas.openxmlformats.org/officeDocument/2006/relationships/tags" Target="../tags/tag815.xml" /><Relationship Id="rId4" Type="http://schemas.openxmlformats.org/officeDocument/2006/relationships/image" Target="../media/image6.jpeg" /><Relationship Id="rId40" Type="http://schemas.openxmlformats.org/officeDocument/2006/relationships/tags" Target="../tags/tag816.xml" /><Relationship Id="rId41" Type="http://schemas.openxmlformats.org/officeDocument/2006/relationships/tags" Target="../tags/tag817.xml" /><Relationship Id="rId42" Type="http://schemas.openxmlformats.org/officeDocument/2006/relationships/tags" Target="../tags/tag818.xml" /><Relationship Id="rId43" Type="http://schemas.openxmlformats.org/officeDocument/2006/relationships/tags" Target="../tags/tag819.xml" /><Relationship Id="rId44" Type="http://schemas.openxmlformats.org/officeDocument/2006/relationships/tags" Target="../tags/tag820.xml" /><Relationship Id="rId45" Type="http://schemas.openxmlformats.org/officeDocument/2006/relationships/image" Target="../media/image38.png" /><Relationship Id="rId5" Type="http://schemas.openxmlformats.org/officeDocument/2006/relationships/tags" Target="../tags/tag781.xml" /><Relationship Id="rId6" Type="http://schemas.openxmlformats.org/officeDocument/2006/relationships/tags" Target="../tags/tag782.xml" /><Relationship Id="rId7" Type="http://schemas.openxmlformats.org/officeDocument/2006/relationships/tags" Target="../tags/tag783.xml" /><Relationship Id="rId8" Type="http://schemas.openxmlformats.org/officeDocument/2006/relationships/tags" Target="../tags/tag784.xml" /><Relationship Id="rId9" Type="http://schemas.openxmlformats.org/officeDocument/2006/relationships/tags" Target="../tags/tag785.xml" /></Relationships>
</file>

<file path=ppt/slides/_rels/slide32.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827.xml" /><Relationship Id="rId11" Type="http://schemas.openxmlformats.org/officeDocument/2006/relationships/tags" Target="../tags/tag828.xml" /><Relationship Id="rId12" Type="http://schemas.openxmlformats.org/officeDocument/2006/relationships/tags" Target="../tags/tag829.xml" /><Relationship Id="rId13" Type="http://schemas.openxmlformats.org/officeDocument/2006/relationships/tags" Target="../tags/tag830.xml" /><Relationship Id="rId14" Type="http://schemas.openxmlformats.org/officeDocument/2006/relationships/tags" Target="../tags/tag831.xml" /><Relationship Id="rId15" Type="http://schemas.openxmlformats.org/officeDocument/2006/relationships/tags" Target="../tags/tag832.xml" /><Relationship Id="rId16" Type="http://schemas.openxmlformats.org/officeDocument/2006/relationships/tags" Target="../tags/tag833.xml" /><Relationship Id="rId17" Type="http://schemas.openxmlformats.org/officeDocument/2006/relationships/tags" Target="../tags/tag834.xml" /><Relationship Id="rId18" Type="http://schemas.openxmlformats.org/officeDocument/2006/relationships/tags" Target="../tags/tag835.xml" /><Relationship Id="rId19" Type="http://schemas.openxmlformats.org/officeDocument/2006/relationships/tags" Target="../tags/tag836.xml" /><Relationship Id="rId2" Type="http://schemas.openxmlformats.org/officeDocument/2006/relationships/tags" Target="../tags/tag821.xml" /><Relationship Id="rId20" Type="http://schemas.openxmlformats.org/officeDocument/2006/relationships/tags" Target="../tags/tag837.xml" /><Relationship Id="rId21" Type="http://schemas.openxmlformats.org/officeDocument/2006/relationships/tags" Target="../tags/tag838.xml" /><Relationship Id="rId22" Type="http://schemas.openxmlformats.org/officeDocument/2006/relationships/tags" Target="../tags/tag839.xml" /><Relationship Id="rId23" Type="http://schemas.openxmlformats.org/officeDocument/2006/relationships/tags" Target="../tags/tag840.xml" /><Relationship Id="rId24" Type="http://schemas.openxmlformats.org/officeDocument/2006/relationships/tags" Target="../tags/tag841.xml" /><Relationship Id="rId25" Type="http://schemas.openxmlformats.org/officeDocument/2006/relationships/oleObject" Target="../embeddings/oleObject24.bin" TargetMode="Internal" /><Relationship Id="rId26" Type="http://schemas.openxmlformats.org/officeDocument/2006/relationships/image" Target="../media/image39.wmf" /><Relationship Id="rId27" Type="http://schemas.openxmlformats.org/officeDocument/2006/relationships/tags" Target="../tags/tag842.xml" /><Relationship Id="rId28" Type="http://schemas.openxmlformats.org/officeDocument/2006/relationships/tags" Target="../tags/tag843.xml" /><Relationship Id="rId29" Type="http://schemas.openxmlformats.org/officeDocument/2006/relationships/tags" Target="../tags/tag844.xml" /><Relationship Id="rId3" Type="http://schemas.openxmlformats.org/officeDocument/2006/relationships/tags" Target="../tags/tag822.xml" /><Relationship Id="rId30" Type="http://schemas.openxmlformats.org/officeDocument/2006/relationships/vmlDrawing" Target="../drawings/vmlDrawing11.v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823.xml" /><Relationship Id="rId7" Type="http://schemas.openxmlformats.org/officeDocument/2006/relationships/tags" Target="../tags/tag824.xml" /><Relationship Id="rId8" Type="http://schemas.openxmlformats.org/officeDocument/2006/relationships/tags" Target="../tags/tag825.xml" /><Relationship Id="rId9" Type="http://schemas.openxmlformats.org/officeDocument/2006/relationships/tags" Target="../tags/tag826.xml" /></Relationships>
</file>

<file path=ppt/slides/_rels/slide33.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851.xml" /><Relationship Id="rId11" Type="http://schemas.openxmlformats.org/officeDocument/2006/relationships/tags" Target="../tags/tag852.xml" /><Relationship Id="rId12" Type="http://schemas.openxmlformats.org/officeDocument/2006/relationships/tags" Target="../tags/tag853.xml" /><Relationship Id="rId13" Type="http://schemas.openxmlformats.org/officeDocument/2006/relationships/tags" Target="../tags/tag854.xml" /><Relationship Id="rId14" Type="http://schemas.openxmlformats.org/officeDocument/2006/relationships/tags" Target="../tags/tag855.xml" /><Relationship Id="rId15" Type="http://schemas.openxmlformats.org/officeDocument/2006/relationships/tags" Target="../tags/tag856.xml" /><Relationship Id="rId16" Type="http://schemas.openxmlformats.org/officeDocument/2006/relationships/tags" Target="../tags/tag857.xml" /><Relationship Id="rId17" Type="http://schemas.openxmlformats.org/officeDocument/2006/relationships/tags" Target="../tags/tag858.xml" /><Relationship Id="rId18" Type="http://schemas.openxmlformats.org/officeDocument/2006/relationships/tags" Target="../tags/tag859.xml" /><Relationship Id="rId19" Type="http://schemas.openxmlformats.org/officeDocument/2006/relationships/tags" Target="../tags/tag860.xml" /><Relationship Id="rId2" Type="http://schemas.openxmlformats.org/officeDocument/2006/relationships/tags" Target="../tags/tag845.xml" /><Relationship Id="rId20" Type="http://schemas.openxmlformats.org/officeDocument/2006/relationships/tags" Target="../tags/tag861.xml" /><Relationship Id="rId21" Type="http://schemas.openxmlformats.org/officeDocument/2006/relationships/tags" Target="../tags/tag862.xml" /><Relationship Id="rId22" Type="http://schemas.openxmlformats.org/officeDocument/2006/relationships/tags" Target="../tags/tag863.xml" /><Relationship Id="rId23" Type="http://schemas.openxmlformats.org/officeDocument/2006/relationships/tags" Target="../tags/tag864.xml" /><Relationship Id="rId24" Type="http://schemas.openxmlformats.org/officeDocument/2006/relationships/tags" Target="../tags/tag865.xml" /><Relationship Id="rId25" Type="http://schemas.openxmlformats.org/officeDocument/2006/relationships/oleObject" Target="../embeddings/oleObject25.bin" TargetMode="Internal" /><Relationship Id="rId26" Type="http://schemas.openxmlformats.org/officeDocument/2006/relationships/image" Target="../media/image40.wmf" /><Relationship Id="rId27" Type="http://schemas.openxmlformats.org/officeDocument/2006/relationships/tags" Target="../tags/tag866.xml" /><Relationship Id="rId28" Type="http://schemas.openxmlformats.org/officeDocument/2006/relationships/tags" Target="../tags/tag867.xml" /><Relationship Id="rId29" Type="http://schemas.openxmlformats.org/officeDocument/2006/relationships/vmlDrawing" Target="../drawings/vmlDrawing12.vml" /><Relationship Id="rId3" Type="http://schemas.openxmlformats.org/officeDocument/2006/relationships/tags" Target="../tags/tag846.x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847.xml" /><Relationship Id="rId7" Type="http://schemas.openxmlformats.org/officeDocument/2006/relationships/tags" Target="../tags/tag848.xml" /><Relationship Id="rId8" Type="http://schemas.openxmlformats.org/officeDocument/2006/relationships/tags" Target="../tags/tag849.xml" /><Relationship Id="rId9" Type="http://schemas.openxmlformats.org/officeDocument/2006/relationships/tags" Target="../tags/tag850.xml" /></Relationships>
</file>

<file path=ppt/slides/_rels/slide34.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874.xml" /><Relationship Id="rId11" Type="http://schemas.openxmlformats.org/officeDocument/2006/relationships/tags" Target="../tags/tag875.xml" /><Relationship Id="rId12" Type="http://schemas.openxmlformats.org/officeDocument/2006/relationships/tags" Target="../tags/tag876.xml" /><Relationship Id="rId13" Type="http://schemas.openxmlformats.org/officeDocument/2006/relationships/tags" Target="../tags/tag877.xml" /><Relationship Id="rId14" Type="http://schemas.openxmlformats.org/officeDocument/2006/relationships/tags" Target="../tags/tag878.xml" /><Relationship Id="rId15" Type="http://schemas.openxmlformats.org/officeDocument/2006/relationships/tags" Target="../tags/tag879.xml" /><Relationship Id="rId16" Type="http://schemas.openxmlformats.org/officeDocument/2006/relationships/tags" Target="../tags/tag880.xml" /><Relationship Id="rId17" Type="http://schemas.openxmlformats.org/officeDocument/2006/relationships/tags" Target="../tags/tag881.xml" /><Relationship Id="rId18" Type="http://schemas.openxmlformats.org/officeDocument/2006/relationships/tags" Target="../tags/tag882.xml" /><Relationship Id="rId19" Type="http://schemas.openxmlformats.org/officeDocument/2006/relationships/tags" Target="../tags/tag883.xml" /><Relationship Id="rId2" Type="http://schemas.openxmlformats.org/officeDocument/2006/relationships/tags" Target="../tags/tag868.xml" /><Relationship Id="rId20" Type="http://schemas.openxmlformats.org/officeDocument/2006/relationships/tags" Target="../tags/tag884.xml" /><Relationship Id="rId21" Type="http://schemas.openxmlformats.org/officeDocument/2006/relationships/tags" Target="../tags/tag885.xml" /><Relationship Id="rId22" Type="http://schemas.openxmlformats.org/officeDocument/2006/relationships/tags" Target="../tags/tag886.xml" /><Relationship Id="rId23" Type="http://schemas.openxmlformats.org/officeDocument/2006/relationships/tags" Target="../tags/tag887.xml" /><Relationship Id="rId24" Type="http://schemas.openxmlformats.org/officeDocument/2006/relationships/tags" Target="../tags/tag888.xml" /><Relationship Id="rId25" Type="http://schemas.openxmlformats.org/officeDocument/2006/relationships/oleObject" Target="../embeddings/oleObject26.bin" TargetMode="Internal" /><Relationship Id="rId26" Type="http://schemas.openxmlformats.org/officeDocument/2006/relationships/image" Target="../media/image41.wmf" /><Relationship Id="rId27" Type="http://schemas.openxmlformats.org/officeDocument/2006/relationships/image" Target="../media/image42.png" /><Relationship Id="rId28" Type="http://schemas.openxmlformats.org/officeDocument/2006/relationships/tags" Target="../tags/tag889.xml" /><Relationship Id="rId29" Type="http://schemas.openxmlformats.org/officeDocument/2006/relationships/tags" Target="../tags/tag890.xml" /><Relationship Id="rId3" Type="http://schemas.openxmlformats.org/officeDocument/2006/relationships/tags" Target="../tags/tag869.xml" /><Relationship Id="rId30" Type="http://schemas.openxmlformats.org/officeDocument/2006/relationships/oleObject" Target="../embeddings/oleObject27.bin" TargetMode="Internal" /><Relationship Id="rId31" Type="http://schemas.openxmlformats.org/officeDocument/2006/relationships/image" Target="../media/image43.wmf" /><Relationship Id="rId32" Type="http://schemas.openxmlformats.org/officeDocument/2006/relationships/tags" Target="../tags/tag891.xml" /><Relationship Id="rId33" Type="http://schemas.openxmlformats.org/officeDocument/2006/relationships/oleObject" Target="../embeddings/oleObject28.bin" TargetMode="Internal" /><Relationship Id="rId34" Type="http://schemas.openxmlformats.org/officeDocument/2006/relationships/image" Target="../media/image44.wmf" /><Relationship Id="rId35" Type="http://schemas.openxmlformats.org/officeDocument/2006/relationships/vmlDrawing" Target="../drawings/vmlDrawing13.v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870.xml" /><Relationship Id="rId7" Type="http://schemas.openxmlformats.org/officeDocument/2006/relationships/tags" Target="../tags/tag871.xml" /><Relationship Id="rId8" Type="http://schemas.openxmlformats.org/officeDocument/2006/relationships/tags" Target="../tags/tag872.xml" /><Relationship Id="rId9" Type="http://schemas.openxmlformats.org/officeDocument/2006/relationships/tags" Target="../tags/tag873.xml" /></Relationships>
</file>

<file path=ppt/slides/_rels/slide35.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899.xml" /><Relationship Id="rId11" Type="http://schemas.openxmlformats.org/officeDocument/2006/relationships/tags" Target="../tags/tag900.xml" /><Relationship Id="rId12" Type="http://schemas.openxmlformats.org/officeDocument/2006/relationships/tags" Target="../tags/tag901.xml" /><Relationship Id="rId13" Type="http://schemas.openxmlformats.org/officeDocument/2006/relationships/tags" Target="../tags/tag902.xml" /><Relationship Id="rId14" Type="http://schemas.openxmlformats.org/officeDocument/2006/relationships/tags" Target="../tags/tag903.xml" /><Relationship Id="rId15" Type="http://schemas.openxmlformats.org/officeDocument/2006/relationships/tags" Target="../tags/tag904.xml" /><Relationship Id="rId16" Type="http://schemas.openxmlformats.org/officeDocument/2006/relationships/tags" Target="../tags/tag905.xml" /><Relationship Id="rId17" Type="http://schemas.openxmlformats.org/officeDocument/2006/relationships/tags" Target="../tags/tag906.xml" /><Relationship Id="rId18" Type="http://schemas.openxmlformats.org/officeDocument/2006/relationships/tags" Target="../tags/tag907.xml" /><Relationship Id="rId19" Type="http://schemas.openxmlformats.org/officeDocument/2006/relationships/tags" Target="../tags/tag908.xml" /><Relationship Id="rId2" Type="http://schemas.openxmlformats.org/officeDocument/2006/relationships/tags" Target="../tags/tag892.xml" /><Relationship Id="rId20" Type="http://schemas.openxmlformats.org/officeDocument/2006/relationships/tags" Target="../tags/tag909.xml" /><Relationship Id="rId21" Type="http://schemas.openxmlformats.org/officeDocument/2006/relationships/tags" Target="../tags/tag910.xml" /><Relationship Id="rId22" Type="http://schemas.openxmlformats.org/officeDocument/2006/relationships/tags" Target="../tags/tag911.xml" /><Relationship Id="rId23" Type="http://schemas.openxmlformats.org/officeDocument/2006/relationships/image" Target="../media/image3.png" /><Relationship Id="rId24" Type="http://schemas.openxmlformats.org/officeDocument/2006/relationships/tags" Target="../tags/tag912.xml" /><Relationship Id="rId25" Type="http://schemas.openxmlformats.org/officeDocument/2006/relationships/tags" Target="../tags/tag913.xml" /><Relationship Id="rId26" Type="http://schemas.openxmlformats.org/officeDocument/2006/relationships/tags" Target="../tags/tag914.xml" /><Relationship Id="rId27" Type="http://schemas.openxmlformats.org/officeDocument/2006/relationships/tags" Target="../tags/tag915.xml" /><Relationship Id="rId3" Type="http://schemas.openxmlformats.org/officeDocument/2006/relationships/image" Target="../media/image2.jpeg" /><Relationship Id="rId4" Type="http://schemas.openxmlformats.org/officeDocument/2006/relationships/tags" Target="../tags/tag893.xml" /><Relationship Id="rId5" Type="http://schemas.openxmlformats.org/officeDocument/2006/relationships/tags" Target="../tags/tag894.xml" /><Relationship Id="rId6" Type="http://schemas.openxmlformats.org/officeDocument/2006/relationships/tags" Target="../tags/tag895.xml" /><Relationship Id="rId7" Type="http://schemas.openxmlformats.org/officeDocument/2006/relationships/tags" Target="../tags/tag896.xml" /><Relationship Id="rId8" Type="http://schemas.openxmlformats.org/officeDocument/2006/relationships/tags" Target="../tags/tag897.xml" /><Relationship Id="rId9" Type="http://schemas.openxmlformats.org/officeDocument/2006/relationships/tags" Target="../tags/tag898.xml"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pic>
        <p:nvPicPr>
          <p:cNvPr id="8" name="图片 7" title=""/>
          <p:cNvPicPr>
            <a:picLocks noChangeAspect="1"/>
          </p:cNvPicPr>
          <p:nvPr>
            <p:custDataLst>
              <p:tags r:id="rId4"/>
            </p:custDataLst>
          </p:nvPr>
        </p:nvPicPr>
        <p:blipFill>
          <a:blip r:embed="rId3"/>
          <a:srcRect l="36" r="36"/>
          <a:stretch>
            <a:fillRect/>
          </a:stretch>
        </p:blipFill>
        <p:spPr>
          <a:xfrm>
            <a:off x="2540" y="0"/>
            <a:ext cx="12189460" cy="6858000"/>
          </a:xfrm>
          <a:prstGeom prst="rect">
            <a:avLst/>
          </a:prstGeom>
        </p:spPr>
      </p:pic>
      <p:grpSp>
        <p:nvGrpSpPr>
          <p:cNvPr id="22" name="组合 21" title=""/>
          <p:cNvGrpSpPr/>
          <p:nvPr>
            <p:custDataLst>
              <p:tags r:id="rId5"/>
            </p:custDataLst>
          </p:nvPr>
        </p:nvGrpSpPr>
        <p:grpSpPr>
          <a:xfrm flipH="1">
            <a:off x="914400" y="1318230"/>
            <a:ext cx="10363200" cy="4221540"/>
            <a:chOff x="838200" y="1460500"/>
            <a:chExt cx="9664700" cy="3937000"/>
          </a:xfrm>
        </p:grpSpPr>
        <p:sp>
          <p:nvSpPr>
            <p:cNvPr id="13" name="矩形: 圆角 12"/>
            <p:cNvSpPr/>
            <p:nvPr>
              <p:custDataLst>
                <p:tags r:id="rId6"/>
              </p:custDataLst>
            </p:nvPr>
          </p:nvSpPr>
          <p:spPr>
            <a:xfrm>
              <a:off x="838200" y="1460500"/>
              <a:ext cx="9664700" cy="3937000"/>
            </a:xfrm>
            <a:prstGeom prst="roundRect">
              <a:avLst>
                <a:gd name="adj" fmla="val 9794"/>
              </a:avLst>
            </a:prstGeom>
            <a:gradFill>
              <a:gsLst>
                <a:gs pos="52000">
                  <a:srgbClr val="FFFFFF">
                    <a:alpha val="100000"/>
                  </a:srgbClr>
                </a:gs>
                <a:gs pos="0">
                  <a:schemeClr val="bg1">
                    <a:alpha val="78000"/>
                  </a:schemeClr>
                </a:gs>
                <a:gs pos="100000">
                  <a:schemeClr val="bg1">
                    <a:alpha val="3000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custDataLst>
                <p:tags r:id="rId7"/>
              </p:custDataLst>
            </p:nvPr>
          </p:nvSpPr>
          <p:spPr>
            <a:xfrm>
              <a:off x="8109821" y="1460500"/>
              <a:ext cx="2393079" cy="2163898"/>
            </a:xfrm>
            <a:custGeom>
              <a:gdLst>
                <a:gd name="connsiteX0" fmla="*/ 29127 w 2819400"/>
                <a:gd name="connsiteY0" fmla="*/ 0 h 2565400"/>
                <a:gd name="connsiteX1" fmla="*/ 2433810 w 2819400"/>
                <a:gd name="connsiteY1" fmla="*/ 0 h 2565400"/>
                <a:gd name="connsiteX2" fmla="*/ 2819400 w 2819400"/>
                <a:gd name="connsiteY2" fmla="*/ 385590 h 2565400"/>
                <a:gd name="connsiteX3" fmla="*/ 2819400 w 2819400"/>
                <a:gd name="connsiteY3" fmla="*/ 2481938 h 2565400"/>
                <a:gd name="connsiteX4" fmla="*/ 2670411 w 2819400"/>
                <a:gd name="connsiteY4" fmla="*/ 2520247 h 2565400"/>
                <a:gd name="connsiteX5" fmla="*/ 2222500 w 2819400"/>
                <a:gd name="connsiteY5" fmla="*/ 2565400 h 2565400"/>
                <a:gd name="connsiteX6" fmla="*/ 0 w 2819400"/>
                <a:gd name="connsiteY6" fmla="*/ 342900 h 2565400"/>
                <a:gd name="connsiteX7" fmla="*/ 11475 w 2819400"/>
                <a:gd name="connsiteY7" fmla="*/ 115662 h 2565400"/>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19400" h="2565400">
                  <a:moveTo>
                    <a:pt x="29127" y="0"/>
                  </a:moveTo>
                  <a:lnTo>
                    <a:pt x="2433810" y="0"/>
                  </a:lnTo>
                  <a:cubicBezTo>
                    <a:pt x="2646765" y="0"/>
                    <a:pt x="2819400" y="172635"/>
                    <a:pt x="2819400" y="385590"/>
                  </a:cubicBezTo>
                  <a:lnTo>
                    <a:pt x="2819400" y="2481938"/>
                  </a:lnTo>
                  <a:lnTo>
                    <a:pt x="2670411" y="2520247"/>
                  </a:lnTo>
                  <a:cubicBezTo>
                    <a:pt x="2525732" y="2549852"/>
                    <a:pt x="2375932" y="2565400"/>
                    <a:pt x="2222500" y="2565400"/>
                  </a:cubicBezTo>
                  <a:cubicBezTo>
                    <a:pt x="995047" y="2565400"/>
                    <a:pt x="0" y="1570353"/>
                    <a:pt x="0" y="342900"/>
                  </a:cubicBezTo>
                  <a:cubicBezTo>
                    <a:pt x="0" y="266184"/>
                    <a:pt x="3887" y="190376"/>
                    <a:pt x="11475" y="115662"/>
                  </a:cubicBezTo>
                  <a:close/>
                </a:path>
              </a:pathLst>
            </a:custGeom>
            <a:gradFill flip="none" rotWithShape="1">
              <a:gsLst>
                <a:gs pos="0">
                  <a:srgbClr val="4076FD">
                    <a:alpha val="50000"/>
                  </a:srgbClr>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title=""/>
          <p:cNvSpPr txBox="1"/>
          <p:nvPr>
            <p:custDataLst>
              <p:tags r:id="rId8"/>
            </p:custDataLst>
          </p:nvPr>
        </p:nvSpPr>
        <p:spPr>
          <a:xfrm>
            <a:off x="0" y="2034540"/>
            <a:ext cx="12191365" cy="1677670"/>
          </a:xfrm>
          <a:prstGeom prst="rect">
            <a:avLst/>
          </a:prstGeom>
          <a:noFill/>
        </p:spPr>
        <p:txBody>
          <a:bodyPr wrap="square" rtlCol="0">
            <a:noAutofit/>
          </a:bodyPr>
          <a:lstStyle/>
          <a:p>
            <a:pPr algn="ctr"/>
            <a:r>
              <a:rPr lang="zh-CN" altLang="en-US" sz="4800" b="1">
                <a:latin typeface="微软雅黑" panose="020b0503020204020204" charset="-122"/>
                <a:ea typeface="微软雅黑" panose="020b0503020204020204" charset="-122"/>
                <a:cs typeface="微软雅黑" panose="020b0503020204020204" charset="-122"/>
              </a:rPr>
              <a:t>第</a:t>
            </a:r>
            <a:r>
              <a:rPr lang="en-US" altLang="zh-CN" sz="4800" b="1">
                <a:latin typeface="微软雅黑" panose="020b0503020204020204" charset="-122"/>
                <a:ea typeface="微软雅黑" panose="020b0503020204020204" charset="-122"/>
                <a:cs typeface="微软雅黑" panose="020b0503020204020204" charset="-122"/>
              </a:rPr>
              <a:t> </a:t>
            </a:r>
            <a:r>
              <a:rPr lang="en-US" altLang="zh-CN" sz="4800" b="1">
                <a:solidFill>
                  <a:srgbClr val="4175FC"/>
                </a:solidFill>
                <a:latin typeface="微软雅黑" panose="020b0503020204020204" charset="-122"/>
                <a:ea typeface="微软雅黑" panose="020b0503020204020204" charset="-122"/>
                <a:cs typeface="微软雅黑" panose="020b0503020204020204" charset="-122"/>
              </a:rPr>
              <a:t>1 </a:t>
            </a:r>
            <a:r>
              <a:rPr lang="zh-CN" altLang="en-US" sz="4800" b="1">
                <a:latin typeface="微软雅黑" panose="020b0503020204020204" charset="-122"/>
                <a:ea typeface="微软雅黑" panose="020b0503020204020204" charset="-122"/>
                <a:cs typeface="微软雅黑" panose="020b0503020204020204" charset="-122"/>
              </a:rPr>
              <a:t>章</a:t>
            </a:r>
            <a:endParaRPr lang="zh-CN" altLang="en-US" sz="4800" b="1">
              <a:latin typeface="微软雅黑" panose="020b0503020204020204" charset="-122"/>
              <a:ea typeface="微软雅黑" panose="020b0503020204020204" charset="-122"/>
              <a:cs typeface="微软雅黑" panose="020b0503020204020204" charset="-122"/>
            </a:endParaRPr>
          </a:p>
          <a:p>
            <a:pPr algn="ctr"/>
            <a:r>
              <a:rPr lang="zh-CN" altLang="en-US" sz="4800" b="1">
                <a:latin typeface="微软雅黑" panose="020b0503020204020204" charset="-122"/>
                <a:ea typeface="微软雅黑" panose="020b0503020204020204" charset="-122"/>
                <a:cs typeface="微软雅黑" panose="020b0503020204020204" charset="-122"/>
              </a:rPr>
              <a:t>集合与常用逻辑用语</a:t>
            </a:r>
            <a:endParaRPr lang="zh-CN" altLang="en-US" sz="4800" b="1">
              <a:latin typeface="微软雅黑" panose="020b0503020204020204" charset="-122"/>
              <a:ea typeface="微软雅黑" panose="020b0503020204020204" charset="-122"/>
              <a:cs typeface="微软雅黑" panose="020b0503020204020204" charset="-122"/>
            </a:endParaRPr>
          </a:p>
        </p:txBody>
      </p:sp>
      <p:sp>
        <p:nvSpPr>
          <p:cNvPr id="31" name="矩形: 圆角 30" title=""/>
          <p:cNvSpPr/>
          <p:nvPr>
            <p:custDataLst>
              <p:tags r:id="rId9"/>
            </p:custDataLst>
          </p:nvPr>
        </p:nvSpPr>
        <p:spPr>
          <a:xfrm flipV="1">
            <a:off x="8349137" y="2657103"/>
            <a:ext cx="1674812" cy="47625"/>
          </a:xfrm>
          <a:prstGeom prst="roundRect">
            <a:avLst>
              <a:gd name="adj" fmla="val 50000"/>
            </a:avLst>
          </a:prstGeom>
          <a:gradFill flip="none" rotWithShape="1">
            <a:gsLst>
              <a:gs pos="0">
                <a:srgbClr val="4076FD"/>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2" name="组合 31" title=""/>
          <p:cNvGrpSpPr/>
          <p:nvPr>
            <p:custDataLst>
              <p:tags r:id="rId10"/>
            </p:custDataLst>
          </p:nvPr>
        </p:nvGrpSpPr>
        <p:grpSpPr>
          <a:xfrm flipH="1">
            <a:off x="10644249" y="1800935"/>
            <a:ext cx="176150" cy="780068"/>
            <a:chOff x="8290832" y="4887686"/>
            <a:chExt cx="296617" cy="1313542"/>
          </a:xfrm>
          <a:solidFill>
            <a:srgbClr val="4076FD"/>
          </a:solidFill>
        </p:grpSpPr>
        <p:grpSp>
          <p:nvGrpSpPr>
            <p:cNvPr id="33" name="组合 32"/>
            <p:cNvGrpSpPr/>
            <p:nvPr>
              <p:custDataLst>
                <p:tags r:id="rId11"/>
              </p:custDataLst>
            </p:nvPr>
          </p:nvGrpSpPr>
          <p:grpSpPr>
            <a:xfrm>
              <a:off x="8452757" y="5040086"/>
              <a:ext cx="134692" cy="1161142"/>
              <a:chOff x="8490857" y="4963886"/>
              <a:chExt cx="134692" cy="1161142"/>
            </a:xfrm>
            <a:grpFill/>
          </p:grpSpPr>
          <p:sp>
            <p:nvSpPr>
              <p:cNvPr id="40" name="等腰三角形 39"/>
              <p:cNvSpPr/>
              <p:nvPr>
                <p:custDataLst>
                  <p:tags r:id="rId12"/>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等腰三角形 40"/>
              <p:cNvSpPr/>
              <p:nvPr>
                <p:custDataLst>
                  <p:tags r:id="rId13"/>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等腰三角形 41"/>
              <p:cNvSpPr/>
              <p:nvPr>
                <p:custDataLst>
                  <p:tags r:id="rId14"/>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等腰三角形 42"/>
              <p:cNvSpPr/>
              <p:nvPr>
                <p:custDataLst>
                  <p:tags r:id="rId15"/>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等腰三角形 43"/>
              <p:cNvSpPr/>
              <p:nvPr>
                <p:custDataLst>
                  <p:tags r:id="rId16"/>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4" name="组合 33"/>
            <p:cNvGrpSpPr/>
            <p:nvPr>
              <p:custDataLst>
                <p:tags r:id="rId17"/>
              </p:custDataLst>
            </p:nvPr>
          </p:nvGrpSpPr>
          <p:grpSpPr>
            <a:xfrm>
              <a:off x="8290832" y="4887686"/>
              <a:ext cx="134692" cy="1161142"/>
              <a:chOff x="8490857" y="4963886"/>
              <a:chExt cx="134692" cy="1161142"/>
            </a:xfrm>
            <a:grpFill/>
          </p:grpSpPr>
          <p:sp>
            <p:nvSpPr>
              <p:cNvPr id="35" name="等腰三角形 34"/>
              <p:cNvSpPr/>
              <p:nvPr>
                <p:custDataLst>
                  <p:tags r:id="rId18"/>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custDataLst>
                  <p:tags r:id="rId19"/>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custDataLst>
                  <p:tags r:id="rId20"/>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等腰三角形 37"/>
              <p:cNvSpPr/>
              <p:nvPr>
                <p:custDataLst>
                  <p:tags r:id="rId21"/>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等腰三角形 38"/>
              <p:cNvSpPr/>
              <p:nvPr>
                <p:custDataLst>
                  <p:tags r:id="rId22"/>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58" name="文本框 57" title=""/>
          <p:cNvSpPr txBox="1"/>
          <p:nvPr>
            <p:custDataLst>
              <p:tags r:id="rId23"/>
            </p:custDataLst>
          </p:nvPr>
        </p:nvSpPr>
        <p:spPr>
          <a:xfrm>
            <a:off x="4414463" y="5061188"/>
            <a:ext cx="3363074" cy="368300"/>
          </a:xfrm>
          <a:prstGeom prst="rect">
            <a:avLst/>
          </a:prstGeom>
          <a:noFill/>
        </p:spPr>
        <p:txBody>
          <a:bodyPr wrap="square" rtlCol="0">
            <a:spAutoFit/>
          </a:bodyPr>
          <a:lstStyle/>
          <a:p>
            <a:pPr algn="ctr"/>
            <a:r>
              <a:rPr>
                <a:latin typeface="黑体" panose="02010609060101010101" charset="-122"/>
                <a:ea typeface="黑体" panose="02010609060101010101" charset="-122"/>
                <a:cs typeface="黑体" panose="02010609060101010101" charset="-122"/>
              </a:rPr>
              <a:t>人教A版2019必修第一册</a:t>
            </a:r>
            <a:endParaRPr>
              <a:latin typeface="黑体" panose="02010609060101010101" charset="-122"/>
              <a:ea typeface="黑体" panose="02010609060101010101" charset="-122"/>
              <a:cs typeface="黑体" panose="02010609060101010101" charset="-122"/>
            </a:endParaRPr>
          </a:p>
        </p:txBody>
      </p:sp>
      <p:grpSp>
        <p:nvGrpSpPr>
          <p:cNvPr id="3" name="组合 2" title=""/>
          <p:cNvGrpSpPr/>
          <p:nvPr>
            <p:custDataLst>
              <p:tags r:id="rId24"/>
            </p:custDataLst>
          </p:nvPr>
        </p:nvGrpSpPr>
        <p:grpSpPr>
          <a:xfrm>
            <a:off x="3480931" y="3700145"/>
            <a:ext cx="5289799" cy="674370"/>
            <a:chOff x="1574" y="5979"/>
            <a:chExt cx="10154" cy="1062"/>
          </a:xfrm>
        </p:grpSpPr>
        <p:sp>
          <p:nvSpPr>
            <p:cNvPr id="30" name="矩形: 圆角 29"/>
            <p:cNvSpPr/>
            <p:nvPr>
              <p:custDataLst>
                <p:tags r:id="rId25"/>
              </p:custDataLst>
            </p:nvPr>
          </p:nvSpPr>
          <p:spPr>
            <a:xfrm rot="10800000" flipV="1">
              <a:off x="1574" y="5979"/>
              <a:ext cx="10154" cy="1062"/>
            </a:xfrm>
            <a:prstGeom prst="roundRect">
              <a:avLst>
                <a:gd name="adj" fmla="val 50000"/>
              </a:avLst>
            </a:prstGeom>
            <a:gradFill flip="none" rotWithShape="1">
              <a:gsLst>
                <a:gs pos="0">
                  <a:srgbClr val="4076FD"/>
                </a:gs>
                <a:gs pos="100000">
                  <a:schemeClr val="accent2">
                    <a:alpha val="4000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custDataLst>
                <p:tags r:id="rId26"/>
              </p:custDataLst>
            </p:nvPr>
          </p:nvSpPr>
          <p:spPr>
            <a:xfrm>
              <a:off x="1890" y="6049"/>
              <a:ext cx="9576" cy="919"/>
            </a:xfrm>
            <a:prstGeom prst="rect">
              <a:avLst/>
            </a:prstGeom>
            <a:noFill/>
          </p:spPr>
          <p:txBody>
            <a:bodyPr wrap="square" rtlCol="0">
              <a:spAutoFit/>
            </a:bodyPr>
            <a:lstStyle/>
            <a:p>
              <a:pPr algn="l"/>
              <a:r>
                <a:rPr lang="en-US" altLang="zh-CN" sz="3200" b="1">
                  <a:solidFill>
                    <a:srgbClr val="FCFDFE"/>
                  </a:solidFill>
                  <a:latin typeface="黑体" panose="02010609060101010101" charset="-122"/>
                  <a:ea typeface="黑体" panose="02010609060101010101" charset="-122"/>
                  <a:cs typeface="黑体" panose="02010609060101010101" charset="-122"/>
                </a:rPr>
                <a:t>1.4.1</a:t>
              </a:r>
              <a:r>
                <a:rPr lang="zh-CN" altLang="en-US" sz="3200" b="1">
                  <a:solidFill>
                    <a:srgbClr val="FCFDFE"/>
                  </a:solidFill>
                  <a:latin typeface="黑体" panose="02010609060101010101" charset="-122"/>
                  <a:ea typeface="黑体" panose="02010609060101010101" charset="-122"/>
                  <a:cs typeface="黑体" panose="02010609060101010101" charset="-122"/>
                </a:rPr>
                <a:t>充分条件与必要条件</a:t>
              </a:r>
              <a:endParaRPr lang="zh-CN" altLang="en-US" sz="3200" b="1">
                <a:solidFill>
                  <a:srgbClr val="FCFDFE"/>
                </a:solidFill>
                <a:latin typeface="黑体" panose="02010609060101010101" charset="-122"/>
                <a:ea typeface="黑体" panose="02010609060101010101" charset="-122"/>
                <a:cs typeface="黑体" panose="02010609060101010101" charset="-122"/>
              </a:endParaRPr>
            </a:p>
          </p:txBody>
        </p:sp>
      </p:grpSp>
      <p:pic>
        <p:nvPicPr>
          <p:cNvPr id="4" name="图片 3" title=""/>
          <p:cNvPicPr>
            <a:picLocks noChangeAspect="1"/>
          </p:cNvPicPr>
          <p:nvPr userDrawn="1">
            <p:custDataLst>
              <p:tags r:id="rId28"/>
            </p:custDataLst>
          </p:nvPr>
        </p:nvPicPr>
        <p:blipFill>
          <a:blip r:embed="rId27"/>
          <a:stretch>
            <a:fillRect/>
          </a:stretch>
        </p:blipFill>
        <p:spPr>
          <a:xfrm>
            <a:off x="267335" y="262890"/>
            <a:ext cx="1640840" cy="520700"/>
          </a:xfrm>
          <a:prstGeom prst="rect">
            <a:avLst/>
          </a:prstGeom>
        </p:spPr>
      </p:pic>
      <p:sp>
        <p:nvSpPr>
          <p:cNvPr id="9" name="矩形: 圆角 13" title=""/>
          <p:cNvSpPr/>
          <p:nvPr>
            <p:custDataLst>
              <p:tags r:id="rId29"/>
            </p:custDataLst>
          </p:nvPr>
        </p:nvSpPr>
        <p:spPr>
          <a:xfrm>
            <a:off x="2306320" y="669925"/>
            <a:ext cx="3429000" cy="342900"/>
          </a:xfrm>
          <a:prstGeom prst="roundRect">
            <a:avLst>
              <a:gd name="adj" fmla="val 50000"/>
            </a:avLst>
          </a:prstGeom>
          <a:gradFill flip="none" rotWithShape="1">
            <a:gsLst>
              <a:gs pos="0">
                <a:srgbClr val="4076FD"/>
              </a:gs>
              <a:gs pos="100000">
                <a:schemeClr val="accent2">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14" title=""/>
          <p:cNvSpPr/>
          <p:nvPr>
            <p:custDataLst>
              <p:tags r:id="rId30"/>
            </p:custDataLst>
          </p:nvPr>
        </p:nvSpPr>
        <p:spPr>
          <a:xfrm>
            <a:off x="4820920" y="5845175"/>
            <a:ext cx="4457700" cy="402590"/>
          </a:xfrm>
          <a:prstGeom prst="roundRect">
            <a:avLst>
              <a:gd name="adj" fmla="val 50000"/>
            </a:avLst>
          </a:prstGeom>
          <a:gradFill flip="none" rotWithShape="1">
            <a:gsLst>
              <a:gs pos="0">
                <a:srgbClr val="4076FD"/>
              </a:gs>
              <a:gs pos="100000">
                <a:schemeClr val="accent2">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fill="hold" grpId="0" nodeType="afterEffect">
                                  <p:stCondLst>
                                    <p:cond delay="0"/>
                                  </p:stCondLst>
                                  <p:iterate type="wd">
                                    <p:tmPct val="10000"/>
                                  </p:iterate>
                                  <p:childTnLst>
                                    <p:set>
                                      <p:cBhvr>
                                        <p:cTn id="6" dur="250" fill="hold">
                                          <p:stCondLst>
                                            <p:cond delay="0"/>
                                          </p:stCondLst>
                                        </p:cTn>
                                        <p:tgtEl>
                                          <p:spTgt spid="25"/>
                                        </p:tgtEl>
                                        <p:attrNameLst>
                                          <p:attrName>style.visibility</p:attrName>
                                        </p:attrNameLst>
                                      </p:cBhvr>
                                      <p:to>
                                        <p:strVal val="visible"/>
                                      </p:to>
                                    </p:set>
                                    <p:anim to="0" calcmode="lin" valueType="num">
                                      <p:cBhvr>
                                        <p:cTn id="7" dur="250" decel="100000" fill="hold">
                                          <p:stCondLst>
                                            <p:cond delay="0"/>
                                          </p:stCondLst>
                                        </p:cTn>
                                        <p:tgtEl>
                                          <p:spTgt spid="25"/>
                                        </p:tgtEl>
                                        <p:attrNameLst>
                                          <p:attrName>ppt_y</p:attrName>
                                        </p:attrNameLst>
                                      </p:cBhvr>
                                      <p:tavLst>
                                        <p:tav tm="0">
                                          <p:val>
                                            <p:strVal val="ppt_y+0.02"/>
                                          </p:val>
                                        </p:tav>
                                        <p:tav tm="100000">
                                          <p:val>
                                            <p:strVal val="#ppt_y"/>
                                          </p:val>
                                        </p:tav>
                                      </p:tavLst>
                                    </p:anim>
                                    <p:animEffect transition="in" filter="fade">
                                      <p:cBhvr>
                                        <p:cTn id="8" dur="250">
                                          <p:stCondLst>
                                            <p:cond delay="0"/>
                                          </p:stCondLst>
                                        </p:cTn>
                                        <p:tgtEl>
                                          <p:spTgt spid="25"/>
                                        </p:tgtEl>
                                      </p:cBhvr>
                                    </p:animEffect>
                                    <p:animScale>
                                      <p:cBhvr>
                                        <p:cTn id="9" dur="250" decel="100000" fill="hold">
                                          <p:stCondLst>
                                            <p:cond delay="0"/>
                                          </p:stCondLst>
                                        </p:cTn>
                                        <p:tgtEl>
                                          <p:spTgt spid="25"/>
                                        </p:tgtEl>
                                      </p:cBhvr>
                                      <p:by x="100000" y="100000"/>
                                      <p:from x="110000" y="110000"/>
                                      <p:to x="100000" y="100000"/>
                                    </p:animScale>
                                  </p:childTnLst>
                                </p:cTn>
                              </p:par>
                            </p:childTnLst>
                          </p:cTn>
                        </p:par>
                        <p:par>
                          <p:cTn id="10" fill="hold" nodeType="afterGroup">
                            <p:stCondLst>
                              <p:cond delay="250"/>
                            </p:stCondLst>
                            <p:childTnLst>
                              <p:par>
                                <p:cTn id="11" presetID="12" presetClass="entr" presetSubtype="4" fill="hold" nodeType="afterEffect">
                                  <p:stCondLst>
                                    <p:cond delay="0"/>
                                  </p:stCondLst>
                                  <p:childTnLst>
                                    <p:set>
                                      <p:cBhvr>
                                        <p:cTn id="12" dur="250" fill="hold">
                                          <p:stCondLst>
                                            <p:cond delay="0"/>
                                          </p:stCondLst>
                                        </p:cTn>
                                        <p:tgtEl>
                                          <p:spTgt spid="3"/>
                                        </p:tgtEl>
                                        <p:attrNameLst>
                                          <p:attrName>style.visibility</p:attrName>
                                        </p:attrNameLst>
                                      </p:cBhvr>
                                      <p:to>
                                        <p:strVal val="visible"/>
                                      </p:to>
                                    </p:set>
                                    <p:anim calcmode="lin" valueType="num">
                                      <p:cBhvr additive="base">
                                        <p:cTn id="13" dur="250"/>
                                        <p:tgtEl>
                                          <p:spTgt spid="3"/>
                                        </p:tgtEl>
                                        <p:attrNameLst>
                                          <p:attrName>ppt_y</p:attrName>
                                        </p:attrNameLst>
                                      </p:cBhvr>
                                      <p:tavLst>
                                        <p:tav tm="0">
                                          <p:val>
                                            <p:strVal val="#ppt_y+#ppt_h*1.125000"/>
                                          </p:val>
                                        </p:tav>
                                        <p:tav tm="100000">
                                          <p:val>
                                            <p:strVal val="#ppt_y"/>
                                          </p:val>
                                        </p:tav>
                                      </p:tavLst>
                                    </p:anim>
                                    <p:animEffect transition="in" filter="wipe(up)">
                                      <p:cBhvr>
                                        <p:cTn id="14" dur="2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pic>
        <p:nvPicPr>
          <p:cNvPr id="12" name="图片 11" title=""/>
          <p:cNvPicPr>
            <a:picLocks noChangeAspect="1"/>
          </p:cNvPicPr>
          <p:nvPr>
            <p:custDataLst>
              <p:tags r:id="rId5"/>
            </p:custDataLst>
          </p:nvPr>
        </p:nvPicPr>
        <p:blipFill>
          <a:blip r:embed="rId3">
            <a:extLst>
              <a:ext uri="{BEBA8EAE-BF5A-486C-A8C5-ECC9F3942E4B}">
                <a14:imgProps xmlns:a14="http://schemas.microsoft.com/office/drawing/2010/main">
                  <a14:imgLayer r:embed="rId4">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grpSp>
        <p:nvGrpSpPr>
          <p:cNvPr id="4" name="组合 3" title=""/>
          <p:cNvGrpSpPr/>
          <p:nvPr>
            <p:custDataLst>
              <p:tags r:id="rId6"/>
            </p:custDataLst>
          </p:nvPr>
        </p:nvGrpSpPr>
        <p:grpSpPr>
          <a:xfrm>
            <a:off x="703036" y="716625"/>
            <a:ext cx="2047422" cy="3312449"/>
            <a:chOff x="17236" y="716625"/>
            <a:chExt cx="2047422" cy="3312449"/>
          </a:xfrm>
        </p:grpSpPr>
        <p:sp>
          <p:nvSpPr>
            <p:cNvPr id="2" name="文本框 1"/>
            <p:cNvSpPr txBox="1"/>
            <p:nvPr>
              <p:custDataLst>
                <p:tags r:id="rId7"/>
              </p:custDataLst>
            </p:nvPr>
          </p:nvSpPr>
          <p:spPr>
            <a:xfrm>
              <a:off x="17236" y="716625"/>
              <a:ext cx="2008414" cy="2553335"/>
            </a:xfrm>
            <a:prstGeom prst="rect">
              <a:avLst/>
            </a:prstGeom>
            <a:noFill/>
          </p:spPr>
          <p:txBody>
            <a:bodyPr wrap="square" rtlCol="0">
              <a:spAutoFit/>
            </a:bodyPr>
            <a:lstStyle/>
            <a:p>
              <a:pPr algn="ctr"/>
              <a:r>
                <a:rPr lang="zh-CN" altLang="en-US" sz="8000">
                  <a:solidFill>
                    <a:schemeClr val="tx1">
                      <a:lumMod val="85000"/>
                      <a:lumOff val="15000"/>
                    </a:schemeClr>
                  </a:solidFill>
                  <a:latin typeface="黑体" panose="02010609060101010101" charset="-122"/>
                  <a:ea typeface="黑体" panose="02010609060101010101" charset="-122"/>
                </a:rPr>
                <a:t>目录</a:t>
              </a:r>
              <a:endParaRPr lang="zh-CN" altLang="en-US" sz="8000">
                <a:solidFill>
                  <a:schemeClr val="tx1">
                    <a:lumMod val="85000"/>
                    <a:lumOff val="15000"/>
                  </a:schemeClr>
                </a:solidFill>
                <a:latin typeface="黑体" panose="02010609060101010101" charset="-122"/>
                <a:ea typeface="黑体" panose="02010609060101010101" charset="-122"/>
              </a:endParaRPr>
            </a:p>
          </p:txBody>
        </p:sp>
        <p:sp>
          <p:nvSpPr>
            <p:cNvPr id="3" name="文本框 2"/>
            <p:cNvSpPr txBox="1"/>
            <p:nvPr>
              <p:custDataLst>
                <p:tags r:id="rId8"/>
              </p:custDataLst>
            </p:nvPr>
          </p:nvSpPr>
          <p:spPr>
            <a:xfrm>
              <a:off x="1604918" y="1625599"/>
              <a:ext cx="459740" cy="2403475"/>
            </a:xfrm>
            <a:prstGeom prst="rect">
              <a:avLst/>
            </a:prstGeom>
            <a:noFill/>
          </p:spPr>
          <p:txBody>
            <a:bodyPr vert="eaVert" wrap="square" rtlCol="0">
              <a:spAutoFit/>
            </a:bodyPr>
            <a:lstStyle/>
            <a:p>
              <a:pPr algn="dist"/>
              <a:r>
                <a:rPr lang="en-US" altLang="zh-CN">
                  <a:latin typeface="Times New Roman" panose="02020603050405020304" pitchFamily="18" charset="0"/>
                  <a:ea typeface="思源黑体 CN Heavy" panose="020b0a00000000000000" pitchFamily="34" charset="-122"/>
                  <a:cs typeface="Times New Roman" panose="02020603050405020304" pitchFamily="18" charset="0"/>
                </a:rPr>
                <a:t>CATALOG</a:t>
              </a:r>
              <a:endParaRPr lang="en-US" altLang="zh-CN">
                <a:latin typeface="Times New Roman" panose="02020603050405020304" pitchFamily="18" charset="0"/>
                <a:ea typeface="思源黑体 CN Heavy" panose="020b0a00000000000000" pitchFamily="34" charset="-122"/>
                <a:cs typeface="Times New Roman" panose="02020603050405020304" pitchFamily="18" charset="0"/>
              </a:endParaRPr>
            </a:p>
          </p:txBody>
        </p:sp>
      </p:grpSp>
      <p:grpSp>
        <p:nvGrpSpPr>
          <p:cNvPr id="19" name="组合 18" title=""/>
          <p:cNvGrpSpPr/>
          <p:nvPr>
            <p:custDataLst>
              <p:tags r:id="rId9"/>
            </p:custDataLst>
          </p:nvPr>
        </p:nvGrpSpPr>
        <p:grpSpPr>
          <a:xfrm>
            <a:off x="4482465" y="787400"/>
            <a:ext cx="5391150" cy="749300"/>
            <a:chOff x="4718050" y="609600"/>
            <a:chExt cx="5391150" cy="749300"/>
          </a:xfrm>
        </p:grpSpPr>
        <p:sp>
          <p:nvSpPr>
            <p:cNvPr id="5" name="矩形: 圆角 4"/>
            <p:cNvSpPr/>
            <p:nvPr>
              <p:custDataLst>
                <p:tags r:id="rId10"/>
              </p:custDataLst>
            </p:nvPr>
          </p:nvSpPr>
          <p:spPr>
            <a:xfrm flipH="1">
              <a:off x="4718050" y="609600"/>
              <a:ext cx="5391150" cy="749300"/>
            </a:xfrm>
            <a:prstGeom prst="roundRect">
              <a:avLst>
                <a:gd name="adj" fmla="val 50000"/>
              </a:avLst>
            </a:prstGeom>
            <a:gradFill flip="none" rotWithShape="1">
              <a:gsLst>
                <a:gs pos="0">
                  <a:schemeClr val="accent2">
                    <a:alpha val="34000"/>
                  </a:schemeClr>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sp>
          <p:nvSpPr>
            <p:cNvPr id="10" name="文本框 9"/>
            <p:cNvSpPr txBox="1"/>
            <p:nvPr>
              <p:custDataLst>
                <p:tags r:id="rId11"/>
              </p:custDataLst>
            </p:nvPr>
          </p:nvSpPr>
          <p:spPr>
            <a:xfrm>
              <a:off x="5035550" y="694581"/>
              <a:ext cx="5003800" cy="583565"/>
            </a:xfrm>
            <a:prstGeom prst="rect">
              <a:avLst/>
            </a:prstGeom>
            <a:noFill/>
          </p:spPr>
          <p:txBody>
            <a:bodyPr wrap="square" rtlCol="0">
              <a:spAutoFit/>
            </a:bodyPr>
            <a:lstStyle/>
            <a:p>
              <a:r>
                <a:rPr lang="en-US" altLang="zh-CN" sz="3200">
                  <a:solidFill>
                    <a:schemeClr val="tx1">
                      <a:lumMod val="95000"/>
                      <a:lumOff val="5000"/>
                    </a:schemeClr>
                  </a:solidFill>
                  <a:latin typeface="微软雅黑" panose="020b0503020204020204" charset="-122"/>
                  <a:ea typeface="微软雅黑" panose="020b0503020204020204" charset="-122"/>
                  <a:cs typeface="微软雅黑" panose="020b0503020204020204" charset="-122"/>
                </a:rPr>
                <a:t>01.</a:t>
              </a:r>
              <a:r>
                <a:rPr lang="zh-CN" altLang="en-US" sz="3200">
                  <a:solidFill>
                    <a:schemeClr val="tx1">
                      <a:lumMod val="95000"/>
                      <a:lumOff val="5000"/>
                    </a:schemeClr>
                  </a:solidFill>
                  <a:latin typeface="微软雅黑" panose="020b0503020204020204" charset="-122"/>
                  <a:ea typeface="微软雅黑" panose="020b0503020204020204" charset="-122"/>
                  <a:cs typeface="微软雅黑" panose="020b0503020204020204" charset="-122"/>
                </a:rPr>
                <a:t>充分条件与必要条件</a:t>
              </a:r>
              <a:endParaRPr lang="zh-CN" altLang="en-US" sz="3200">
                <a:solidFill>
                  <a:schemeClr val="tx1">
                    <a:lumMod val="95000"/>
                    <a:lumOff val="5000"/>
                  </a:schemeClr>
                </a:solidFill>
                <a:latin typeface="微软雅黑" panose="020b0503020204020204" charset="-122"/>
                <a:ea typeface="微软雅黑" panose="020b0503020204020204" charset="-122"/>
                <a:cs typeface="微软雅黑" panose="020b0503020204020204" charset="-122"/>
              </a:endParaRPr>
            </a:p>
          </p:txBody>
        </p:sp>
      </p:grpSp>
      <p:grpSp>
        <p:nvGrpSpPr>
          <p:cNvPr id="24" name="组合 23" title=""/>
          <p:cNvGrpSpPr/>
          <p:nvPr>
            <p:custDataLst>
              <p:tags r:id="rId12"/>
            </p:custDataLst>
          </p:nvPr>
        </p:nvGrpSpPr>
        <p:grpSpPr>
          <a:xfrm>
            <a:off x="4482465" y="3615266"/>
            <a:ext cx="5391150" cy="749300"/>
            <a:chOff x="4718050" y="3666066"/>
            <a:chExt cx="5391150" cy="749300"/>
          </a:xfrm>
        </p:grpSpPr>
        <p:sp>
          <p:nvSpPr>
            <p:cNvPr id="7" name="矩形: 圆角 6"/>
            <p:cNvSpPr/>
            <p:nvPr>
              <p:custDataLst>
                <p:tags r:id="rId13"/>
              </p:custDataLst>
            </p:nvPr>
          </p:nvSpPr>
          <p:spPr>
            <a:xfrm flipH="1">
              <a:off x="4718050" y="3666066"/>
              <a:ext cx="5391150" cy="749300"/>
            </a:xfrm>
            <a:prstGeom prst="roundRect">
              <a:avLst>
                <a:gd name="adj" fmla="val 50000"/>
              </a:avLst>
            </a:prstGeom>
            <a:gradFill flip="none" rotWithShape="1">
              <a:gsLst>
                <a:gs pos="0">
                  <a:schemeClr val="accent2">
                    <a:alpha val="34000"/>
                  </a:schemeClr>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sp>
          <p:nvSpPr>
            <p:cNvPr id="11" name="文本框 10"/>
            <p:cNvSpPr txBox="1"/>
            <p:nvPr>
              <p:custDataLst>
                <p:tags r:id="rId14"/>
              </p:custDataLst>
            </p:nvPr>
          </p:nvSpPr>
          <p:spPr>
            <a:xfrm>
              <a:off x="5035550" y="3759091"/>
              <a:ext cx="5003800" cy="583565"/>
            </a:xfrm>
            <a:prstGeom prst="rect">
              <a:avLst/>
            </a:prstGeom>
            <a:noFill/>
          </p:spPr>
          <p:txBody>
            <a:bodyPr wrap="square" rtlCol="0">
              <a:spAutoFit/>
            </a:bodyPr>
            <a:lstStyle/>
            <a:p>
              <a:r>
                <a:rPr lang="en-US" altLang="zh-CN" sz="3200">
                  <a:solidFill>
                    <a:schemeClr val="tx1">
                      <a:lumMod val="95000"/>
                      <a:lumOff val="5000"/>
                    </a:schemeClr>
                  </a:solidFill>
                  <a:latin typeface="微软雅黑" panose="020b0503020204020204" charset="-122"/>
                  <a:ea typeface="微软雅黑" panose="020b0503020204020204" charset="-122"/>
                  <a:cs typeface="微软雅黑" panose="020b0503020204020204" charset="-122"/>
                </a:rPr>
                <a:t>03.</a:t>
              </a:r>
              <a:r>
                <a:rPr lang="zh-CN" altLang="en-US" sz="3200">
                  <a:solidFill>
                    <a:schemeClr val="tx1">
                      <a:lumMod val="95000"/>
                      <a:lumOff val="5000"/>
                    </a:schemeClr>
                  </a:solidFill>
                  <a:latin typeface="微软雅黑" panose="020b0503020204020204" charset="-122"/>
                  <a:ea typeface="微软雅黑" panose="020b0503020204020204" charset="-122"/>
                  <a:cs typeface="微软雅黑" panose="020b0503020204020204" charset="-122"/>
                </a:rPr>
                <a:t>典型例题分析</a:t>
              </a:r>
              <a:endParaRPr lang="zh-CN" altLang="en-US" sz="3200">
                <a:solidFill>
                  <a:schemeClr val="tx1">
                    <a:lumMod val="95000"/>
                    <a:lumOff val="5000"/>
                  </a:schemeClr>
                </a:solidFill>
                <a:latin typeface="微软雅黑" panose="020b0503020204020204" charset="-122"/>
                <a:ea typeface="微软雅黑" panose="020b0503020204020204" charset="-122"/>
                <a:cs typeface="微软雅黑" panose="020b0503020204020204" charset="-122"/>
              </a:endParaRPr>
            </a:p>
          </p:txBody>
        </p:sp>
      </p:grpSp>
      <p:sp>
        <p:nvSpPr>
          <p:cNvPr id="9" name="矩形: 圆角 5" title=""/>
          <p:cNvSpPr/>
          <p:nvPr>
            <p:custDataLst>
              <p:tags r:id="rId15"/>
            </p:custDataLst>
          </p:nvPr>
        </p:nvSpPr>
        <p:spPr>
          <a:xfrm flipH="1">
            <a:off x="5213350" y="2201545"/>
            <a:ext cx="6203950" cy="749300"/>
          </a:xfrm>
          <a:prstGeom prst="roundRect">
            <a:avLst>
              <a:gd name="adj" fmla="val 50000"/>
            </a:avLst>
          </a:prstGeom>
          <a:gradFill flip="none" rotWithShape="1">
            <a:gsLst>
              <a:gs pos="0">
                <a:srgbClr val="4175FC"/>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sp>
        <p:nvSpPr>
          <p:cNvPr id="17" name="文本框 16" title=""/>
          <p:cNvSpPr txBox="1"/>
          <p:nvPr>
            <p:custDataLst>
              <p:tags r:id="rId16"/>
            </p:custDataLst>
          </p:nvPr>
        </p:nvSpPr>
        <p:spPr>
          <a:xfrm>
            <a:off x="5460365" y="2298065"/>
            <a:ext cx="5671185" cy="583565"/>
          </a:xfrm>
          <a:prstGeom prst="rect">
            <a:avLst/>
          </a:prstGeom>
          <a:noFill/>
        </p:spPr>
        <p:txBody>
          <a:bodyPr wrap="square" rtlCol="0">
            <a:spAutoFit/>
          </a:bodyPr>
          <a:lstStyle/>
          <a:p>
            <a:r>
              <a:rPr lang="en-US" altLang="zh-CN" sz="3200">
                <a:solidFill>
                  <a:schemeClr val="bg1"/>
                </a:solidFill>
                <a:latin typeface="微软雅黑" panose="020b0503020204020204" charset="-122"/>
                <a:ea typeface="微软雅黑" panose="020b0503020204020204" charset="-122"/>
                <a:cs typeface="微软雅黑" panose="020b0503020204020204" charset="-122"/>
              </a:rPr>
              <a:t>02.</a:t>
            </a:r>
            <a:r>
              <a:rPr lang="zh-CN" altLang="en-US" sz="3200">
                <a:solidFill>
                  <a:schemeClr val="bg1"/>
                </a:solidFill>
                <a:latin typeface="微软雅黑" panose="020b0503020204020204" charset="-122"/>
                <a:ea typeface="微软雅黑" panose="020b0503020204020204" charset="-122"/>
                <a:cs typeface="微软雅黑" panose="020b0503020204020204" charset="-122"/>
              </a:rPr>
              <a:t>充分条件与必要条件的应用</a:t>
            </a:r>
            <a:endParaRPr lang="zh-CN" altLang="en-US" sz="3200">
              <a:solidFill>
                <a:schemeClr val="bg1"/>
              </a:solidFill>
              <a:latin typeface="微软雅黑" panose="020b0503020204020204" charset="-122"/>
              <a:ea typeface="微软雅黑" panose="020b0503020204020204" charset="-122"/>
              <a:cs typeface="微软雅黑" panose="020b0503020204020204" charset="-122"/>
            </a:endParaRPr>
          </a:p>
        </p:txBody>
      </p:sp>
      <p:grpSp>
        <p:nvGrpSpPr>
          <p:cNvPr id="27" name="组合 26" title=""/>
          <p:cNvGrpSpPr/>
          <p:nvPr>
            <p:custDataLst>
              <p:tags r:id="rId17"/>
            </p:custDataLst>
          </p:nvPr>
        </p:nvGrpSpPr>
        <p:grpSpPr>
          <a:xfrm>
            <a:off x="5213350" y="5028565"/>
            <a:ext cx="5391150" cy="749300"/>
            <a:chOff x="6534150" y="5194300"/>
            <a:chExt cx="5391150" cy="749300"/>
          </a:xfrm>
        </p:grpSpPr>
        <p:sp>
          <p:nvSpPr>
            <p:cNvPr id="8" name="矩形: 圆角 7"/>
            <p:cNvSpPr/>
            <p:nvPr>
              <p:custDataLst>
                <p:tags r:id="rId18"/>
              </p:custDataLst>
            </p:nvPr>
          </p:nvSpPr>
          <p:spPr>
            <a:xfrm flipH="1">
              <a:off x="6534150" y="5194300"/>
              <a:ext cx="5391150" cy="749300"/>
            </a:xfrm>
            <a:prstGeom prst="roundRect">
              <a:avLst>
                <a:gd name="adj" fmla="val 50000"/>
              </a:avLst>
            </a:prstGeom>
            <a:gradFill flip="none" rotWithShape="1">
              <a:gsLst>
                <a:gs pos="0">
                  <a:srgbClr val="4175FC"/>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sp>
          <p:nvSpPr>
            <p:cNvPr id="18" name="文本框 17"/>
            <p:cNvSpPr txBox="1"/>
            <p:nvPr>
              <p:custDataLst>
                <p:tags r:id="rId19"/>
              </p:custDataLst>
            </p:nvPr>
          </p:nvSpPr>
          <p:spPr>
            <a:xfrm>
              <a:off x="6762750" y="5307856"/>
              <a:ext cx="5003800" cy="583565"/>
            </a:xfrm>
            <a:prstGeom prst="rect">
              <a:avLst/>
            </a:prstGeom>
            <a:noFill/>
          </p:spPr>
          <p:txBody>
            <a:bodyPr wrap="square" rtlCol="0">
              <a:spAutoFit/>
            </a:bodyPr>
            <a:lstStyle/>
            <a:p>
              <a:r>
                <a:rPr lang="en-US" altLang="zh-CN" sz="3200">
                  <a:solidFill>
                    <a:schemeClr val="bg1"/>
                  </a:solidFill>
                  <a:latin typeface="微软雅黑" panose="020b0503020204020204" charset="-122"/>
                  <a:ea typeface="微软雅黑" panose="020b0503020204020204" charset="-122"/>
                  <a:cs typeface="微软雅黑" panose="020b0503020204020204" charset="-122"/>
                </a:rPr>
                <a:t>04.</a:t>
              </a:r>
              <a:r>
                <a:rPr lang="zh-CN" altLang="en-US" sz="3200">
                  <a:solidFill>
                    <a:schemeClr val="bg1"/>
                  </a:solidFill>
                  <a:latin typeface="微软雅黑" panose="020b0503020204020204" charset="-122"/>
                  <a:ea typeface="微软雅黑" panose="020b0503020204020204" charset="-122"/>
                  <a:cs typeface="微软雅黑" panose="020b0503020204020204" charset="-122"/>
                </a:rPr>
                <a:t>小结及随堂练习</a:t>
              </a:r>
              <a:endParaRPr lang="zh-CN" altLang="en-US" sz="3200">
                <a:solidFill>
                  <a:schemeClr val="bg1"/>
                </a:solidFill>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transition/>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flipH="1">
              <a:off x="330200" y="342900"/>
              <a:ext cx="11515090" cy="6224270"/>
            </a:xfrm>
            <a:prstGeom prst="round2DiagRect">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 name="组合 19" title=""/>
          <p:cNvGrpSpPr/>
          <p:nvPr>
            <p:custDataLst>
              <p:tags r:id="rId8"/>
            </p:custDataLst>
          </p:nvPr>
        </p:nvGrpSpPr>
        <p:grpSpPr>
          <a:xfrm>
            <a:off x="854711" y="628541"/>
            <a:ext cx="5197474" cy="521970"/>
            <a:chOff x="330201" y="576471"/>
            <a:chExt cx="5197474" cy="521970"/>
          </a:xfrm>
        </p:grpSpPr>
        <p:sp>
          <p:nvSpPr>
            <p:cNvPr id="14" name="文本框 1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学习目标</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16" name="矩形: 圆角 15"/>
            <p:cNvSpPr/>
            <p:nvPr>
              <p:custDataLst>
                <p:tags r:id="rId10"/>
              </p:custDataLst>
            </p:nvPr>
          </p:nvSpPr>
          <p:spPr>
            <a:xfrm>
              <a:off x="330201" y="692041"/>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sp>
        <p:nvSpPr>
          <p:cNvPr id="25" name="文本框 24" title=""/>
          <p:cNvSpPr txBox="1"/>
          <p:nvPr>
            <p:custDataLst>
              <p:tags r:id="rId11"/>
            </p:custDataLst>
          </p:nvPr>
        </p:nvSpPr>
        <p:spPr>
          <a:xfrm>
            <a:off x="1048385" y="2145665"/>
            <a:ext cx="10189845" cy="2618740"/>
          </a:xfrm>
          <a:prstGeom prst="rect">
            <a:avLst/>
          </a:prstGeom>
          <a:noFill/>
        </p:spPr>
        <p:txBody>
          <a:bodyPr wrap="square" lIns="0" tIns="0" rIns="0" bIns="0">
            <a:noAutofit/>
          </a:bodyPr>
          <a:lstStyle/>
          <a:p>
            <a:pPr marL="342900" indent="-342900" algn="just" fontAlgn="auto">
              <a:lnSpc>
                <a:spcPct val="200000"/>
              </a:lnSpc>
              <a:buClr>
                <a:srgbClr val="ED7D31"/>
              </a:buClr>
              <a:buFont typeface="Wingdings" panose="05000000000000000000" charset="0"/>
              <a:buChar char="l"/>
            </a:pPr>
            <a:r>
              <a:rPr lang="zh-CN" altLang="en-US" sz="2400">
                <a:latin typeface="黑体" panose="02010609060101010101" charset="-122"/>
                <a:ea typeface="黑体" panose="02010609060101010101" charset="-122"/>
                <a:cs typeface="黑体" panose="02010609060101010101" charset="-122"/>
                <a:sym typeface="+mn-ea"/>
              </a:rPr>
              <a:t>理解充分条件、必要条件的概念．(重点)</a:t>
            </a:r>
            <a:endParaRPr lang="zh-CN" altLang="en-US" sz="2400">
              <a:latin typeface="黑体" panose="02010609060101010101" charset="-122"/>
              <a:ea typeface="黑体" panose="02010609060101010101" charset="-122"/>
              <a:cs typeface="黑体" panose="02010609060101010101" charset="-122"/>
              <a:sym typeface="+mn-ea"/>
            </a:endParaRPr>
          </a:p>
          <a:p>
            <a:pPr marL="342900" indent="-342900" algn="just" fontAlgn="auto">
              <a:lnSpc>
                <a:spcPct val="200000"/>
              </a:lnSpc>
              <a:buClr>
                <a:srgbClr val="ED7D31"/>
              </a:buClr>
              <a:buFont typeface="Wingdings" panose="05000000000000000000" charset="0"/>
              <a:buChar char="l"/>
            </a:pPr>
            <a:r>
              <a:rPr lang="zh-CN" altLang="en-US" sz="2400">
                <a:latin typeface="黑体" panose="02010609060101010101" charset="-122"/>
                <a:ea typeface="黑体" panose="02010609060101010101" charset="-122"/>
                <a:cs typeface="黑体" panose="02010609060101010101" charset="-122"/>
                <a:sym typeface="+mn-ea"/>
              </a:rPr>
              <a:t>了解充分条件与判定定理，必要条件与性质定理的关系.</a:t>
            </a:r>
            <a:endParaRPr lang="zh-CN" altLang="en-US" sz="2400">
              <a:latin typeface="黑体" panose="02010609060101010101" charset="-122"/>
              <a:ea typeface="黑体" panose="02010609060101010101" charset="-122"/>
              <a:cs typeface="黑体" panose="02010609060101010101" charset="-122"/>
              <a:sym typeface="+mn-ea"/>
            </a:endParaRPr>
          </a:p>
          <a:p>
            <a:pPr marL="342900" indent="-342900" algn="just" fontAlgn="auto">
              <a:lnSpc>
                <a:spcPct val="200000"/>
              </a:lnSpc>
              <a:buClr>
                <a:srgbClr val="ED7D31"/>
              </a:buClr>
              <a:buFont typeface="Wingdings" panose="05000000000000000000" charset="0"/>
              <a:buChar char="l"/>
            </a:pPr>
            <a:r>
              <a:rPr lang="zh-CN" altLang="en-US" sz="2400">
                <a:latin typeface="黑体" panose="02010609060101010101" charset="-122"/>
                <a:ea typeface="黑体" panose="02010609060101010101" charset="-122"/>
                <a:cs typeface="黑体" panose="02010609060101010101" charset="-122"/>
                <a:sym typeface="+mn-ea"/>
              </a:rPr>
              <a:t>能通过充分性、必要性解决简单的问题．(难点)</a:t>
            </a:r>
            <a:endParaRPr lang="zh-CN" altLang="en-US" sz="2400">
              <a:latin typeface="黑体" panose="02010609060101010101" charset="-122"/>
              <a:ea typeface="黑体" panose="02010609060101010101" charset="-122"/>
              <a:cs typeface="黑体" panose="02010609060101010101" charset="-122"/>
              <a:sym typeface="+mn-ea"/>
            </a:endParaRPr>
          </a:p>
        </p:txBody>
      </p:sp>
      <p:grpSp>
        <p:nvGrpSpPr>
          <p:cNvPr id="6" name="组合 5" title=""/>
          <p:cNvGrpSpPr/>
          <p:nvPr>
            <p:custDataLst>
              <p:tags r:id="rId12"/>
            </p:custDataLst>
          </p:nvPr>
        </p:nvGrpSpPr>
        <p:grpSpPr>
          <a:xfrm rot="16200000" flipH="1">
            <a:off x="10828399" y="5261685"/>
            <a:ext cx="176150" cy="780068"/>
            <a:chOff x="8290832" y="4887686"/>
            <a:chExt cx="296617" cy="1313542"/>
          </a:xfrm>
          <a:solidFill>
            <a:srgbClr val="4076FD"/>
          </a:solidFill>
        </p:grpSpPr>
        <p:grpSp>
          <p:nvGrpSpPr>
            <p:cNvPr id="7" name="组合 6"/>
            <p:cNvGrpSpPr/>
            <p:nvPr>
              <p:custDataLst>
                <p:tags r:id="rId13"/>
              </p:custDataLst>
            </p:nvPr>
          </p:nvGrpSpPr>
          <p:grpSpPr>
            <a:xfrm>
              <a:off x="8452757" y="5040086"/>
              <a:ext cx="134692" cy="1161142"/>
              <a:chOff x="8490857" y="4963886"/>
              <a:chExt cx="134692" cy="1161142"/>
            </a:xfrm>
            <a:grpFill/>
          </p:grpSpPr>
          <p:sp>
            <p:nvSpPr>
              <p:cNvPr id="53" name="等腰三角形 52"/>
              <p:cNvSpPr/>
              <p:nvPr>
                <p:custDataLst>
                  <p:tags r:id="rId14"/>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等腰三角形 53"/>
              <p:cNvSpPr/>
              <p:nvPr>
                <p:custDataLst>
                  <p:tags r:id="rId15"/>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p:custDataLst>
                  <p:tags r:id="rId16"/>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custDataLst>
                  <p:tags r:id="rId17"/>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等腰三角形 56"/>
              <p:cNvSpPr/>
              <p:nvPr>
                <p:custDataLst>
                  <p:tags r:id="rId18"/>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p:cNvGrpSpPr/>
            <p:nvPr>
              <p:custDataLst>
                <p:tags r:id="rId19"/>
              </p:custDataLst>
            </p:nvPr>
          </p:nvGrpSpPr>
          <p:grpSpPr>
            <a:xfrm>
              <a:off x="8290832" y="4887686"/>
              <a:ext cx="134692" cy="1161142"/>
              <a:chOff x="8490857" y="4963886"/>
              <a:chExt cx="134692" cy="1161142"/>
            </a:xfrm>
            <a:grpFill/>
          </p:grpSpPr>
          <p:sp>
            <p:nvSpPr>
              <p:cNvPr id="10" name="等腰三角形 9"/>
              <p:cNvSpPr/>
              <p:nvPr>
                <p:custDataLst>
                  <p:tags r:id="rId20"/>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等腰三角形 48"/>
              <p:cNvSpPr/>
              <p:nvPr>
                <p:custDataLst>
                  <p:tags r:id="rId21"/>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等腰三角形 49"/>
              <p:cNvSpPr/>
              <p:nvPr>
                <p:custDataLst>
                  <p:tags r:id="rId22"/>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等腰三角形 50"/>
              <p:cNvSpPr/>
              <p:nvPr>
                <p:custDataLst>
                  <p:tags r:id="rId23"/>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等腰三角形 51"/>
              <p:cNvSpPr/>
              <p:nvPr>
                <p:custDataLst>
                  <p:tags r:id="rId24"/>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1" name="矩形: 圆角 13" title=""/>
          <p:cNvSpPr/>
          <p:nvPr>
            <p:custDataLst>
              <p:tags r:id="rId25"/>
            </p:custDataLst>
          </p:nvPr>
        </p:nvSpPr>
        <p:spPr>
          <a:xfrm>
            <a:off x="8764905" y="5964555"/>
            <a:ext cx="2736850" cy="227965"/>
          </a:xfrm>
          <a:prstGeom prst="roundRect">
            <a:avLst>
              <a:gd name="adj" fmla="val 50000"/>
            </a:avLst>
          </a:prstGeom>
          <a:gradFill flip="none" rotWithShape="1">
            <a:gsLst>
              <a:gs pos="0">
                <a:srgbClr val="4076FD"/>
              </a:gs>
              <a:gs pos="100000">
                <a:schemeClr val="accent2">
                  <a:alpha val="1100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timing/>
</p:sld>
</file>

<file path=ppt/slides/slide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7" name="组合 6" title=""/>
          <p:cNvGrpSpPr/>
          <p:nvPr>
            <p:custDataLst>
              <p:tags r:id="rId3"/>
            </p:custDataLst>
          </p:nvPr>
        </p:nvGrpSpPr>
        <p:grpSpPr>
          <a:xfrm>
            <a:off x="-587375" y="0"/>
            <a:ext cx="12779375" cy="6858000"/>
            <a:chOff x="-925" y="0"/>
            <a:chExt cx="20125" cy="10800"/>
          </a:xfrm>
        </p:grpSpPr>
        <p:pic>
          <p:nvPicPr>
            <p:cNvPr id="4" name="图片 3"/>
            <p:cNvPicPr>
              <a:picLocks noChangeAspect="1"/>
            </p:cNvPicPr>
            <p:nvPr>
              <p:custDataLst>
                <p:tags r:id="rId5"/>
              </p:custDataLst>
            </p:nvPr>
          </p:nvPicPr>
          <p:blipFill>
            <a:blip r:embed="rId4">
              <a:extLst>
                <a:ext uri="{28A0092B-C50C-407E-A947-70E740481C1C}">
                  <a14:useLocalDpi xmlns:a14="http://schemas.microsoft.com/office/drawing/2010/main" val="0"/>
                </a:ext>
              </a:extLst>
            </a:blip>
            <a:srcRect t="7813" b="7813"/>
            <a:stretch>
              <a:fillRect/>
            </a:stretch>
          </p:blipFill>
          <p:spPr>
            <a:xfrm>
              <a:off x="0" y="0"/>
              <a:ext cx="19200" cy="108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6" name="椭圆 5"/>
            <p:cNvSpPr/>
            <p:nvPr>
              <p:custDataLst>
                <p:tags r:id="rId6"/>
              </p:custDataLst>
            </p:nvPr>
          </p:nvSpPr>
          <p:spPr>
            <a:xfrm>
              <a:off x="-925" y="5963"/>
              <a:ext cx="2875" cy="2875"/>
            </a:xfrm>
            <a:prstGeom prst="ellipse">
              <a:avLst/>
            </a:prstGeom>
            <a:solidFill>
              <a:schemeClr val="accent2">
                <a:lumMod val="60000"/>
                <a:lumOff val="40000"/>
                <a:alpha val="38000"/>
              </a:schemeClr>
            </a:solidFill>
            <a:ln>
              <a:noFill/>
            </a:ln>
            <a:effectLst>
              <a:softEdge rad="4699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椭圆 4"/>
            <p:cNvSpPr/>
            <p:nvPr>
              <p:custDataLst>
                <p:tags r:id="rId7"/>
              </p:custDataLst>
            </p:nvPr>
          </p:nvSpPr>
          <p:spPr>
            <a:xfrm>
              <a:off x="9373" y="1081"/>
              <a:ext cx="2875" cy="2875"/>
            </a:xfrm>
            <a:prstGeom prst="ellipse">
              <a:avLst/>
            </a:prstGeom>
            <a:solidFill>
              <a:schemeClr val="accent2">
                <a:alpha val="38000"/>
              </a:schemeClr>
            </a:solidFill>
            <a:ln>
              <a:noFill/>
            </a:ln>
            <a:effectLst>
              <a:softEdge rad="4699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矩形: 圆角 13"/>
            <p:cNvSpPr/>
            <p:nvPr>
              <p:custDataLst>
                <p:tags r:id="rId8"/>
              </p:custDataLst>
            </p:nvPr>
          </p:nvSpPr>
          <p:spPr>
            <a:xfrm>
              <a:off x="1180" y="780"/>
              <a:ext cx="5400" cy="540"/>
            </a:xfrm>
            <a:prstGeom prst="roundRect">
              <a:avLst>
                <a:gd name="adj" fmla="val 50000"/>
              </a:avLst>
            </a:prstGeom>
            <a:gradFill flip="none" rotWithShape="1">
              <a:gsLst>
                <a:gs pos="0">
                  <a:srgbClr val="4076FD"/>
                </a:gs>
                <a:gs pos="100000">
                  <a:schemeClr val="accent2">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圆角 14"/>
            <p:cNvSpPr/>
            <p:nvPr>
              <p:custDataLst>
                <p:tags r:id="rId9"/>
              </p:custDataLst>
            </p:nvPr>
          </p:nvSpPr>
          <p:spPr>
            <a:xfrm>
              <a:off x="7592" y="9205"/>
              <a:ext cx="7020" cy="634"/>
            </a:xfrm>
            <a:prstGeom prst="roundRect">
              <a:avLst>
                <a:gd name="adj" fmla="val 50000"/>
              </a:avLst>
            </a:prstGeom>
            <a:gradFill flip="none" rotWithShape="1">
              <a:gsLst>
                <a:gs pos="0">
                  <a:srgbClr val="4076FD"/>
                </a:gs>
                <a:gs pos="100000">
                  <a:schemeClr val="accent2">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15"/>
            <p:cNvSpPr/>
            <p:nvPr>
              <p:custDataLst>
                <p:tags r:id="rId10"/>
              </p:custDataLst>
            </p:nvPr>
          </p:nvSpPr>
          <p:spPr>
            <a:xfrm>
              <a:off x="13364" y="10320"/>
              <a:ext cx="4800" cy="180"/>
            </a:xfrm>
            <a:prstGeom prst="roundRect">
              <a:avLst>
                <a:gd name="adj" fmla="val 50000"/>
              </a:avLst>
            </a:prstGeom>
            <a:gradFill flip="none" rotWithShape="1">
              <a:gsLst>
                <a:gs pos="0">
                  <a:srgbClr val="4076FD"/>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title=""/>
          <p:cNvGrpSpPr/>
          <p:nvPr>
            <p:custDataLst>
              <p:tags r:id="rId11"/>
            </p:custDataLst>
          </p:nvPr>
        </p:nvGrpSpPr>
        <p:grpSpPr>
          <a:xfrm flipH="1">
            <a:off x="914400" y="1318230"/>
            <a:ext cx="10363200" cy="4221540"/>
            <a:chOff x="838200" y="1460500"/>
            <a:chExt cx="9664700" cy="3937000"/>
          </a:xfrm>
        </p:grpSpPr>
        <p:sp>
          <p:nvSpPr>
            <p:cNvPr id="13" name="矩形: 圆角 12"/>
            <p:cNvSpPr/>
            <p:nvPr>
              <p:custDataLst>
                <p:tags r:id="rId12"/>
              </p:custDataLst>
            </p:nvPr>
          </p:nvSpPr>
          <p:spPr>
            <a:xfrm>
              <a:off x="838200" y="1460500"/>
              <a:ext cx="9664700" cy="3937000"/>
            </a:xfrm>
            <a:prstGeom prst="roundRect">
              <a:avLst>
                <a:gd name="adj" fmla="val 9794"/>
              </a:avLst>
            </a:prstGeom>
            <a:solidFill>
              <a:schemeClr val="bg1">
                <a:alpha val="8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custDataLst>
                <p:tags r:id="rId13"/>
              </p:custDataLst>
            </p:nvPr>
          </p:nvSpPr>
          <p:spPr>
            <a:xfrm>
              <a:off x="7683500" y="1460500"/>
              <a:ext cx="2819400" cy="2565400"/>
            </a:xfrm>
            <a:custGeom>
              <a:gdLst>
                <a:gd name="connsiteX0" fmla="*/ 29127 w 2819400"/>
                <a:gd name="connsiteY0" fmla="*/ 0 h 2565400"/>
                <a:gd name="connsiteX1" fmla="*/ 2433810 w 2819400"/>
                <a:gd name="connsiteY1" fmla="*/ 0 h 2565400"/>
                <a:gd name="connsiteX2" fmla="*/ 2819400 w 2819400"/>
                <a:gd name="connsiteY2" fmla="*/ 385590 h 2565400"/>
                <a:gd name="connsiteX3" fmla="*/ 2819400 w 2819400"/>
                <a:gd name="connsiteY3" fmla="*/ 2481938 h 2565400"/>
                <a:gd name="connsiteX4" fmla="*/ 2670411 w 2819400"/>
                <a:gd name="connsiteY4" fmla="*/ 2520247 h 2565400"/>
                <a:gd name="connsiteX5" fmla="*/ 2222500 w 2819400"/>
                <a:gd name="connsiteY5" fmla="*/ 2565400 h 2565400"/>
                <a:gd name="connsiteX6" fmla="*/ 0 w 2819400"/>
                <a:gd name="connsiteY6" fmla="*/ 342900 h 2565400"/>
                <a:gd name="connsiteX7" fmla="*/ 11475 w 2819400"/>
                <a:gd name="connsiteY7" fmla="*/ 115662 h 2565400"/>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19400" h="2565400">
                  <a:moveTo>
                    <a:pt x="29127" y="0"/>
                  </a:moveTo>
                  <a:lnTo>
                    <a:pt x="2433810" y="0"/>
                  </a:lnTo>
                  <a:cubicBezTo>
                    <a:pt x="2646765" y="0"/>
                    <a:pt x="2819400" y="172635"/>
                    <a:pt x="2819400" y="385590"/>
                  </a:cubicBezTo>
                  <a:lnTo>
                    <a:pt x="2819400" y="2481938"/>
                  </a:lnTo>
                  <a:lnTo>
                    <a:pt x="2670411" y="2520247"/>
                  </a:lnTo>
                  <a:cubicBezTo>
                    <a:pt x="2525732" y="2549852"/>
                    <a:pt x="2375932" y="2565400"/>
                    <a:pt x="2222500" y="2565400"/>
                  </a:cubicBezTo>
                  <a:cubicBezTo>
                    <a:pt x="995047" y="2565400"/>
                    <a:pt x="0" y="1570353"/>
                    <a:pt x="0" y="342900"/>
                  </a:cubicBezTo>
                  <a:cubicBezTo>
                    <a:pt x="0" y="266184"/>
                    <a:pt x="3887" y="190376"/>
                    <a:pt x="11475" y="115662"/>
                  </a:cubicBezTo>
                  <a:close/>
                </a:path>
              </a:pathLst>
            </a:custGeom>
            <a:gradFill flip="none" rotWithShape="1">
              <a:gsLst>
                <a:gs pos="0">
                  <a:srgbClr val="4076FD">
                    <a:alpha val="22000"/>
                  </a:srgbClr>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p:cNvSpPr/>
            <p:nvPr>
              <p:custDataLst>
                <p:tags r:id="rId14"/>
              </p:custDataLst>
            </p:nvPr>
          </p:nvSpPr>
          <p:spPr>
            <a:xfrm flipH="1" flipV="1">
              <a:off x="838200" y="3918350"/>
              <a:ext cx="1625600" cy="1479150"/>
            </a:xfrm>
            <a:custGeom>
              <a:gdLst>
                <a:gd name="connsiteX0" fmla="*/ 29127 w 2819400"/>
                <a:gd name="connsiteY0" fmla="*/ 0 h 2565400"/>
                <a:gd name="connsiteX1" fmla="*/ 2433810 w 2819400"/>
                <a:gd name="connsiteY1" fmla="*/ 0 h 2565400"/>
                <a:gd name="connsiteX2" fmla="*/ 2819400 w 2819400"/>
                <a:gd name="connsiteY2" fmla="*/ 385590 h 2565400"/>
                <a:gd name="connsiteX3" fmla="*/ 2819400 w 2819400"/>
                <a:gd name="connsiteY3" fmla="*/ 2481938 h 2565400"/>
                <a:gd name="connsiteX4" fmla="*/ 2670411 w 2819400"/>
                <a:gd name="connsiteY4" fmla="*/ 2520247 h 2565400"/>
                <a:gd name="connsiteX5" fmla="*/ 2222500 w 2819400"/>
                <a:gd name="connsiteY5" fmla="*/ 2565400 h 2565400"/>
                <a:gd name="connsiteX6" fmla="*/ 0 w 2819400"/>
                <a:gd name="connsiteY6" fmla="*/ 342900 h 2565400"/>
                <a:gd name="connsiteX7" fmla="*/ 11475 w 2819400"/>
                <a:gd name="connsiteY7" fmla="*/ 115662 h 2565400"/>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19400" h="2565400">
                  <a:moveTo>
                    <a:pt x="29127" y="0"/>
                  </a:moveTo>
                  <a:lnTo>
                    <a:pt x="2433810" y="0"/>
                  </a:lnTo>
                  <a:cubicBezTo>
                    <a:pt x="2646765" y="0"/>
                    <a:pt x="2819400" y="172635"/>
                    <a:pt x="2819400" y="385590"/>
                  </a:cubicBezTo>
                  <a:lnTo>
                    <a:pt x="2819400" y="2481938"/>
                  </a:lnTo>
                  <a:lnTo>
                    <a:pt x="2670411" y="2520247"/>
                  </a:lnTo>
                  <a:cubicBezTo>
                    <a:pt x="2525732" y="2549852"/>
                    <a:pt x="2375932" y="2565400"/>
                    <a:pt x="2222500" y="2565400"/>
                  </a:cubicBezTo>
                  <a:cubicBezTo>
                    <a:pt x="995047" y="2565400"/>
                    <a:pt x="0" y="1570353"/>
                    <a:pt x="0" y="342900"/>
                  </a:cubicBezTo>
                  <a:cubicBezTo>
                    <a:pt x="0" y="266184"/>
                    <a:pt x="3887" y="190376"/>
                    <a:pt x="11475" y="115662"/>
                  </a:cubicBezTo>
                  <a:close/>
                </a:path>
              </a:pathLst>
            </a:custGeom>
            <a:gradFill flip="none" rotWithShape="1">
              <a:gsLst>
                <a:gs pos="0">
                  <a:srgbClr val="4076FD">
                    <a:alpha val="61000"/>
                  </a:srgbClr>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2" name="组合 31" title=""/>
          <p:cNvGrpSpPr/>
          <p:nvPr>
            <p:custDataLst>
              <p:tags r:id="rId15"/>
            </p:custDataLst>
          </p:nvPr>
        </p:nvGrpSpPr>
        <p:grpSpPr>
          <a:xfrm flipH="1">
            <a:off x="10644249" y="2030170"/>
            <a:ext cx="176150" cy="780068"/>
            <a:chOff x="8290832" y="4887686"/>
            <a:chExt cx="296617" cy="1313542"/>
          </a:xfrm>
          <a:solidFill>
            <a:srgbClr val="4076FD"/>
          </a:solidFill>
        </p:grpSpPr>
        <p:grpSp>
          <p:nvGrpSpPr>
            <p:cNvPr id="33" name="组合 32"/>
            <p:cNvGrpSpPr/>
            <p:nvPr>
              <p:custDataLst>
                <p:tags r:id="rId16"/>
              </p:custDataLst>
            </p:nvPr>
          </p:nvGrpSpPr>
          <p:grpSpPr>
            <a:xfrm>
              <a:off x="8452757" y="5040086"/>
              <a:ext cx="134692" cy="1161142"/>
              <a:chOff x="8490857" y="4963886"/>
              <a:chExt cx="134692" cy="1161142"/>
            </a:xfrm>
            <a:grpFill/>
          </p:grpSpPr>
          <p:sp>
            <p:nvSpPr>
              <p:cNvPr id="40" name="等腰三角形 39"/>
              <p:cNvSpPr/>
              <p:nvPr>
                <p:custDataLst>
                  <p:tags r:id="rId17"/>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等腰三角形 40"/>
              <p:cNvSpPr/>
              <p:nvPr>
                <p:custDataLst>
                  <p:tags r:id="rId18"/>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等腰三角形 41"/>
              <p:cNvSpPr/>
              <p:nvPr>
                <p:custDataLst>
                  <p:tags r:id="rId19"/>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等腰三角形 42"/>
              <p:cNvSpPr/>
              <p:nvPr>
                <p:custDataLst>
                  <p:tags r:id="rId20"/>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等腰三角形 43"/>
              <p:cNvSpPr/>
              <p:nvPr>
                <p:custDataLst>
                  <p:tags r:id="rId21"/>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4" name="组合 33"/>
            <p:cNvGrpSpPr/>
            <p:nvPr>
              <p:custDataLst>
                <p:tags r:id="rId22"/>
              </p:custDataLst>
            </p:nvPr>
          </p:nvGrpSpPr>
          <p:grpSpPr>
            <a:xfrm>
              <a:off x="8290832" y="4887686"/>
              <a:ext cx="134692" cy="1161142"/>
              <a:chOff x="8490857" y="4963886"/>
              <a:chExt cx="134692" cy="1161142"/>
            </a:xfrm>
            <a:grpFill/>
          </p:grpSpPr>
          <p:sp>
            <p:nvSpPr>
              <p:cNvPr id="35" name="等腰三角形 34"/>
              <p:cNvSpPr/>
              <p:nvPr>
                <p:custDataLst>
                  <p:tags r:id="rId23"/>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custDataLst>
                  <p:tags r:id="rId24"/>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custDataLst>
                  <p:tags r:id="rId25"/>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等腰三角形 37"/>
              <p:cNvSpPr/>
              <p:nvPr>
                <p:custDataLst>
                  <p:tags r:id="rId26"/>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等腰三角形 38"/>
              <p:cNvSpPr/>
              <p:nvPr>
                <p:custDataLst>
                  <p:tags r:id="rId27"/>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45" name="组合 44" title=""/>
          <p:cNvGrpSpPr/>
          <p:nvPr>
            <p:custDataLst>
              <p:tags r:id="rId28"/>
            </p:custDataLst>
          </p:nvPr>
        </p:nvGrpSpPr>
        <p:grpSpPr>
          <a:xfrm flipH="1">
            <a:off x="1424049" y="4303470"/>
            <a:ext cx="176150" cy="780068"/>
            <a:chOff x="8290832" y="4887686"/>
            <a:chExt cx="296617" cy="1313542"/>
          </a:xfrm>
          <a:solidFill>
            <a:srgbClr val="4076FD"/>
          </a:solidFill>
        </p:grpSpPr>
        <p:grpSp>
          <p:nvGrpSpPr>
            <p:cNvPr id="46" name="组合 45"/>
            <p:cNvGrpSpPr/>
            <p:nvPr>
              <p:custDataLst>
                <p:tags r:id="rId29"/>
              </p:custDataLst>
            </p:nvPr>
          </p:nvGrpSpPr>
          <p:grpSpPr>
            <a:xfrm>
              <a:off x="8452757" y="5040086"/>
              <a:ext cx="134692" cy="1161142"/>
              <a:chOff x="8490857" y="4963886"/>
              <a:chExt cx="134692" cy="1161142"/>
            </a:xfrm>
            <a:grpFill/>
          </p:grpSpPr>
          <p:sp>
            <p:nvSpPr>
              <p:cNvPr id="53" name="等腰三角形 52"/>
              <p:cNvSpPr/>
              <p:nvPr>
                <p:custDataLst>
                  <p:tags r:id="rId30"/>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等腰三角形 53"/>
              <p:cNvSpPr/>
              <p:nvPr>
                <p:custDataLst>
                  <p:tags r:id="rId31"/>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p:custDataLst>
                  <p:tags r:id="rId32"/>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custDataLst>
                  <p:tags r:id="rId33"/>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等腰三角形 56"/>
              <p:cNvSpPr/>
              <p:nvPr>
                <p:custDataLst>
                  <p:tags r:id="rId34"/>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7" name="组合 46"/>
            <p:cNvGrpSpPr/>
            <p:nvPr>
              <p:custDataLst>
                <p:tags r:id="rId35"/>
              </p:custDataLst>
            </p:nvPr>
          </p:nvGrpSpPr>
          <p:grpSpPr>
            <a:xfrm>
              <a:off x="8290832" y="4887686"/>
              <a:ext cx="134692" cy="1161142"/>
              <a:chOff x="8490857" y="4963886"/>
              <a:chExt cx="134692" cy="1161142"/>
            </a:xfrm>
            <a:grpFill/>
          </p:grpSpPr>
          <p:sp>
            <p:nvSpPr>
              <p:cNvPr id="48" name="等腰三角形 47"/>
              <p:cNvSpPr/>
              <p:nvPr>
                <p:custDataLst>
                  <p:tags r:id="rId36"/>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等腰三角形 48"/>
              <p:cNvSpPr/>
              <p:nvPr>
                <p:custDataLst>
                  <p:tags r:id="rId37"/>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等腰三角形 49"/>
              <p:cNvSpPr/>
              <p:nvPr>
                <p:custDataLst>
                  <p:tags r:id="rId38"/>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等腰三角形 50"/>
              <p:cNvSpPr/>
              <p:nvPr>
                <p:custDataLst>
                  <p:tags r:id="rId39"/>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等腰三角形 51"/>
              <p:cNvSpPr/>
              <p:nvPr>
                <p:custDataLst>
                  <p:tags r:id="rId40"/>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 name="文本框 1" title=""/>
          <p:cNvSpPr txBox="1"/>
          <p:nvPr>
            <p:custDataLst>
              <p:tags r:id="rId41"/>
            </p:custDataLst>
          </p:nvPr>
        </p:nvSpPr>
        <p:spPr>
          <a:xfrm>
            <a:off x="1833880" y="2222500"/>
            <a:ext cx="5059680" cy="2861310"/>
          </a:xfrm>
          <a:prstGeom prst="rect">
            <a:avLst/>
          </a:prstGeom>
          <a:noFill/>
        </p:spPr>
        <p:txBody>
          <a:bodyPr wrap="square" rtlCol="0">
            <a:spAutoFit/>
          </a:bodyPr>
          <a:lstStyle/>
          <a:p>
            <a:r>
              <a:rPr lang="en-US" altLang="zh-CN" sz="18000">
                <a:gradFill>
                  <a:gsLst>
                    <a:gs pos="0">
                      <a:srgbClr val="4479FD"/>
                    </a:gs>
                    <a:gs pos="100000">
                      <a:srgbClr val="4175FC"/>
                    </a:gs>
                  </a:gsLst>
                  <a:lin ang="10800000" scaled="0"/>
                </a:gradFill>
                <a:latin typeface="黑体" panose="02010609060101010101" charset="-122"/>
                <a:ea typeface="黑体" panose="02010609060101010101" charset="-122"/>
              </a:rPr>
              <a:t>01</a:t>
            </a:r>
            <a:endParaRPr lang="zh-CN" altLang="en-US" sz="18000">
              <a:gradFill>
                <a:gsLst>
                  <a:gs pos="0">
                    <a:srgbClr val="4479FD"/>
                  </a:gs>
                  <a:gs pos="100000">
                    <a:srgbClr val="4175FC"/>
                  </a:gs>
                </a:gsLst>
                <a:lin ang="10800000" scaled="0"/>
              </a:gradFill>
              <a:latin typeface="黑体" panose="02010609060101010101" charset="-122"/>
              <a:ea typeface="黑体" panose="02010609060101010101" charset="-122"/>
            </a:endParaRPr>
          </a:p>
        </p:txBody>
      </p:sp>
      <p:sp>
        <p:nvSpPr>
          <p:cNvPr id="60" name="文本框 59" title=""/>
          <p:cNvSpPr txBox="1"/>
          <p:nvPr>
            <p:custDataLst>
              <p:tags r:id="rId42"/>
            </p:custDataLst>
          </p:nvPr>
        </p:nvSpPr>
        <p:spPr>
          <a:xfrm>
            <a:off x="4467860" y="3123565"/>
            <a:ext cx="6124575" cy="829945"/>
          </a:xfrm>
          <a:prstGeom prst="rect">
            <a:avLst/>
          </a:prstGeom>
          <a:noFill/>
        </p:spPr>
        <p:txBody>
          <a:bodyPr wrap="square" rtlCol="0">
            <a:spAutoFit/>
          </a:bodyPr>
          <a:lstStyle/>
          <a:p>
            <a:r>
              <a:rPr lang="zh-CN" altLang="en-US" sz="4800" b="1">
                <a:solidFill>
                  <a:schemeClr val="tx1">
                    <a:lumMod val="95000"/>
                    <a:lumOff val="5000"/>
                  </a:schemeClr>
                </a:solidFill>
                <a:latin typeface="微软雅黑" panose="020b0503020204020204" charset="-122"/>
                <a:ea typeface="微软雅黑" panose="020b0503020204020204" charset="-122"/>
              </a:rPr>
              <a:t>充</a:t>
            </a:r>
            <a:r>
              <a:rPr lang="zh-CN" altLang="en-US" sz="4800" b="1">
                <a:solidFill>
                  <a:srgbClr val="4378FD"/>
                </a:solidFill>
                <a:latin typeface="微软雅黑" panose="020b0503020204020204" charset="-122"/>
                <a:ea typeface="微软雅黑" panose="020b0503020204020204" charset="-122"/>
              </a:rPr>
              <a:t>分</a:t>
            </a:r>
            <a:r>
              <a:rPr lang="zh-CN" altLang="en-US" sz="4800" b="1">
                <a:solidFill>
                  <a:schemeClr val="tx1">
                    <a:lumMod val="95000"/>
                    <a:lumOff val="5000"/>
                  </a:schemeClr>
                </a:solidFill>
                <a:latin typeface="微软雅黑" panose="020b0503020204020204" charset="-122"/>
                <a:ea typeface="微软雅黑" panose="020b0503020204020204" charset="-122"/>
              </a:rPr>
              <a:t>条</a:t>
            </a:r>
            <a:r>
              <a:rPr lang="zh-CN" altLang="en-US" sz="4800" b="1">
                <a:solidFill>
                  <a:srgbClr val="4378FD"/>
                </a:solidFill>
                <a:latin typeface="微软雅黑" panose="020b0503020204020204" charset="-122"/>
                <a:ea typeface="微软雅黑" panose="020b0503020204020204" charset="-122"/>
              </a:rPr>
              <a:t>件</a:t>
            </a:r>
            <a:r>
              <a:rPr lang="zh-CN" altLang="en-US" sz="4800" b="1">
                <a:solidFill>
                  <a:schemeClr val="tx1">
                    <a:lumMod val="95000"/>
                    <a:lumOff val="5000"/>
                  </a:schemeClr>
                </a:solidFill>
                <a:latin typeface="微软雅黑" panose="020b0503020204020204" charset="-122"/>
                <a:ea typeface="微软雅黑" panose="020b0503020204020204" charset="-122"/>
              </a:rPr>
              <a:t>与</a:t>
            </a:r>
            <a:r>
              <a:rPr lang="zh-CN" altLang="en-US" sz="4800" b="1">
                <a:solidFill>
                  <a:srgbClr val="4378FD"/>
                </a:solidFill>
                <a:latin typeface="微软雅黑" panose="020b0503020204020204" charset="-122"/>
                <a:ea typeface="微软雅黑" panose="020b0503020204020204" charset="-122"/>
              </a:rPr>
              <a:t>必</a:t>
            </a:r>
            <a:r>
              <a:rPr lang="zh-CN" altLang="en-US" sz="4800" b="1">
                <a:solidFill>
                  <a:schemeClr val="tx1">
                    <a:lumMod val="95000"/>
                    <a:lumOff val="5000"/>
                  </a:schemeClr>
                </a:solidFill>
                <a:latin typeface="微软雅黑" panose="020b0503020204020204" charset="-122"/>
                <a:ea typeface="微软雅黑" panose="020b0503020204020204" charset="-122"/>
              </a:rPr>
              <a:t>要</a:t>
            </a:r>
            <a:r>
              <a:rPr lang="zh-CN" altLang="en-US" sz="4800" b="1">
                <a:solidFill>
                  <a:srgbClr val="4378FD"/>
                </a:solidFill>
                <a:latin typeface="微软雅黑" panose="020b0503020204020204" charset="-122"/>
                <a:ea typeface="微软雅黑" panose="020b0503020204020204" charset="-122"/>
              </a:rPr>
              <a:t>条</a:t>
            </a:r>
            <a:r>
              <a:rPr lang="zh-CN" altLang="en-US" sz="4800" b="1">
                <a:solidFill>
                  <a:schemeClr val="tx1"/>
                </a:solidFill>
                <a:latin typeface="微软雅黑" panose="020b0503020204020204" charset="-122"/>
                <a:ea typeface="微软雅黑" panose="020b0503020204020204" charset="-122"/>
              </a:rPr>
              <a:t>件</a:t>
            </a:r>
            <a:endParaRPr lang="zh-CN" altLang="en-US" sz="4800" b="1">
              <a:solidFill>
                <a:schemeClr val="tx1"/>
              </a:solidFill>
              <a:latin typeface="微软雅黑" panose="020b0503020204020204" charset="-122"/>
              <a:ea typeface="微软雅黑" panose="020b0503020204020204" charset="-122"/>
            </a:endParaRPr>
          </a:p>
        </p:txBody>
      </p:sp>
      <p:sp>
        <p:nvSpPr>
          <p:cNvPr id="3" name="文本框 2" title=""/>
          <p:cNvSpPr txBox="1"/>
          <p:nvPr>
            <p:custDataLst>
              <p:tags r:id="rId43"/>
            </p:custDataLst>
          </p:nvPr>
        </p:nvSpPr>
        <p:spPr>
          <a:xfrm>
            <a:off x="3700780" y="1657350"/>
            <a:ext cx="4791075" cy="405765"/>
          </a:xfrm>
          <a:prstGeom prst="rect">
            <a:avLst/>
          </a:prstGeom>
          <a:noFill/>
        </p:spPr>
        <p:txBody>
          <a:bodyPr wrap="square" rtlCol="0">
            <a:noAutofit/>
          </a:bodyPr>
          <a:lstStyle/>
          <a:p>
            <a:pPr algn="dist"/>
            <a:r>
              <a:rPr lang="en-US" altLang="zh-CN">
                <a:latin typeface="黑体" panose="02010609060101010101" charset="-122"/>
                <a:ea typeface="黑体" panose="02010609060101010101" charset="-122"/>
              </a:rPr>
              <a:t>充分条件与必要条件</a:t>
            </a:r>
            <a:endParaRPr lang="en-US" altLang="zh-CN">
              <a:latin typeface="黑体" panose="02010609060101010101" charset="-122"/>
              <a:ea typeface="黑体" panose="0201060906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2" presetClass="entr" presetSubtype="4" fill="hold" grpId="0" nodeType="afterEffect">
                                  <p:stCondLst>
                                    <p:cond delay="0"/>
                                  </p:stCondLst>
                                  <p:childTnLst>
                                    <p:set>
                                      <p:cBhvr>
                                        <p:cTn id="6" dur="250" fill="hold">
                                          <p:stCondLst>
                                            <p:cond delay="0"/>
                                          </p:stCondLst>
                                        </p:cTn>
                                        <p:tgtEl>
                                          <p:spTgt spid="60"/>
                                        </p:tgtEl>
                                        <p:attrNameLst>
                                          <p:attrName>style.visibility</p:attrName>
                                        </p:attrNameLst>
                                      </p:cBhvr>
                                      <p:to>
                                        <p:strVal val="visible"/>
                                      </p:to>
                                    </p:set>
                                    <p:anim calcmode="lin" valueType="num">
                                      <p:cBhvr additive="base">
                                        <p:cTn id="7" dur="250"/>
                                        <p:tgtEl>
                                          <p:spTgt spid="60"/>
                                        </p:tgtEl>
                                        <p:attrNameLst>
                                          <p:attrName>ppt_y</p:attrName>
                                        </p:attrNameLst>
                                      </p:cBhvr>
                                      <p:tavLst>
                                        <p:tav tm="0">
                                          <p:val>
                                            <p:strVal val="#ppt_y+#ppt_h*1.125000"/>
                                          </p:val>
                                        </p:tav>
                                        <p:tav tm="100000">
                                          <p:val>
                                            <p:strVal val="#ppt_y"/>
                                          </p:val>
                                        </p:tav>
                                      </p:tavLst>
                                    </p:anim>
                                    <p:animEffect transition="in" filter="wipe(up)">
                                      <p:cBhvr>
                                        <p:cTn id="8" dur="25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p:sld>
</file>

<file path=ppt/slides/slide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3" name="组合 22" title=""/>
          <p:cNvGrpSpPr/>
          <p:nvPr>
            <p:custDataLst>
              <p:tags r:id="rId8"/>
            </p:custDataLst>
          </p:nvPr>
        </p:nvGrpSpPr>
        <p:grpSpPr>
          <a:xfrm>
            <a:off x="577851" y="576471"/>
            <a:ext cx="5197474" cy="521970"/>
            <a:chOff x="330201" y="576471"/>
            <a:chExt cx="5197474" cy="521970"/>
          </a:xfrm>
        </p:grpSpPr>
        <p:sp>
          <p:nvSpPr>
            <p:cNvPr id="24" name="文本框 2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导入新知</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2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sp>
        <p:nvSpPr>
          <p:cNvPr id="10244" name="文本框 10243" title=""/>
          <p:cNvSpPr txBox="1"/>
          <p:nvPr>
            <p:custDataLst>
              <p:tags r:id="rId11"/>
            </p:custDataLst>
          </p:nvPr>
        </p:nvSpPr>
        <p:spPr>
          <a:xfrm>
            <a:off x="577215" y="1165225"/>
            <a:ext cx="11015345" cy="1278890"/>
          </a:xfrm>
          <a:prstGeom prst="rect">
            <a:avLst/>
          </a:prstGeom>
          <a:noFill/>
          <a:ln w="9525">
            <a:noFill/>
          </a:ln>
        </p:spPr>
        <p:txBody>
          <a:bodyPr>
            <a:noAutofit/>
          </a:bodyPr>
          <a:lstStyle/>
          <a:p>
            <a:pPr indent="636905" algn="l" fontAlgn="auto">
              <a:lnSpc>
                <a:spcPct val="150000"/>
              </a:lnSpc>
            </a:pPr>
            <a:r>
              <a:rPr lang="zh-CN" altLang="en-US" sz="2400" b="1">
                <a:latin typeface="Times New Roman" panose="02020603050405020304" pitchFamily="18" charset="0"/>
                <a:ea typeface="黑体" panose="02010609060101010101" charset="-122"/>
                <a:cs typeface="Times New Roman" panose="02020603050405020304" pitchFamily="18" charset="0"/>
              </a:rPr>
              <a:t>在初中，我们已经对命题有了初步的认识．一般地，我们把语言、符号或式子表达的，可以</a:t>
            </a:r>
            <a:r>
              <a:rPr lang="zh-CN" altLang="en-US" sz="2400" b="1">
                <a:solidFill>
                  <a:srgbClr val="4378FD"/>
                </a:solidFill>
                <a:latin typeface="Times New Roman" panose="02020603050405020304" pitchFamily="18" charset="0"/>
                <a:ea typeface="黑体" panose="02010609060101010101" charset="-122"/>
                <a:cs typeface="Times New Roman" panose="02020603050405020304" pitchFamily="18" charset="0"/>
              </a:rPr>
              <a:t>判断真假</a:t>
            </a:r>
            <a:r>
              <a:rPr lang="zh-CN" altLang="en-US" sz="2400" b="1">
                <a:latin typeface="Times New Roman" panose="02020603050405020304" pitchFamily="18" charset="0"/>
                <a:ea typeface="黑体" panose="02010609060101010101" charset="-122"/>
                <a:cs typeface="Times New Roman" panose="02020603050405020304" pitchFamily="18" charset="0"/>
              </a:rPr>
              <a:t>的陈述句叫做</a:t>
            </a:r>
            <a:r>
              <a:rPr lang="zh-CN" altLang="en-US" sz="2400" b="1">
                <a:solidFill>
                  <a:srgbClr val="4378FD"/>
                </a:solidFill>
                <a:latin typeface="Times New Roman" panose="02020603050405020304" pitchFamily="18" charset="0"/>
                <a:ea typeface="黑体" panose="02010609060101010101" charset="-122"/>
                <a:cs typeface="Times New Roman" panose="02020603050405020304" pitchFamily="18" charset="0"/>
              </a:rPr>
              <a:t>命题</a:t>
            </a:r>
            <a:r>
              <a:rPr lang="zh-CN" altLang="en-US" sz="2400" b="1">
                <a:latin typeface="Times New Roman" panose="02020603050405020304" pitchFamily="18" charset="0"/>
                <a:ea typeface="黑体" panose="02010609060101010101" charset="-122"/>
                <a:cs typeface="Times New Roman" panose="02020603050405020304" pitchFamily="18" charset="0"/>
              </a:rPr>
              <a:t>．</a:t>
            </a:r>
            <a:endParaRPr lang="zh-CN" altLang="en-US" sz="2400" b="1">
              <a:solidFill>
                <a:srgbClr val="4378FD"/>
              </a:solidFill>
              <a:latin typeface="Times New Roman" panose="02020603050405020304" pitchFamily="18" charset="0"/>
              <a:ea typeface="黑体" panose="02010609060101010101" charset="-122"/>
              <a:cs typeface="Times New Roman" panose="02020603050405020304" pitchFamily="18" charset="0"/>
            </a:endParaRPr>
          </a:p>
        </p:txBody>
      </p:sp>
      <p:grpSp>
        <p:nvGrpSpPr>
          <p:cNvPr id="6" name="组合 5" title=""/>
          <p:cNvGrpSpPr/>
          <p:nvPr>
            <p:custDataLst>
              <p:tags r:id="rId12"/>
            </p:custDataLst>
          </p:nvPr>
        </p:nvGrpSpPr>
        <p:grpSpPr>
          <a:xfrm>
            <a:off x="2322830" y="2481580"/>
            <a:ext cx="7871460" cy="633730"/>
            <a:chOff x="3658" y="908"/>
            <a:chExt cx="12396" cy="998"/>
          </a:xfrm>
        </p:grpSpPr>
        <p:sp>
          <p:nvSpPr>
            <p:cNvPr id="5" name="圆角矩形 4"/>
            <p:cNvSpPr/>
            <p:nvPr>
              <p:custDataLst>
                <p:tags r:id="rId13"/>
              </p:custDataLst>
            </p:nvPr>
          </p:nvSpPr>
          <p:spPr>
            <a:xfrm>
              <a:off x="3658" y="908"/>
              <a:ext cx="12397" cy="999"/>
            </a:xfrm>
            <a:prstGeom prst="roundRect">
              <a:avLst>
                <a:gd name="adj" fmla="val 50000"/>
              </a:avLst>
            </a:prstGeom>
            <a:solidFill>
              <a:srgbClr val="537AFA">
                <a:alpha val="3000"/>
              </a:srgbClr>
            </a:solidFill>
            <a:ln>
              <a:gradFill>
                <a:gsLst>
                  <a:gs pos="0">
                    <a:schemeClr val="accent2"/>
                  </a:gs>
                  <a:gs pos="100000">
                    <a:srgbClr val="537AFA"/>
                  </a:gs>
                </a:gsLst>
                <a:lin ang="12600000" scaled="0"/>
              </a:gra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 name="文本框 1"/>
            <p:cNvSpPr txBox="1"/>
            <p:nvPr>
              <p:custDataLst>
                <p:tags r:id="rId14"/>
              </p:custDataLst>
            </p:nvPr>
          </p:nvSpPr>
          <p:spPr>
            <a:xfrm>
              <a:off x="4021" y="1039"/>
              <a:ext cx="11913" cy="725"/>
            </a:xfrm>
            <a:prstGeom prst="rect">
              <a:avLst/>
            </a:prstGeom>
            <a:noFill/>
          </p:spPr>
          <p:txBody>
            <a:bodyPr wrap="square" rtlCol="0">
              <a:spAutoFit/>
            </a:bodyPr>
            <a:lstStyle/>
            <a:p>
              <a:r>
                <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判断为真的语句是真命题，判断为假的语句是假命题．</a:t>
              </a:r>
              <a:endPar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endParaRPr>
            </a:p>
          </p:txBody>
        </p:sp>
      </p:grpSp>
      <p:sp>
        <p:nvSpPr>
          <p:cNvPr id="8" name="文本框 7" title=""/>
          <p:cNvSpPr txBox="1"/>
          <p:nvPr>
            <p:custDataLst>
              <p:tags r:id="rId15"/>
            </p:custDataLst>
          </p:nvPr>
        </p:nvSpPr>
        <p:spPr>
          <a:xfrm>
            <a:off x="577215" y="3129915"/>
            <a:ext cx="11015345" cy="2306955"/>
          </a:xfrm>
          <a:prstGeom prst="rect">
            <a:avLst/>
          </a:prstGeom>
          <a:noFill/>
        </p:spPr>
        <p:txBody>
          <a:bodyPr wrap="square" rtlCol="0">
            <a:spAutoFit/>
          </a:bodyPr>
          <a:lstStyle/>
          <a:p>
            <a:pPr indent="636905" algn="l" fontAlgn="auto">
              <a:lnSpc>
                <a:spcPct val="150000"/>
              </a:lnSpc>
            </a:pPr>
            <a:r>
              <a:rPr lang="zh-CN" altLang="en-US" sz="2400" b="1">
                <a:latin typeface="Times New Roman" panose="02020603050405020304" pitchFamily="18" charset="0"/>
                <a:ea typeface="黑体" panose="02010609060101010101" charset="-122"/>
                <a:cs typeface="Times New Roman" panose="02020603050405020304" pitchFamily="18" charset="0"/>
                <a:sym typeface="+mn-ea"/>
              </a:rPr>
              <a:t>中学数学中的许多命题可以写成“若</a:t>
            </a:r>
            <a:r>
              <a:rPr lang="en-US" altLang="zh-CN" sz="2400" b="1">
                <a:latin typeface="Times New Roman" panose="02020603050405020304" pitchFamily="18" charset="0"/>
                <a:ea typeface="黑体" panose="02010609060101010101" charset="-122"/>
                <a:cs typeface="Times New Roman" panose="02020603050405020304" pitchFamily="18" charset="0"/>
                <a:sym typeface="+mn-ea"/>
              </a:rPr>
              <a:t> </a:t>
            </a:r>
            <a:r>
              <a:rPr lang="en-US" altLang="zh-CN" sz="2400" b="1" i="1">
                <a:latin typeface="Times New Roman" panose="02020603050405020304" pitchFamily="18" charset="0"/>
                <a:ea typeface="黑体" panose="02010609060101010101" charset="-122"/>
                <a:cs typeface="Times New Roman" panose="02020603050405020304" pitchFamily="18" charset="0"/>
                <a:sym typeface="+mn-ea"/>
              </a:rPr>
              <a:t>p </a:t>
            </a:r>
            <a:r>
              <a:rPr lang="zh-CN" altLang="en-US" sz="2400" b="1">
                <a:latin typeface="Times New Roman" panose="02020603050405020304" pitchFamily="18" charset="0"/>
                <a:ea typeface="黑体" panose="02010609060101010101" charset="-122"/>
                <a:cs typeface="Times New Roman" panose="02020603050405020304" pitchFamily="18" charset="0"/>
                <a:sym typeface="+mn-ea"/>
              </a:rPr>
              <a:t>，则</a:t>
            </a:r>
            <a:r>
              <a:rPr lang="en-US" altLang="zh-CN" sz="2400" b="1">
                <a:latin typeface="Times New Roman" panose="02020603050405020304" pitchFamily="18" charset="0"/>
                <a:ea typeface="黑体" panose="02010609060101010101" charset="-122"/>
                <a:cs typeface="Times New Roman" panose="02020603050405020304" pitchFamily="18" charset="0"/>
                <a:sym typeface="+mn-ea"/>
              </a:rPr>
              <a:t> </a:t>
            </a:r>
            <a:r>
              <a:rPr lang="en-US" altLang="zh-CN" sz="2400" b="1" i="1">
                <a:latin typeface="Times New Roman" panose="02020603050405020304" pitchFamily="18" charset="0"/>
                <a:ea typeface="黑体" panose="02010609060101010101" charset="-122"/>
                <a:cs typeface="Times New Roman" panose="02020603050405020304" pitchFamily="18" charset="0"/>
                <a:sym typeface="+mn-ea"/>
              </a:rPr>
              <a:t>q </a:t>
            </a:r>
            <a:r>
              <a:rPr lang="en-US" altLang="zh-CN" sz="2400" b="1">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b="1">
                <a:latin typeface="Times New Roman" panose="02020603050405020304" pitchFamily="18" charset="0"/>
                <a:ea typeface="黑体" panose="02010609060101010101" charset="-122"/>
                <a:cs typeface="Times New Roman" panose="02020603050405020304" pitchFamily="18" charset="0"/>
                <a:sym typeface="+mn-ea"/>
              </a:rPr>
              <a:t>，</a:t>
            </a:r>
            <a:r>
              <a:rPr lang="en-US" altLang="zh-CN" sz="2400" b="1">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b="1">
                <a:latin typeface="Times New Roman" panose="02020603050405020304" pitchFamily="18" charset="0"/>
                <a:ea typeface="黑体" panose="02010609060101010101" charset="-122"/>
                <a:cs typeface="Times New Roman" panose="02020603050405020304" pitchFamily="18" charset="0"/>
                <a:sym typeface="+mn-ea"/>
              </a:rPr>
              <a:t>如果</a:t>
            </a:r>
            <a:r>
              <a:rPr lang="en-US" altLang="zh-CN" sz="2400" b="1">
                <a:latin typeface="Times New Roman" panose="02020603050405020304" pitchFamily="18" charset="0"/>
                <a:ea typeface="黑体" panose="02010609060101010101" charset="-122"/>
                <a:cs typeface="Times New Roman" panose="02020603050405020304" pitchFamily="18" charset="0"/>
                <a:sym typeface="+mn-ea"/>
              </a:rPr>
              <a:t> </a:t>
            </a:r>
            <a:r>
              <a:rPr lang="en-US" altLang="zh-CN" sz="2400" b="1" i="1">
                <a:latin typeface="Times New Roman" panose="02020603050405020304" pitchFamily="18" charset="0"/>
                <a:ea typeface="黑体" panose="02010609060101010101" charset="-122"/>
                <a:cs typeface="Times New Roman" panose="02020603050405020304" pitchFamily="18" charset="0"/>
                <a:sym typeface="+mn-ea"/>
              </a:rPr>
              <a:t>p </a:t>
            </a:r>
            <a:r>
              <a:rPr lang="zh-CN" altLang="en-US" sz="2400" b="1">
                <a:latin typeface="Times New Roman" panose="02020603050405020304" pitchFamily="18" charset="0"/>
                <a:ea typeface="黑体" panose="02010609060101010101" charset="-122"/>
                <a:cs typeface="Times New Roman" panose="02020603050405020304" pitchFamily="18" charset="0"/>
                <a:sym typeface="+mn-ea"/>
              </a:rPr>
              <a:t>，那么</a:t>
            </a:r>
            <a:r>
              <a:rPr lang="en-US" altLang="zh-CN" sz="2400" b="1">
                <a:latin typeface="Times New Roman" panose="02020603050405020304" pitchFamily="18" charset="0"/>
                <a:ea typeface="黑体" panose="02010609060101010101" charset="-122"/>
                <a:cs typeface="Times New Roman" panose="02020603050405020304" pitchFamily="18" charset="0"/>
                <a:sym typeface="+mn-ea"/>
              </a:rPr>
              <a:t> </a:t>
            </a:r>
            <a:r>
              <a:rPr lang="en-US" altLang="zh-CN" sz="2400" b="1" i="1">
                <a:latin typeface="Times New Roman" panose="02020603050405020304" pitchFamily="18" charset="0"/>
                <a:ea typeface="黑体" panose="02010609060101010101" charset="-122"/>
                <a:cs typeface="Times New Roman" panose="02020603050405020304" pitchFamily="18" charset="0"/>
                <a:sym typeface="+mn-ea"/>
              </a:rPr>
              <a:t>q </a:t>
            </a:r>
            <a:r>
              <a:rPr lang="en-US" altLang="zh-CN" sz="2400" b="1">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b="1">
                <a:latin typeface="Times New Roman" panose="02020603050405020304" pitchFamily="18" charset="0"/>
                <a:ea typeface="黑体" panose="02010609060101010101" charset="-122"/>
                <a:cs typeface="Times New Roman" panose="02020603050405020304" pitchFamily="18" charset="0"/>
                <a:sym typeface="+mn-ea"/>
              </a:rPr>
              <a:t>等形式．其中</a:t>
            </a:r>
            <a:r>
              <a:rPr lang="en-US" altLang="zh-CN" sz="2400" b="1">
                <a:latin typeface="Times New Roman" panose="02020603050405020304" pitchFamily="18" charset="0"/>
                <a:ea typeface="黑体" panose="02010609060101010101" charset="-122"/>
                <a:cs typeface="Times New Roman" panose="02020603050405020304" pitchFamily="18" charset="0"/>
                <a:sym typeface="+mn-ea"/>
              </a:rPr>
              <a:t> </a:t>
            </a:r>
            <a:r>
              <a:rPr lang="en-US" altLang="zh-CN" sz="2400" b="1" i="1">
                <a:latin typeface="Times New Roman" panose="02020603050405020304" pitchFamily="18" charset="0"/>
                <a:ea typeface="黑体" panose="02010609060101010101" charset="-122"/>
                <a:cs typeface="Times New Roman" panose="02020603050405020304" pitchFamily="18" charset="0"/>
                <a:sym typeface="+mn-ea"/>
              </a:rPr>
              <a:t>p </a:t>
            </a:r>
            <a:r>
              <a:rPr lang="zh-CN" altLang="en-US" sz="2400" b="1">
                <a:latin typeface="Times New Roman" panose="02020603050405020304" pitchFamily="18" charset="0"/>
                <a:ea typeface="黑体" panose="02010609060101010101" charset="-122"/>
                <a:cs typeface="Times New Roman" panose="02020603050405020304" pitchFamily="18" charset="0"/>
                <a:sym typeface="+mn-ea"/>
              </a:rPr>
              <a:t>称为命题的条件，</a:t>
            </a:r>
            <a:r>
              <a:rPr lang="en-US" altLang="zh-CN" sz="2400" b="1" i="1">
                <a:latin typeface="Times New Roman" panose="02020603050405020304" pitchFamily="18" charset="0"/>
                <a:ea typeface="黑体" panose="02010609060101010101" charset="-122"/>
                <a:cs typeface="Times New Roman" panose="02020603050405020304" pitchFamily="18" charset="0"/>
                <a:sym typeface="+mn-ea"/>
              </a:rPr>
              <a:t>q </a:t>
            </a:r>
            <a:r>
              <a:rPr lang="zh-CN" altLang="en-US" sz="2400" b="1">
                <a:latin typeface="Times New Roman" panose="02020603050405020304" pitchFamily="18" charset="0"/>
                <a:ea typeface="黑体" panose="02010609060101010101" charset="-122"/>
                <a:cs typeface="Times New Roman" panose="02020603050405020304" pitchFamily="18" charset="0"/>
                <a:sym typeface="+mn-ea"/>
              </a:rPr>
              <a:t>称为命题的结论．</a:t>
            </a:r>
            <a:endParaRPr lang="zh-CN" altLang="en-US" sz="2400" b="1">
              <a:latin typeface="Times New Roman" panose="02020603050405020304" pitchFamily="18" charset="0"/>
              <a:ea typeface="黑体" panose="02010609060101010101" charset="-122"/>
              <a:cs typeface="Times New Roman" panose="02020603050405020304" pitchFamily="18" charset="0"/>
            </a:endParaRPr>
          </a:p>
          <a:p>
            <a:pPr indent="636905" algn="l" fontAlgn="auto">
              <a:lnSpc>
                <a:spcPct val="150000"/>
              </a:lnSpc>
            </a:pPr>
            <a:r>
              <a:rPr lang="zh-CN" altLang="en-US" sz="2400" b="1">
                <a:solidFill>
                  <a:srgbClr val="4378FD"/>
                </a:solidFill>
                <a:latin typeface="Times New Roman" panose="02020603050405020304" pitchFamily="18" charset="0"/>
                <a:ea typeface="黑体" panose="02010609060101010101" charset="-122"/>
                <a:cs typeface="Times New Roman" panose="02020603050405020304" pitchFamily="18" charset="0"/>
                <a:sym typeface="+mn-ea"/>
              </a:rPr>
              <a:t>本节主要讨论这种形式的命题．下面我们将进一步考查“若</a:t>
            </a:r>
            <a:r>
              <a:rPr lang="en-US" altLang="zh-CN" sz="2400" b="1">
                <a:solidFill>
                  <a:srgbClr val="4378FD"/>
                </a:solidFill>
                <a:latin typeface="Times New Roman" panose="02020603050405020304" pitchFamily="18" charset="0"/>
                <a:ea typeface="黑体" panose="02010609060101010101" charset="-122"/>
                <a:cs typeface="Times New Roman" panose="02020603050405020304" pitchFamily="18" charset="0"/>
                <a:sym typeface="+mn-ea"/>
              </a:rPr>
              <a:t> </a:t>
            </a:r>
            <a:r>
              <a:rPr lang="en-US" altLang="zh-CN" sz="2400" b="1" i="1">
                <a:solidFill>
                  <a:srgbClr val="4378FD"/>
                </a:solidFill>
                <a:latin typeface="Times New Roman" panose="02020603050405020304" pitchFamily="18" charset="0"/>
                <a:ea typeface="黑体" panose="02010609060101010101" charset="-122"/>
                <a:cs typeface="Times New Roman" panose="02020603050405020304" pitchFamily="18" charset="0"/>
                <a:sym typeface="+mn-ea"/>
              </a:rPr>
              <a:t>p</a:t>
            </a:r>
            <a:r>
              <a:rPr lang="zh-CN" altLang="en-US" sz="2400" b="1">
                <a:solidFill>
                  <a:srgbClr val="4378FD"/>
                </a:solidFill>
                <a:latin typeface="Times New Roman" panose="02020603050405020304" pitchFamily="18" charset="0"/>
                <a:ea typeface="黑体" panose="02010609060101010101" charset="-122"/>
                <a:cs typeface="Times New Roman" panose="02020603050405020304" pitchFamily="18" charset="0"/>
                <a:sym typeface="+mn-ea"/>
              </a:rPr>
              <a:t>，则</a:t>
            </a:r>
            <a:r>
              <a:rPr lang="en-US" altLang="zh-CN" sz="2400" b="1">
                <a:solidFill>
                  <a:srgbClr val="4378FD"/>
                </a:solidFill>
                <a:latin typeface="Times New Roman" panose="02020603050405020304" pitchFamily="18" charset="0"/>
                <a:ea typeface="黑体" panose="02010609060101010101" charset="-122"/>
                <a:cs typeface="Times New Roman" panose="02020603050405020304" pitchFamily="18" charset="0"/>
                <a:sym typeface="+mn-ea"/>
              </a:rPr>
              <a:t> </a:t>
            </a:r>
            <a:r>
              <a:rPr lang="en-US" altLang="zh-CN" sz="2400" b="1" i="1">
                <a:solidFill>
                  <a:srgbClr val="4378FD"/>
                </a:solidFill>
                <a:latin typeface="Times New Roman" panose="02020603050405020304" pitchFamily="18" charset="0"/>
                <a:ea typeface="黑体" panose="02010609060101010101" charset="-122"/>
                <a:cs typeface="Times New Roman" panose="02020603050405020304" pitchFamily="18" charset="0"/>
                <a:sym typeface="+mn-ea"/>
              </a:rPr>
              <a:t>q ”</a:t>
            </a:r>
            <a:r>
              <a:rPr lang="zh-CN" altLang="en-US" sz="2400" b="1">
                <a:solidFill>
                  <a:srgbClr val="4378FD"/>
                </a:solidFill>
                <a:latin typeface="Times New Roman" panose="02020603050405020304" pitchFamily="18" charset="0"/>
                <a:ea typeface="黑体" panose="02010609060101010101" charset="-122"/>
                <a:cs typeface="Times New Roman" panose="02020603050405020304" pitchFamily="18" charset="0"/>
                <a:sym typeface="+mn-ea"/>
              </a:rPr>
              <a:t>形式的命题中</a:t>
            </a:r>
            <a:r>
              <a:rPr lang="en-US" altLang="zh-CN" sz="2400" b="1">
                <a:solidFill>
                  <a:srgbClr val="4378FD"/>
                </a:solidFill>
                <a:latin typeface="Times New Roman" panose="02020603050405020304" pitchFamily="18" charset="0"/>
                <a:ea typeface="黑体" panose="02010609060101010101" charset="-122"/>
                <a:cs typeface="Times New Roman" panose="02020603050405020304" pitchFamily="18" charset="0"/>
                <a:sym typeface="+mn-ea"/>
              </a:rPr>
              <a:t> </a:t>
            </a:r>
            <a:r>
              <a:rPr lang="en-US" altLang="zh-CN" sz="2400" b="1" i="1">
                <a:solidFill>
                  <a:srgbClr val="4378FD"/>
                </a:solidFill>
                <a:latin typeface="Times New Roman" panose="02020603050405020304" pitchFamily="18" charset="0"/>
                <a:ea typeface="黑体" panose="02010609060101010101" charset="-122"/>
                <a:cs typeface="Times New Roman" panose="02020603050405020304" pitchFamily="18" charset="0"/>
                <a:sym typeface="+mn-ea"/>
              </a:rPr>
              <a:t>p </a:t>
            </a:r>
            <a:r>
              <a:rPr lang="zh-CN" altLang="en-US" sz="2400" b="1">
                <a:solidFill>
                  <a:srgbClr val="4378FD"/>
                </a:solidFill>
                <a:latin typeface="Times New Roman" panose="02020603050405020304" pitchFamily="18" charset="0"/>
                <a:ea typeface="黑体" panose="02010609060101010101" charset="-122"/>
                <a:cs typeface="Times New Roman" panose="02020603050405020304" pitchFamily="18" charset="0"/>
                <a:sym typeface="+mn-ea"/>
              </a:rPr>
              <a:t>和</a:t>
            </a:r>
            <a:r>
              <a:rPr lang="en-US" altLang="zh-CN" sz="2400" b="1">
                <a:solidFill>
                  <a:srgbClr val="4378FD"/>
                </a:solidFill>
                <a:latin typeface="Times New Roman" panose="02020603050405020304" pitchFamily="18" charset="0"/>
                <a:ea typeface="黑体" panose="02010609060101010101" charset="-122"/>
                <a:cs typeface="Times New Roman" panose="02020603050405020304" pitchFamily="18" charset="0"/>
                <a:sym typeface="+mn-ea"/>
              </a:rPr>
              <a:t> </a:t>
            </a:r>
            <a:r>
              <a:rPr lang="en-US" altLang="zh-CN" sz="2400" b="1" i="1">
                <a:solidFill>
                  <a:srgbClr val="4378FD"/>
                </a:solidFill>
                <a:latin typeface="Times New Roman" panose="02020603050405020304" pitchFamily="18" charset="0"/>
                <a:ea typeface="黑体" panose="02010609060101010101" charset="-122"/>
                <a:cs typeface="Times New Roman" panose="02020603050405020304" pitchFamily="18" charset="0"/>
                <a:sym typeface="+mn-ea"/>
              </a:rPr>
              <a:t>q </a:t>
            </a:r>
            <a:r>
              <a:rPr lang="zh-CN" altLang="en-US" sz="2400" b="1">
                <a:solidFill>
                  <a:srgbClr val="4378FD"/>
                </a:solidFill>
                <a:latin typeface="Times New Roman" panose="02020603050405020304" pitchFamily="18" charset="0"/>
                <a:ea typeface="黑体" panose="02010609060101010101" charset="-122"/>
                <a:cs typeface="Times New Roman" panose="02020603050405020304" pitchFamily="18" charset="0"/>
                <a:sym typeface="+mn-ea"/>
              </a:rPr>
              <a:t>的关系，学习数学中的三个常用的逻辑用语：</a:t>
            </a:r>
            <a:endParaRPr lang="zh-CN" altLang="en-US" sz="2400" b="1">
              <a:solidFill>
                <a:srgbClr val="4378FD"/>
              </a:solidFill>
              <a:latin typeface="Times New Roman" panose="02020603050405020304" pitchFamily="18" charset="0"/>
              <a:ea typeface="黑体" panose="02010609060101010101" charset="-122"/>
              <a:cs typeface="Times New Roman" panose="02020603050405020304" pitchFamily="18" charset="0"/>
              <a:sym typeface="+mn-ea"/>
            </a:endParaRPr>
          </a:p>
        </p:txBody>
      </p:sp>
      <p:grpSp>
        <p:nvGrpSpPr>
          <p:cNvPr id="11" name="组合 10" title=""/>
          <p:cNvGrpSpPr/>
          <p:nvPr>
            <p:custDataLst>
              <p:tags r:id="rId16"/>
            </p:custDataLst>
          </p:nvPr>
        </p:nvGrpSpPr>
        <p:grpSpPr>
          <a:xfrm>
            <a:off x="2322830" y="5592445"/>
            <a:ext cx="7872095" cy="634365"/>
            <a:chOff x="3658" y="908"/>
            <a:chExt cx="12397" cy="999"/>
          </a:xfrm>
        </p:grpSpPr>
        <p:sp>
          <p:nvSpPr>
            <p:cNvPr id="14" name="圆角矩形 13"/>
            <p:cNvSpPr/>
            <p:nvPr>
              <p:custDataLst>
                <p:tags r:id="rId17"/>
              </p:custDataLst>
            </p:nvPr>
          </p:nvSpPr>
          <p:spPr>
            <a:xfrm>
              <a:off x="3658" y="908"/>
              <a:ext cx="12397" cy="999"/>
            </a:xfrm>
            <a:prstGeom prst="roundRect">
              <a:avLst>
                <a:gd name="adj" fmla="val 50000"/>
              </a:avLst>
            </a:prstGeom>
            <a:solidFill>
              <a:srgbClr val="537AFA">
                <a:alpha val="3000"/>
              </a:srgbClr>
            </a:solidFill>
            <a:ln>
              <a:gradFill>
                <a:gsLst>
                  <a:gs pos="0">
                    <a:schemeClr val="accent2"/>
                  </a:gs>
                  <a:gs pos="100000">
                    <a:srgbClr val="537AFA"/>
                  </a:gs>
                </a:gsLst>
                <a:lin ang="12600000" scaled="0"/>
              </a:gra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5" name="文本框 14"/>
            <p:cNvSpPr txBox="1"/>
            <p:nvPr>
              <p:custDataLst>
                <p:tags r:id="rId18"/>
              </p:custDataLst>
            </p:nvPr>
          </p:nvSpPr>
          <p:spPr>
            <a:xfrm>
              <a:off x="4021" y="1039"/>
              <a:ext cx="11913" cy="725"/>
            </a:xfrm>
            <a:prstGeom prst="rect">
              <a:avLst/>
            </a:prstGeom>
            <a:noFill/>
          </p:spPr>
          <p:txBody>
            <a:bodyPr wrap="square" rtlCol="0">
              <a:spAutoFit/>
            </a:bodyPr>
            <a:lstStyle/>
            <a:p>
              <a:pPr algn="ctr"/>
              <a:r>
                <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充分条件、必要条件和充要条件</a:t>
              </a:r>
              <a:endPar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250" fill="hold">
                                          <p:stCondLst>
                                            <p:cond delay="0"/>
                                          </p:stCondLst>
                                        </p:cTn>
                                        <p:tgtEl>
                                          <p:spTgt spid="6"/>
                                        </p:tgtEl>
                                        <p:attrNameLst>
                                          <p:attrName>style.visibility</p:attrName>
                                        </p:attrNameLst>
                                      </p:cBhvr>
                                      <p:to>
                                        <p:strVal val="visible"/>
                                      </p:to>
                                    </p:set>
                                    <p:animEffect transition="in" filter="wipe(left)">
                                      <p:cBhvr>
                                        <p:cTn id="7" dur="250"/>
                                        <p:tgtEl>
                                          <p:spTgt spid="6"/>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250" fill="hold">
                                          <p:stCondLst>
                                            <p:cond delay="0"/>
                                          </p:stCondLst>
                                        </p:cTn>
                                        <p:tgtEl>
                                          <p:spTgt spid="8">
                                            <p:txEl>
                                              <p:pRg st="0" end="0"/>
                                            </p:txEl>
                                          </p:spTgt>
                                        </p:tgtEl>
                                        <p:attrNameLst>
                                          <p:attrName>style.visibility</p:attrName>
                                        </p:attrNameLst>
                                      </p:cBhvr>
                                      <p:to>
                                        <p:strVal val="visible"/>
                                      </p:to>
                                    </p:set>
                                    <p:animEffect transition="in" filter="wipe(left)">
                                      <p:cBhvr>
                                        <p:cTn id="12" dur="250"/>
                                        <p:tgtEl>
                                          <p:spTgt spid="8">
                                            <p:txEl>
                                              <p:pRg st="0" end="0"/>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250" fill="hold">
                                          <p:stCondLst>
                                            <p:cond delay="0"/>
                                          </p:stCondLst>
                                        </p:cTn>
                                        <p:tgtEl>
                                          <p:spTgt spid="8">
                                            <p:txEl>
                                              <p:pRg st="1" end="1"/>
                                            </p:txEl>
                                          </p:spTgt>
                                        </p:tgtEl>
                                        <p:attrNameLst>
                                          <p:attrName>style.visibility</p:attrName>
                                        </p:attrNameLst>
                                      </p:cBhvr>
                                      <p:to>
                                        <p:strVal val="visible"/>
                                      </p:to>
                                    </p:set>
                                    <p:animEffect transition="in" filter="wipe(left)">
                                      <p:cBhvr>
                                        <p:cTn id="17" dur="250"/>
                                        <p:tgtEl>
                                          <p:spTgt spid="8">
                                            <p:txEl>
                                              <p:pRg st="1" end="1"/>
                                            </p:txEl>
                                          </p:spTgt>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250" fill="hold">
                                          <p:stCondLst>
                                            <p:cond delay="0"/>
                                          </p:stCondLst>
                                        </p:cTn>
                                        <p:tgtEl>
                                          <p:spTgt spid="11"/>
                                        </p:tgtEl>
                                        <p:attrNameLst>
                                          <p:attrName>style.visibility</p:attrName>
                                        </p:attrNameLst>
                                      </p:cBhvr>
                                      <p:to>
                                        <p:strVal val="visible"/>
                                      </p:to>
                                    </p:set>
                                    <p:animEffect transition="in" filter="wipe(left)">
                                      <p:cBhvr>
                                        <p:cTn id="22" dur="2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3" name="组合 22" title=""/>
          <p:cNvGrpSpPr/>
          <p:nvPr>
            <p:custDataLst>
              <p:tags r:id="rId8"/>
            </p:custDataLst>
          </p:nvPr>
        </p:nvGrpSpPr>
        <p:grpSpPr>
          <a:xfrm>
            <a:off x="577851" y="576471"/>
            <a:ext cx="5197474" cy="521970"/>
            <a:chOff x="330201" y="576471"/>
            <a:chExt cx="5197474" cy="521970"/>
          </a:xfrm>
        </p:grpSpPr>
        <p:sp>
          <p:nvSpPr>
            <p:cNvPr id="24" name="文本框 2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导入新知</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2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sp>
        <p:nvSpPr>
          <p:cNvPr id="4" name="文本框 3" title=""/>
          <p:cNvSpPr txBox="1"/>
          <p:nvPr>
            <p:custDataLst>
              <p:tags r:id="rId11"/>
            </p:custDataLst>
          </p:nvPr>
        </p:nvSpPr>
        <p:spPr>
          <a:xfrm>
            <a:off x="461645" y="1196340"/>
            <a:ext cx="7688580" cy="4536440"/>
          </a:xfrm>
          <a:prstGeom prst="rect">
            <a:avLst/>
          </a:prstGeom>
          <a:noFill/>
        </p:spPr>
        <p:txBody>
          <a:bodyPr wrap="square" rtlCol="0">
            <a:noAutofit/>
          </a:bodyPr>
          <a:lstStyle/>
          <a:p>
            <a:pPr indent="565150" fontAlgn="auto"/>
            <a:r>
              <a:rPr lang="zh-CN" altLang="en-US" sz="2100">
                <a:latin typeface="黑体" panose="02010609060101010101" charset="-122"/>
                <a:ea typeface="黑体" panose="02010609060101010101" charset="-122"/>
                <a:cs typeface="黑体" panose="02010609060101010101" charset="-122"/>
              </a:rPr>
              <a:t>从前有一个牧民，养了几十只羊，白天放牧，晚上赶进一个用柴草和木桩等物围起来的羊圈内。</a:t>
            </a:r>
            <a:endParaRPr lang="zh-CN" altLang="en-US" sz="2100">
              <a:latin typeface="黑体" panose="02010609060101010101" charset="-122"/>
              <a:ea typeface="黑体" panose="02010609060101010101" charset="-122"/>
              <a:cs typeface="黑体" panose="02010609060101010101" charset="-122"/>
            </a:endParaRPr>
          </a:p>
          <a:p>
            <a:pPr indent="565150" fontAlgn="auto"/>
            <a:r>
              <a:rPr lang="zh-CN" altLang="en-US" sz="2100">
                <a:latin typeface="黑体" panose="02010609060101010101" charset="-122"/>
                <a:ea typeface="黑体" panose="02010609060101010101" charset="-122"/>
                <a:cs typeface="黑体" panose="02010609060101010101" charset="-122"/>
              </a:rPr>
              <a:t>一天早晨，这个牧民去放羊，发现羊少了一只。原来羊圈破了个窟窿，夜间有狼从窟窿里钻了进来，把一只羊叼走了。</a:t>
            </a:r>
            <a:endParaRPr lang="zh-CN" altLang="en-US" sz="2100">
              <a:latin typeface="黑体" panose="02010609060101010101" charset="-122"/>
              <a:ea typeface="黑体" panose="02010609060101010101" charset="-122"/>
              <a:cs typeface="黑体" panose="02010609060101010101" charset="-122"/>
            </a:endParaRPr>
          </a:p>
          <a:p>
            <a:pPr indent="565150" fontAlgn="auto"/>
            <a:r>
              <a:rPr lang="zh-CN" altLang="en-US" sz="2100">
                <a:latin typeface="黑体" panose="02010609060101010101" charset="-122"/>
                <a:ea typeface="黑体" panose="02010609060101010101" charset="-122"/>
                <a:cs typeface="黑体" panose="02010609060101010101" charset="-122"/>
              </a:rPr>
              <a:t>邻居劝告他说：“赶快把羊圈修一修，堵上那个窟窿吧。”</a:t>
            </a:r>
            <a:endParaRPr lang="zh-CN" altLang="en-US" sz="2100">
              <a:latin typeface="黑体" panose="02010609060101010101" charset="-122"/>
              <a:ea typeface="黑体" panose="02010609060101010101" charset="-122"/>
              <a:cs typeface="黑体" panose="02010609060101010101" charset="-122"/>
            </a:endParaRPr>
          </a:p>
          <a:p>
            <a:pPr indent="565150" fontAlgn="auto"/>
            <a:r>
              <a:rPr lang="zh-CN" altLang="en-US" sz="2100">
                <a:latin typeface="黑体" panose="02010609060101010101" charset="-122"/>
                <a:ea typeface="黑体" panose="02010609060101010101" charset="-122"/>
                <a:cs typeface="黑体" panose="02010609060101010101" charset="-122"/>
              </a:rPr>
              <a:t>他说：“羊已经丢了，还去修羊圈干什么呢?”没有接受邻居的好心劝告。</a:t>
            </a:r>
            <a:endParaRPr lang="zh-CN" altLang="en-US" sz="2100">
              <a:latin typeface="黑体" panose="02010609060101010101" charset="-122"/>
              <a:ea typeface="黑体" panose="02010609060101010101" charset="-122"/>
              <a:cs typeface="黑体" panose="02010609060101010101" charset="-122"/>
            </a:endParaRPr>
          </a:p>
          <a:p>
            <a:pPr indent="565150" fontAlgn="auto"/>
            <a:r>
              <a:rPr lang="zh-CN" altLang="en-US" sz="2100">
                <a:latin typeface="黑体" panose="02010609060101010101" charset="-122"/>
                <a:ea typeface="黑体" panose="02010609060101010101" charset="-122"/>
                <a:cs typeface="黑体" panose="02010609060101010101" charset="-122"/>
              </a:rPr>
              <a:t>第二天早上，他去放羊，发现又少了一只羊。原来狼又从窟窿里钻进羊圈，又叼走了一只羊。</a:t>
            </a:r>
            <a:endParaRPr lang="zh-CN" altLang="en-US" sz="2100">
              <a:latin typeface="黑体" panose="02010609060101010101" charset="-122"/>
              <a:ea typeface="黑体" panose="02010609060101010101" charset="-122"/>
              <a:cs typeface="黑体" panose="02010609060101010101" charset="-122"/>
            </a:endParaRPr>
          </a:p>
          <a:p>
            <a:pPr indent="565150" fontAlgn="auto"/>
            <a:r>
              <a:rPr lang="zh-CN" altLang="en-US" sz="2100">
                <a:latin typeface="黑体" panose="02010609060101010101" charset="-122"/>
                <a:ea typeface="黑体" panose="02010609060101010101" charset="-122"/>
                <a:cs typeface="黑体" panose="02010609060101010101" charset="-122"/>
              </a:rPr>
              <a:t>这位牧民很后悔没有认直接受邻居的劝告，去及时采取补救措施。于是，他赶紧堵上那个窟窿，又从整体进行加固，把羊圈修得十分牢固的。</a:t>
            </a:r>
            <a:endParaRPr lang="zh-CN" altLang="en-US" sz="2100">
              <a:latin typeface="黑体" panose="02010609060101010101" charset="-122"/>
              <a:ea typeface="黑体" panose="02010609060101010101" charset="-122"/>
              <a:cs typeface="黑体" panose="02010609060101010101" charset="-122"/>
            </a:endParaRPr>
          </a:p>
          <a:p>
            <a:pPr indent="565150" fontAlgn="auto"/>
            <a:r>
              <a:rPr lang="zh-CN" altLang="en-US" sz="2100">
                <a:latin typeface="黑体" panose="02010609060101010101" charset="-122"/>
                <a:ea typeface="黑体" panose="02010609060101010101" charset="-122"/>
                <a:cs typeface="黑体" panose="02010609060101010101" charset="-122"/>
              </a:rPr>
              <a:t>从此，这个牧民的羊就再也没有被野狼叼走过了</a:t>
            </a:r>
            <a:r>
              <a:rPr lang="zh-CN" altLang="en-US" sz="2100"/>
              <a:t>。</a:t>
            </a:r>
            <a:endParaRPr lang="zh-CN" altLang="en-US" sz="2100"/>
          </a:p>
        </p:txBody>
      </p:sp>
      <p:pic>
        <p:nvPicPr>
          <p:cNvPr id="3" name="图片 2" title=""/>
          <p:cNvPicPr>
            <a:picLocks noChangeAspect="1"/>
          </p:cNvPicPr>
          <p:nvPr>
            <p:custDataLst>
              <p:tags r:id="rId13"/>
            </p:custDataLst>
          </p:nvPr>
        </p:nvPicPr>
        <p:blipFill>
          <a:blip r:embed="rId12"/>
          <a:srcRect r="660" b="12973"/>
          <a:stretch>
            <a:fillRect/>
          </a:stretch>
        </p:blipFill>
        <p:spPr>
          <a:xfrm flipH="1">
            <a:off x="8326120" y="1196340"/>
            <a:ext cx="3534410" cy="4144010"/>
          </a:xfrm>
          <a:prstGeom prst="rect">
            <a:avLst/>
          </a:prstGeom>
        </p:spPr>
      </p:pic>
      <p:sp>
        <p:nvSpPr>
          <p:cNvPr id="7" name="文本框 6" title=""/>
          <p:cNvSpPr txBox="1"/>
          <p:nvPr>
            <p:custDataLst>
              <p:tags r:id="rId14"/>
            </p:custDataLst>
          </p:nvPr>
        </p:nvSpPr>
        <p:spPr>
          <a:xfrm>
            <a:off x="8326755" y="1195705"/>
            <a:ext cx="3533775" cy="378460"/>
          </a:xfrm>
          <a:prstGeom prst="rect">
            <a:avLst/>
          </a:prstGeom>
          <a:noFill/>
        </p:spPr>
        <p:txBody>
          <a:bodyPr wrap="square" rtlCol="0" anchor="ctr" anchorCtr="0">
            <a:noAutofit/>
          </a:bodyPr>
          <a:lstStyle/>
          <a:p>
            <a:pPr algn="l"/>
            <a:r>
              <a:rPr lang="zh-CN" altLang="en-US">
                <a:solidFill>
                  <a:schemeClr val="bg1"/>
                </a:solidFill>
                <a:latin typeface="黑体" panose="02010609060101010101" charset="-122"/>
                <a:ea typeface="黑体" panose="02010609060101010101" charset="-122"/>
              </a:rPr>
              <a:t>图片来源：百度图片</a:t>
            </a:r>
            <a:endParaRPr lang="zh-CN" altLang="en-US">
              <a:solidFill>
                <a:schemeClr val="bg1"/>
              </a:solidFill>
              <a:latin typeface="黑体" panose="02010609060101010101" charset="-122"/>
              <a:ea typeface="黑体" panose="02010609060101010101" charset="-122"/>
            </a:endParaRPr>
          </a:p>
        </p:txBody>
      </p:sp>
      <p:grpSp>
        <p:nvGrpSpPr>
          <p:cNvPr id="10" name="组合 9" title=""/>
          <p:cNvGrpSpPr/>
          <p:nvPr>
            <p:custDataLst>
              <p:tags r:id="rId15"/>
            </p:custDataLst>
          </p:nvPr>
        </p:nvGrpSpPr>
        <p:grpSpPr>
          <a:xfrm>
            <a:off x="577850" y="5592445"/>
            <a:ext cx="11282045" cy="929005"/>
            <a:chOff x="910" y="908"/>
            <a:chExt cx="17767" cy="1463"/>
          </a:xfrm>
        </p:grpSpPr>
        <p:sp>
          <p:nvSpPr>
            <p:cNvPr id="16" name="圆角矩形 15"/>
            <p:cNvSpPr/>
            <p:nvPr>
              <p:custDataLst>
                <p:tags r:id="rId16"/>
              </p:custDataLst>
            </p:nvPr>
          </p:nvSpPr>
          <p:spPr>
            <a:xfrm>
              <a:off x="910" y="908"/>
              <a:ext cx="17767" cy="1439"/>
            </a:xfrm>
            <a:prstGeom prst="roundRect">
              <a:avLst>
                <a:gd name="adj" fmla="val 26754"/>
              </a:avLst>
            </a:prstGeom>
            <a:solidFill>
              <a:srgbClr val="537AFA">
                <a:alpha val="3000"/>
              </a:srgbClr>
            </a:solidFill>
            <a:ln>
              <a:gradFill>
                <a:gsLst>
                  <a:gs pos="0">
                    <a:schemeClr val="accent2"/>
                  </a:gs>
                  <a:gs pos="100000">
                    <a:srgbClr val="537AFA"/>
                  </a:gs>
                </a:gsLst>
                <a:lin ang="12600000" scaled="0"/>
              </a:gra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7" name="文本框 16"/>
            <p:cNvSpPr txBox="1"/>
            <p:nvPr>
              <p:custDataLst>
                <p:tags r:id="rId17"/>
              </p:custDataLst>
            </p:nvPr>
          </p:nvSpPr>
          <p:spPr>
            <a:xfrm>
              <a:off x="1214" y="949"/>
              <a:ext cx="17187" cy="1422"/>
            </a:xfrm>
            <a:prstGeom prst="rect">
              <a:avLst/>
            </a:prstGeom>
            <a:noFill/>
          </p:spPr>
          <p:txBody>
            <a:bodyPr wrap="square" rtlCol="0">
              <a:spAutoFit/>
            </a:bodyPr>
            <a:lstStyle/>
            <a:p>
              <a:pPr indent="528955" algn="l" fontAlgn="auto">
                <a:lnSpc>
                  <a:spcPct val="110000"/>
                </a:lnSpc>
              </a:pPr>
              <a:r>
                <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从这个小故事咱们发现一问题，在有狼的情况下，要想不丢羊，修理好羊圈是必要条件。</a:t>
              </a:r>
              <a:endPar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endParaRPr>
            </a:p>
          </p:txBody>
        </p:sp>
      </p:grpSp>
      <p:pic>
        <p:nvPicPr>
          <p:cNvPr id="2" name="Picture 2"/>
          <p:cNvPicPr>
            <a:picLocks noChangeAspect="1"/>
          </p:cNvPicPr>
          <p:nvPr>
            <p:custDataLst>
              <p:tags r:id="rId19"/>
            </p:custDataLst>
          </p:nvPr>
        </p:nvPicPr>
        <p:blipFill>
          <a:blip r:embed="rId18"/>
          <a:stretch>
            <a:fillRect/>
          </a:stretch>
        </p:blipFill>
        <p:spPr>
          <a:xfrm flipH="1">
            <a:off x="12103100" y="11290300"/>
            <a:ext cx="0" cy="0"/>
          </a:xfrm>
          <a:prstGeom prst="rect">
            <a:avLst/>
          </a:prstGeom>
          <a:ln>
            <a:noFill/>
          </a:ln>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250" fill="hold">
                                          <p:stCondLst>
                                            <p:cond delay="0"/>
                                          </p:stCondLst>
                                        </p:cTn>
                                        <p:tgtEl>
                                          <p:spTgt spid="10"/>
                                        </p:tgtEl>
                                        <p:attrNameLst>
                                          <p:attrName>style.visibility</p:attrName>
                                        </p:attrNameLst>
                                      </p:cBhvr>
                                      <p:to>
                                        <p:strVal val="visible"/>
                                      </p:to>
                                    </p:set>
                                    <p:animEffect transition="in" filter="wipe(left)">
                                      <p:cBhvr>
                                        <p:cTn id="7" dur="2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3" name="组合 22" title=""/>
          <p:cNvGrpSpPr/>
          <p:nvPr>
            <p:custDataLst>
              <p:tags r:id="rId8"/>
            </p:custDataLst>
          </p:nvPr>
        </p:nvGrpSpPr>
        <p:grpSpPr>
          <a:xfrm>
            <a:off x="577851" y="576471"/>
            <a:ext cx="5197474" cy="521970"/>
            <a:chOff x="330201" y="576471"/>
            <a:chExt cx="5197474" cy="521970"/>
          </a:xfrm>
        </p:grpSpPr>
        <p:sp>
          <p:nvSpPr>
            <p:cNvPr id="24" name="文本框 2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导入新知</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2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sp>
        <p:nvSpPr>
          <p:cNvPr id="2" name="矩形: 圆角 29" title=""/>
          <p:cNvSpPr/>
          <p:nvPr>
            <p:custDataLst>
              <p:tags r:id="rId11"/>
            </p:custDataLst>
          </p:nvPr>
        </p:nvSpPr>
        <p:spPr>
          <a:xfrm rot="10800000" flipV="1">
            <a:off x="453390" y="1196340"/>
            <a:ext cx="1513205" cy="528955"/>
          </a:xfrm>
          <a:prstGeom prst="roundRect">
            <a:avLst>
              <a:gd name="adj" fmla="val 5000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2400" b="1">
                <a:solidFill>
                  <a:srgbClr val="4175FC"/>
                </a:solidFill>
                <a:latin typeface="黑体" panose="02010609060101010101" charset="-122"/>
                <a:ea typeface="黑体" panose="02010609060101010101" charset="-122"/>
                <a:sym typeface="+mn-ea"/>
              </a:rPr>
              <a:t>思考</a:t>
            </a:r>
            <a:r>
              <a:rPr kumimoji="1" lang="en-US" altLang="zh-CN" sz="2400" b="1">
                <a:solidFill>
                  <a:srgbClr val="4175FC"/>
                </a:solidFill>
                <a:latin typeface="黑体" panose="02010609060101010101" charset="-122"/>
                <a:ea typeface="黑体" panose="02010609060101010101" charset="-122"/>
                <a:sym typeface="+mn-ea"/>
              </a:rPr>
              <a:t>:</a:t>
            </a:r>
            <a:endParaRPr kumimoji="1" lang="en-US" altLang="zh-CN" sz="2400" b="1">
              <a:solidFill>
                <a:srgbClr val="4175FC"/>
              </a:solidFill>
              <a:latin typeface="黑体" panose="02010609060101010101" charset="-122"/>
              <a:ea typeface="黑体" panose="02010609060101010101" charset="-122"/>
              <a:sym typeface="+mn-ea"/>
            </a:endParaRPr>
          </a:p>
        </p:txBody>
      </p:sp>
      <p:sp>
        <p:nvSpPr>
          <p:cNvPr id="22530" name="Text Box 4" title=""/>
          <p:cNvSpPr/>
          <p:nvPr>
            <p:custDataLst>
              <p:tags r:id="rId12"/>
            </p:custDataLst>
          </p:nvPr>
        </p:nvSpPr>
        <p:spPr>
          <a:xfrm>
            <a:off x="1341120" y="1104900"/>
            <a:ext cx="9888220" cy="2675255"/>
          </a:xfrm>
          <a:prstGeom prst="rect">
            <a:avLst/>
          </a:prstGeom>
          <a:noFill/>
          <a:ln w="9525">
            <a:noFill/>
          </a:ln>
        </p:spPr>
        <p:txBody>
          <a:bodyPr wrap="square">
            <a:spAutoFit/>
          </a:bodyPr>
          <a:lstStyle>
            <a:lvl1pPr marL="342900" indent="-342900" algn="l" defTabSz="914400" rtl="0" eaLnBrk="0" fontAlgn="base" hangingPunct="0">
              <a:lnSpc>
                <a:spcPct val="100000"/>
              </a:lnSpc>
              <a:spcBef>
                <a:spcPct val="20000"/>
              </a:spcBef>
              <a:spcAft>
                <a:spcPct val="0"/>
              </a:spcAft>
              <a:buClrTx/>
              <a:buSzTx/>
              <a:buFontTx/>
              <a:buChar char="•"/>
              <a:defRPr kumimoji="0" sz="3200" b="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Tx/>
              <a:buChar char="–"/>
              <a:defRPr kumimoji="0" sz="2800" b="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Tx/>
              <a:buChar char="•"/>
              <a:defRPr kumimoji="0" sz="2400" b="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Tx/>
              <a:buChar char="–"/>
              <a:defRPr kumimoji="0" sz="2000" b="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Tx/>
              <a:buChar char="»"/>
              <a:defRPr kumimoji="0" sz="2000" b="0" u="none" kern="1200" baseline="0">
                <a:solidFill>
                  <a:schemeClr val="tx1"/>
                </a:solidFill>
                <a:effectLst/>
                <a:latin typeface="+mn-lt"/>
                <a:ea typeface="+mn-ea"/>
                <a:cs typeface="+mn-cs"/>
              </a:defRPr>
            </a:lvl5pPr>
          </a:lstStyle>
          <a:p>
            <a:pPr marL="0" lvl="0" indent="0" eaLnBrk="1" hangingPunct="1">
              <a:lnSpc>
                <a:spcPct val="140000"/>
              </a:lnSpc>
              <a:spcBef>
                <a:spcPct val="0"/>
              </a:spcBef>
              <a:buNone/>
            </a:pPr>
            <a:r>
              <a:rPr lang="en-US" altLang="zh-CN" sz="2400">
                <a:latin typeface="Times New Roman" panose="02020603050405020304" pitchFamily="18" charset="0"/>
                <a:ea typeface="黑体" panose="02010609060101010101" charset="-122"/>
                <a:cs typeface="Times New Roman" panose="02020603050405020304" pitchFamily="18" charset="0"/>
              </a:rPr>
              <a:t>    </a:t>
            </a:r>
            <a:r>
              <a:rPr lang="zh-CN" altLang="en-US" sz="2400" b="1">
                <a:latin typeface="Times New Roman" panose="02020603050405020304" pitchFamily="18" charset="0"/>
                <a:ea typeface="黑体" panose="02010609060101010101" charset="-122"/>
                <a:cs typeface="Times New Roman" panose="02020603050405020304" pitchFamily="18" charset="0"/>
              </a:rPr>
              <a:t>下列“若</a:t>
            </a:r>
            <a:r>
              <a:rPr lang="en-US" altLang="zh-CN" sz="2400" b="1">
                <a:latin typeface="Times New Roman" panose="02020603050405020304" pitchFamily="18" charset="0"/>
                <a:ea typeface="黑体" panose="02010609060101010101" charset="-122"/>
                <a:cs typeface="Times New Roman" panose="02020603050405020304" pitchFamily="18" charset="0"/>
              </a:rPr>
              <a:t> </a:t>
            </a:r>
            <a:r>
              <a:rPr lang="zh-CN" altLang="en-US" sz="2400" b="1" i="1">
                <a:latin typeface="Times New Roman" panose="02020603050405020304" pitchFamily="18" charset="0"/>
                <a:ea typeface="黑体" panose="02010609060101010101" charset="-122"/>
                <a:cs typeface="Times New Roman" panose="02020603050405020304" pitchFamily="18" charset="0"/>
              </a:rPr>
              <a:t>p</a:t>
            </a:r>
            <a:r>
              <a:rPr lang="en-US" altLang="zh-CN" sz="2400" b="1" i="1">
                <a:latin typeface="Times New Roman" panose="02020603050405020304" pitchFamily="18" charset="0"/>
                <a:ea typeface="黑体" panose="02010609060101010101" charset="-122"/>
                <a:cs typeface="Times New Roman" panose="02020603050405020304" pitchFamily="18" charset="0"/>
              </a:rPr>
              <a:t> </a:t>
            </a:r>
            <a:r>
              <a:rPr lang="zh-CN" altLang="en-US" sz="2400" b="1">
                <a:latin typeface="Times New Roman" panose="02020603050405020304" pitchFamily="18" charset="0"/>
                <a:ea typeface="黑体" panose="02010609060101010101" charset="-122"/>
                <a:cs typeface="Times New Roman" panose="02020603050405020304" pitchFamily="18" charset="0"/>
              </a:rPr>
              <a:t>，则</a:t>
            </a:r>
            <a:r>
              <a:rPr lang="en-US" altLang="zh-CN" sz="2400" b="1">
                <a:latin typeface="Times New Roman" panose="02020603050405020304" pitchFamily="18" charset="0"/>
                <a:ea typeface="黑体" panose="02010609060101010101" charset="-122"/>
                <a:cs typeface="Times New Roman" panose="02020603050405020304" pitchFamily="18" charset="0"/>
              </a:rPr>
              <a:t> </a:t>
            </a:r>
            <a:r>
              <a:rPr lang="zh-CN" altLang="en-US" sz="2400" b="1" i="1">
                <a:latin typeface="Times New Roman" panose="02020603050405020304" pitchFamily="18" charset="0"/>
                <a:ea typeface="黑体" panose="02010609060101010101" charset="-122"/>
                <a:cs typeface="Times New Roman" panose="02020603050405020304" pitchFamily="18" charset="0"/>
              </a:rPr>
              <a:t>q</a:t>
            </a:r>
            <a:r>
              <a:rPr lang="en-US" altLang="zh-CN" sz="2400" b="1" i="1">
                <a:latin typeface="Times New Roman" panose="02020603050405020304" pitchFamily="18" charset="0"/>
                <a:ea typeface="黑体" panose="02010609060101010101" charset="-122"/>
                <a:cs typeface="Times New Roman" panose="02020603050405020304" pitchFamily="18" charset="0"/>
              </a:rPr>
              <a:t> </a:t>
            </a:r>
            <a:r>
              <a:rPr lang="zh-CN" altLang="en-US" sz="2400" b="1">
                <a:latin typeface="Times New Roman" panose="02020603050405020304" pitchFamily="18" charset="0"/>
                <a:ea typeface="黑体" panose="02010609060101010101" charset="-122"/>
                <a:cs typeface="Times New Roman" panose="02020603050405020304" pitchFamily="18" charset="0"/>
              </a:rPr>
              <a:t>”形式的命题中，哪些是真命题？哪些是假命题？ </a:t>
            </a:r>
            <a:endParaRPr lang="zh-CN" altLang="en-US" sz="2400" b="1">
              <a:latin typeface="Times New Roman" panose="02020603050405020304" pitchFamily="18" charset="0"/>
              <a:ea typeface="黑体" panose="02010609060101010101" charset="-122"/>
              <a:cs typeface="Times New Roman" panose="02020603050405020304" pitchFamily="18" charset="0"/>
            </a:endParaRPr>
          </a:p>
          <a:p>
            <a:pPr marL="0" lvl="0" indent="0" eaLnBrk="1" hangingPunct="1">
              <a:lnSpc>
                <a:spcPct val="140000"/>
              </a:lnSpc>
              <a:spcBef>
                <a:spcPct val="0"/>
              </a:spcBef>
              <a:buNone/>
            </a:pPr>
            <a:r>
              <a:rPr lang="zh-CN" altLang="en-US" sz="2400">
                <a:latin typeface="Times New Roman" panose="02020603050405020304" pitchFamily="18" charset="0"/>
                <a:ea typeface="黑体" panose="02010609060101010101" charset="-122"/>
                <a:cs typeface="Times New Roman" panose="02020603050405020304" pitchFamily="18" charset="0"/>
              </a:rPr>
              <a:t>(1) 若平行四边形的对角线互相垂直，则这个平行四边形是菱形； </a:t>
            </a:r>
            <a:endParaRPr lang="zh-CN" altLang="en-US" sz="2400">
              <a:latin typeface="Times New Roman" panose="02020603050405020304" pitchFamily="18" charset="0"/>
              <a:ea typeface="黑体" panose="02010609060101010101" charset="-122"/>
              <a:cs typeface="Times New Roman" panose="02020603050405020304" pitchFamily="18" charset="0"/>
            </a:endParaRPr>
          </a:p>
          <a:p>
            <a:pPr marL="0" lvl="0" indent="0" eaLnBrk="1" hangingPunct="1">
              <a:lnSpc>
                <a:spcPct val="140000"/>
              </a:lnSpc>
              <a:spcBef>
                <a:spcPct val="0"/>
              </a:spcBef>
              <a:buNone/>
            </a:pPr>
            <a:r>
              <a:rPr lang="zh-CN" altLang="en-US" sz="2400">
                <a:latin typeface="Times New Roman" panose="02020603050405020304" pitchFamily="18" charset="0"/>
                <a:ea typeface="黑体" panose="02010609060101010101" charset="-122"/>
                <a:cs typeface="Times New Roman" panose="02020603050405020304" pitchFamily="18" charset="0"/>
              </a:rPr>
              <a:t>(2) 若两个三角形的周长相等，则这两个三角形全等； </a:t>
            </a:r>
            <a:endParaRPr lang="zh-CN" altLang="en-US" sz="2400">
              <a:latin typeface="Times New Roman" panose="02020603050405020304" pitchFamily="18" charset="0"/>
              <a:ea typeface="黑体" panose="02010609060101010101" charset="-122"/>
              <a:cs typeface="Times New Roman" panose="02020603050405020304" pitchFamily="18" charset="0"/>
            </a:endParaRPr>
          </a:p>
          <a:p>
            <a:pPr marL="0" lvl="0" indent="0" eaLnBrk="1" hangingPunct="1">
              <a:lnSpc>
                <a:spcPct val="140000"/>
              </a:lnSpc>
              <a:spcBef>
                <a:spcPct val="0"/>
              </a:spcBef>
              <a:buNone/>
            </a:pPr>
            <a:r>
              <a:rPr lang="zh-CN" altLang="en-US" sz="2400">
                <a:latin typeface="Times New Roman" panose="02020603050405020304" pitchFamily="18" charset="0"/>
                <a:ea typeface="黑体" panose="02010609060101010101" charset="-122"/>
                <a:cs typeface="Times New Roman" panose="02020603050405020304" pitchFamily="18" charset="0"/>
              </a:rPr>
              <a:t>(3) 若</a:t>
            </a:r>
            <a:r>
              <a:rPr sz="2400" i="1">
                <a:latin typeface="Times New Roman" panose="02020603050405020304" pitchFamily="18" charset="0"/>
                <a:ea typeface="黑体" panose="02010609060101010101" charset="-122"/>
                <a:cs typeface="Times New Roman" panose="02020603050405020304" pitchFamily="18" charset="0"/>
                <a:sym typeface="+mn-ea"/>
              </a:rPr>
              <a:t>x</a:t>
            </a:r>
            <a:r>
              <a:rPr sz="2400" baseline="30000">
                <a:latin typeface="Times New Roman" panose="02020603050405020304" pitchFamily="18" charset="0"/>
                <a:ea typeface="黑体" panose="02010609060101010101" charset="-122"/>
                <a:cs typeface="Times New Roman" panose="02020603050405020304" pitchFamily="18" charset="0"/>
                <a:sym typeface="+mn-ea"/>
              </a:rPr>
              <a:t>2</a:t>
            </a:r>
            <a:r>
              <a:rPr sz="2400">
                <a:latin typeface="Times New Roman" panose="02020603050405020304" pitchFamily="18" charset="0"/>
                <a:ea typeface="黑体" panose="02010609060101010101" charset="-122"/>
                <a:cs typeface="Times New Roman" panose="02020603050405020304" pitchFamily="18" charset="0"/>
                <a:sym typeface="+mn-ea"/>
              </a:rPr>
              <a:t> -4</a:t>
            </a:r>
            <a:r>
              <a:rPr sz="2400" i="1">
                <a:latin typeface="Times New Roman" panose="02020603050405020304" pitchFamily="18" charset="0"/>
                <a:ea typeface="黑体" panose="02010609060101010101" charset="-122"/>
                <a:cs typeface="Times New Roman" panose="02020603050405020304" pitchFamily="18" charset="0"/>
                <a:sym typeface="+mn-ea"/>
              </a:rPr>
              <a:t>x</a:t>
            </a:r>
            <a:r>
              <a:rPr sz="2400">
                <a:latin typeface="Times New Roman" panose="02020603050405020304" pitchFamily="18" charset="0"/>
                <a:ea typeface="黑体" panose="02010609060101010101" charset="-122"/>
                <a:cs typeface="Times New Roman" panose="02020603050405020304" pitchFamily="18" charset="0"/>
                <a:sym typeface="+mn-ea"/>
              </a:rPr>
              <a:t>+3=0</a:t>
            </a:r>
            <a:r>
              <a:rPr lang="zh-CN" altLang="en-US" sz="2400">
                <a:latin typeface="Times New Roman" panose="02020603050405020304" pitchFamily="18" charset="0"/>
                <a:ea typeface="黑体" panose="02010609060101010101" charset="-122"/>
                <a:cs typeface="Times New Roman" panose="02020603050405020304" pitchFamily="18" charset="0"/>
              </a:rPr>
              <a:t>，则</a:t>
            </a:r>
            <a:r>
              <a:rPr lang="zh-CN" altLang="en-US" sz="2400" i="1">
                <a:latin typeface="Times New Roman" panose="02020603050405020304" pitchFamily="18" charset="0"/>
                <a:ea typeface="黑体" panose="02010609060101010101" charset="-122"/>
                <a:cs typeface="Times New Roman" panose="02020603050405020304" pitchFamily="18" charset="0"/>
              </a:rPr>
              <a:t>x</a:t>
            </a:r>
            <a:r>
              <a:rPr lang="zh-CN" altLang="en-US" sz="2400">
                <a:latin typeface="Times New Roman" panose="02020603050405020304" pitchFamily="18" charset="0"/>
                <a:ea typeface="黑体" panose="02010609060101010101" charset="-122"/>
                <a:cs typeface="Times New Roman" panose="02020603050405020304" pitchFamily="18" charset="0"/>
              </a:rPr>
              <a:t>=1； </a:t>
            </a:r>
            <a:endParaRPr lang="zh-CN" altLang="en-US" sz="2400">
              <a:latin typeface="Times New Roman" panose="02020603050405020304" pitchFamily="18" charset="0"/>
              <a:ea typeface="黑体" panose="02010609060101010101" charset="-122"/>
              <a:cs typeface="Times New Roman" panose="02020603050405020304" pitchFamily="18" charset="0"/>
            </a:endParaRPr>
          </a:p>
          <a:p>
            <a:pPr marL="0" lvl="0" indent="0" eaLnBrk="1" hangingPunct="1">
              <a:lnSpc>
                <a:spcPct val="140000"/>
              </a:lnSpc>
              <a:spcBef>
                <a:spcPct val="0"/>
              </a:spcBef>
              <a:buNone/>
            </a:pPr>
            <a:r>
              <a:rPr lang="zh-CN" altLang="en-US" sz="2400">
                <a:latin typeface="Times New Roman" panose="02020603050405020304" pitchFamily="18" charset="0"/>
                <a:ea typeface="黑体" panose="02010609060101010101" charset="-122"/>
                <a:cs typeface="Times New Roman" panose="02020603050405020304" pitchFamily="18" charset="0"/>
              </a:rPr>
              <a:t>(4) 若平面内两条直线</a:t>
            </a:r>
            <a:r>
              <a:rPr lang="zh-CN" altLang="en-US" sz="2400" i="1">
                <a:latin typeface="Times New Roman" panose="02020603050405020304" pitchFamily="18" charset="0"/>
                <a:ea typeface="黑体" panose="02010609060101010101" charset="-122"/>
                <a:cs typeface="Times New Roman" panose="02020603050405020304" pitchFamily="18" charset="0"/>
              </a:rPr>
              <a:t>a</a:t>
            </a:r>
            <a:r>
              <a:rPr lang="zh-CN" altLang="en-US" sz="2400">
                <a:latin typeface="Times New Roman" panose="02020603050405020304" pitchFamily="18" charset="0"/>
                <a:ea typeface="黑体" panose="02010609060101010101" charset="-122"/>
                <a:cs typeface="Times New Roman" panose="02020603050405020304" pitchFamily="18" charset="0"/>
              </a:rPr>
              <a:t>和</a:t>
            </a:r>
            <a:r>
              <a:rPr lang="zh-CN" altLang="en-US" sz="2400" i="1">
                <a:latin typeface="Times New Roman" panose="02020603050405020304" pitchFamily="18" charset="0"/>
                <a:ea typeface="黑体" panose="02010609060101010101" charset="-122"/>
                <a:cs typeface="Times New Roman" panose="02020603050405020304" pitchFamily="18" charset="0"/>
              </a:rPr>
              <a:t>b</a:t>
            </a:r>
            <a:r>
              <a:rPr lang="zh-CN" altLang="en-US" sz="2400">
                <a:latin typeface="Times New Roman" panose="02020603050405020304" pitchFamily="18" charset="0"/>
                <a:ea typeface="黑体" panose="02010609060101010101" charset="-122"/>
                <a:cs typeface="Times New Roman" panose="02020603050405020304" pitchFamily="18" charset="0"/>
              </a:rPr>
              <a:t>均垂直于直线</a:t>
            </a:r>
            <a:r>
              <a:rPr lang="en-US" altLang="zh-CN" sz="2400">
                <a:latin typeface="Times New Roman" panose="02020603050405020304" pitchFamily="18" charset="0"/>
                <a:ea typeface="黑体" panose="02010609060101010101" charset="-122"/>
                <a:cs typeface="Times New Roman" panose="02020603050405020304" pitchFamily="18" charset="0"/>
              </a:rPr>
              <a:t> </a:t>
            </a:r>
            <a:r>
              <a:rPr lang="zh-CN" altLang="en-US" sz="2400" i="1">
                <a:latin typeface="Times New Roman" panose="02020603050405020304" pitchFamily="18" charset="0"/>
                <a:ea typeface="黑体" panose="02010609060101010101" charset="-122"/>
                <a:cs typeface="Times New Roman" panose="02020603050405020304" pitchFamily="18" charset="0"/>
              </a:rPr>
              <a:t>l</a:t>
            </a:r>
            <a:r>
              <a:rPr lang="zh-CN" altLang="en-US" sz="2400">
                <a:latin typeface="Times New Roman" panose="02020603050405020304" pitchFamily="18" charset="0"/>
                <a:ea typeface="黑体" panose="02010609060101010101" charset="-122"/>
                <a:cs typeface="Times New Roman" panose="02020603050405020304" pitchFamily="18" charset="0"/>
              </a:rPr>
              <a:t>，则</a:t>
            </a:r>
            <a:r>
              <a:rPr lang="zh-CN" altLang="en-US" sz="2400" i="1">
                <a:latin typeface="Times New Roman" panose="02020603050405020304" pitchFamily="18" charset="0"/>
                <a:ea typeface="黑体" panose="02010609060101010101" charset="-122"/>
                <a:cs typeface="Times New Roman" panose="02020603050405020304" pitchFamily="18" charset="0"/>
              </a:rPr>
              <a:t>a</a:t>
            </a:r>
            <a:r>
              <a:rPr lang="zh-CN" altLang="en-US" sz="2400">
                <a:latin typeface="Times New Roman" panose="02020603050405020304" pitchFamily="18" charset="0"/>
                <a:ea typeface="黑体" panose="02010609060101010101" charset="-122"/>
                <a:cs typeface="Times New Roman" panose="02020603050405020304" pitchFamily="18" charset="0"/>
              </a:rPr>
              <a:t>∥</a:t>
            </a:r>
            <a:r>
              <a:rPr lang="zh-CN" altLang="en-US" sz="2400" i="1">
                <a:latin typeface="Times New Roman" panose="02020603050405020304" pitchFamily="18" charset="0"/>
                <a:ea typeface="黑体" panose="02010609060101010101" charset="-122"/>
                <a:cs typeface="Times New Roman" panose="02020603050405020304" pitchFamily="18" charset="0"/>
              </a:rPr>
              <a:t>b</a:t>
            </a:r>
            <a:r>
              <a:rPr lang="zh-CN" altLang="en-US" sz="2400">
                <a:latin typeface="Times New Roman" panose="02020603050405020304" pitchFamily="18" charset="0"/>
                <a:ea typeface="黑体" panose="02010609060101010101" charset="-122"/>
                <a:cs typeface="Times New Roman" panose="02020603050405020304" pitchFamily="18" charset="0"/>
              </a:rPr>
              <a:t>．</a:t>
            </a:r>
            <a:endParaRPr lang="zh-CN" altLang="en-US" sz="2400">
              <a:latin typeface="Times New Roman" panose="02020603050405020304" pitchFamily="18" charset="0"/>
              <a:ea typeface="黑体" panose="02010609060101010101" charset="-122"/>
              <a:cs typeface="Times New Roman" panose="02020603050405020304" pitchFamily="18" charset="0"/>
            </a:endParaRPr>
          </a:p>
        </p:txBody>
      </p:sp>
      <p:sp>
        <p:nvSpPr>
          <p:cNvPr id="72" name="圆角矩形 71" title=""/>
          <p:cNvSpPr/>
          <p:nvPr>
            <p:custDataLst>
              <p:tags r:id="rId13"/>
            </p:custDataLst>
          </p:nvPr>
        </p:nvSpPr>
        <p:spPr>
          <a:xfrm>
            <a:off x="771525" y="3843020"/>
            <a:ext cx="10647045" cy="693420"/>
          </a:xfrm>
          <a:prstGeom prst="roundRect">
            <a:avLst/>
          </a:prstGeom>
          <a:gradFill>
            <a:gsLst>
              <a:gs pos="0">
                <a:srgbClr val="4175FC"/>
              </a:gs>
              <a:gs pos="100000">
                <a:schemeClr val="accent2">
                  <a:alpha val="63000"/>
                </a:schemeClr>
              </a:gs>
            </a:gsLst>
            <a:lin ang="2160000" scaled="0"/>
          </a:gra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a:outerShdw blurRad="101600" dist="76200" dir="2700000" algn="tl" rotWithShape="0">
              <a:srgbClr val="4175FC">
                <a:alpha val="3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b="1" smtClean="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条件</a:t>
            </a:r>
            <a:r>
              <a:rPr lang="en-US" altLang="zh-CN" sz="2400" b="1" smtClean="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 </a:t>
            </a:r>
            <a:r>
              <a:rPr lang="en-US" altLang="zh-CN" sz="2400" b="1" i="1">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p </a:t>
            </a:r>
            <a:r>
              <a:rPr lang="zh-CN" altLang="en-US" sz="2400" b="1" smtClean="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通过推理可以得出结论</a:t>
            </a:r>
            <a:r>
              <a:rPr lang="en-US" altLang="zh-CN" sz="2400" b="1" smtClean="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 </a:t>
            </a:r>
            <a:r>
              <a:rPr lang="en-US" altLang="zh-CN" sz="2400" b="1" i="1">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q</a:t>
            </a:r>
            <a:r>
              <a:rPr sz="2400" b="1">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a:t>
            </a:r>
            <a:r>
              <a:rPr lang="zh-CN" sz="2400" b="1">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所以</a:t>
            </a:r>
            <a:r>
              <a:rPr lang="en-US" altLang="zh-CN" sz="2400" b="1">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(1) </a:t>
            </a:r>
            <a:r>
              <a:rPr lang="zh-CN" altLang="en-US" sz="2400" b="1" smtClean="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a:t>
            </a:r>
            <a:r>
              <a:rPr lang="en-US" altLang="zh-CN" sz="2400" b="1" smtClean="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a:t>
            </a:r>
            <a:r>
              <a:rPr lang="en-US" altLang="zh-CN" sz="2400" b="1">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4)</a:t>
            </a:r>
            <a:r>
              <a:rPr lang="zh-CN" altLang="en-US" sz="2400" b="1" smtClean="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是真命题</a:t>
            </a:r>
            <a:endParaRPr lang="zh-CN" altLang="en-US" sz="2400" b="1" smtClean="0">
              <a:solidFill>
                <a:schemeClr val="bg1"/>
              </a:solidFill>
              <a:latin typeface="Times New Roman" panose="02020603050405020304" pitchFamily="18" charset="0"/>
              <a:ea typeface="黑体" panose="02010609060101010101" charset="-122"/>
              <a:cs typeface="Times New Roman" panose="02020603050405020304" pitchFamily="18" charset="0"/>
              <a:sym typeface="+mn-ea"/>
            </a:endParaRPr>
          </a:p>
        </p:txBody>
      </p:sp>
      <p:sp>
        <p:nvSpPr>
          <p:cNvPr id="5" name="圆角矩形 4" title=""/>
          <p:cNvSpPr/>
          <p:nvPr>
            <p:custDataLst>
              <p:tags r:id="rId14"/>
            </p:custDataLst>
          </p:nvPr>
        </p:nvSpPr>
        <p:spPr>
          <a:xfrm>
            <a:off x="771525" y="4660265"/>
            <a:ext cx="10647045" cy="693420"/>
          </a:xfrm>
          <a:prstGeom prst="roundRect">
            <a:avLst/>
          </a:prstGeom>
          <a:gradFill>
            <a:gsLst>
              <a:gs pos="0">
                <a:srgbClr val="4175FC"/>
              </a:gs>
              <a:gs pos="100000">
                <a:schemeClr val="accent2">
                  <a:alpha val="63000"/>
                </a:schemeClr>
              </a:gs>
            </a:gsLst>
            <a:lin ang="2160000" scaled="0"/>
          </a:gra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a:outerShdw blurRad="101600" dist="76200" dir="2700000" algn="tl" rotWithShape="0">
              <a:srgbClr val="4175FC">
                <a:alpha val="3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2400" b="1">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条件</a:t>
            </a:r>
            <a:r>
              <a:rPr lang="en-US" sz="2400" b="1">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 </a:t>
            </a:r>
            <a:r>
              <a:rPr sz="2400" b="1" i="1">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p</a:t>
            </a:r>
            <a:r>
              <a:rPr lang="en-US" sz="2400" b="1">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 </a:t>
            </a:r>
            <a:r>
              <a:rPr sz="2400" b="1">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通过推理不能得出结论</a:t>
            </a:r>
            <a:r>
              <a:rPr lang="en-US" sz="2400" b="1">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 </a:t>
            </a:r>
            <a:r>
              <a:rPr sz="2400" b="1" i="1">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q</a:t>
            </a:r>
            <a:r>
              <a:rPr sz="2400" b="1">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，所以(2) 、(3)是假命题</a:t>
            </a:r>
            <a:endParaRPr sz="2400" b="1">
              <a:solidFill>
                <a:schemeClr val="bg1"/>
              </a:solidFill>
              <a:latin typeface="Times New Roman" panose="02020603050405020304" pitchFamily="18" charset="0"/>
              <a:ea typeface="黑体" panose="02010609060101010101" charset="-122"/>
              <a:cs typeface="Times New Roman" panose="02020603050405020304" pitchFamily="18" charset="0"/>
              <a:sym typeface="+mn-ea"/>
            </a:endParaRPr>
          </a:p>
        </p:txBody>
      </p:sp>
      <p:sp>
        <p:nvSpPr>
          <p:cNvPr id="6" name="Text Box 7" title=""/>
          <p:cNvSpPr txBox="1">
            <a:spLocks noChangeArrowheads="1"/>
          </p:cNvSpPr>
          <p:nvPr>
            <p:custDataLst>
              <p:tags r:id="rId15"/>
            </p:custDataLst>
          </p:nvPr>
        </p:nvSpPr>
        <p:spPr bwMode="auto">
          <a:xfrm>
            <a:off x="772160" y="5477510"/>
            <a:ext cx="10456545" cy="1050290"/>
          </a:xfrm>
          <a:prstGeom prst="rect">
            <a:avLst/>
          </a:prstGeom>
          <a:noFill/>
          <a:ln w="9525">
            <a:noFill/>
            <a:miter lim="800000"/>
          </a:ln>
        </p:spPr>
        <p:txBody>
          <a:bodyPr wrap="square">
            <a:spAutoFit/>
          </a:bodyPr>
          <a:lstStyle/>
          <a:p>
            <a:pPr fontAlgn="auto">
              <a:lnSpc>
                <a:spcPct val="130000"/>
              </a:lnSpc>
              <a:spcBef>
                <a:spcPct val="0"/>
              </a:spcBef>
            </a:pPr>
            <a:r>
              <a:rPr lang="zh-CN" altLang="en-US" sz="2400" b="1" smtClean="0">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判定命题为真命题</a:t>
            </a:r>
            <a:r>
              <a:rPr lang="zh-CN" altLang="en-US" sz="2400" b="1" smtClean="0">
                <a:solidFill>
                  <a:schemeClr val="accent2"/>
                </a:solidFill>
                <a:latin typeface="Times New Roman" panose="02020603050405020304" pitchFamily="18" charset="0"/>
                <a:ea typeface="黑体" panose="02010609060101010101" charset="-122"/>
                <a:cs typeface="Times New Roman" panose="02020603050405020304" pitchFamily="18" charset="0"/>
              </a:rPr>
              <a:t>，要依据定义、定理或常用结论能由</a:t>
            </a:r>
            <a:r>
              <a:rPr lang="en-US" altLang="zh-CN" sz="2400" b="1" smtClean="0">
                <a:solidFill>
                  <a:schemeClr val="accent2"/>
                </a:solidFill>
                <a:latin typeface="Times New Roman" panose="02020603050405020304" pitchFamily="18" charset="0"/>
                <a:ea typeface="黑体" panose="02010609060101010101" charset="-122"/>
                <a:cs typeface="Times New Roman" panose="02020603050405020304" pitchFamily="18" charset="0"/>
              </a:rPr>
              <a:t> </a:t>
            </a:r>
            <a:r>
              <a:rPr lang="en-US" altLang="zh-CN" sz="2400" b="1" i="1" smtClean="0">
                <a:solidFill>
                  <a:schemeClr val="accent2"/>
                </a:solidFill>
                <a:latin typeface="Times New Roman" panose="02020603050405020304" pitchFamily="18" charset="0"/>
                <a:ea typeface="黑体" panose="02010609060101010101" charset="-122"/>
                <a:cs typeface="Times New Roman" panose="02020603050405020304" pitchFamily="18" charset="0"/>
              </a:rPr>
              <a:t>p </a:t>
            </a:r>
            <a:r>
              <a:rPr lang="zh-CN" altLang="en-US" sz="2400" b="1" smtClean="0">
                <a:solidFill>
                  <a:schemeClr val="accent2"/>
                </a:solidFill>
                <a:latin typeface="Times New Roman" panose="02020603050405020304" pitchFamily="18" charset="0"/>
                <a:ea typeface="黑体" panose="02010609060101010101" charset="-122"/>
                <a:cs typeface="Times New Roman" panose="02020603050405020304" pitchFamily="18" charset="0"/>
              </a:rPr>
              <a:t>出发推出</a:t>
            </a:r>
            <a:r>
              <a:rPr lang="en-US" altLang="zh-CN" sz="2400" b="1" smtClean="0">
                <a:solidFill>
                  <a:schemeClr val="accent2"/>
                </a:solidFill>
                <a:latin typeface="Times New Roman" panose="02020603050405020304" pitchFamily="18" charset="0"/>
                <a:ea typeface="黑体" panose="02010609060101010101" charset="-122"/>
                <a:cs typeface="Times New Roman" panose="02020603050405020304" pitchFamily="18" charset="0"/>
              </a:rPr>
              <a:t> </a:t>
            </a:r>
            <a:r>
              <a:rPr lang="en-US" altLang="zh-CN" sz="2400" b="1" i="1" smtClean="0">
                <a:solidFill>
                  <a:schemeClr val="accent2"/>
                </a:solidFill>
                <a:latin typeface="Times New Roman" panose="02020603050405020304" pitchFamily="18" charset="0"/>
                <a:ea typeface="黑体" panose="02010609060101010101" charset="-122"/>
                <a:cs typeface="Times New Roman" panose="02020603050405020304" pitchFamily="18" charset="0"/>
              </a:rPr>
              <a:t>q </a:t>
            </a:r>
            <a:r>
              <a:rPr lang="zh-CN" altLang="en-US" sz="2400" b="1" smtClean="0">
                <a:solidFill>
                  <a:schemeClr val="accent2"/>
                </a:solidFill>
                <a:latin typeface="Times New Roman" panose="02020603050405020304" pitchFamily="18" charset="0"/>
                <a:ea typeface="黑体" panose="02010609060101010101" charset="-122"/>
                <a:cs typeface="Times New Roman" panose="02020603050405020304" pitchFamily="18" charset="0"/>
              </a:rPr>
              <a:t>成立；</a:t>
            </a:r>
            <a:endParaRPr lang="zh-CN" altLang="en-US" sz="2400" b="1" smtClean="0">
              <a:solidFill>
                <a:schemeClr val="accent2"/>
              </a:solidFill>
              <a:latin typeface="Times New Roman" panose="02020603050405020304" pitchFamily="18" charset="0"/>
              <a:ea typeface="黑体" panose="02010609060101010101" charset="-122"/>
              <a:cs typeface="Times New Roman" panose="02020603050405020304" pitchFamily="18" charset="0"/>
            </a:endParaRPr>
          </a:p>
          <a:p>
            <a:pPr fontAlgn="auto">
              <a:lnSpc>
                <a:spcPct val="130000"/>
              </a:lnSpc>
              <a:spcBef>
                <a:spcPct val="0"/>
              </a:spcBef>
            </a:pPr>
            <a:r>
              <a:rPr lang="zh-CN" altLang="en-US" sz="2400" b="1" smtClean="0">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判定命题为假命题，只需举出一个反例即可</a:t>
            </a:r>
            <a:r>
              <a:rPr lang="en-US" altLang="zh-CN" sz="2400" b="1" smtClean="0">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a:t>
            </a:r>
            <a:endParaRPr lang="en-US" altLang="zh-CN" sz="2400" b="1" smtClean="0">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endParaRPr>
          </a:p>
        </p:txBody>
      </p:sp>
      <p:grpSp>
        <p:nvGrpSpPr>
          <p:cNvPr id="53" name="组合 52" title=""/>
          <p:cNvGrpSpPr/>
          <p:nvPr>
            <p:custDataLst>
              <p:tags r:id="rId16"/>
            </p:custDataLst>
          </p:nvPr>
        </p:nvGrpSpPr>
        <p:grpSpPr>
          <a:xfrm flipH="1">
            <a:off x="11495784" y="718260"/>
            <a:ext cx="176150" cy="780068"/>
            <a:chOff x="8290832" y="4887686"/>
            <a:chExt cx="296617" cy="1313542"/>
          </a:xfrm>
          <a:solidFill>
            <a:srgbClr val="4076FD"/>
          </a:solidFill>
        </p:grpSpPr>
        <p:grpSp>
          <p:nvGrpSpPr>
            <p:cNvPr id="54" name="组合 53"/>
            <p:cNvGrpSpPr/>
            <p:nvPr>
              <p:custDataLst>
                <p:tags r:id="rId17"/>
              </p:custDataLst>
            </p:nvPr>
          </p:nvGrpSpPr>
          <p:grpSpPr>
            <a:xfrm>
              <a:off x="8452757" y="5040086"/>
              <a:ext cx="134692" cy="1161142"/>
              <a:chOff x="8490857" y="4963886"/>
              <a:chExt cx="134692" cy="1161142"/>
            </a:xfrm>
            <a:grpFill/>
          </p:grpSpPr>
          <p:sp>
            <p:nvSpPr>
              <p:cNvPr id="55" name="等腰三角形 54"/>
              <p:cNvSpPr/>
              <p:nvPr>
                <p:custDataLst>
                  <p:tags r:id="rId18"/>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custDataLst>
                  <p:tags r:id="rId19"/>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等腰三角形 56"/>
              <p:cNvSpPr/>
              <p:nvPr>
                <p:custDataLst>
                  <p:tags r:id="rId20"/>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等腰三角形 57"/>
              <p:cNvSpPr/>
              <p:nvPr>
                <p:custDataLst>
                  <p:tags r:id="rId21"/>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等腰三角形 58"/>
              <p:cNvSpPr/>
              <p:nvPr>
                <p:custDataLst>
                  <p:tags r:id="rId22"/>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0" name="组合 59"/>
            <p:cNvGrpSpPr/>
            <p:nvPr>
              <p:custDataLst>
                <p:tags r:id="rId23"/>
              </p:custDataLst>
            </p:nvPr>
          </p:nvGrpSpPr>
          <p:grpSpPr>
            <a:xfrm>
              <a:off x="8290832" y="4887686"/>
              <a:ext cx="134692" cy="1161142"/>
              <a:chOff x="8490857" y="4963886"/>
              <a:chExt cx="134692" cy="1161142"/>
            </a:xfrm>
            <a:grpFill/>
          </p:grpSpPr>
          <p:sp>
            <p:nvSpPr>
              <p:cNvPr id="61" name="等腰三角形 60"/>
              <p:cNvSpPr/>
              <p:nvPr>
                <p:custDataLst>
                  <p:tags r:id="rId24"/>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等腰三角形 61"/>
              <p:cNvSpPr/>
              <p:nvPr>
                <p:custDataLst>
                  <p:tags r:id="rId25"/>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等腰三角形 62"/>
              <p:cNvSpPr/>
              <p:nvPr>
                <p:custDataLst>
                  <p:tags r:id="rId26"/>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等腰三角形 63"/>
              <p:cNvSpPr/>
              <p:nvPr>
                <p:custDataLst>
                  <p:tags r:id="rId27"/>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等腰三角形 64"/>
              <p:cNvSpPr/>
              <p:nvPr>
                <p:custDataLst>
                  <p:tags r:id="rId28"/>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250" fill="hold">
                                          <p:stCondLst>
                                            <p:cond delay="0"/>
                                          </p:stCondLst>
                                        </p:cTn>
                                        <p:tgtEl>
                                          <p:spTgt spid="72"/>
                                        </p:tgtEl>
                                        <p:attrNameLst>
                                          <p:attrName>style.visibility</p:attrName>
                                        </p:attrNameLst>
                                      </p:cBhvr>
                                      <p:to>
                                        <p:strVal val="visible"/>
                                      </p:to>
                                    </p:set>
                                    <p:animEffect transition="in" filter="wipe(left)">
                                      <p:cBhvr>
                                        <p:cTn id="7" dur="250"/>
                                        <p:tgtEl>
                                          <p:spTgt spid="72"/>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250" fill="hold">
                                          <p:stCondLst>
                                            <p:cond delay="0"/>
                                          </p:stCondLst>
                                        </p:cTn>
                                        <p:tgtEl>
                                          <p:spTgt spid="5"/>
                                        </p:tgtEl>
                                        <p:attrNameLst>
                                          <p:attrName>style.visibility</p:attrName>
                                        </p:attrNameLst>
                                      </p:cBhvr>
                                      <p:to>
                                        <p:strVal val="visible"/>
                                      </p:to>
                                    </p:set>
                                    <p:animEffect transition="in" filter="wipe(left)">
                                      <p:cBhvr>
                                        <p:cTn id="12" dur="250"/>
                                        <p:tgtEl>
                                          <p:spTgt spid="5"/>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250" fill="hold">
                                          <p:stCondLst>
                                            <p:cond delay="0"/>
                                          </p:stCondLst>
                                        </p:cTn>
                                        <p:tgtEl>
                                          <p:spTgt spid="6"/>
                                        </p:tgtEl>
                                        <p:attrNameLst>
                                          <p:attrName>style.visibility</p:attrName>
                                        </p:attrNameLst>
                                      </p:cBhvr>
                                      <p:to>
                                        <p:strVal val="visible"/>
                                      </p:to>
                                    </p:set>
                                    <p:animEffect transition="in" filter="fade">
                                      <p:cBhvr>
                                        <p:cTn id="17" dur="2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animBg="1"/>
      <p:bldP spid="5" grpId="0" animBg="1"/>
      <p:bldP spid="6" grpId="0"/>
    </p:bldLst>
  </p:timing>
</p:sld>
</file>

<file path=ppt/slides/slide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3" name="组合 22" title=""/>
          <p:cNvGrpSpPr/>
          <p:nvPr>
            <p:custDataLst>
              <p:tags r:id="rId8"/>
            </p:custDataLst>
          </p:nvPr>
        </p:nvGrpSpPr>
        <p:grpSpPr>
          <a:xfrm>
            <a:off x="577851" y="576471"/>
            <a:ext cx="5197474" cy="521970"/>
            <a:chOff x="330201" y="576471"/>
            <a:chExt cx="5197474" cy="521970"/>
          </a:xfrm>
        </p:grpSpPr>
        <p:sp>
          <p:nvSpPr>
            <p:cNvPr id="24" name="文本框 2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学习新知</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2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graphicFrame>
        <p:nvGraphicFramePr>
          <p:cNvPr id="12293" name="对象 12292" title=""/>
          <p:cNvGraphicFramePr>
            <a:graphicFrameLocks noChangeAspect="1"/>
          </p:cNvGraphicFramePr>
          <p:nvPr>
            <p:custDataLst>
              <p:tags r:id="rId11"/>
            </p:custDataLst>
          </p:nvPr>
        </p:nvGraphicFramePr>
        <p:xfrm>
          <a:off x="1119188" y="2901633"/>
          <a:ext cx="10258425" cy="994410"/>
        </p:xfrm>
        <a:graphic>
          <a:graphicData uri="http://schemas.openxmlformats.org/presentationml/2006/ole">
            <mc:AlternateContent>
              <mc:Choice xmlns:v="urn:schemas-microsoft-com:vml" Requires="v">
                <p:oleObj spid="_x0000_s1038" r:id="rId12" imgW="4686300" imgH="482600" progId="Equation.DSMT4">
                  <p:embed/>
                </p:oleObj>
              </mc:Choice>
              <mc:Fallback>
                <p:oleObj r:id="rId12" imgW="4686300" imgH="482600" progId="Equation.DSMT4">
                  <p:embed/>
                  <p:pic>
                    <p:nvPicPr>
                      <p:cNvPr id="0" name="OLE substitute image"/>
                      <p:cNvPicPr/>
                      <p:nvPr/>
                    </p:nvPicPr>
                    <p:blipFill>
                      <a:blip r:embed="rId13"/>
                      <a:stretch>
                        <a:fillRect/>
                      </a:stretch>
                    </p:blipFill>
                    <p:spPr>
                      <a:xfrm>
                        <a:off x="1119188" y="2901633"/>
                        <a:ext cx="10258425" cy="994410"/>
                      </a:xfrm>
                      <a:prstGeom prst="rect">
                        <a:avLst/>
                      </a:prstGeom>
                      <a:noFill/>
                      <a:ln w="38100">
                        <a:noFill/>
                        <a:miter/>
                      </a:ln>
                    </p:spPr>
                  </p:pic>
                </p:oleObj>
              </mc:Fallback>
            </mc:AlternateContent>
          </a:graphicData>
        </a:graphic>
      </p:graphicFrame>
      <p:sp>
        <p:nvSpPr>
          <p:cNvPr id="12294" name="文本框 12293" title=""/>
          <p:cNvSpPr txBox="1"/>
          <p:nvPr>
            <p:custDataLst>
              <p:tags r:id="rId14"/>
            </p:custDataLst>
          </p:nvPr>
        </p:nvSpPr>
        <p:spPr>
          <a:xfrm>
            <a:off x="1013460" y="4013200"/>
            <a:ext cx="10354945" cy="1209040"/>
          </a:xfrm>
          <a:prstGeom prst="rect">
            <a:avLst/>
          </a:prstGeom>
          <a:noFill/>
          <a:ln w="9525">
            <a:gradFill>
              <a:gsLst>
                <a:gs pos="0">
                  <a:schemeClr val="accent2"/>
                </a:gs>
                <a:gs pos="100000">
                  <a:srgbClr val="5178FA"/>
                </a:gs>
              </a:gsLst>
              <a:lin ang="13080000" scaled="1"/>
            </a:gradFill>
            <a:prstDash val="dash"/>
          </a:ln>
        </p:spPr>
        <p:txBody>
          <a:bodyPr wrap="square" anchor="t" anchorCtr="0">
            <a:noAutofit/>
          </a:bodyPr>
          <a:lstStyle/>
          <a:p>
            <a:pPr indent="528955" algn="just" fontAlgn="auto">
              <a:lnSpc>
                <a:spcPct val="140000"/>
              </a:lnSpc>
            </a:pPr>
            <a:r>
              <a:rPr lang="zh-CN" altLang="en-US" sz="2400" b="1">
                <a:solidFill>
                  <a:srgbClr val="4175FC"/>
                </a:solidFill>
                <a:latin typeface="Times New Roman" panose="02020603050405020304" pitchFamily="18" charset="0"/>
                <a:ea typeface="黑体" panose="02010609060101010101" charset="-122"/>
                <a:cs typeface="Times New Roman" panose="02020603050405020304" pitchFamily="18" charset="0"/>
              </a:rPr>
              <a:t>上述命题（</a:t>
            </a:r>
            <a:r>
              <a:rPr lang="en-US" altLang="zh-CN" sz="2400" b="1">
                <a:solidFill>
                  <a:srgbClr val="4175FC"/>
                </a:solidFill>
                <a:latin typeface="Times New Roman" panose="02020603050405020304" pitchFamily="18" charset="0"/>
                <a:ea typeface="黑体" panose="02010609060101010101" charset="-122"/>
                <a:cs typeface="Times New Roman" panose="02020603050405020304" pitchFamily="18" charset="0"/>
              </a:rPr>
              <a:t>1</a:t>
            </a:r>
            <a:r>
              <a:rPr lang="zh-CN" altLang="en-US" sz="2400" b="1">
                <a:solidFill>
                  <a:srgbClr val="4175FC"/>
                </a:solidFill>
                <a:latin typeface="Times New Roman" panose="02020603050405020304" pitchFamily="18" charset="0"/>
                <a:ea typeface="黑体" panose="02010609060101010101" charset="-122"/>
                <a:cs typeface="Times New Roman" panose="02020603050405020304" pitchFamily="18" charset="0"/>
              </a:rPr>
              <a:t>）、（</a:t>
            </a:r>
            <a:r>
              <a:rPr lang="en-US" altLang="zh-CN" sz="2400" b="1">
                <a:solidFill>
                  <a:srgbClr val="4175FC"/>
                </a:solidFill>
                <a:latin typeface="Times New Roman" panose="02020603050405020304" pitchFamily="18" charset="0"/>
                <a:ea typeface="黑体" panose="02010609060101010101" charset="-122"/>
                <a:cs typeface="Times New Roman" panose="02020603050405020304" pitchFamily="18" charset="0"/>
              </a:rPr>
              <a:t>4</a:t>
            </a:r>
            <a:r>
              <a:rPr lang="zh-CN" altLang="en-US" sz="2400" b="1">
                <a:solidFill>
                  <a:srgbClr val="4175FC"/>
                </a:solidFill>
                <a:latin typeface="Times New Roman" panose="02020603050405020304" pitchFamily="18" charset="0"/>
                <a:ea typeface="黑体" panose="02010609060101010101" charset="-122"/>
                <a:cs typeface="Times New Roman" panose="02020603050405020304" pitchFamily="18" charset="0"/>
              </a:rPr>
              <a:t>）中的</a:t>
            </a:r>
            <a:r>
              <a:rPr lang="en-US" altLang="zh-CN" sz="2400" b="1">
                <a:solidFill>
                  <a:srgbClr val="4175FC"/>
                </a:solidFill>
                <a:latin typeface="Times New Roman" panose="02020603050405020304" pitchFamily="18" charset="0"/>
                <a:ea typeface="黑体" panose="02010609060101010101" charset="-122"/>
                <a:cs typeface="Times New Roman" panose="02020603050405020304" pitchFamily="18" charset="0"/>
              </a:rPr>
              <a:t> </a:t>
            </a:r>
            <a:r>
              <a:rPr lang="en-US" altLang="zh-CN" sz="2400" b="1" i="1">
                <a:solidFill>
                  <a:srgbClr val="4175FC"/>
                </a:solidFill>
                <a:latin typeface="Times New Roman" panose="02020603050405020304" pitchFamily="18" charset="0"/>
                <a:ea typeface="黑体" panose="02010609060101010101" charset="-122"/>
                <a:cs typeface="Times New Roman" panose="02020603050405020304" pitchFamily="18" charset="0"/>
              </a:rPr>
              <a:t>p </a:t>
            </a:r>
            <a:r>
              <a:rPr lang="zh-CN" altLang="en-US" sz="2400" b="1">
                <a:solidFill>
                  <a:srgbClr val="4175FC"/>
                </a:solidFill>
                <a:latin typeface="Times New Roman" panose="02020603050405020304" pitchFamily="18" charset="0"/>
                <a:ea typeface="黑体" panose="02010609060101010101" charset="-122"/>
                <a:cs typeface="Times New Roman" panose="02020603050405020304" pitchFamily="18" charset="0"/>
              </a:rPr>
              <a:t>是</a:t>
            </a:r>
            <a:r>
              <a:rPr lang="en-US" altLang="zh-CN" sz="2400" b="1">
                <a:solidFill>
                  <a:srgbClr val="4175FC"/>
                </a:solidFill>
                <a:latin typeface="Times New Roman" panose="02020603050405020304" pitchFamily="18" charset="0"/>
                <a:ea typeface="黑体" panose="02010609060101010101" charset="-122"/>
                <a:cs typeface="Times New Roman" panose="02020603050405020304" pitchFamily="18" charset="0"/>
              </a:rPr>
              <a:t> </a:t>
            </a:r>
            <a:r>
              <a:rPr lang="en-US" altLang="zh-CN" sz="2400" b="1" i="1">
                <a:solidFill>
                  <a:srgbClr val="4175FC"/>
                </a:solidFill>
                <a:latin typeface="Times New Roman" panose="02020603050405020304" pitchFamily="18" charset="0"/>
                <a:ea typeface="黑体" panose="02010609060101010101" charset="-122"/>
                <a:cs typeface="Times New Roman" panose="02020603050405020304" pitchFamily="18" charset="0"/>
              </a:rPr>
              <a:t>q </a:t>
            </a:r>
            <a:r>
              <a:rPr lang="zh-CN" altLang="en-US" sz="2400" b="1">
                <a:solidFill>
                  <a:srgbClr val="4175FC"/>
                </a:solidFill>
                <a:latin typeface="Times New Roman" panose="02020603050405020304" pitchFamily="18" charset="0"/>
                <a:ea typeface="黑体" panose="02010609060101010101" charset="-122"/>
                <a:cs typeface="Times New Roman" panose="02020603050405020304" pitchFamily="18" charset="0"/>
              </a:rPr>
              <a:t>的充分条件，</a:t>
            </a:r>
            <a:r>
              <a:rPr lang="en-US" altLang="zh-CN" sz="2400" b="1" i="1">
                <a:solidFill>
                  <a:srgbClr val="4175FC"/>
                </a:solidFill>
                <a:latin typeface="Times New Roman" panose="02020603050405020304" pitchFamily="18" charset="0"/>
                <a:ea typeface="黑体" panose="02010609060101010101" charset="-122"/>
                <a:cs typeface="Times New Roman" panose="02020603050405020304" pitchFamily="18" charset="0"/>
              </a:rPr>
              <a:t>q </a:t>
            </a:r>
            <a:r>
              <a:rPr lang="zh-CN" altLang="en-US" sz="2400" b="1">
                <a:solidFill>
                  <a:srgbClr val="4175FC"/>
                </a:solidFill>
                <a:latin typeface="Times New Roman" panose="02020603050405020304" pitchFamily="18" charset="0"/>
                <a:ea typeface="黑体" panose="02010609060101010101" charset="-122"/>
                <a:cs typeface="Times New Roman" panose="02020603050405020304" pitchFamily="18" charset="0"/>
              </a:rPr>
              <a:t>是</a:t>
            </a:r>
            <a:r>
              <a:rPr lang="en-US" altLang="zh-CN" sz="2400" b="1">
                <a:solidFill>
                  <a:srgbClr val="4175FC"/>
                </a:solidFill>
                <a:latin typeface="Times New Roman" panose="02020603050405020304" pitchFamily="18" charset="0"/>
                <a:ea typeface="黑体" panose="02010609060101010101" charset="-122"/>
                <a:cs typeface="Times New Roman" panose="02020603050405020304" pitchFamily="18" charset="0"/>
              </a:rPr>
              <a:t> </a:t>
            </a:r>
            <a:r>
              <a:rPr lang="en-US" altLang="zh-CN" sz="2400" b="1" i="1">
                <a:solidFill>
                  <a:srgbClr val="4175FC"/>
                </a:solidFill>
                <a:latin typeface="Times New Roman" panose="02020603050405020304" pitchFamily="18" charset="0"/>
                <a:ea typeface="黑体" panose="02010609060101010101" charset="-122"/>
                <a:cs typeface="Times New Roman" panose="02020603050405020304" pitchFamily="18" charset="0"/>
              </a:rPr>
              <a:t>p </a:t>
            </a:r>
            <a:r>
              <a:rPr lang="zh-CN" altLang="en-US" sz="2400" b="1">
                <a:solidFill>
                  <a:srgbClr val="4175FC"/>
                </a:solidFill>
                <a:latin typeface="Times New Roman" panose="02020603050405020304" pitchFamily="18" charset="0"/>
                <a:ea typeface="黑体" panose="02010609060101010101" charset="-122"/>
                <a:cs typeface="Times New Roman" panose="02020603050405020304" pitchFamily="18" charset="0"/>
              </a:rPr>
              <a:t>的必要条件．而命题（</a:t>
            </a:r>
            <a:r>
              <a:rPr lang="en-US" altLang="zh-CN" sz="2400" b="1">
                <a:solidFill>
                  <a:srgbClr val="4175FC"/>
                </a:solidFill>
                <a:latin typeface="Times New Roman" panose="02020603050405020304" pitchFamily="18" charset="0"/>
                <a:ea typeface="黑体" panose="02010609060101010101" charset="-122"/>
                <a:cs typeface="Times New Roman" panose="02020603050405020304" pitchFamily="18" charset="0"/>
              </a:rPr>
              <a:t>2</a:t>
            </a:r>
            <a:r>
              <a:rPr lang="zh-CN" altLang="en-US" sz="2400" b="1">
                <a:solidFill>
                  <a:srgbClr val="4175FC"/>
                </a:solidFill>
                <a:latin typeface="Times New Roman" panose="02020603050405020304" pitchFamily="18" charset="0"/>
                <a:ea typeface="黑体" panose="02010609060101010101" charset="-122"/>
                <a:cs typeface="Times New Roman" panose="02020603050405020304" pitchFamily="18" charset="0"/>
              </a:rPr>
              <a:t>）、（</a:t>
            </a:r>
            <a:r>
              <a:rPr lang="en-US" altLang="zh-CN" sz="2400" b="1">
                <a:solidFill>
                  <a:srgbClr val="4175FC"/>
                </a:solidFill>
                <a:latin typeface="Times New Roman" panose="02020603050405020304" pitchFamily="18" charset="0"/>
                <a:ea typeface="黑体" panose="02010609060101010101" charset="-122"/>
                <a:cs typeface="Times New Roman" panose="02020603050405020304" pitchFamily="18" charset="0"/>
              </a:rPr>
              <a:t>3</a:t>
            </a:r>
            <a:r>
              <a:rPr lang="zh-CN" altLang="en-US" sz="2400" b="1">
                <a:solidFill>
                  <a:srgbClr val="4175FC"/>
                </a:solidFill>
                <a:latin typeface="Times New Roman" panose="02020603050405020304" pitchFamily="18" charset="0"/>
                <a:ea typeface="黑体" panose="02010609060101010101" charset="-122"/>
                <a:cs typeface="Times New Roman" panose="02020603050405020304" pitchFamily="18" charset="0"/>
              </a:rPr>
              <a:t>）中的</a:t>
            </a:r>
            <a:r>
              <a:rPr lang="en-US" altLang="zh-CN" sz="2400" b="1">
                <a:solidFill>
                  <a:srgbClr val="4175FC"/>
                </a:solidFill>
                <a:latin typeface="Times New Roman" panose="02020603050405020304" pitchFamily="18" charset="0"/>
                <a:ea typeface="黑体" panose="02010609060101010101" charset="-122"/>
                <a:cs typeface="Times New Roman" panose="02020603050405020304" pitchFamily="18" charset="0"/>
              </a:rPr>
              <a:t> </a:t>
            </a:r>
            <a:r>
              <a:rPr lang="en-US" altLang="zh-CN" sz="2400" b="1" i="1">
                <a:solidFill>
                  <a:srgbClr val="4175FC"/>
                </a:solidFill>
                <a:latin typeface="Times New Roman" panose="02020603050405020304" pitchFamily="18" charset="0"/>
                <a:ea typeface="黑体" panose="02010609060101010101" charset="-122"/>
                <a:cs typeface="Times New Roman" panose="02020603050405020304" pitchFamily="18" charset="0"/>
              </a:rPr>
              <a:t>p </a:t>
            </a:r>
            <a:r>
              <a:rPr lang="zh-CN" altLang="en-US" sz="2400" b="1">
                <a:solidFill>
                  <a:srgbClr val="4175FC"/>
                </a:solidFill>
                <a:latin typeface="Times New Roman" panose="02020603050405020304" pitchFamily="18" charset="0"/>
                <a:ea typeface="黑体" panose="02010609060101010101" charset="-122"/>
                <a:cs typeface="Times New Roman" panose="02020603050405020304" pitchFamily="18" charset="0"/>
              </a:rPr>
              <a:t>不是</a:t>
            </a:r>
            <a:r>
              <a:rPr lang="en-US" altLang="zh-CN" sz="2400" b="1">
                <a:solidFill>
                  <a:srgbClr val="4175FC"/>
                </a:solidFill>
                <a:latin typeface="Times New Roman" panose="02020603050405020304" pitchFamily="18" charset="0"/>
                <a:ea typeface="黑体" panose="02010609060101010101" charset="-122"/>
                <a:cs typeface="Times New Roman" panose="02020603050405020304" pitchFamily="18" charset="0"/>
              </a:rPr>
              <a:t> </a:t>
            </a:r>
            <a:r>
              <a:rPr lang="en-US" altLang="zh-CN" sz="2400" b="1" i="1">
                <a:solidFill>
                  <a:srgbClr val="4175FC"/>
                </a:solidFill>
                <a:latin typeface="Times New Roman" panose="02020603050405020304" pitchFamily="18" charset="0"/>
                <a:ea typeface="黑体" panose="02010609060101010101" charset="-122"/>
                <a:cs typeface="Times New Roman" panose="02020603050405020304" pitchFamily="18" charset="0"/>
              </a:rPr>
              <a:t>q </a:t>
            </a:r>
            <a:r>
              <a:rPr lang="zh-CN" altLang="en-US" sz="2400" b="1">
                <a:solidFill>
                  <a:srgbClr val="4175FC"/>
                </a:solidFill>
                <a:latin typeface="Times New Roman" panose="02020603050405020304" pitchFamily="18" charset="0"/>
                <a:ea typeface="黑体" panose="02010609060101010101" charset="-122"/>
                <a:cs typeface="Times New Roman" panose="02020603050405020304" pitchFamily="18" charset="0"/>
              </a:rPr>
              <a:t>的充分条件，</a:t>
            </a:r>
            <a:r>
              <a:rPr lang="en-US" altLang="zh-CN" sz="2400" b="1" i="1">
                <a:solidFill>
                  <a:srgbClr val="4175FC"/>
                </a:solidFill>
                <a:latin typeface="Times New Roman" panose="02020603050405020304" pitchFamily="18" charset="0"/>
                <a:ea typeface="黑体" panose="02010609060101010101" charset="-122"/>
                <a:cs typeface="Times New Roman" panose="02020603050405020304" pitchFamily="18" charset="0"/>
              </a:rPr>
              <a:t>q </a:t>
            </a:r>
            <a:r>
              <a:rPr lang="zh-CN" altLang="en-US" sz="2400" b="1">
                <a:solidFill>
                  <a:srgbClr val="4175FC"/>
                </a:solidFill>
                <a:latin typeface="Times New Roman" panose="02020603050405020304" pitchFamily="18" charset="0"/>
                <a:ea typeface="黑体" panose="02010609060101010101" charset="-122"/>
                <a:cs typeface="Times New Roman" panose="02020603050405020304" pitchFamily="18" charset="0"/>
              </a:rPr>
              <a:t>不是</a:t>
            </a:r>
            <a:r>
              <a:rPr lang="en-US" altLang="zh-CN" sz="2400" b="1">
                <a:solidFill>
                  <a:srgbClr val="4175FC"/>
                </a:solidFill>
                <a:latin typeface="Times New Roman" panose="02020603050405020304" pitchFamily="18" charset="0"/>
                <a:ea typeface="黑体" panose="02010609060101010101" charset="-122"/>
                <a:cs typeface="Times New Roman" panose="02020603050405020304" pitchFamily="18" charset="0"/>
              </a:rPr>
              <a:t> </a:t>
            </a:r>
            <a:r>
              <a:rPr lang="en-US" altLang="zh-CN" sz="2400" b="1" i="1">
                <a:solidFill>
                  <a:srgbClr val="4175FC"/>
                </a:solidFill>
                <a:latin typeface="Times New Roman" panose="02020603050405020304" pitchFamily="18" charset="0"/>
                <a:ea typeface="黑体" panose="02010609060101010101" charset="-122"/>
                <a:cs typeface="Times New Roman" panose="02020603050405020304" pitchFamily="18" charset="0"/>
              </a:rPr>
              <a:t>p </a:t>
            </a:r>
            <a:r>
              <a:rPr lang="zh-CN" altLang="en-US" sz="2400" b="1">
                <a:solidFill>
                  <a:srgbClr val="4175FC"/>
                </a:solidFill>
                <a:latin typeface="Times New Roman" panose="02020603050405020304" pitchFamily="18" charset="0"/>
                <a:ea typeface="黑体" panose="02010609060101010101" charset="-122"/>
                <a:cs typeface="Times New Roman" panose="02020603050405020304" pitchFamily="18" charset="0"/>
              </a:rPr>
              <a:t>的必要条件．</a:t>
            </a:r>
            <a:endParaRPr lang="zh-CN" altLang="en-US" sz="2400" b="1">
              <a:solidFill>
                <a:srgbClr val="4175FC"/>
              </a:solidFill>
              <a:latin typeface="Times New Roman" panose="02020603050405020304" pitchFamily="18" charset="0"/>
              <a:ea typeface="黑体" panose="02010609060101010101" charset="-122"/>
              <a:cs typeface="Times New Roman" panose="02020603050405020304" pitchFamily="18" charset="0"/>
            </a:endParaRPr>
          </a:p>
        </p:txBody>
      </p:sp>
      <p:grpSp>
        <p:nvGrpSpPr>
          <p:cNvPr id="17" name="组合 16" title=""/>
          <p:cNvGrpSpPr/>
          <p:nvPr>
            <p:custDataLst>
              <p:tags r:id="rId15"/>
            </p:custDataLst>
          </p:nvPr>
        </p:nvGrpSpPr>
        <p:grpSpPr>
          <a:xfrm>
            <a:off x="2083435" y="5458460"/>
            <a:ext cx="3162300" cy="904240"/>
            <a:chOff x="910" y="8756"/>
            <a:chExt cx="4980" cy="1424"/>
          </a:xfrm>
        </p:grpSpPr>
        <p:sp>
          <p:nvSpPr>
            <p:cNvPr id="3" name="圆角矩形 2"/>
            <p:cNvSpPr/>
            <p:nvPr>
              <p:custDataLst>
                <p:tags r:id="rId16"/>
              </p:custDataLst>
            </p:nvPr>
          </p:nvSpPr>
          <p:spPr>
            <a:xfrm>
              <a:off x="910" y="8756"/>
              <a:ext cx="4980" cy="1425"/>
            </a:xfrm>
            <a:prstGeom prst="roundRect">
              <a:avLst/>
            </a:prstGeom>
            <a:gradFill>
              <a:gsLst>
                <a:gs pos="0">
                  <a:srgbClr val="4175FC"/>
                </a:gs>
                <a:gs pos="100000">
                  <a:schemeClr val="accent2">
                    <a:alpha val="63000"/>
                  </a:schemeClr>
                </a:gs>
              </a:gsLst>
              <a:lin ang="216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2295" name="文本框 12294"/>
            <p:cNvSpPr txBox="1"/>
            <p:nvPr>
              <p:custDataLst>
                <p:tags r:id="rId17"/>
              </p:custDataLst>
            </p:nvPr>
          </p:nvSpPr>
          <p:spPr>
            <a:xfrm>
              <a:off x="911" y="8831"/>
              <a:ext cx="4979" cy="1307"/>
            </a:xfrm>
            <a:prstGeom prst="rect">
              <a:avLst/>
            </a:prstGeom>
            <a:noFill/>
            <a:ln w="9525">
              <a:noFill/>
            </a:ln>
          </p:spPr>
          <p:txBody>
            <a:bodyPr wrap="square">
              <a:spAutoFit/>
            </a:bodyPr>
            <a:lstStyle/>
            <a:p>
              <a:pPr algn="ctr"/>
              <a:r>
                <a:rPr lang="zh-CN" altLang="en-US" sz="2400" b="1">
                  <a:solidFill>
                    <a:schemeClr val="bg1"/>
                  </a:solidFill>
                  <a:latin typeface="黑体" panose="02010609060101010101" charset="-122"/>
                  <a:ea typeface="黑体" panose="02010609060101010101" charset="-122"/>
                </a:rPr>
                <a:t>充分条件：有它就行</a:t>
              </a:r>
              <a:endParaRPr lang="zh-CN" altLang="en-US" sz="2400" b="1">
                <a:solidFill>
                  <a:schemeClr val="bg1"/>
                </a:solidFill>
                <a:latin typeface="黑体" panose="02010609060101010101" charset="-122"/>
                <a:ea typeface="黑体" panose="02010609060101010101" charset="-122"/>
              </a:endParaRPr>
            </a:p>
            <a:p>
              <a:pPr algn="ctr"/>
              <a:r>
                <a:rPr lang="zh-CN" altLang="en-US" sz="2400" b="1">
                  <a:solidFill>
                    <a:schemeClr val="bg1"/>
                  </a:solidFill>
                  <a:latin typeface="黑体" panose="02010609060101010101" charset="-122"/>
                  <a:ea typeface="黑体" panose="02010609060101010101" charset="-122"/>
                </a:rPr>
                <a:t>必要条件：没它不行</a:t>
              </a:r>
              <a:endParaRPr lang="zh-CN" altLang="en-US" sz="2400" b="1">
                <a:solidFill>
                  <a:schemeClr val="bg1"/>
                </a:solidFill>
                <a:latin typeface="黑体" panose="02010609060101010101" charset="-122"/>
                <a:ea typeface="黑体" panose="02010609060101010101" charset="-122"/>
              </a:endParaRPr>
            </a:p>
          </p:txBody>
        </p:sp>
      </p:grpSp>
      <p:grpSp>
        <p:nvGrpSpPr>
          <p:cNvPr id="7" name="组合 6" title=""/>
          <p:cNvGrpSpPr/>
          <p:nvPr>
            <p:custDataLst>
              <p:tags r:id="rId18"/>
            </p:custDataLst>
          </p:nvPr>
        </p:nvGrpSpPr>
        <p:grpSpPr>
          <a:xfrm>
            <a:off x="1315085" y="1340485"/>
            <a:ext cx="9473565" cy="1487805"/>
            <a:chOff x="1871" y="1911"/>
            <a:chExt cx="14919" cy="2343"/>
          </a:xfrm>
        </p:grpSpPr>
        <p:sp>
          <p:nvSpPr>
            <p:cNvPr id="8" name="矩形 7"/>
            <p:cNvSpPr/>
            <p:nvPr>
              <p:custDataLst>
                <p:tags r:id="rId19"/>
              </p:custDataLst>
            </p:nvPr>
          </p:nvSpPr>
          <p:spPr>
            <a:xfrm>
              <a:off x="8142" y="2743"/>
              <a:ext cx="1817" cy="736"/>
            </a:xfrm>
            <a:prstGeom prst="rect">
              <a:avLst/>
            </a:prstGeom>
            <a:gradFill>
              <a:gsLst>
                <a:gs pos="0">
                  <a:srgbClr val="4175FC"/>
                </a:gs>
                <a:gs pos="100000">
                  <a:schemeClr val="accent2">
                    <a:alpha val="63000"/>
                  </a:schemeClr>
                </a:gs>
              </a:gsLst>
              <a:lin ang="216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aphicFrame>
          <p:nvGraphicFramePr>
            <p:cNvPr id="10" name="对象 9"/>
            <p:cNvGraphicFramePr>
              <a:graphicFrameLocks noChangeAspect="1"/>
            </p:cNvGraphicFramePr>
            <p:nvPr>
              <p:custDataLst>
                <p:tags r:id="rId20"/>
              </p:custDataLst>
            </p:nvPr>
          </p:nvGraphicFramePr>
          <p:xfrm>
            <a:off x="1871" y="1911"/>
            <a:ext cx="14919" cy="2343"/>
          </p:xfrm>
          <a:graphic>
            <a:graphicData uri="http://schemas.openxmlformats.org/presentationml/2006/ole">
              <mc:AlternateContent>
                <mc:Choice xmlns:v="urn:schemas-microsoft-com:vml" Requires="v">
                  <p:oleObj spid="_x0000_s1039" r:id="rId21" imgW="4406900" imgH="749300" progId="Equation.DSMT4">
                    <p:embed/>
                  </p:oleObj>
                </mc:Choice>
                <mc:Fallback>
                  <p:oleObj r:id="rId21" imgW="4406900" imgH="749300" progId="Equation.DSMT4">
                    <p:embed/>
                    <p:pic>
                      <p:nvPicPr>
                        <p:cNvPr id="0" name="OLE substitute image"/>
                        <p:cNvPicPr/>
                        <p:nvPr/>
                      </p:nvPicPr>
                      <p:blipFill>
                        <a:blip r:embed="rId22"/>
                        <a:stretch>
                          <a:fillRect/>
                        </a:stretch>
                      </p:blipFill>
                      <p:spPr>
                        <a:xfrm>
                          <a:off x="1871" y="1911"/>
                          <a:ext cx="14919" cy="2343"/>
                        </a:xfrm>
                        <a:prstGeom prst="rect">
                          <a:avLst/>
                        </a:prstGeom>
                        <a:noFill/>
                        <a:ln w="38100">
                          <a:noFill/>
                          <a:miter/>
                        </a:ln>
                      </p:spPr>
                    </p:pic>
                  </p:oleObj>
                </mc:Fallback>
              </mc:AlternateContent>
            </a:graphicData>
          </a:graphic>
        </p:graphicFrame>
      </p:grpSp>
      <p:grpSp>
        <p:nvGrpSpPr>
          <p:cNvPr id="16" name="组合 15" title=""/>
          <p:cNvGrpSpPr/>
          <p:nvPr>
            <p:custDataLst>
              <p:tags r:id="rId23"/>
            </p:custDataLst>
          </p:nvPr>
        </p:nvGrpSpPr>
        <p:grpSpPr>
          <a:xfrm>
            <a:off x="6450965" y="5459095"/>
            <a:ext cx="3848100" cy="904240"/>
            <a:chOff x="7259" y="8881"/>
            <a:chExt cx="6060" cy="1424"/>
          </a:xfrm>
        </p:grpSpPr>
        <p:sp>
          <p:nvSpPr>
            <p:cNvPr id="14" name="圆角矩形 13"/>
            <p:cNvSpPr/>
            <p:nvPr>
              <p:custDataLst>
                <p:tags r:id="rId24"/>
              </p:custDataLst>
            </p:nvPr>
          </p:nvSpPr>
          <p:spPr>
            <a:xfrm>
              <a:off x="7259" y="8881"/>
              <a:ext cx="6060" cy="1425"/>
            </a:xfrm>
            <a:prstGeom prst="roundRect">
              <a:avLst/>
            </a:prstGeom>
            <a:gradFill>
              <a:gsLst>
                <a:gs pos="0">
                  <a:srgbClr val="4175FC"/>
                </a:gs>
                <a:gs pos="100000">
                  <a:schemeClr val="accent2">
                    <a:alpha val="63000"/>
                  </a:schemeClr>
                </a:gs>
              </a:gsLst>
              <a:lin ang="216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aphicFrame>
          <p:nvGraphicFramePr>
            <p:cNvPr id="12296" name="对象 12295"/>
            <p:cNvGraphicFramePr>
              <a:graphicFrameLocks noChangeAspect="1"/>
            </p:cNvGraphicFramePr>
            <p:nvPr>
              <p:custDataLst>
                <p:tags r:id="rId25"/>
              </p:custDataLst>
            </p:nvPr>
          </p:nvGraphicFramePr>
          <p:xfrm>
            <a:off x="7573" y="9006"/>
            <a:ext cx="5410" cy="1265"/>
          </p:xfrm>
          <a:graphic>
            <a:graphicData uri="http://schemas.openxmlformats.org/presentationml/2006/ole">
              <mc:AlternateContent>
                <mc:Choice xmlns:v="urn:schemas-microsoft-com:vml" Requires="v">
                  <p:oleObj spid="_x0000_s1040" r:id="rId26" imgW="1651000" imgH="405765" progId="Equation.DSMT4">
                    <p:embed/>
                  </p:oleObj>
                </mc:Choice>
                <mc:Fallback>
                  <p:oleObj r:id="rId26" imgW="1651000" imgH="405765" progId="Equation.DSMT4">
                    <p:embed/>
                    <p:pic>
                      <p:nvPicPr>
                        <p:cNvPr id="0" name="OLE substitute image"/>
                        <p:cNvPicPr/>
                        <p:nvPr/>
                      </p:nvPicPr>
                      <p:blipFill>
                        <a:blip r:embed="rId27"/>
                        <a:stretch>
                          <a:fillRect/>
                        </a:stretch>
                      </p:blipFill>
                      <p:spPr>
                        <a:xfrm>
                          <a:off x="7573" y="9006"/>
                          <a:ext cx="5410" cy="1265"/>
                        </a:xfrm>
                        <a:prstGeom prst="rect">
                          <a:avLst/>
                        </a:prstGeom>
                        <a:noFill/>
                        <a:ln w="38100">
                          <a:noFill/>
                          <a:miter/>
                        </a:ln>
                      </p:spPr>
                    </p:pic>
                  </p:oleObj>
                </mc:Fallback>
              </mc:AlternateContent>
            </a:graphicData>
          </a:graphic>
        </p:graphicFrame>
      </p:grpSp>
      <p:grpSp>
        <p:nvGrpSpPr>
          <p:cNvPr id="53" name="组合 52" title=""/>
          <p:cNvGrpSpPr/>
          <p:nvPr>
            <p:custDataLst>
              <p:tags r:id="rId28"/>
            </p:custDataLst>
          </p:nvPr>
        </p:nvGrpSpPr>
        <p:grpSpPr>
          <a:xfrm flipH="1">
            <a:off x="11495784" y="718260"/>
            <a:ext cx="176150" cy="780068"/>
            <a:chOff x="8290832" y="4887686"/>
            <a:chExt cx="296617" cy="1313542"/>
          </a:xfrm>
          <a:solidFill>
            <a:srgbClr val="4076FD"/>
          </a:solidFill>
        </p:grpSpPr>
        <p:grpSp>
          <p:nvGrpSpPr>
            <p:cNvPr id="54" name="组合 53"/>
            <p:cNvGrpSpPr/>
            <p:nvPr>
              <p:custDataLst>
                <p:tags r:id="rId29"/>
              </p:custDataLst>
            </p:nvPr>
          </p:nvGrpSpPr>
          <p:grpSpPr>
            <a:xfrm>
              <a:off x="8452757" y="5040086"/>
              <a:ext cx="134692" cy="1161142"/>
              <a:chOff x="8490857" y="4963886"/>
              <a:chExt cx="134692" cy="1161142"/>
            </a:xfrm>
            <a:grpFill/>
          </p:grpSpPr>
          <p:sp>
            <p:nvSpPr>
              <p:cNvPr id="55" name="等腰三角形 54"/>
              <p:cNvSpPr/>
              <p:nvPr>
                <p:custDataLst>
                  <p:tags r:id="rId30"/>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custDataLst>
                  <p:tags r:id="rId31"/>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等腰三角形 56"/>
              <p:cNvSpPr/>
              <p:nvPr>
                <p:custDataLst>
                  <p:tags r:id="rId32"/>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等腰三角形 57"/>
              <p:cNvSpPr/>
              <p:nvPr>
                <p:custDataLst>
                  <p:tags r:id="rId33"/>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等腰三角形 58"/>
              <p:cNvSpPr/>
              <p:nvPr>
                <p:custDataLst>
                  <p:tags r:id="rId34"/>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0" name="组合 59"/>
            <p:cNvGrpSpPr/>
            <p:nvPr>
              <p:custDataLst>
                <p:tags r:id="rId35"/>
              </p:custDataLst>
            </p:nvPr>
          </p:nvGrpSpPr>
          <p:grpSpPr>
            <a:xfrm>
              <a:off x="8290832" y="4887686"/>
              <a:ext cx="134692" cy="1161142"/>
              <a:chOff x="8490857" y="4963886"/>
              <a:chExt cx="134692" cy="1161142"/>
            </a:xfrm>
            <a:grpFill/>
          </p:grpSpPr>
          <p:sp>
            <p:nvSpPr>
              <p:cNvPr id="61" name="等腰三角形 60"/>
              <p:cNvSpPr/>
              <p:nvPr>
                <p:custDataLst>
                  <p:tags r:id="rId36"/>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等腰三角形 61"/>
              <p:cNvSpPr/>
              <p:nvPr>
                <p:custDataLst>
                  <p:tags r:id="rId37"/>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等腰三角形 62"/>
              <p:cNvSpPr/>
              <p:nvPr>
                <p:custDataLst>
                  <p:tags r:id="rId38"/>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等腰三角形 63"/>
              <p:cNvSpPr/>
              <p:nvPr>
                <p:custDataLst>
                  <p:tags r:id="rId39"/>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等腰三角形 64"/>
              <p:cNvSpPr/>
              <p:nvPr>
                <p:custDataLst>
                  <p:tags r:id="rId40"/>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250" fill="hold">
                                          <p:stCondLst>
                                            <p:cond delay="0"/>
                                          </p:stCondLst>
                                        </p:cTn>
                                        <p:tgtEl>
                                          <p:spTgt spid="12293"/>
                                        </p:tgtEl>
                                        <p:attrNameLst>
                                          <p:attrName>style.visibility</p:attrName>
                                        </p:attrNameLst>
                                      </p:cBhvr>
                                      <p:to>
                                        <p:strVal val="visible"/>
                                      </p:to>
                                    </p:set>
                                    <p:animEffect transition="in" filter="fade">
                                      <p:cBhvr>
                                        <p:cTn id="7" dur="250"/>
                                        <p:tgtEl>
                                          <p:spTgt spid="12293"/>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250" fill="hold">
                                          <p:stCondLst>
                                            <p:cond delay="0"/>
                                          </p:stCondLst>
                                        </p:cTn>
                                        <p:tgtEl>
                                          <p:spTgt spid="12294"/>
                                        </p:tgtEl>
                                        <p:attrNameLst>
                                          <p:attrName>style.visibility</p:attrName>
                                        </p:attrNameLst>
                                      </p:cBhvr>
                                      <p:to>
                                        <p:strVal val="visible"/>
                                      </p:to>
                                    </p:set>
                                    <p:animEffect transition="in" filter="wipe(left)">
                                      <p:cBhvr>
                                        <p:cTn id="12" dur="250"/>
                                        <p:tgtEl>
                                          <p:spTgt spid="12294"/>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250" fill="hold">
                                          <p:stCondLst>
                                            <p:cond delay="0"/>
                                          </p:stCondLst>
                                        </p:cTn>
                                        <p:tgtEl>
                                          <p:spTgt spid="17"/>
                                        </p:tgtEl>
                                        <p:attrNameLst>
                                          <p:attrName>style.visibility</p:attrName>
                                        </p:attrNameLst>
                                      </p:cBhvr>
                                      <p:to>
                                        <p:strVal val="visible"/>
                                      </p:to>
                                    </p:set>
                                    <p:animEffect transition="in" filter="wipe(left)">
                                      <p:cBhvr>
                                        <p:cTn id="17" dur="250"/>
                                        <p:tgtEl>
                                          <p:spTgt spid="17"/>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250" fill="hold">
                                          <p:stCondLst>
                                            <p:cond delay="0"/>
                                          </p:stCondLst>
                                        </p:cTn>
                                        <p:tgtEl>
                                          <p:spTgt spid="16"/>
                                        </p:tgtEl>
                                        <p:attrNameLst>
                                          <p:attrName>style.visibility</p:attrName>
                                        </p:attrNameLst>
                                      </p:cBhvr>
                                      <p:to>
                                        <p:strVal val="visible"/>
                                      </p:to>
                                    </p:set>
                                    <p:animEffect transition="in" filter="wipe(left)">
                                      <p:cBhvr>
                                        <p:cTn id="22" dur="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4" grpId="0" animBg="1"/>
    </p:bldLst>
  </p:timing>
</p:sld>
</file>

<file path=ppt/slides/slide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3" name="组合 22" title=""/>
          <p:cNvGrpSpPr/>
          <p:nvPr>
            <p:custDataLst>
              <p:tags r:id="rId8"/>
            </p:custDataLst>
          </p:nvPr>
        </p:nvGrpSpPr>
        <p:grpSpPr>
          <a:xfrm>
            <a:off x="577851" y="576471"/>
            <a:ext cx="5197474" cy="521970"/>
            <a:chOff x="330201" y="576471"/>
            <a:chExt cx="5197474" cy="521970"/>
          </a:xfrm>
        </p:grpSpPr>
        <p:sp>
          <p:nvSpPr>
            <p:cNvPr id="24" name="文本框 2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认识新知</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2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grpSp>
        <p:nvGrpSpPr>
          <p:cNvPr id="7" name="组合 6" title=""/>
          <p:cNvGrpSpPr/>
          <p:nvPr>
            <p:custDataLst>
              <p:tags r:id="rId11"/>
            </p:custDataLst>
          </p:nvPr>
        </p:nvGrpSpPr>
        <p:grpSpPr>
          <a:xfrm>
            <a:off x="971550" y="1594485"/>
            <a:ext cx="10171430" cy="1219200"/>
            <a:chOff x="1236" y="2227"/>
            <a:chExt cx="16018" cy="1920"/>
          </a:xfrm>
        </p:grpSpPr>
        <p:sp>
          <p:nvSpPr>
            <p:cNvPr id="4" name="文本框 3"/>
            <p:cNvSpPr txBox="1"/>
            <p:nvPr>
              <p:custDataLst>
                <p:tags r:id="rId12"/>
              </p:custDataLst>
            </p:nvPr>
          </p:nvSpPr>
          <p:spPr>
            <a:xfrm>
              <a:off x="1236" y="2227"/>
              <a:ext cx="16018" cy="1920"/>
            </a:xfrm>
            <a:prstGeom prst="rect">
              <a:avLst/>
            </a:prstGeom>
            <a:noFill/>
          </p:spPr>
          <p:txBody>
            <a:bodyPr wrap="square" rtlCol="0" anchor="t">
              <a:noAutofit/>
            </a:bodyPr>
            <a:lstStyle/>
            <a:p>
              <a:pPr algn="l" fontAlgn="auto">
                <a:lnSpc>
                  <a:spcPct val="130000"/>
                </a:lnSpc>
              </a:pPr>
              <a:r>
                <a:rPr lang="en-US" sz="2400">
                  <a:latin typeface="Times New Roman" panose="02020603050405020304" pitchFamily="18" charset="0"/>
                  <a:ea typeface="黑体" panose="02010609060101010101" charset="-122"/>
                  <a:cs typeface="Times New Roman" panose="02020603050405020304" pitchFamily="18" charset="0"/>
                </a:rPr>
                <a:t>       </a:t>
              </a:r>
              <a:r>
                <a:rPr lang="zh-CN" altLang="en-US" sz="2400" smtClean="0">
                  <a:latin typeface="Times New Roman" panose="02020603050405020304" pitchFamily="18" charset="0"/>
                  <a:ea typeface="黑体" panose="02010609060101010101" charset="-122"/>
                  <a:cs typeface="Times New Roman" panose="02020603050405020304" pitchFamily="18" charset="0"/>
                  <a:sym typeface="+mn-ea"/>
                </a:rPr>
                <a:t>若</a:t>
              </a:r>
              <a:r>
                <a:rPr lang="en-US" altLang="zh-CN" sz="2400" i="1" smtClean="0">
                  <a:latin typeface="Times New Roman" panose="02020603050405020304" pitchFamily="18" charset="0"/>
                  <a:ea typeface="黑体" panose="02010609060101010101" charset="-122"/>
                  <a:cs typeface="Times New Roman" panose="02020603050405020304" pitchFamily="18" charset="0"/>
                  <a:sym typeface="+mn-ea"/>
                </a:rPr>
                <a:t>          </a:t>
              </a:r>
              <a:r>
                <a:rPr lang="en-US" altLang="zh-CN" sz="2400" smtClean="0">
                  <a:latin typeface="Times New Roman" panose="02020603050405020304" pitchFamily="18" charset="0"/>
                  <a:ea typeface="黑体" panose="02010609060101010101" charset="-122"/>
                  <a:cs typeface="Times New Roman" panose="02020603050405020304" pitchFamily="18" charset="0"/>
                  <a:sym typeface="+mn-ea"/>
                </a:rPr>
                <a:t> </a:t>
              </a:r>
              <a:r>
                <a:rPr lang="zh-CN" altLang="en-US" sz="2400" smtClean="0">
                  <a:latin typeface="Times New Roman" panose="02020603050405020304" pitchFamily="18" charset="0"/>
                  <a:ea typeface="黑体" panose="02010609060101010101" charset="-122"/>
                  <a:cs typeface="Times New Roman" panose="02020603050405020304" pitchFamily="18" charset="0"/>
                  <a:sym typeface="+mn-ea"/>
                </a:rPr>
                <a:t>，那么</a:t>
              </a:r>
              <a:r>
                <a:rPr lang="en-US" altLang="zh-CN" sz="2400" i="1" smtClean="0">
                  <a:latin typeface="Times New Roman" panose="02020603050405020304" pitchFamily="18" charset="0"/>
                  <a:ea typeface="黑体" panose="02010609060101010101" charset="-122"/>
                  <a:cs typeface="Times New Roman" panose="02020603050405020304" pitchFamily="18" charset="0"/>
                  <a:sym typeface="+mn-ea"/>
                </a:rPr>
                <a:t> p </a:t>
              </a:r>
              <a:r>
                <a:rPr lang="zh-CN" altLang="en-US" sz="2400" smtClean="0">
                  <a:latin typeface="Times New Roman" panose="02020603050405020304" pitchFamily="18" charset="0"/>
                  <a:ea typeface="黑体" panose="02010609060101010101" charset="-122"/>
                  <a:cs typeface="Times New Roman" panose="02020603050405020304" pitchFamily="18" charset="0"/>
                  <a:sym typeface="+mn-ea"/>
                </a:rPr>
                <a:t>是</a:t>
              </a:r>
              <a:r>
                <a:rPr lang="en-US" altLang="zh-CN" sz="2400" smtClean="0">
                  <a:latin typeface="Times New Roman" panose="02020603050405020304" pitchFamily="18" charset="0"/>
                  <a:ea typeface="黑体" panose="02010609060101010101" charset="-122"/>
                  <a:cs typeface="Times New Roman" panose="02020603050405020304" pitchFamily="18" charset="0"/>
                  <a:sym typeface="+mn-ea"/>
                </a:rPr>
                <a:t> </a:t>
              </a:r>
              <a:r>
                <a:rPr lang="en-US" altLang="zh-CN" sz="2400" i="1" smtClean="0">
                  <a:latin typeface="Times New Roman" panose="02020603050405020304" pitchFamily="18" charset="0"/>
                  <a:ea typeface="黑体" panose="02010609060101010101" charset="-122"/>
                  <a:cs typeface="Times New Roman" panose="02020603050405020304" pitchFamily="18" charset="0"/>
                  <a:sym typeface="+mn-ea"/>
                </a:rPr>
                <a:t>q </a:t>
              </a:r>
              <a:r>
                <a:rPr lang="zh-CN" altLang="en-US" sz="2400" smtClean="0">
                  <a:latin typeface="Times New Roman" panose="02020603050405020304" pitchFamily="18" charset="0"/>
                  <a:ea typeface="黑体" panose="02010609060101010101" charset="-122"/>
                  <a:cs typeface="Times New Roman" panose="02020603050405020304" pitchFamily="18" charset="0"/>
                  <a:sym typeface="+mn-ea"/>
                </a:rPr>
                <a:t>的充分条件，</a:t>
              </a:r>
              <a:r>
                <a:rPr lang="en-US" altLang="zh-CN" sz="2400" i="1" smtClean="0">
                  <a:latin typeface="Times New Roman" panose="02020603050405020304" pitchFamily="18" charset="0"/>
                  <a:ea typeface="黑体" panose="02010609060101010101" charset="-122"/>
                  <a:cs typeface="Times New Roman" panose="02020603050405020304" pitchFamily="18" charset="0"/>
                  <a:sym typeface="+mn-ea"/>
                </a:rPr>
                <a:t>q </a:t>
              </a:r>
              <a:r>
                <a:rPr lang="zh-CN" altLang="en-US" sz="2400" smtClean="0">
                  <a:latin typeface="Times New Roman" panose="02020603050405020304" pitchFamily="18" charset="0"/>
                  <a:ea typeface="黑体" panose="02010609060101010101" charset="-122"/>
                  <a:cs typeface="Times New Roman" panose="02020603050405020304" pitchFamily="18" charset="0"/>
                  <a:sym typeface="+mn-ea"/>
                </a:rPr>
                <a:t>是</a:t>
              </a:r>
              <a:r>
                <a:rPr lang="en-US" altLang="zh-CN" sz="2400" smtClean="0">
                  <a:latin typeface="Times New Roman" panose="02020603050405020304" pitchFamily="18" charset="0"/>
                  <a:ea typeface="黑体" panose="02010609060101010101" charset="-122"/>
                  <a:cs typeface="Times New Roman" panose="02020603050405020304" pitchFamily="18" charset="0"/>
                  <a:sym typeface="+mn-ea"/>
                </a:rPr>
                <a:t> </a:t>
              </a:r>
              <a:r>
                <a:rPr lang="en-US" altLang="zh-CN" sz="2400" i="1" smtClean="0">
                  <a:latin typeface="Times New Roman" panose="02020603050405020304" pitchFamily="18" charset="0"/>
                  <a:ea typeface="黑体" panose="02010609060101010101" charset="-122"/>
                  <a:cs typeface="Times New Roman" panose="02020603050405020304" pitchFamily="18" charset="0"/>
                  <a:sym typeface="+mn-ea"/>
                </a:rPr>
                <a:t>p </a:t>
              </a:r>
              <a:r>
                <a:rPr lang="zh-CN" altLang="en-US" sz="2400" smtClean="0">
                  <a:latin typeface="Times New Roman" panose="02020603050405020304" pitchFamily="18" charset="0"/>
                  <a:ea typeface="黑体" panose="02010609060101010101" charset="-122"/>
                  <a:cs typeface="Times New Roman" panose="02020603050405020304" pitchFamily="18" charset="0"/>
                  <a:sym typeface="+mn-ea"/>
                </a:rPr>
                <a:t>的必要条件，这是同时成立的；不会出现</a:t>
              </a:r>
              <a:r>
                <a:rPr lang="en-US" altLang="zh-CN" sz="2400" i="1" smtClean="0">
                  <a:latin typeface="Times New Roman" panose="02020603050405020304" pitchFamily="18" charset="0"/>
                  <a:ea typeface="黑体" panose="02010609060101010101" charset="-122"/>
                  <a:cs typeface="Times New Roman" panose="02020603050405020304" pitchFamily="18" charset="0"/>
                  <a:sym typeface="+mn-ea"/>
                </a:rPr>
                <a:t> p </a:t>
              </a:r>
              <a:r>
                <a:rPr lang="zh-CN" altLang="en-US" sz="2400" smtClean="0">
                  <a:latin typeface="Times New Roman" panose="02020603050405020304" pitchFamily="18" charset="0"/>
                  <a:ea typeface="黑体" panose="02010609060101010101" charset="-122"/>
                  <a:cs typeface="Times New Roman" panose="02020603050405020304" pitchFamily="18" charset="0"/>
                  <a:sym typeface="+mn-ea"/>
                </a:rPr>
                <a:t>是</a:t>
              </a:r>
              <a:r>
                <a:rPr lang="en-US" altLang="zh-CN" sz="2400" smtClean="0">
                  <a:latin typeface="Times New Roman" panose="02020603050405020304" pitchFamily="18" charset="0"/>
                  <a:ea typeface="黑体" panose="02010609060101010101" charset="-122"/>
                  <a:cs typeface="Times New Roman" panose="02020603050405020304" pitchFamily="18" charset="0"/>
                  <a:sym typeface="+mn-ea"/>
                </a:rPr>
                <a:t> </a:t>
              </a:r>
              <a:r>
                <a:rPr lang="en-US" altLang="zh-CN" sz="2400" i="1" smtClean="0">
                  <a:latin typeface="Times New Roman" panose="02020603050405020304" pitchFamily="18" charset="0"/>
                  <a:ea typeface="黑体" panose="02010609060101010101" charset="-122"/>
                  <a:cs typeface="Times New Roman" panose="02020603050405020304" pitchFamily="18" charset="0"/>
                  <a:sym typeface="+mn-ea"/>
                </a:rPr>
                <a:t>q </a:t>
              </a:r>
              <a:r>
                <a:rPr lang="zh-CN" altLang="en-US" sz="2400" smtClean="0">
                  <a:latin typeface="Times New Roman" panose="02020603050405020304" pitchFamily="18" charset="0"/>
                  <a:ea typeface="黑体" panose="02010609060101010101" charset="-122"/>
                  <a:cs typeface="Times New Roman" panose="02020603050405020304" pitchFamily="18" charset="0"/>
                  <a:sym typeface="+mn-ea"/>
                </a:rPr>
                <a:t>的充分条件，而</a:t>
              </a:r>
              <a:r>
                <a:rPr lang="en-US" altLang="zh-CN" sz="2400" smtClean="0">
                  <a:latin typeface="Times New Roman" panose="02020603050405020304" pitchFamily="18" charset="0"/>
                  <a:ea typeface="黑体" panose="02010609060101010101" charset="-122"/>
                  <a:cs typeface="Times New Roman" panose="02020603050405020304" pitchFamily="18" charset="0"/>
                  <a:sym typeface="+mn-ea"/>
                </a:rPr>
                <a:t> </a:t>
              </a:r>
              <a:r>
                <a:rPr lang="en-US" altLang="zh-CN" sz="2400" i="1" smtClean="0">
                  <a:latin typeface="Times New Roman" panose="02020603050405020304" pitchFamily="18" charset="0"/>
                  <a:ea typeface="黑体" panose="02010609060101010101" charset="-122"/>
                  <a:cs typeface="Times New Roman" panose="02020603050405020304" pitchFamily="18" charset="0"/>
                  <a:sym typeface="+mn-ea"/>
                </a:rPr>
                <a:t>q </a:t>
              </a:r>
              <a:r>
                <a:rPr lang="zh-CN" altLang="en-US" sz="2400" smtClean="0">
                  <a:latin typeface="Times New Roman" panose="02020603050405020304" pitchFamily="18" charset="0"/>
                  <a:ea typeface="黑体" panose="02010609060101010101" charset="-122"/>
                  <a:cs typeface="Times New Roman" panose="02020603050405020304" pitchFamily="18" charset="0"/>
                  <a:sym typeface="+mn-ea"/>
                </a:rPr>
                <a:t>却不是</a:t>
              </a:r>
              <a:r>
                <a:rPr lang="en-US" altLang="zh-CN" sz="2400" smtClean="0">
                  <a:latin typeface="Times New Roman" panose="02020603050405020304" pitchFamily="18" charset="0"/>
                  <a:ea typeface="黑体" panose="02010609060101010101" charset="-122"/>
                  <a:cs typeface="Times New Roman" panose="02020603050405020304" pitchFamily="18" charset="0"/>
                  <a:sym typeface="+mn-ea"/>
                </a:rPr>
                <a:t> </a:t>
              </a:r>
              <a:r>
                <a:rPr lang="en-US" altLang="zh-CN" sz="2400" i="1" smtClean="0">
                  <a:latin typeface="Times New Roman" panose="02020603050405020304" pitchFamily="18" charset="0"/>
                  <a:ea typeface="黑体" panose="02010609060101010101" charset="-122"/>
                  <a:cs typeface="Times New Roman" panose="02020603050405020304" pitchFamily="18" charset="0"/>
                  <a:sym typeface="+mn-ea"/>
                </a:rPr>
                <a:t>p </a:t>
              </a:r>
              <a:r>
                <a:rPr lang="zh-CN" altLang="en-US" sz="2400" smtClean="0">
                  <a:latin typeface="Times New Roman" panose="02020603050405020304" pitchFamily="18" charset="0"/>
                  <a:ea typeface="黑体" panose="02010609060101010101" charset="-122"/>
                  <a:cs typeface="Times New Roman" panose="02020603050405020304" pitchFamily="18" charset="0"/>
                  <a:sym typeface="+mn-ea"/>
                </a:rPr>
                <a:t>的必要条件．</a:t>
              </a:r>
              <a:endParaRPr lang="zh-CN" altLang="en-US" sz="2400" smtClean="0">
                <a:latin typeface="Times New Roman" panose="02020603050405020304" pitchFamily="18" charset="0"/>
                <a:ea typeface="黑体" panose="02010609060101010101" charset="-122"/>
                <a:cs typeface="Times New Roman" panose="02020603050405020304" pitchFamily="18" charset="0"/>
                <a:sym typeface="+mn-ea"/>
              </a:endParaRPr>
            </a:p>
          </p:txBody>
        </p:sp>
        <p:graphicFrame>
          <p:nvGraphicFramePr>
            <p:cNvPr id="29" name="对象 28"/>
            <p:cNvGraphicFramePr>
              <a:graphicFrameLocks noChangeAspect="1"/>
            </p:cNvGraphicFramePr>
            <p:nvPr>
              <p:custDataLst>
                <p:tags r:id="rId13"/>
              </p:custDataLst>
            </p:nvPr>
          </p:nvGraphicFramePr>
          <p:xfrm>
            <a:off x="2698" y="2477"/>
            <a:ext cx="1295" cy="560"/>
          </p:xfrm>
          <a:graphic>
            <a:graphicData uri="http://schemas.openxmlformats.org/presentationml/2006/ole">
              <mc:AlternateContent>
                <mc:Choice xmlns:v="urn:schemas-microsoft-com:vml" Requires="v">
                  <p:oleObj spid="_x0000_s1041" name="Equation" r:id="rId14" imgW="444500" imgH="165100" progId="Equation.DSMT4">
                    <p:embed/>
                  </p:oleObj>
                </mc:Choice>
                <mc:Fallback>
                  <p:oleObj name="Equation" r:id="rId14" imgW="444500" imgH="165100" progId="Equation.DSMT4">
                    <p:embed/>
                    <p:pic>
                      <p:nvPicPr>
                        <p:cNvPr id="0" name="OLE substitute image"/>
                        <p:cNvPicPr/>
                        <p:nvPr/>
                      </p:nvPicPr>
                      <p:blipFill>
                        <a:blip r:embed="rId15"/>
                        <a:stretch>
                          <a:fillRect/>
                        </a:stretch>
                      </p:blipFill>
                      <p:spPr>
                        <a:xfrm>
                          <a:off x="2698" y="2477"/>
                          <a:ext cx="1295" cy="560"/>
                        </a:xfrm>
                        <a:prstGeom prst="rect">
                          <a:avLst/>
                        </a:prstGeom>
                        <a:noFill/>
                      </p:spPr>
                    </p:pic>
                  </p:oleObj>
                </mc:Fallback>
              </mc:AlternateContent>
            </a:graphicData>
          </a:graphic>
        </p:graphicFrame>
      </p:grpSp>
      <p:grpSp>
        <p:nvGrpSpPr>
          <p:cNvPr id="10" name="组合 9" title=""/>
          <p:cNvGrpSpPr/>
          <p:nvPr>
            <p:custDataLst>
              <p:tags r:id="rId16"/>
            </p:custDataLst>
          </p:nvPr>
        </p:nvGrpSpPr>
        <p:grpSpPr>
          <a:xfrm>
            <a:off x="771525" y="3208020"/>
            <a:ext cx="10587990" cy="1477010"/>
            <a:chOff x="1215" y="4512"/>
            <a:chExt cx="16674" cy="2326"/>
          </a:xfrm>
        </p:grpSpPr>
        <p:sp>
          <p:nvSpPr>
            <p:cNvPr id="16" name="圆角矩形 15"/>
            <p:cNvSpPr/>
            <p:nvPr>
              <p:custDataLst>
                <p:tags r:id="rId17"/>
              </p:custDataLst>
            </p:nvPr>
          </p:nvSpPr>
          <p:spPr>
            <a:xfrm>
              <a:off x="1215" y="4512"/>
              <a:ext cx="16674" cy="2326"/>
            </a:xfrm>
            <a:prstGeom prst="roundRect">
              <a:avLst>
                <a:gd name="adj" fmla="val 26754"/>
              </a:avLst>
            </a:prstGeom>
            <a:solidFill>
              <a:srgbClr val="537AFA">
                <a:alpha val="3000"/>
              </a:srgbClr>
            </a:solidFill>
            <a:ln>
              <a:gradFill>
                <a:gsLst>
                  <a:gs pos="0">
                    <a:schemeClr val="accent2"/>
                  </a:gs>
                  <a:gs pos="100000">
                    <a:srgbClr val="537AFA"/>
                  </a:gs>
                </a:gsLst>
                <a:lin ang="12600000" scaled="0"/>
              </a:gra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文本框 7"/>
            <p:cNvSpPr txBox="1"/>
            <p:nvPr>
              <p:custDataLst>
                <p:tags r:id="rId18"/>
              </p:custDataLst>
            </p:nvPr>
          </p:nvSpPr>
          <p:spPr>
            <a:xfrm>
              <a:off x="1548" y="4814"/>
              <a:ext cx="16020" cy="1654"/>
            </a:xfrm>
            <a:prstGeom prst="rect">
              <a:avLst/>
            </a:prstGeom>
            <a:noFill/>
          </p:spPr>
          <p:txBody>
            <a:bodyPr wrap="square" rtlCol="0">
              <a:spAutoFit/>
            </a:bodyPr>
            <a:lstStyle/>
            <a:p>
              <a:pPr algn="l" fontAlgn="auto">
                <a:lnSpc>
                  <a:spcPct val="130000"/>
                </a:lnSpc>
              </a:pPr>
              <a:r>
                <a:rPr lang="en-US" sz="2400">
                  <a:latin typeface="Times New Roman" panose="02020603050405020304" pitchFamily="18" charset="0"/>
                  <a:ea typeface="黑体" panose="02010609060101010101" charset="-122"/>
                  <a:cs typeface="Times New Roman" panose="02020603050405020304" pitchFamily="18" charset="0"/>
                  <a:sym typeface="+mn-ea"/>
                </a:rPr>
                <a:t>      </a:t>
              </a:r>
              <a:r>
                <a:rPr lang="zh-CN" altLang="en-US" sz="2400" smtClean="0">
                  <a:latin typeface="Times New Roman" panose="02020603050405020304" pitchFamily="18" charset="0"/>
                  <a:ea typeface="黑体" panose="02010609060101010101" charset="-122"/>
                  <a:cs typeface="Times New Roman" panose="02020603050405020304" pitchFamily="18" charset="0"/>
                  <a:sym typeface="+mn-ea"/>
                </a:rPr>
                <a:t>故要判断</a:t>
              </a:r>
              <a:r>
                <a:rPr lang="en-US" altLang="zh-CN" sz="2400" smtClean="0">
                  <a:latin typeface="Times New Roman" panose="02020603050405020304" pitchFamily="18" charset="0"/>
                  <a:ea typeface="黑体" panose="02010609060101010101" charset="-122"/>
                  <a:cs typeface="Times New Roman" panose="02020603050405020304" pitchFamily="18" charset="0"/>
                  <a:sym typeface="+mn-ea"/>
                </a:rPr>
                <a:t> </a:t>
              </a:r>
              <a:r>
                <a:rPr lang="en-US" altLang="zh-CN" sz="2400" i="1" smtClean="0">
                  <a:latin typeface="Times New Roman" panose="02020603050405020304" pitchFamily="18" charset="0"/>
                  <a:ea typeface="黑体" panose="02010609060101010101" charset="-122"/>
                  <a:cs typeface="Times New Roman" panose="02020603050405020304" pitchFamily="18" charset="0"/>
                  <a:sym typeface="+mn-ea"/>
                </a:rPr>
                <a:t>p</a:t>
              </a:r>
              <a:r>
                <a:rPr lang="zh-CN" altLang="en-US" sz="2400" i="1" smtClean="0">
                  <a:latin typeface="Times New Roman" panose="02020603050405020304" pitchFamily="18" charset="0"/>
                  <a:ea typeface="黑体" panose="02010609060101010101" charset="-122"/>
                  <a:cs typeface="Times New Roman" panose="02020603050405020304" pitchFamily="18" charset="0"/>
                  <a:sym typeface="+mn-ea"/>
                </a:rPr>
                <a:t>、</a:t>
              </a:r>
              <a:r>
                <a:rPr lang="en-US" altLang="zh-CN" sz="2400" i="1" smtClean="0">
                  <a:latin typeface="Times New Roman" panose="02020603050405020304" pitchFamily="18" charset="0"/>
                  <a:ea typeface="黑体" panose="02010609060101010101" charset="-122"/>
                  <a:cs typeface="Times New Roman" panose="02020603050405020304" pitchFamily="18" charset="0"/>
                  <a:sym typeface="+mn-ea"/>
                </a:rPr>
                <a:t>q </a:t>
              </a:r>
              <a:r>
                <a:rPr lang="zh-CN" altLang="en-US" sz="2400" smtClean="0">
                  <a:latin typeface="Times New Roman" panose="02020603050405020304" pitchFamily="18" charset="0"/>
                  <a:ea typeface="黑体" panose="02010609060101010101" charset="-122"/>
                  <a:cs typeface="Times New Roman" panose="02020603050405020304" pitchFamily="18" charset="0"/>
                  <a:sym typeface="+mn-ea"/>
                </a:rPr>
                <a:t>的充分必要关系，得先判断</a:t>
              </a:r>
              <a:r>
                <a:rPr lang="en-US" altLang="zh-CN" sz="2400" smtClean="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smtClean="0">
                  <a:latin typeface="Times New Roman" panose="02020603050405020304" pitchFamily="18" charset="0"/>
                  <a:ea typeface="黑体" panose="02010609060101010101" charset="-122"/>
                  <a:cs typeface="Times New Roman" panose="02020603050405020304" pitchFamily="18" charset="0"/>
                  <a:sym typeface="+mn-ea"/>
                </a:rPr>
                <a:t>若</a:t>
              </a:r>
              <a:r>
                <a:rPr lang="en-US" altLang="zh-CN" sz="2400" smtClean="0">
                  <a:latin typeface="Times New Roman" panose="02020603050405020304" pitchFamily="18" charset="0"/>
                  <a:ea typeface="黑体" panose="02010609060101010101" charset="-122"/>
                  <a:cs typeface="Times New Roman" panose="02020603050405020304" pitchFamily="18" charset="0"/>
                  <a:sym typeface="+mn-ea"/>
                </a:rPr>
                <a:t> </a:t>
              </a:r>
              <a:r>
                <a:rPr lang="en-US" altLang="zh-CN" sz="2400" i="1" smtClean="0">
                  <a:latin typeface="Times New Roman" panose="02020603050405020304" pitchFamily="18" charset="0"/>
                  <a:ea typeface="黑体" panose="02010609060101010101" charset="-122"/>
                  <a:cs typeface="Times New Roman" panose="02020603050405020304" pitchFamily="18" charset="0"/>
                  <a:sym typeface="+mn-ea"/>
                </a:rPr>
                <a:t>p </a:t>
              </a:r>
              <a:r>
                <a:rPr lang="zh-CN" altLang="en-US" sz="2400" smtClean="0">
                  <a:latin typeface="Times New Roman" panose="02020603050405020304" pitchFamily="18" charset="0"/>
                  <a:ea typeface="黑体" panose="02010609060101010101" charset="-122"/>
                  <a:cs typeface="Times New Roman" panose="02020603050405020304" pitchFamily="18" charset="0"/>
                  <a:sym typeface="+mn-ea"/>
                </a:rPr>
                <a:t>则</a:t>
              </a:r>
              <a:r>
                <a:rPr lang="en-US" altLang="zh-CN" sz="2400" smtClean="0">
                  <a:latin typeface="Times New Roman" panose="02020603050405020304" pitchFamily="18" charset="0"/>
                  <a:ea typeface="黑体" panose="02010609060101010101" charset="-122"/>
                  <a:cs typeface="Times New Roman" panose="02020603050405020304" pitchFamily="18" charset="0"/>
                  <a:sym typeface="+mn-ea"/>
                </a:rPr>
                <a:t> </a:t>
              </a:r>
              <a:r>
                <a:rPr lang="en-US" altLang="zh-CN" sz="2400" i="1" smtClean="0">
                  <a:latin typeface="Times New Roman" panose="02020603050405020304" pitchFamily="18" charset="0"/>
                  <a:ea typeface="黑体" panose="02010609060101010101" charset="-122"/>
                  <a:cs typeface="Times New Roman" panose="02020603050405020304" pitchFamily="18" charset="0"/>
                  <a:sym typeface="+mn-ea"/>
                </a:rPr>
                <a:t>q”</a:t>
              </a:r>
              <a:r>
                <a:rPr lang="zh-CN" altLang="en-US" sz="2400" smtClean="0">
                  <a:latin typeface="Times New Roman" panose="02020603050405020304" pitchFamily="18" charset="0"/>
                  <a:ea typeface="黑体" panose="02010609060101010101" charset="-122"/>
                  <a:cs typeface="Times New Roman" panose="02020603050405020304" pitchFamily="18" charset="0"/>
                  <a:sym typeface="+mn-ea"/>
                </a:rPr>
                <a:t>是否为真命题，即判断          </a:t>
              </a:r>
              <a:r>
                <a:rPr lang="en-US" altLang="zh-CN" sz="2400" smtClean="0">
                  <a:latin typeface="Times New Roman" panose="02020603050405020304" pitchFamily="18" charset="0"/>
                  <a:ea typeface="黑体" panose="02010609060101010101" charset="-122"/>
                  <a:cs typeface="Times New Roman" panose="02020603050405020304" pitchFamily="18" charset="0"/>
                  <a:sym typeface="+mn-ea"/>
                </a:rPr>
                <a:t>  </a:t>
              </a:r>
              <a:r>
                <a:rPr lang="zh-CN" altLang="en-US" sz="2400" smtClean="0">
                  <a:latin typeface="Times New Roman" panose="02020603050405020304" pitchFamily="18" charset="0"/>
                  <a:ea typeface="黑体" panose="02010609060101010101" charset="-122"/>
                  <a:cs typeface="Times New Roman" panose="02020603050405020304" pitchFamily="18" charset="0"/>
                  <a:sym typeface="+mn-ea"/>
                </a:rPr>
                <a:t>是否成立．</a:t>
              </a:r>
              <a:endParaRPr lang="zh-CN" altLang="en-US" sz="2400">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2" name="对象 1"/>
            <p:cNvGraphicFramePr>
              <a:graphicFrameLocks noChangeAspect="1"/>
            </p:cNvGraphicFramePr>
            <p:nvPr>
              <p:custDataLst>
                <p:tags r:id="rId19"/>
              </p:custDataLst>
            </p:nvPr>
          </p:nvGraphicFramePr>
          <p:xfrm>
            <a:off x="2715" y="5823"/>
            <a:ext cx="1295" cy="560"/>
          </p:xfrm>
          <a:graphic>
            <a:graphicData uri="http://schemas.openxmlformats.org/presentationml/2006/ole">
              <mc:AlternateContent>
                <mc:Choice xmlns:v="urn:schemas-microsoft-com:vml" Requires="v">
                  <p:oleObj spid="_x0000_s1042" name="Equation" r:id="rId20" imgW="444500" imgH="165100" progId="Equation.DSMT4">
                    <p:embed/>
                  </p:oleObj>
                </mc:Choice>
                <mc:Fallback>
                  <p:oleObj name="Equation" r:id="rId20" imgW="444500" imgH="165100" progId="Equation.DSMT4">
                    <p:embed/>
                    <p:pic>
                      <p:nvPicPr>
                        <p:cNvPr id="0" name="OLE substitute image"/>
                        <p:cNvPicPr/>
                        <p:nvPr/>
                      </p:nvPicPr>
                      <p:blipFill>
                        <a:blip r:embed="rId15"/>
                        <a:stretch>
                          <a:fillRect/>
                        </a:stretch>
                      </p:blipFill>
                      <p:spPr>
                        <a:xfrm>
                          <a:off x="2715" y="5823"/>
                          <a:ext cx="1295" cy="560"/>
                        </a:xfrm>
                        <a:prstGeom prst="rect">
                          <a:avLst/>
                        </a:prstGeom>
                        <a:noFill/>
                      </p:spPr>
                    </p:pic>
                  </p:oleObj>
                </mc:Fallback>
              </mc:AlternateContent>
            </a:graphicData>
          </a:graphic>
        </p:graphicFrame>
      </p:grpSp>
      <p:grpSp>
        <p:nvGrpSpPr>
          <p:cNvPr id="53" name="组合 52" title=""/>
          <p:cNvGrpSpPr/>
          <p:nvPr>
            <p:custDataLst>
              <p:tags r:id="rId21"/>
            </p:custDataLst>
          </p:nvPr>
        </p:nvGrpSpPr>
        <p:grpSpPr>
          <a:xfrm flipH="1">
            <a:off x="11495784" y="718260"/>
            <a:ext cx="176150" cy="780068"/>
            <a:chOff x="8290832" y="4887686"/>
            <a:chExt cx="296617" cy="1313542"/>
          </a:xfrm>
          <a:solidFill>
            <a:srgbClr val="4076FD"/>
          </a:solidFill>
        </p:grpSpPr>
        <p:grpSp>
          <p:nvGrpSpPr>
            <p:cNvPr id="54" name="组合 53"/>
            <p:cNvGrpSpPr/>
            <p:nvPr>
              <p:custDataLst>
                <p:tags r:id="rId22"/>
              </p:custDataLst>
            </p:nvPr>
          </p:nvGrpSpPr>
          <p:grpSpPr>
            <a:xfrm>
              <a:off x="8452757" y="5040086"/>
              <a:ext cx="134692" cy="1161142"/>
              <a:chOff x="8490857" y="4963886"/>
              <a:chExt cx="134692" cy="1161142"/>
            </a:xfrm>
            <a:grpFill/>
          </p:grpSpPr>
          <p:sp>
            <p:nvSpPr>
              <p:cNvPr id="55" name="等腰三角形 54"/>
              <p:cNvSpPr/>
              <p:nvPr>
                <p:custDataLst>
                  <p:tags r:id="rId23"/>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custDataLst>
                  <p:tags r:id="rId24"/>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等腰三角形 56"/>
              <p:cNvSpPr/>
              <p:nvPr>
                <p:custDataLst>
                  <p:tags r:id="rId25"/>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等腰三角形 57"/>
              <p:cNvSpPr/>
              <p:nvPr>
                <p:custDataLst>
                  <p:tags r:id="rId26"/>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等腰三角形 58"/>
              <p:cNvSpPr/>
              <p:nvPr>
                <p:custDataLst>
                  <p:tags r:id="rId27"/>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0" name="组合 59"/>
            <p:cNvGrpSpPr/>
            <p:nvPr>
              <p:custDataLst>
                <p:tags r:id="rId28"/>
              </p:custDataLst>
            </p:nvPr>
          </p:nvGrpSpPr>
          <p:grpSpPr>
            <a:xfrm>
              <a:off x="8290832" y="4887686"/>
              <a:ext cx="134692" cy="1161142"/>
              <a:chOff x="8490857" y="4963886"/>
              <a:chExt cx="134692" cy="1161142"/>
            </a:xfrm>
            <a:grpFill/>
          </p:grpSpPr>
          <p:sp>
            <p:nvSpPr>
              <p:cNvPr id="61" name="等腰三角形 60"/>
              <p:cNvSpPr/>
              <p:nvPr>
                <p:custDataLst>
                  <p:tags r:id="rId29"/>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等腰三角形 61"/>
              <p:cNvSpPr/>
              <p:nvPr>
                <p:custDataLst>
                  <p:tags r:id="rId30"/>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等腰三角形 62"/>
              <p:cNvSpPr/>
              <p:nvPr>
                <p:custDataLst>
                  <p:tags r:id="rId31"/>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等腰三角形 63"/>
              <p:cNvSpPr/>
              <p:nvPr>
                <p:custDataLst>
                  <p:tags r:id="rId32"/>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等腰三角形 64"/>
              <p:cNvSpPr/>
              <p:nvPr>
                <p:custDataLst>
                  <p:tags r:id="rId33"/>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250" fill="hold">
                                          <p:stCondLst>
                                            <p:cond delay="0"/>
                                          </p:stCondLst>
                                        </p:cTn>
                                        <p:tgtEl>
                                          <p:spTgt spid="10"/>
                                        </p:tgtEl>
                                        <p:attrNameLst>
                                          <p:attrName>style.visibility</p:attrName>
                                        </p:attrNameLst>
                                      </p:cBhvr>
                                      <p:to>
                                        <p:strVal val="visible"/>
                                      </p:to>
                                    </p:set>
                                    <p:animEffect transition="in" filter="strips(downRight)">
                                      <p:cBhvr>
                                        <p:cTn id="7" dur="2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B5DBFD"/>
        </a:solidFill>
        <a:effectLst/>
      </p:bgPr>
    </p:bg>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3" name="组合 22" title=""/>
          <p:cNvGrpSpPr/>
          <p:nvPr>
            <p:custDataLst>
              <p:tags r:id="rId8"/>
            </p:custDataLst>
          </p:nvPr>
        </p:nvGrpSpPr>
        <p:grpSpPr>
          <a:xfrm>
            <a:off x="577851" y="576471"/>
            <a:ext cx="5197474" cy="521970"/>
            <a:chOff x="330201" y="576471"/>
            <a:chExt cx="5197474" cy="521970"/>
          </a:xfrm>
        </p:grpSpPr>
        <p:sp>
          <p:nvSpPr>
            <p:cNvPr id="24" name="文本框 2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总结新知</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2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graphicFrame>
        <p:nvGraphicFramePr>
          <p:cNvPr id="34868" name="Group 52" title=""/>
          <p:cNvGraphicFramePr>
            <a:graphicFrameLocks noGrp="1"/>
          </p:cNvGraphicFramePr>
          <p:nvPr>
            <p:custDataLst>
              <p:tags r:id="rId11"/>
            </p:custDataLst>
          </p:nvPr>
        </p:nvGraphicFramePr>
        <p:xfrm>
          <a:off x="873125" y="1253490"/>
          <a:ext cx="10459085" cy="3165475"/>
        </p:xfrm>
        <a:graphic>
          <a:graphicData uri="http://schemas.openxmlformats.org/drawingml/2006/table">
            <a:tbl>
              <a:tblPr firstRow="1">
                <a:tableStyleId>{3C2FFA5D-87B4-456A-9821-1D502468CF0F}</a:tableStyleId>
              </a:tblPr>
              <a:tblGrid>
                <a:gridCol w="2129790"/>
                <a:gridCol w="3826510"/>
                <a:gridCol w="4502785"/>
              </a:tblGrid>
              <a:tr h="545465">
                <a:tc>
                  <a:txBody>
                    <a:bodyPr vert="horz" wrap="square"/>
                    <a:lstStyle/>
                    <a:p>
                      <a:pPr marL="0" marR="0" lvl="0" indent="0" algn="ctr" defTabSz="914400" rtl="0" eaLnBrk="1" fontAlgn="base" latinLnBrk="0" hangingPunct="1">
                        <a:lnSpc>
                          <a:spcPct val="100000"/>
                        </a:lnSpc>
                        <a:spcBef>
                          <a:spcPct val="0"/>
                        </a:spcBef>
                        <a:spcAft>
                          <a:spcPct val="0"/>
                        </a:spcAft>
                        <a:buClr>
                          <a:schemeClr val="bg2"/>
                        </a:buClr>
                        <a:buSzPct val="75000"/>
                        <a:buFontTx/>
                        <a:buNone/>
                      </a:pPr>
                      <a:r>
                        <a:rPr kumimoji="0" lang="zh-CN" altLang="en-US" sz="2400" u="none" strike="noStrike" cap="none" normalizeH="0" baseline="0">
                          <a:ln>
                            <a:noFill/>
                          </a:ln>
                          <a:solidFill>
                            <a:schemeClr val="tx1"/>
                          </a:solidFill>
                          <a:effectLst/>
                          <a:latin typeface="黑体" panose="02010609060101010101" charset="-122"/>
                          <a:ea typeface="黑体" panose="02010609060101010101" charset="-122"/>
                        </a:rPr>
                        <a:t>命题真假</a:t>
                      </a:r>
                      <a:endParaRPr kumimoji="0" lang="zh-CN" altLang="en-US" sz="2400" u="none" strike="noStrike" cap="none" normalizeH="0" baseline="0">
                        <a:ln>
                          <a:noFill/>
                        </a:ln>
                        <a:solidFill>
                          <a:schemeClr val="tx1"/>
                        </a:solidFill>
                        <a:effectLst/>
                        <a:latin typeface="黑体" panose="02010609060101010101" charset="-122"/>
                        <a:ea typeface="黑体" panose="02010609060101010101" charset="-122"/>
                      </a:endParaRPr>
                    </a:p>
                  </a:txBody>
                  <a:tcPr marL="68580" marR="68580" marT="0" marB="0" anchor="ctr" horzOverflow="overflow">
                    <a:lnL>
                      <a:noFill/>
                    </a:lnL>
                    <a:lnR w="12700">
                      <a:solidFill>
                        <a:srgbClr val="4472C4"/>
                      </a:solidFill>
                      <a:prstDash val="sysDot"/>
                    </a:lnR>
                    <a:lnT>
                      <a:noFill/>
                    </a:lnT>
                    <a:lnB w="12700">
                      <a:solidFill>
                        <a:srgbClr val="4472C4"/>
                      </a:solidFill>
                      <a:prstDash val="sysDot"/>
                    </a:lnB>
                    <a:lnTlToBr>
                      <a:noFill/>
                    </a:lnTlToBr>
                    <a:lnBlToTr>
                      <a:noFill/>
                    </a:lnBlToTr>
                    <a:solidFill>
                      <a:srgbClr val="D8DCF7"/>
                    </a:solidFill>
                  </a:tcPr>
                </a:tc>
                <a:tc>
                  <a:txBody>
                    <a:bodyPr vert="horz" wrap="square"/>
                    <a:lstStyle/>
                    <a:p>
                      <a:pPr marL="0" marR="0" lvl="0" indent="0" algn="ctr" defTabSz="914400" rtl="0" eaLnBrk="1" fontAlgn="base" latinLnBrk="0" hangingPunct="1">
                        <a:lnSpc>
                          <a:spcPct val="100000"/>
                        </a:lnSpc>
                        <a:spcBef>
                          <a:spcPct val="0"/>
                        </a:spcBef>
                        <a:spcAft>
                          <a:spcPct val="0"/>
                        </a:spcAft>
                        <a:buClr>
                          <a:schemeClr val="bg2"/>
                        </a:buClr>
                        <a:buSzPct val="75000"/>
                        <a:buFontTx/>
                        <a:buNone/>
                      </a:pPr>
                      <a:endParaRPr kumimoji="0" lang="zh-CN" altLang="en-US" sz="2400" b="1" u="none" strike="noStrike" cap="none" normalizeH="0" baseline="0">
                        <a:ln>
                          <a:noFill/>
                        </a:ln>
                        <a:solidFill>
                          <a:schemeClr val="tx1"/>
                        </a:solidFill>
                        <a:effectLst/>
                        <a:latin typeface="黑体" panose="02010609060101010101" charset="-122"/>
                        <a:ea typeface="黑体" panose="02010609060101010101" charset="-122"/>
                      </a:endParaRPr>
                    </a:p>
                  </a:txBody>
                  <a:tcPr marL="68580" marR="68580" marT="0" marB="0" anchor="ctr" horzOverflow="overflow">
                    <a:lnL w="12700">
                      <a:solidFill>
                        <a:srgbClr val="4472C4"/>
                      </a:solidFill>
                      <a:prstDash val="sysDot"/>
                    </a:lnL>
                    <a:lnR w="12700">
                      <a:solidFill>
                        <a:srgbClr val="4472C4"/>
                      </a:solidFill>
                      <a:prstDash val="sysDot"/>
                    </a:lnR>
                    <a:lnT>
                      <a:noFill/>
                    </a:lnT>
                    <a:lnB w="12700">
                      <a:solidFill>
                        <a:srgbClr val="4472C4"/>
                      </a:solidFill>
                      <a:prstDash val="sysDot"/>
                    </a:lnB>
                    <a:lnTlToBr>
                      <a:noFill/>
                    </a:lnTlToBr>
                    <a:lnBlToTr>
                      <a:noFill/>
                    </a:lnBlToTr>
                    <a:solidFill>
                      <a:srgbClr val="F5F9FF"/>
                    </a:solidFill>
                  </a:tcPr>
                </a:tc>
                <a:tc>
                  <a:txBody>
                    <a:bodyPr vert="horz" wrap="square"/>
                    <a:lstStyle/>
                    <a:p>
                      <a:pPr marL="0" marR="0" lvl="0" indent="0" algn="ctr" defTabSz="914400" rtl="0" eaLnBrk="1" fontAlgn="base" latinLnBrk="0" hangingPunct="1">
                        <a:lnSpc>
                          <a:spcPct val="100000"/>
                        </a:lnSpc>
                        <a:spcBef>
                          <a:spcPct val="0"/>
                        </a:spcBef>
                        <a:spcAft>
                          <a:spcPct val="0"/>
                        </a:spcAft>
                        <a:buClr>
                          <a:schemeClr val="bg2"/>
                        </a:buClr>
                        <a:buSzPct val="75000"/>
                        <a:buFontTx/>
                        <a:buNone/>
                      </a:pPr>
                      <a:endParaRPr kumimoji="0" lang="zh-CN" altLang="en-US" sz="2400" b="1" u="none" strike="noStrike" cap="none" normalizeH="0" baseline="0">
                        <a:ln>
                          <a:noFill/>
                        </a:ln>
                        <a:solidFill>
                          <a:schemeClr val="tx1"/>
                        </a:solidFill>
                        <a:effectLst/>
                        <a:latin typeface="黑体" panose="02010609060101010101" charset="-122"/>
                        <a:ea typeface="黑体" panose="02010609060101010101" charset="-122"/>
                      </a:endParaRPr>
                    </a:p>
                  </a:txBody>
                  <a:tcPr marL="68580" marR="68580" marT="0" marB="0" anchor="ctr" horzOverflow="overflow">
                    <a:lnL w="12700">
                      <a:solidFill>
                        <a:srgbClr val="4472C4"/>
                      </a:solidFill>
                      <a:prstDash val="sysDot"/>
                    </a:lnL>
                    <a:lnR>
                      <a:noFill/>
                    </a:lnR>
                    <a:lnT>
                      <a:noFill/>
                    </a:lnT>
                    <a:lnB w="12700">
                      <a:solidFill>
                        <a:srgbClr val="4472C4"/>
                      </a:solidFill>
                      <a:prstDash val="sysDot"/>
                    </a:lnB>
                    <a:lnTlToBr>
                      <a:noFill/>
                    </a:lnTlToBr>
                    <a:lnBlToTr>
                      <a:noFill/>
                    </a:lnBlToTr>
                    <a:solidFill>
                      <a:srgbClr val="F5F9FF"/>
                    </a:solidFill>
                  </a:tcPr>
                </a:tc>
              </a:tr>
              <a:tr h="565150">
                <a:tc>
                  <a:txBody>
                    <a:bodyPr vert="horz" wrap="square"/>
                    <a:lstStyle/>
                    <a:p>
                      <a:pPr marL="0" marR="0" lvl="0" indent="0" algn="ctr" defTabSz="914400" rtl="0" eaLnBrk="1" fontAlgn="base" latinLnBrk="0" hangingPunct="1">
                        <a:lnSpc>
                          <a:spcPct val="100000"/>
                        </a:lnSpc>
                        <a:spcBef>
                          <a:spcPct val="0"/>
                        </a:spcBef>
                        <a:spcAft>
                          <a:spcPct val="0"/>
                        </a:spcAft>
                        <a:buClr>
                          <a:schemeClr val="bg2"/>
                        </a:buClr>
                        <a:buSzPct val="75000"/>
                        <a:buFontTx/>
                        <a:buNone/>
                      </a:pPr>
                      <a:r>
                        <a:rPr kumimoji="0" lang="zh-CN" altLang="en-US" sz="2400" b="1" u="none" strike="noStrike" cap="none" normalizeH="0" baseline="0">
                          <a:ln>
                            <a:noFill/>
                          </a:ln>
                          <a:solidFill>
                            <a:schemeClr val="tx1"/>
                          </a:solidFill>
                          <a:effectLst/>
                          <a:latin typeface="黑体" panose="02010609060101010101" charset="-122"/>
                          <a:ea typeface="黑体" panose="02010609060101010101" charset="-122"/>
                        </a:rPr>
                        <a:t>推理关系</a:t>
                      </a:r>
                      <a:endParaRPr kumimoji="0" lang="zh-CN" altLang="en-US" sz="2400" b="1" u="none" strike="noStrike" cap="none" normalizeH="0" baseline="0">
                        <a:ln>
                          <a:noFill/>
                        </a:ln>
                        <a:solidFill>
                          <a:schemeClr val="tx1"/>
                        </a:solidFill>
                        <a:effectLst/>
                        <a:latin typeface="黑体" panose="02010609060101010101" charset="-122"/>
                        <a:ea typeface="黑体" panose="02010609060101010101" charset="-122"/>
                      </a:endParaRPr>
                    </a:p>
                  </a:txBody>
                  <a:tcPr marL="68580" marR="68580" marT="0" marB="0" anchor="ctr" horzOverflow="overflow">
                    <a:lnL>
                      <a:noFill/>
                    </a:lnL>
                    <a:lnR w="12700">
                      <a:solidFill>
                        <a:srgbClr val="4472C4"/>
                      </a:solidFill>
                      <a:prstDash val="sysDot"/>
                    </a:lnR>
                    <a:lnT w="12700">
                      <a:solidFill>
                        <a:srgbClr val="4472C4"/>
                      </a:solidFill>
                      <a:prstDash val="sysDot"/>
                    </a:lnT>
                    <a:lnB w="12700">
                      <a:solidFill>
                        <a:srgbClr val="4472C4"/>
                      </a:solidFill>
                      <a:prstDash val="sysDot"/>
                    </a:lnB>
                    <a:lnTlToBr>
                      <a:noFill/>
                    </a:lnTlToBr>
                    <a:lnBlToTr>
                      <a:noFill/>
                    </a:lnBlToTr>
                    <a:solidFill>
                      <a:srgbClr val="D8DCF7"/>
                    </a:solidFill>
                  </a:tcPr>
                </a:tc>
                <a:tc>
                  <a:txBody>
                    <a:bodyPr vert="horz" wrap="square"/>
                    <a:lstStyle/>
                    <a:p>
                      <a:pPr marL="0" marR="0" lvl="0" indent="0" algn="ctr" defTabSz="914400" rtl="0" eaLnBrk="1" fontAlgn="base" latinLnBrk="0" hangingPunct="1">
                        <a:lnSpc>
                          <a:spcPct val="100000"/>
                        </a:lnSpc>
                        <a:spcBef>
                          <a:spcPct val="0"/>
                        </a:spcBef>
                        <a:spcAft>
                          <a:spcPct val="0"/>
                        </a:spcAft>
                        <a:buClr>
                          <a:schemeClr val="bg2"/>
                        </a:buClr>
                        <a:buSzPct val="75000"/>
                        <a:buFontTx/>
                        <a:buNone/>
                      </a:pPr>
                      <a:endParaRPr kumimoji="0" lang="zh-CN" altLang="en-US" sz="2400" b="0" u="none" strike="noStrike" cap="none" normalizeH="0" baseline="0">
                        <a:ln>
                          <a:noFill/>
                        </a:ln>
                        <a:solidFill>
                          <a:schemeClr val="tx1">
                            <a:lumMod val="75000"/>
                            <a:lumOff val="25000"/>
                          </a:schemeClr>
                        </a:solidFill>
                        <a:effectLst/>
                        <a:latin typeface="黑体" panose="02010609060101010101" charset="-122"/>
                        <a:ea typeface="黑体" panose="02010609060101010101" charset="-122"/>
                        <a:sym typeface="+mn-ea"/>
                      </a:endParaRPr>
                    </a:p>
                  </a:txBody>
                  <a:tcPr marL="68580" marR="68580" marT="0" marB="0" anchor="ctr" horzOverflow="overflow">
                    <a:lnL w="12700">
                      <a:solidFill>
                        <a:srgbClr val="4472C4"/>
                      </a:solidFill>
                      <a:prstDash val="sysDot"/>
                    </a:lnL>
                    <a:lnR w="12700">
                      <a:solidFill>
                        <a:srgbClr val="4472C4"/>
                      </a:solidFill>
                      <a:prstDash val="sysDot"/>
                    </a:lnR>
                    <a:lnT w="12700">
                      <a:solidFill>
                        <a:srgbClr val="4472C4"/>
                      </a:solidFill>
                      <a:prstDash val="sysDot"/>
                    </a:lnT>
                    <a:lnB w="12700">
                      <a:solidFill>
                        <a:srgbClr val="4472C4"/>
                      </a:solidFill>
                      <a:prstDash val="sysDot"/>
                    </a:lnB>
                    <a:lnTlToBr>
                      <a:noFill/>
                    </a:lnTlToBr>
                    <a:lnBlToTr>
                      <a:noFill/>
                    </a:lnBlToTr>
                    <a:solidFill>
                      <a:srgbClr val="F5F9FF"/>
                    </a:solidFill>
                  </a:tcPr>
                </a:tc>
                <a:tc>
                  <a:txBody>
                    <a:bodyPr vert="horz" wrap="square"/>
                    <a:lstStyle/>
                    <a:p>
                      <a:pPr marL="0" marR="0" lvl="0" indent="0" algn="l" defTabSz="914400" rtl="0" eaLnBrk="1" fontAlgn="base" latinLnBrk="0" hangingPunct="1">
                        <a:lnSpc>
                          <a:spcPct val="100000"/>
                        </a:lnSpc>
                        <a:spcBef>
                          <a:spcPct val="0"/>
                        </a:spcBef>
                        <a:spcAft>
                          <a:spcPct val="0"/>
                        </a:spcAft>
                        <a:buClr>
                          <a:schemeClr val="bg2"/>
                        </a:buClr>
                        <a:buSzPct val="75000"/>
                        <a:buFontTx/>
                        <a:buNone/>
                      </a:pPr>
                      <a:endParaRPr kumimoji="0" lang="zh-CN" altLang="en-US" sz="2400" b="0" u="none" strike="noStrike" cap="none" normalizeH="0" baseline="0">
                        <a:ln>
                          <a:noFill/>
                        </a:ln>
                        <a:solidFill>
                          <a:schemeClr val="tx1">
                            <a:lumMod val="75000"/>
                            <a:lumOff val="25000"/>
                          </a:schemeClr>
                        </a:solidFill>
                        <a:effectLst/>
                        <a:latin typeface="黑体" panose="02010609060101010101" charset="-122"/>
                        <a:ea typeface="黑体" panose="02010609060101010101" charset="-122"/>
                        <a:sym typeface="+mn-ea"/>
                      </a:endParaRPr>
                    </a:p>
                  </a:txBody>
                  <a:tcPr marL="68580" marR="68580" marT="0" marB="0" anchor="ctr" horzOverflow="overflow">
                    <a:lnL w="12700">
                      <a:solidFill>
                        <a:srgbClr val="4472C4"/>
                      </a:solidFill>
                      <a:prstDash val="sysDot"/>
                    </a:lnL>
                    <a:lnR>
                      <a:noFill/>
                    </a:lnR>
                    <a:lnT w="12700">
                      <a:solidFill>
                        <a:srgbClr val="4472C4"/>
                      </a:solidFill>
                      <a:prstDash val="sysDot"/>
                    </a:lnT>
                    <a:lnB w="12700">
                      <a:solidFill>
                        <a:srgbClr val="4472C4"/>
                      </a:solidFill>
                      <a:prstDash val="sysDot"/>
                    </a:lnB>
                    <a:lnTlToBr>
                      <a:noFill/>
                    </a:lnTlToBr>
                    <a:lnBlToTr>
                      <a:noFill/>
                    </a:lnBlToTr>
                    <a:solidFill>
                      <a:srgbClr val="F5F9FF"/>
                    </a:solidFill>
                  </a:tcPr>
                </a:tc>
              </a:tr>
              <a:tr h="1001395">
                <a:tc>
                  <a:txBody>
                    <a:bodyPr vert="horz" wrap="square"/>
                    <a:lstStyle/>
                    <a:p>
                      <a:pPr marL="0" marR="0" lvl="0" indent="0" algn="ctr" defTabSz="914400" rtl="0" eaLnBrk="1" fontAlgn="base" latinLnBrk="0" hangingPunct="1">
                        <a:lnSpc>
                          <a:spcPct val="100000"/>
                        </a:lnSpc>
                        <a:spcBef>
                          <a:spcPct val="0"/>
                        </a:spcBef>
                        <a:spcAft>
                          <a:spcPct val="0"/>
                        </a:spcAft>
                        <a:buClr>
                          <a:schemeClr val="bg2"/>
                        </a:buClr>
                        <a:buSzPct val="75000"/>
                        <a:buFontTx/>
                        <a:buNone/>
                      </a:pPr>
                      <a:r>
                        <a:rPr kumimoji="0" lang="zh-CN" altLang="en-US" sz="2400" b="1" u="none" strike="noStrike" cap="none" normalizeH="0" baseline="0">
                          <a:ln>
                            <a:noFill/>
                          </a:ln>
                          <a:solidFill>
                            <a:schemeClr val="tx1"/>
                          </a:solidFill>
                          <a:effectLst/>
                          <a:latin typeface="黑体" panose="02010609060101010101" charset="-122"/>
                          <a:ea typeface="黑体" panose="02010609060101010101" charset="-122"/>
                        </a:rPr>
                        <a:t>条件关系</a:t>
                      </a:r>
                      <a:endParaRPr kumimoji="0" lang="zh-CN" altLang="en-US" sz="2400" b="1" u="none" strike="noStrike" cap="none" normalizeH="0" baseline="0">
                        <a:ln>
                          <a:noFill/>
                        </a:ln>
                        <a:solidFill>
                          <a:schemeClr val="tx1"/>
                        </a:solidFill>
                        <a:effectLst/>
                        <a:latin typeface="黑体" panose="02010609060101010101" charset="-122"/>
                        <a:ea typeface="黑体" panose="02010609060101010101" charset="-122"/>
                      </a:endParaRPr>
                    </a:p>
                  </a:txBody>
                  <a:tcPr marL="68580" marR="68580" marT="0" marB="0" anchor="ctr" horzOverflow="overflow">
                    <a:lnL>
                      <a:noFill/>
                    </a:lnL>
                    <a:lnR w="12700">
                      <a:solidFill>
                        <a:srgbClr val="4472C4"/>
                      </a:solidFill>
                      <a:prstDash val="sysDot"/>
                    </a:lnR>
                    <a:lnT w="12700">
                      <a:solidFill>
                        <a:srgbClr val="4472C4"/>
                      </a:solidFill>
                      <a:prstDash val="sysDot"/>
                    </a:lnT>
                    <a:lnB w="12700">
                      <a:solidFill>
                        <a:srgbClr val="4472C4"/>
                      </a:solidFill>
                      <a:prstDash val="sysDot"/>
                    </a:lnB>
                    <a:lnTlToBr>
                      <a:noFill/>
                    </a:lnTlToBr>
                    <a:lnBlToTr>
                      <a:noFill/>
                    </a:lnBlToTr>
                    <a:solidFill>
                      <a:srgbClr val="D8DCF7"/>
                    </a:solidFill>
                  </a:tcPr>
                </a:tc>
                <a:tc>
                  <a:txBody>
                    <a:bodyPr vert="horz" wrap="square"/>
                    <a:lstStyle/>
                    <a:p>
                      <a:pPr marL="0" marR="0" lvl="0" indent="0" algn="l" defTabSz="914400" rtl="0" eaLnBrk="1" fontAlgn="base" latinLnBrk="0" hangingPunct="1">
                        <a:lnSpc>
                          <a:spcPct val="100000"/>
                        </a:lnSpc>
                        <a:spcBef>
                          <a:spcPct val="0"/>
                        </a:spcBef>
                        <a:spcAft>
                          <a:spcPct val="0"/>
                        </a:spcAft>
                        <a:buClr>
                          <a:schemeClr val="bg2"/>
                        </a:buClr>
                        <a:buSzPct val="75000"/>
                        <a:buFontTx/>
                        <a:buNone/>
                      </a:pPr>
                      <a:endParaRPr kumimoji="0" lang="zh-CN" altLang="en-US" sz="2400" b="0" u="none" strike="noStrike" cap="none" normalizeH="0" baseline="0">
                        <a:ln>
                          <a:noFill/>
                        </a:ln>
                        <a:solidFill>
                          <a:schemeClr val="tx1">
                            <a:lumMod val="75000"/>
                            <a:lumOff val="25000"/>
                          </a:schemeClr>
                        </a:solidFill>
                        <a:effectLst/>
                        <a:latin typeface="黑体" panose="02010609060101010101" charset="-122"/>
                        <a:ea typeface="黑体" panose="02010609060101010101" charset="-122"/>
                        <a:sym typeface="+mn-ea"/>
                      </a:endParaRPr>
                    </a:p>
                  </a:txBody>
                  <a:tcPr marL="68580" marR="68580" marT="0" marB="0" anchor="ctr" horzOverflow="overflow">
                    <a:lnL w="12700">
                      <a:solidFill>
                        <a:srgbClr val="4472C4"/>
                      </a:solidFill>
                      <a:prstDash val="sysDot"/>
                    </a:lnL>
                    <a:lnR w="12700">
                      <a:solidFill>
                        <a:srgbClr val="4472C4"/>
                      </a:solidFill>
                      <a:prstDash val="sysDot"/>
                    </a:lnR>
                    <a:lnT w="12700">
                      <a:solidFill>
                        <a:srgbClr val="4472C4"/>
                      </a:solidFill>
                      <a:prstDash val="sysDot"/>
                    </a:lnT>
                    <a:lnB w="12700">
                      <a:solidFill>
                        <a:srgbClr val="4472C4"/>
                      </a:solidFill>
                      <a:prstDash val="sysDot"/>
                    </a:lnB>
                    <a:lnTlToBr>
                      <a:noFill/>
                    </a:lnTlToBr>
                    <a:lnBlToTr>
                      <a:noFill/>
                    </a:lnBlToTr>
                    <a:solidFill>
                      <a:srgbClr val="F5F9FF"/>
                    </a:solidFill>
                  </a:tcPr>
                </a:tc>
                <a:tc>
                  <a:txBody>
                    <a:bodyPr vert="horz" wrap="square"/>
                    <a:lstStyle/>
                    <a:p>
                      <a:pPr marL="0" marR="0" lvl="0" indent="0" algn="ctr" defTabSz="914400" rtl="0" eaLnBrk="1" fontAlgn="base" latinLnBrk="0" hangingPunct="1">
                        <a:lnSpc>
                          <a:spcPct val="100000"/>
                        </a:lnSpc>
                        <a:spcBef>
                          <a:spcPct val="0"/>
                        </a:spcBef>
                        <a:spcAft>
                          <a:spcPct val="0"/>
                        </a:spcAft>
                        <a:buClr>
                          <a:schemeClr val="bg2"/>
                        </a:buClr>
                        <a:buSzPct val="75000"/>
                        <a:buFontTx/>
                        <a:buNone/>
                      </a:pPr>
                      <a:endParaRPr kumimoji="0" lang="zh-CN" altLang="en-US" sz="2400" b="0" u="none" strike="noStrike" cap="none" normalizeH="0" baseline="0">
                        <a:ln>
                          <a:noFill/>
                        </a:ln>
                        <a:solidFill>
                          <a:schemeClr val="tx1">
                            <a:lumMod val="75000"/>
                            <a:lumOff val="25000"/>
                          </a:schemeClr>
                        </a:solidFill>
                        <a:effectLst/>
                        <a:latin typeface="黑体" panose="02010609060101010101" charset="-122"/>
                        <a:ea typeface="黑体" panose="02010609060101010101" charset="-122"/>
                        <a:sym typeface="+mn-ea"/>
                      </a:endParaRPr>
                    </a:p>
                  </a:txBody>
                  <a:tcPr marL="68580" marR="68580" marT="0" marB="0" anchor="ctr" horzOverflow="overflow">
                    <a:lnL w="12700">
                      <a:solidFill>
                        <a:srgbClr val="4472C4"/>
                      </a:solidFill>
                      <a:prstDash val="sysDot"/>
                    </a:lnL>
                    <a:lnR>
                      <a:noFill/>
                    </a:lnR>
                    <a:lnT w="12700">
                      <a:solidFill>
                        <a:srgbClr val="4472C4"/>
                      </a:solidFill>
                      <a:prstDash val="sysDot"/>
                    </a:lnT>
                    <a:lnB w="12700">
                      <a:solidFill>
                        <a:srgbClr val="4472C4"/>
                      </a:solidFill>
                      <a:prstDash val="sysDot"/>
                    </a:lnB>
                    <a:lnTlToBr>
                      <a:noFill/>
                    </a:lnTlToBr>
                    <a:lnBlToTr>
                      <a:noFill/>
                    </a:lnBlToTr>
                    <a:solidFill>
                      <a:srgbClr val="F5F9FF"/>
                    </a:solidFill>
                  </a:tcPr>
                </a:tc>
              </a:tr>
              <a:tr h="1053465">
                <a:tc>
                  <a:txBody>
                    <a:bodyPr vert="horz" wrap="square"/>
                    <a:lstStyle/>
                    <a:p>
                      <a:pPr marL="0" marR="0" lvl="0" indent="0" algn="ctr" defTabSz="914400" rtl="0" eaLnBrk="1" fontAlgn="base" latinLnBrk="0" hangingPunct="1">
                        <a:lnSpc>
                          <a:spcPct val="100000"/>
                        </a:lnSpc>
                        <a:spcBef>
                          <a:spcPct val="0"/>
                        </a:spcBef>
                        <a:spcAft>
                          <a:spcPct val="0"/>
                        </a:spcAft>
                        <a:buClr>
                          <a:schemeClr val="bg2"/>
                        </a:buClr>
                        <a:buSzPct val="75000"/>
                        <a:buFontTx/>
                        <a:buNone/>
                      </a:pPr>
                      <a:r>
                        <a:rPr kumimoji="0" lang="zh-CN" altLang="en-US" sz="2400" b="1" u="none" strike="noStrike" cap="none" normalizeH="0" baseline="0">
                          <a:ln>
                            <a:noFill/>
                          </a:ln>
                          <a:solidFill>
                            <a:schemeClr val="tx1"/>
                          </a:solidFill>
                          <a:effectLst/>
                          <a:latin typeface="黑体" panose="02010609060101010101" charset="-122"/>
                          <a:ea typeface="黑体" panose="02010609060101010101" charset="-122"/>
                        </a:rPr>
                        <a:t>例子</a:t>
                      </a:r>
                      <a:endParaRPr kumimoji="0" lang="zh-CN" altLang="en-US" sz="2400" b="1" u="none" strike="noStrike" cap="none" normalizeH="0" baseline="0">
                        <a:ln>
                          <a:noFill/>
                        </a:ln>
                        <a:solidFill>
                          <a:schemeClr val="tx1"/>
                        </a:solidFill>
                        <a:effectLst/>
                        <a:latin typeface="黑体" panose="02010609060101010101" charset="-122"/>
                        <a:ea typeface="黑体" panose="02010609060101010101" charset="-122"/>
                      </a:endParaRPr>
                    </a:p>
                  </a:txBody>
                  <a:tcPr marL="68580" marR="68580" marT="0" marB="0" anchor="ctr" horzOverflow="overflow">
                    <a:lnL>
                      <a:noFill/>
                    </a:lnL>
                    <a:lnR w="12700">
                      <a:solidFill>
                        <a:srgbClr val="4472C4"/>
                      </a:solidFill>
                      <a:prstDash val="sysDot"/>
                    </a:lnR>
                    <a:lnT w="12700">
                      <a:solidFill>
                        <a:srgbClr val="4472C4"/>
                      </a:solidFill>
                      <a:prstDash val="sysDot"/>
                    </a:lnT>
                    <a:lnB>
                      <a:noFill/>
                    </a:lnB>
                    <a:lnTlToBr>
                      <a:noFill/>
                    </a:lnTlToBr>
                    <a:lnBlToTr>
                      <a:noFill/>
                    </a:lnBlToTr>
                    <a:solidFill>
                      <a:srgbClr val="D8DCF7"/>
                    </a:solidFill>
                  </a:tcPr>
                </a:tc>
                <a:tc>
                  <a:txBody>
                    <a:bodyPr vert="horz" wrap="square"/>
                    <a:lstStyle/>
                    <a:p>
                      <a:pPr marL="0" marR="0" lvl="0" indent="0" algn="l" defTabSz="914400" rtl="0" eaLnBrk="1" fontAlgn="base" latinLnBrk="0" hangingPunct="1">
                        <a:lnSpc>
                          <a:spcPct val="100000"/>
                        </a:lnSpc>
                        <a:spcBef>
                          <a:spcPct val="0"/>
                        </a:spcBef>
                        <a:spcAft>
                          <a:spcPct val="0"/>
                        </a:spcAft>
                        <a:buClr>
                          <a:schemeClr val="bg2"/>
                        </a:buClr>
                        <a:buSzPct val="75000"/>
                        <a:buFontTx/>
                        <a:buNone/>
                      </a:pPr>
                      <a:endParaRPr kumimoji="0" lang="zh-CN" altLang="en-US" sz="2400" b="0" u="none" strike="noStrike" cap="none" normalizeH="0" baseline="0">
                        <a:ln>
                          <a:noFill/>
                        </a:ln>
                        <a:solidFill>
                          <a:schemeClr val="tx1">
                            <a:lumMod val="75000"/>
                            <a:lumOff val="25000"/>
                          </a:schemeClr>
                        </a:solidFill>
                        <a:effectLst/>
                        <a:latin typeface="黑体" panose="02010609060101010101" charset="-122"/>
                        <a:ea typeface="黑体" panose="02010609060101010101" charset="-122"/>
                        <a:sym typeface="+mn-ea"/>
                      </a:endParaRPr>
                    </a:p>
                  </a:txBody>
                  <a:tcPr marL="68580" marR="68580" marT="0" marB="0" anchor="ctr" horzOverflow="overflow">
                    <a:lnL w="12700">
                      <a:solidFill>
                        <a:srgbClr val="4472C4"/>
                      </a:solidFill>
                      <a:prstDash val="sysDot"/>
                    </a:lnL>
                    <a:lnR w="12700">
                      <a:solidFill>
                        <a:srgbClr val="4472C4"/>
                      </a:solidFill>
                      <a:prstDash val="sysDot"/>
                    </a:lnR>
                    <a:lnT w="12700">
                      <a:solidFill>
                        <a:srgbClr val="4472C4"/>
                      </a:solidFill>
                      <a:prstDash val="sysDot"/>
                    </a:lnT>
                    <a:lnB>
                      <a:noFill/>
                    </a:lnB>
                    <a:lnTlToBr>
                      <a:noFill/>
                    </a:lnTlToBr>
                    <a:lnBlToTr>
                      <a:noFill/>
                    </a:lnBlToTr>
                    <a:solidFill>
                      <a:srgbClr val="F5F9FF"/>
                    </a:solidFill>
                  </a:tcPr>
                </a:tc>
                <a:tc>
                  <a:txBody>
                    <a:bodyPr vert="horz" wrap="square"/>
                    <a:lstStyle/>
                    <a:p>
                      <a:pPr marL="0" marR="0" lvl="0" indent="0" algn="ctr" defTabSz="914400" rtl="0" eaLnBrk="1" fontAlgn="base" latinLnBrk="0" hangingPunct="1">
                        <a:lnSpc>
                          <a:spcPct val="100000"/>
                        </a:lnSpc>
                        <a:spcBef>
                          <a:spcPct val="0"/>
                        </a:spcBef>
                        <a:spcAft>
                          <a:spcPct val="0"/>
                        </a:spcAft>
                        <a:buClr>
                          <a:schemeClr val="bg2"/>
                        </a:buClr>
                        <a:buSzPct val="75000"/>
                        <a:buFontTx/>
                        <a:buNone/>
                      </a:pPr>
                      <a:endParaRPr kumimoji="0" lang="zh-CN" altLang="en-US" sz="2400" b="0" u="none" strike="noStrike" cap="none" normalizeH="0" baseline="0">
                        <a:ln>
                          <a:noFill/>
                        </a:ln>
                        <a:solidFill>
                          <a:schemeClr val="tx1">
                            <a:lumMod val="75000"/>
                            <a:lumOff val="25000"/>
                          </a:schemeClr>
                        </a:solidFill>
                        <a:effectLst/>
                        <a:latin typeface="黑体" panose="02010609060101010101" charset="-122"/>
                        <a:ea typeface="黑体" panose="02010609060101010101" charset="-122"/>
                        <a:sym typeface="+mn-ea"/>
                      </a:endParaRPr>
                    </a:p>
                  </a:txBody>
                  <a:tcPr marL="68580" marR="68580" marT="0" marB="0" anchor="ctr" horzOverflow="overflow">
                    <a:lnL w="12700">
                      <a:solidFill>
                        <a:srgbClr val="4472C4"/>
                      </a:solidFill>
                      <a:prstDash val="sysDot"/>
                    </a:lnL>
                    <a:lnR>
                      <a:noFill/>
                    </a:lnR>
                    <a:lnT w="12700">
                      <a:solidFill>
                        <a:srgbClr val="4472C4"/>
                      </a:solidFill>
                      <a:prstDash val="sysDot"/>
                    </a:lnT>
                    <a:lnB>
                      <a:noFill/>
                    </a:lnB>
                    <a:lnTlToBr>
                      <a:noFill/>
                    </a:lnTlToBr>
                    <a:lnBlToTr>
                      <a:noFill/>
                    </a:lnBlToTr>
                    <a:solidFill>
                      <a:srgbClr val="F5F9FF"/>
                    </a:solidFill>
                  </a:tcPr>
                </a:tc>
              </a:tr>
            </a:tbl>
          </a:graphicData>
        </a:graphic>
      </p:graphicFrame>
      <p:sp>
        <p:nvSpPr>
          <p:cNvPr id="6" name="文本框 5" title=""/>
          <p:cNvSpPr txBox="1"/>
          <p:nvPr>
            <p:custDataLst>
              <p:tags r:id="rId12"/>
            </p:custDataLst>
          </p:nvPr>
        </p:nvSpPr>
        <p:spPr>
          <a:xfrm>
            <a:off x="3021330" y="1252855"/>
            <a:ext cx="3826510" cy="530225"/>
          </a:xfrm>
          <a:prstGeom prst="rect">
            <a:avLst/>
          </a:prstGeom>
          <a:noFill/>
        </p:spPr>
        <p:txBody>
          <a:bodyPr wrap="square" rtlCol="0" anchor="ctr" anchorCtr="0">
            <a:noAutofit/>
          </a:bodyPr>
          <a:lstStyle/>
          <a:p>
            <a:pPr algn="ctr"/>
            <a:r>
              <a:rPr lang="en-US" altLang="zh-CN" sz="2400" b="1">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b="1">
                <a:latin typeface="Times New Roman" panose="02020603050405020304" pitchFamily="18" charset="0"/>
                <a:ea typeface="黑体" panose="02010609060101010101" charset="-122"/>
                <a:cs typeface="Times New Roman" panose="02020603050405020304" pitchFamily="18" charset="0"/>
                <a:sym typeface="+mn-ea"/>
              </a:rPr>
              <a:t>若</a:t>
            </a:r>
            <a:r>
              <a:rPr lang="en-US" altLang="zh-CN" sz="2400" b="1" i="1">
                <a:latin typeface="Times New Roman" panose="02020603050405020304" pitchFamily="18" charset="0"/>
                <a:ea typeface="黑体" panose="02010609060101010101" charset="-122"/>
                <a:cs typeface="Times New Roman" panose="02020603050405020304" pitchFamily="18" charset="0"/>
                <a:sym typeface="+mn-ea"/>
              </a:rPr>
              <a:t>p</a:t>
            </a:r>
            <a:r>
              <a:rPr lang="zh-CN" altLang="en-US" sz="2400" b="1">
                <a:latin typeface="Times New Roman" panose="02020603050405020304" pitchFamily="18" charset="0"/>
                <a:ea typeface="黑体" panose="02010609060101010101" charset="-122"/>
                <a:cs typeface="Times New Roman" panose="02020603050405020304" pitchFamily="18" charset="0"/>
                <a:sym typeface="+mn-ea"/>
              </a:rPr>
              <a:t>，则</a:t>
            </a:r>
            <a:r>
              <a:rPr lang="en-US" altLang="zh-CN" sz="2400" b="1" i="1">
                <a:latin typeface="Times New Roman" panose="02020603050405020304" pitchFamily="18" charset="0"/>
                <a:ea typeface="黑体" panose="02010609060101010101" charset="-122"/>
                <a:cs typeface="Times New Roman" panose="02020603050405020304" pitchFamily="18" charset="0"/>
                <a:sym typeface="+mn-ea"/>
              </a:rPr>
              <a:t>q</a:t>
            </a:r>
            <a:r>
              <a:rPr lang="en-US" altLang="zh-CN" sz="2400" b="1">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真</a:t>
            </a:r>
            <a:endPar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endParaRPr>
          </a:p>
        </p:txBody>
      </p:sp>
      <p:sp>
        <p:nvSpPr>
          <p:cNvPr id="11" name="文本框 10" title=""/>
          <p:cNvSpPr txBox="1"/>
          <p:nvPr>
            <p:custDataLst>
              <p:tags r:id="rId13"/>
            </p:custDataLst>
          </p:nvPr>
        </p:nvSpPr>
        <p:spPr>
          <a:xfrm>
            <a:off x="6847840" y="1253490"/>
            <a:ext cx="4485005" cy="530225"/>
          </a:xfrm>
          <a:prstGeom prst="rect">
            <a:avLst/>
          </a:prstGeom>
          <a:noFill/>
        </p:spPr>
        <p:txBody>
          <a:bodyPr wrap="square" rtlCol="0" anchor="ctr" anchorCtr="0">
            <a:noAutofit/>
          </a:bodyPr>
          <a:lstStyle/>
          <a:p>
            <a:pPr algn="ctr"/>
            <a:r>
              <a:rPr lang="en-US" altLang="zh-CN" sz="2400" b="1">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b="1">
                <a:latin typeface="Times New Roman" panose="02020603050405020304" pitchFamily="18" charset="0"/>
                <a:ea typeface="黑体" panose="02010609060101010101" charset="-122"/>
                <a:cs typeface="Times New Roman" panose="02020603050405020304" pitchFamily="18" charset="0"/>
                <a:sym typeface="+mn-ea"/>
              </a:rPr>
              <a:t>若</a:t>
            </a:r>
            <a:r>
              <a:rPr lang="en-US" altLang="zh-CN" sz="2400" b="1" i="1">
                <a:latin typeface="Times New Roman" panose="02020603050405020304" pitchFamily="18" charset="0"/>
                <a:ea typeface="黑体" panose="02010609060101010101" charset="-122"/>
                <a:cs typeface="Times New Roman" panose="02020603050405020304" pitchFamily="18" charset="0"/>
                <a:sym typeface="+mn-ea"/>
              </a:rPr>
              <a:t>p</a:t>
            </a:r>
            <a:r>
              <a:rPr lang="zh-CN" altLang="en-US" sz="2400" b="1">
                <a:latin typeface="Times New Roman" panose="02020603050405020304" pitchFamily="18" charset="0"/>
                <a:ea typeface="黑体" panose="02010609060101010101" charset="-122"/>
                <a:cs typeface="Times New Roman" panose="02020603050405020304" pitchFamily="18" charset="0"/>
                <a:sym typeface="+mn-ea"/>
              </a:rPr>
              <a:t>，则</a:t>
            </a:r>
            <a:r>
              <a:rPr lang="en-US" altLang="zh-CN" sz="2400" b="1" i="1">
                <a:latin typeface="Times New Roman" panose="02020603050405020304" pitchFamily="18" charset="0"/>
                <a:ea typeface="黑体" panose="02010609060101010101" charset="-122"/>
                <a:cs typeface="Times New Roman" panose="02020603050405020304" pitchFamily="18" charset="0"/>
                <a:sym typeface="+mn-ea"/>
              </a:rPr>
              <a:t>q</a:t>
            </a:r>
            <a:r>
              <a:rPr lang="en-US" altLang="zh-CN" sz="2400" b="1">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假</a:t>
            </a:r>
            <a:endPar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endParaRPr>
          </a:p>
        </p:txBody>
      </p:sp>
      <p:graphicFrame>
        <p:nvGraphicFramePr>
          <p:cNvPr id="29723" name="对象 10" title=""/>
          <p:cNvGraphicFramePr>
            <a:graphicFrameLocks noChangeAspect="1"/>
          </p:cNvGraphicFramePr>
          <p:nvPr>
            <p:custDataLst>
              <p:tags r:id="rId14"/>
            </p:custDataLst>
          </p:nvPr>
        </p:nvGraphicFramePr>
        <p:xfrm>
          <a:off x="4485640" y="1899285"/>
          <a:ext cx="916305" cy="360680"/>
        </p:xfrm>
        <a:graphic>
          <a:graphicData uri="http://schemas.openxmlformats.org/presentationml/2006/ole">
            <mc:AlternateContent>
              <mc:Choice xmlns:v="urn:schemas-microsoft-com:vml" Requires="v">
                <p:oleObj spid="_x0000_s1043" r:id="rId15" imgW="444500" imgH="165100" progId="Equation.KSEE3">
                  <p:embed/>
                </p:oleObj>
              </mc:Choice>
              <mc:Fallback>
                <p:oleObj r:id="rId15" imgW="444500" imgH="165100" progId="Equation.KSEE3">
                  <p:embed/>
                  <p:pic>
                    <p:nvPicPr>
                      <p:cNvPr id="0" name="OLE substitute image"/>
                      <p:cNvPicPr/>
                      <p:nvPr/>
                    </p:nvPicPr>
                    <p:blipFill>
                      <a:blip r:embed="rId16"/>
                      <a:stretch>
                        <a:fillRect/>
                      </a:stretch>
                    </p:blipFill>
                    <p:spPr>
                      <a:xfrm>
                        <a:off x="4485640" y="1899285"/>
                        <a:ext cx="916305" cy="360680"/>
                      </a:xfrm>
                      <a:prstGeom prst="rect">
                        <a:avLst/>
                      </a:prstGeom>
                      <a:noFill/>
                      <a:ln w="38100">
                        <a:noFill/>
                        <a:miter lim="800000"/>
                      </a:ln>
                    </p:spPr>
                  </p:pic>
                </p:oleObj>
              </mc:Fallback>
            </mc:AlternateContent>
          </a:graphicData>
        </a:graphic>
      </p:graphicFrame>
      <p:sp>
        <p:nvSpPr>
          <p:cNvPr id="29724" name="文本框 13" title=""/>
          <p:cNvSpPr/>
          <p:nvPr>
            <p:custDataLst>
              <p:tags r:id="rId17"/>
            </p:custDataLst>
          </p:nvPr>
        </p:nvSpPr>
        <p:spPr>
          <a:xfrm>
            <a:off x="3785236" y="2388870"/>
            <a:ext cx="2324100" cy="460375"/>
          </a:xfrm>
          <a:prstGeom prst="rect">
            <a:avLst/>
          </a:prstGeom>
          <a:noFill/>
          <a:ln>
            <a:noFill/>
            <a:miter lim="800000"/>
          </a:ln>
        </p:spPr>
        <p:txBody>
          <a:bodyPr wrap="none" anchor="t" anchorCtr="0">
            <a:spAutoFit/>
          </a:bodyPr>
          <a:lstStyle>
            <a:defPPr>
              <a:defRPr lang="zh-CN"/>
            </a:defPPr>
            <a:lvl1pPr marL="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Arial" panose="020b0604020202020204" pitchFamily="34" charset="0"/>
                <a:ea typeface="宋体" panose="02010600030101010101" pitchFamily="2" charset="-122"/>
              </a:defRPr>
            </a:lvl1pPr>
            <a:lvl2pPr marL="457200" indent="0" algn="l" defTabSz="914400" rtl="0" eaLnBrk="1" fontAlgn="base" hangingPunct="1">
              <a:lnSpc>
                <a:spcPct val="100000"/>
              </a:lnSpc>
              <a:spcBef>
                <a:spcPct val="0"/>
              </a:spcBef>
              <a:spcAft>
                <a:spcPct val="0"/>
              </a:spcAft>
              <a:buClrTx/>
              <a:buSzTx/>
              <a:buFont typeface="Arial" panose="020b0604020202020204" pitchFamily="34" charset="0"/>
              <a:buNone/>
              <a:defRPr lang="zh-CN" altLang="en-US" sz="1800" b="0" i="0" u="none" baseline="0">
                <a:solidFill>
                  <a:schemeClr val="tx1"/>
                </a:solidFill>
                <a:latin typeface="Arial" panose="020b0604020202020204" pitchFamily="34" charset="0"/>
                <a:ea typeface="宋体" panose="02010600030101010101" pitchFamily="2" charset="-122"/>
              </a:defRPr>
            </a:lvl2pPr>
            <a:lvl3pPr marL="91440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Arial" panose="020b0604020202020204" pitchFamily="34" charset="0"/>
                <a:ea typeface="宋体" panose="02010600030101010101" pitchFamily="2" charset="-122"/>
              </a:defRPr>
            </a:lvl3pPr>
            <a:lvl4pPr marL="1371600" indent="0" algn="l" defTabSz="914400" rtl="0" eaLnBrk="1" fontAlgn="base" hangingPunct="1">
              <a:lnSpc>
                <a:spcPct val="100000"/>
              </a:lnSpc>
              <a:spcBef>
                <a:spcPct val="0"/>
              </a:spcBef>
              <a:spcAft>
                <a:spcPct val="0"/>
              </a:spcAft>
              <a:buClrTx/>
              <a:buSzTx/>
              <a:buFont typeface="Arial" panose="020b0604020202020204" pitchFamily="34" charset="0"/>
              <a:buNone/>
              <a:defRPr lang="zh-CN" altLang="en-US" sz="1800" b="0" i="0" u="none" baseline="0">
                <a:solidFill>
                  <a:schemeClr val="tx1"/>
                </a:solidFill>
                <a:latin typeface="Arial" panose="020b0604020202020204" pitchFamily="34" charset="0"/>
                <a:ea typeface="宋体" panose="02010600030101010101" pitchFamily="2" charset="-122"/>
              </a:defRPr>
            </a:lvl4pPr>
            <a:lvl5pPr marL="182880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Arial" panose="020b0604020202020204" pitchFamily="34" charset="0"/>
                <a:ea typeface="宋体" panose="02010600030101010101" pitchFamily="2" charset="-122"/>
              </a:defRPr>
            </a:lvl5pPr>
          </a:lstStyle>
          <a:p>
            <a:pPr marL="0" lvl="0" indent="0" algn="ctr" defTabSz="685800"/>
            <a:r>
              <a:rPr lang="en-US" altLang="zh-CN" sz="2400" b="1" i="1">
                <a:solidFill>
                  <a:schemeClr val="accent2"/>
                </a:solidFill>
                <a:latin typeface="Times New Roman" panose="02020603050405020304" pitchFamily="18" charset="0"/>
                <a:ea typeface="黑体" panose="02010609060101010101" charset="-122"/>
                <a:sym typeface="黑体" panose="02010609060101010101" charset="-122"/>
              </a:rPr>
              <a:t>p</a:t>
            </a:r>
            <a:r>
              <a:rPr lang="zh-CN" altLang="en-US" sz="2400" b="1">
                <a:latin typeface="Times New Roman" panose="02020603050405020304" pitchFamily="18" charset="0"/>
                <a:ea typeface="黑体" panose="02010609060101010101" charset="-122"/>
                <a:sym typeface="黑体" panose="02010609060101010101" charset="-122"/>
              </a:rPr>
              <a:t>是</a:t>
            </a:r>
            <a:r>
              <a:rPr lang="en-US" altLang="zh-CN" sz="2400" b="1" i="1">
                <a:solidFill>
                  <a:schemeClr val="accent2"/>
                </a:solidFill>
                <a:latin typeface="Times New Roman" panose="02020603050405020304" pitchFamily="18" charset="0"/>
                <a:ea typeface="黑体" panose="02010609060101010101" charset="-122"/>
                <a:sym typeface="黑体" panose="02010609060101010101" charset="-122"/>
              </a:rPr>
              <a:t>q</a:t>
            </a:r>
            <a:r>
              <a:rPr lang="zh-CN" altLang="en-US" sz="2400" b="1">
                <a:latin typeface="Times New Roman" panose="02020603050405020304" pitchFamily="18" charset="0"/>
                <a:ea typeface="黑体" panose="02010609060101010101" charset="-122"/>
                <a:sym typeface="黑体" panose="02010609060101010101" charset="-122"/>
              </a:rPr>
              <a:t>的</a:t>
            </a:r>
            <a:r>
              <a:rPr lang="zh-CN" altLang="en-US" sz="2400" b="1">
                <a:solidFill>
                  <a:schemeClr val="accent2"/>
                </a:solidFill>
                <a:latin typeface="Times New Roman" panose="02020603050405020304" pitchFamily="18" charset="0"/>
                <a:ea typeface="黑体" panose="02010609060101010101" charset="-122"/>
                <a:sym typeface="黑体" panose="02010609060101010101" charset="-122"/>
              </a:rPr>
              <a:t>充分</a:t>
            </a:r>
            <a:r>
              <a:rPr lang="zh-CN" altLang="en-US" sz="2400" b="1">
                <a:latin typeface="Times New Roman" panose="02020603050405020304" pitchFamily="18" charset="0"/>
                <a:ea typeface="黑体" panose="02010609060101010101" charset="-122"/>
                <a:sym typeface="黑体" panose="02010609060101010101" charset="-122"/>
              </a:rPr>
              <a:t>条件</a:t>
            </a:r>
            <a:endParaRPr lang="zh-CN" altLang="en-US" sz="2400" b="1">
              <a:latin typeface="Times New Roman" panose="02020603050405020304" pitchFamily="18" charset="0"/>
              <a:ea typeface="黑体" panose="02010609060101010101" charset="-122"/>
              <a:sym typeface="黑体" panose="02010609060101010101" charset="-122"/>
            </a:endParaRPr>
          </a:p>
        </p:txBody>
      </p:sp>
      <p:sp>
        <p:nvSpPr>
          <p:cNvPr id="29725" name="文本框 15" title=""/>
          <p:cNvSpPr/>
          <p:nvPr>
            <p:custDataLst>
              <p:tags r:id="rId18"/>
            </p:custDataLst>
          </p:nvPr>
        </p:nvSpPr>
        <p:spPr>
          <a:xfrm>
            <a:off x="3785236" y="2848928"/>
            <a:ext cx="2324100" cy="460375"/>
          </a:xfrm>
          <a:prstGeom prst="rect">
            <a:avLst/>
          </a:prstGeom>
          <a:noFill/>
          <a:ln>
            <a:noFill/>
            <a:miter lim="800000"/>
          </a:ln>
        </p:spPr>
        <p:txBody>
          <a:bodyPr wrap="none" anchor="t" anchorCtr="0">
            <a:spAutoFit/>
          </a:bodyPr>
          <a:lstStyle>
            <a:defPPr>
              <a:defRPr lang="zh-CN"/>
            </a:defPPr>
            <a:lvl1pPr marL="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Arial" panose="020b0604020202020204" pitchFamily="34" charset="0"/>
                <a:ea typeface="宋体" panose="02010600030101010101" pitchFamily="2" charset="-122"/>
              </a:defRPr>
            </a:lvl1pPr>
            <a:lvl2pPr marL="457200" indent="0" algn="l" defTabSz="914400" rtl="0" eaLnBrk="1" fontAlgn="base" hangingPunct="1">
              <a:lnSpc>
                <a:spcPct val="100000"/>
              </a:lnSpc>
              <a:spcBef>
                <a:spcPct val="0"/>
              </a:spcBef>
              <a:spcAft>
                <a:spcPct val="0"/>
              </a:spcAft>
              <a:buClrTx/>
              <a:buSzTx/>
              <a:buFont typeface="Arial" panose="020b0604020202020204" pitchFamily="34" charset="0"/>
              <a:buNone/>
              <a:defRPr lang="zh-CN" altLang="en-US" sz="1800" b="0" i="0" u="none" baseline="0">
                <a:solidFill>
                  <a:schemeClr val="tx1"/>
                </a:solidFill>
                <a:latin typeface="Arial" panose="020b0604020202020204" pitchFamily="34" charset="0"/>
                <a:ea typeface="宋体" panose="02010600030101010101" pitchFamily="2" charset="-122"/>
              </a:defRPr>
            </a:lvl2pPr>
            <a:lvl3pPr marL="91440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Arial" panose="020b0604020202020204" pitchFamily="34" charset="0"/>
                <a:ea typeface="宋体" panose="02010600030101010101" pitchFamily="2" charset="-122"/>
              </a:defRPr>
            </a:lvl3pPr>
            <a:lvl4pPr marL="1371600" indent="0" algn="l" defTabSz="914400" rtl="0" eaLnBrk="1" fontAlgn="base" hangingPunct="1">
              <a:lnSpc>
                <a:spcPct val="100000"/>
              </a:lnSpc>
              <a:spcBef>
                <a:spcPct val="0"/>
              </a:spcBef>
              <a:spcAft>
                <a:spcPct val="0"/>
              </a:spcAft>
              <a:buClrTx/>
              <a:buSzTx/>
              <a:buFont typeface="Arial" panose="020b0604020202020204" pitchFamily="34" charset="0"/>
              <a:buNone/>
              <a:defRPr lang="zh-CN" altLang="en-US" sz="1800" b="0" i="0" u="none" baseline="0">
                <a:solidFill>
                  <a:schemeClr val="tx1"/>
                </a:solidFill>
                <a:latin typeface="Arial" panose="020b0604020202020204" pitchFamily="34" charset="0"/>
                <a:ea typeface="宋体" panose="02010600030101010101" pitchFamily="2" charset="-122"/>
              </a:defRPr>
            </a:lvl4pPr>
            <a:lvl5pPr marL="182880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Arial" panose="020b0604020202020204" pitchFamily="34" charset="0"/>
                <a:ea typeface="宋体" panose="02010600030101010101" pitchFamily="2" charset="-122"/>
              </a:defRPr>
            </a:lvl5pPr>
          </a:lstStyle>
          <a:p>
            <a:pPr marL="0" lvl="0" indent="0" algn="ctr" defTabSz="685800"/>
            <a:r>
              <a:rPr lang="en-US" altLang="zh-CN" sz="2400" b="1" i="1">
                <a:solidFill>
                  <a:schemeClr val="accent2"/>
                </a:solidFill>
                <a:latin typeface="Times New Roman" panose="02020603050405020304" pitchFamily="18" charset="0"/>
                <a:ea typeface="黑体" panose="02010609060101010101" charset="-122"/>
                <a:sym typeface="黑体" panose="02010609060101010101" charset="-122"/>
              </a:rPr>
              <a:t>q</a:t>
            </a:r>
            <a:r>
              <a:rPr lang="zh-CN" altLang="en-US" sz="2400" b="1">
                <a:latin typeface="Times New Roman" panose="02020603050405020304" pitchFamily="18" charset="0"/>
                <a:ea typeface="黑体" panose="02010609060101010101" charset="-122"/>
                <a:sym typeface="黑体" panose="02010609060101010101" charset="-122"/>
              </a:rPr>
              <a:t>是</a:t>
            </a:r>
            <a:r>
              <a:rPr lang="en-US" altLang="zh-CN" sz="2400" b="1" i="1">
                <a:solidFill>
                  <a:schemeClr val="accent2"/>
                </a:solidFill>
                <a:latin typeface="Times New Roman" panose="02020603050405020304" pitchFamily="18" charset="0"/>
                <a:ea typeface="黑体" panose="02010609060101010101" charset="-122"/>
                <a:sym typeface="黑体" panose="02010609060101010101" charset="-122"/>
              </a:rPr>
              <a:t>p</a:t>
            </a:r>
            <a:r>
              <a:rPr lang="zh-CN" altLang="en-US" sz="2400" b="1">
                <a:latin typeface="Times New Roman" panose="02020603050405020304" pitchFamily="18" charset="0"/>
                <a:ea typeface="黑体" panose="02010609060101010101" charset="-122"/>
                <a:sym typeface="黑体" panose="02010609060101010101" charset="-122"/>
              </a:rPr>
              <a:t>的</a:t>
            </a:r>
            <a:r>
              <a:rPr lang="zh-CN" altLang="en-US" sz="2400" b="1">
                <a:solidFill>
                  <a:schemeClr val="accent2"/>
                </a:solidFill>
                <a:latin typeface="Times New Roman" panose="02020603050405020304" pitchFamily="18" charset="0"/>
                <a:ea typeface="黑体" panose="02010609060101010101" charset="-122"/>
                <a:sym typeface="黑体" panose="02010609060101010101" charset="-122"/>
              </a:rPr>
              <a:t>必要</a:t>
            </a:r>
            <a:r>
              <a:rPr lang="zh-CN" altLang="en-US" sz="2400" b="1">
                <a:latin typeface="Times New Roman" panose="02020603050405020304" pitchFamily="18" charset="0"/>
                <a:ea typeface="黑体" panose="02010609060101010101" charset="-122"/>
                <a:sym typeface="黑体" panose="02010609060101010101" charset="-122"/>
              </a:rPr>
              <a:t>条件</a:t>
            </a:r>
            <a:endParaRPr lang="zh-CN" altLang="en-US" sz="2400" b="1">
              <a:latin typeface="Times New Roman" panose="02020603050405020304" pitchFamily="18" charset="0"/>
              <a:ea typeface="黑体" panose="02010609060101010101" charset="-122"/>
              <a:sym typeface="黑体" panose="02010609060101010101" charset="-122"/>
            </a:endParaRPr>
          </a:p>
        </p:txBody>
      </p:sp>
      <p:sp>
        <p:nvSpPr>
          <p:cNvPr id="14" name="文本框 13" title=""/>
          <p:cNvSpPr txBox="1"/>
          <p:nvPr>
            <p:custDataLst>
              <p:tags r:id="rId19"/>
            </p:custDataLst>
          </p:nvPr>
        </p:nvSpPr>
        <p:spPr>
          <a:xfrm>
            <a:off x="3021330" y="3672205"/>
            <a:ext cx="3827145" cy="460375"/>
          </a:xfrm>
          <a:prstGeom prst="rect">
            <a:avLst/>
          </a:prstGeom>
          <a:noFill/>
        </p:spPr>
        <p:txBody>
          <a:bodyPr wrap="square" rtlCol="0">
            <a:spAutoFit/>
          </a:bodyPr>
          <a:lstStyle/>
          <a:p>
            <a:pPr algn="ctr"/>
            <a:r>
              <a:rPr lang="zh-CN" altLang="en-US" sz="2400" b="1">
                <a:solidFill>
                  <a:srgbClr val="000000"/>
                </a:solidFill>
                <a:latin typeface="Times New Roman" panose="02020603050405020304" pitchFamily="18" charset="0"/>
                <a:ea typeface="黑体" panose="02010609060101010101" charset="-122"/>
                <a:sym typeface="+mn-ea"/>
              </a:rPr>
              <a:t>若</a:t>
            </a:r>
            <a:r>
              <a:rPr lang="en-US" altLang="zh-CN" sz="2400" b="1" i="1">
                <a:solidFill>
                  <a:schemeClr val="accent2"/>
                </a:solidFill>
                <a:latin typeface="Times New Roman" panose="02020603050405020304" pitchFamily="18" charset="0"/>
                <a:ea typeface="黑体" panose="02010609060101010101" charset="-122"/>
                <a:sym typeface="黑体" panose="02010609060101010101" charset="-122"/>
              </a:rPr>
              <a:t>x</a:t>
            </a:r>
            <a:r>
              <a:rPr lang="en-US" altLang="zh-CN" sz="2400" b="1">
                <a:solidFill>
                  <a:schemeClr val="accent2"/>
                </a:solidFill>
                <a:latin typeface="Times New Roman" panose="02020603050405020304" pitchFamily="18" charset="0"/>
                <a:ea typeface="黑体" panose="02010609060101010101" charset="-122"/>
                <a:sym typeface="黑体" panose="02010609060101010101" charset="-122"/>
              </a:rPr>
              <a:t>=2</a:t>
            </a:r>
            <a:r>
              <a:rPr lang="zh-CN" altLang="en-US" sz="2400" b="1">
                <a:latin typeface="Times New Roman" panose="02020603050405020304" pitchFamily="18" charset="0"/>
                <a:ea typeface="黑体" panose="02010609060101010101" charset="-122"/>
                <a:sym typeface="黑体" panose="02010609060101010101" charset="-122"/>
              </a:rPr>
              <a:t>，</a:t>
            </a:r>
            <a:r>
              <a:rPr lang="zh-CN" altLang="en-US" sz="2400" b="1">
                <a:solidFill>
                  <a:srgbClr val="0D0D0D"/>
                </a:solidFill>
                <a:latin typeface="Times New Roman" panose="02020603050405020304" pitchFamily="18" charset="0"/>
                <a:ea typeface="黑体" panose="02010609060101010101" charset="-122"/>
                <a:sym typeface="黑体" panose="02010609060101010101" charset="-122"/>
              </a:rPr>
              <a:t>则</a:t>
            </a:r>
            <a:r>
              <a:rPr lang="en-US" altLang="zh-CN" sz="2400" b="1" i="1">
                <a:solidFill>
                  <a:schemeClr val="accent2"/>
                </a:solidFill>
                <a:latin typeface="Times New Roman" panose="02020603050405020304" pitchFamily="18" charset="0"/>
                <a:ea typeface="黑体" panose="02010609060101010101" charset="-122"/>
                <a:sym typeface="黑体" panose="02010609060101010101" charset="-122"/>
              </a:rPr>
              <a:t>x</a:t>
            </a:r>
            <a:r>
              <a:rPr lang="en-US" altLang="zh-CN" sz="2400" b="1" baseline="30000">
                <a:solidFill>
                  <a:schemeClr val="accent2"/>
                </a:solidFill>
                <a:latin typeface="Times New Roman" panose="02020603050405020304" pitchFamily="18" charset="0"/>
                <a:ea typeface="黑体" panose="02010609060101010101" charset="-122"/>
                <a:sym typeface="黑体" panose="02010609060101010101" charset="-122"/>
              </a:rPr>
              <a:t>2</a:t>
            </a:r>
            <a:r>
              <a:rPr lang="en-US" altLang="zh-CN" sz="2400" b="1">
                <a:solidFill>
                  <a:schemeClr val="accent2"/>
                </a:solidFill>
                <a:latin typeface="Times New Roman" panose="02020603050405020304" pitchFamily="18" charset="0"/>
                <a:ea typeface="黑体" panose="02010609060101010101" charset="-122"/>
                <a:sym typeface="黑体" panose="02010609060101010101" charset="-122"/>
              </a:rPr>
              <a:t>=4</a:t>
            </a:r>
            <a:r>
              <a:rPr lang="en-US" altLang="zh-CN" sz="2400" b="1">
                <a:solidFill>
                  <a:schemeClr val="tx1"/>
                </a:solidFill>
                <a:latin typeface="Times New Roman" panose="02020603050405020304" pitchFamily="18" charset="0"/>
                <a:ea typeface="黑体" panose="02010609060101010101" charset="-122"/>
                <a:sym typeface="黑体" panose="02010609060101010101" charset="-122"/>
              </a:rPr>
              <a:t>.</a:t>
            </a:r>
            <a:r>
              <a:rPr lang="en-US" altLang="zh-CN" sz="2400" b="1">
                <a:solidFill>
                  <a:srgbClr val="0D0D0D"/>
                </a:solidFill>
                <a:latin typeface="Times New Roman" panose="02020603050405020304" pitchFamily="18" charset="0"/>
                <a:ea typeface="黑体" panose="02010609060101010101" charset="-122"/>
                <a:sym typeface="黑体" panose="02010609060101010101" charset="-122"/>
              </a:rPr>
              <a:t>(</a:t>
            </a:r>
            <a:r>
              <a:rPr lang="zh-CN" altLang="en-US" sz="2400" b="1">
                <a:solidFill>
                  <a:srgbClr val="0D0D0D"/>
                </a:solidFill>
                <a:latin typeface="Times New Roman" panose="02020603050405020304" pitchFamily="18" charset="0"/>
                <a:ea typeface="黑体" panose="02010609060101010101" charset="-122"/>
                <a:sym typeface="黑体" panose="02010609060101010101" charset="-122"/>
              </a:rPr>
              <a:t>真</a:t>
            </a:r>
            <a:r>
              <a:rPr lang="en-US" altLang="zh-CN" sz="2400" b="1">
                <a:solidFill>
                  <a:srgbClr val="0D0D0D"/>
                </a:solidFill>
                <a:latin typeface="Times New Roman" panose="02020603050405020304" pitchFamily="18" charset="0"/>
                <a:ea typeface="黑体" panose="02010609060101010101" charset="-122"/>
                <a:sym typeface="黑体" panose="02010609060101010101" charset="-122"/>
              </a:rPr>
              <a:t>)</a:t>
            </a:r>
            <a:endParaRPr lang="zh-CN" altLang="en-US" sz="2400"/>
          </a:p>
        </p:txBody>
      </p:sp>
      <p:grpSp>
        <p:nvGrpSpPr>
          <p:cNvPr id="29728" name="组合 27" title=""/>
          <p:cNvGrpSpPr/>
          <p:nvPr>
            <p:custDataLst>
              <p:tags r:id="rId20"/>
            </p:custDataLst>
          </p:nvPr>
        </p:nvGrpSpPr>
        <p:grpSpPr>
          <a:xfrm>
            <a:off x="8596630" y="1812290"/>
            <a:ext cx="971550" cy="451485"/>
            <a:chOff x="15008" y="3883"/>
            <a:chExt cx="1568" cy="737"/>
          </a:xfrm>
        </p:grpSpPr>
        <p:graphicFrame>
          <p:nvGraphicFramePr>
            <p:cNvPr id="29729" name="对象 10"/>
            <p:cNvGraphicFramePr>
              <a:graphicFrameLocks noChangeAspect="1"/>
            </p:cNvGraphicFramePr>
            <p:nvPr>
              <p:custDataLst>
                <p:tags r:id="rId21"/>
              </p:custDataLst>
            </p:nvPr>
          </p:nvGraphicFramePr>
          <p:xfrm>
            <a:off x="15008" y="4036"/>
            <a:ext cx="1568" cy="584"/>
          </p:xfrm>
          <a:graphic>
            <a:graphicData uri="http://schemas.openxmlformats.org/presentationml/2006/ole">
              <mc:AlternateContent>
                <mc:Choice xmlns:v="urn:schemas-microsoft-com:vml" Requires="v">
                  <p:oleObj spid="_x0000_s1044" r:id="rId22" imgW="444500" imgH="165100" progId="Equation.KSEE3">
                    <p:embed/>
                  </p:oleObj>
                </mc:Choice>
                <mc:Fallback>
                  <p:oleObj r:id="rId22" imgW="444500" imgH="165100" progId="Equation.KSEE3">
                    <p:embed/>
                    <p:pic>
                      <p:nvPicPr>
                        <p:cNvPr id="0" name="OLE substitute image"/>
                        <p:cNvPicPr/>
                        <p:nvPr/>
                      </p:nvPicPr>
                      <p:blipFill>
                        <a:blip r:embed="rId23"/>
                        <a:stretch>
                          <a:fillRect/>
                        </a:stretch>
                      </p:blipFill>
                      <p:spPr>
                        <a:xfrm>
                          <a:off x="15008" y="4036"/>
                          <a:ext cx="1568" cy="584"/>
                        </a:xfrm>
                        <a:prstGeom prst="rect">
                          <a:avLst/>
                        </a:prstGeom>
                        <a:noFill/>
                        <a:ln w="38100">
                          <a:noFill/>
                          <a:miter lim="800000"/>
                        </a:ln>
                      </p:spPr>
                    </p:pic>
                  </p:oleObj>
                </mc:Fallback>
              </mc:AlternateContent>
            </a:graphicData>
          </a:graphic>
        </p:graphicFrame>
        <p:graphicFrame>
          <p:nvGraphicFramePr>
            <p:cNvPr id="29730" name="对象 16"/>
            <p:cNvGraphicFramePr>
              <a:graphicFrameLocks noChangeAspect="1"/>
            </p:cNvGraphicFramePr>
            <p:nvPr>
              <p:custDataLst>
                <p:tags r:id="rId24"/>
              </p:custDataLst>
            </p:nvPr>
          </p:nvGraphicFramePr>
          <p:xfrm>
            <a:off x="15523" y="3883"/>
            <a:ext cx="519" cy="726"/>
          </p:xfrm>
          <a:graphic>
            <a:graphicData uri="http://schemas.openxmlformats.org/presentationml/2006/ole">
              <mc:AlternateContent>
                <mc:Choice xmlns:v="urn:schemas-microsoft-com:vml" Requires="v">
                  <p:oleObj spid="_x0000_s1045" r:id="rId25" imgW="127000" imgH="177165" progId="Equation.KSEE3">
                    <p:embed/>
                  </p:oleObj>
                </mc:Choice>
                <mc:Fallback>
                  <p:oleObj r:id="rId25" imgW="127000" imgH="177165" progId="Equation.KSEE3">
                    <p:embed/>
                    <p:pic>
                      <p:nvPicPr>
                        <p:cNvPr id="0" name="OLE substitute image"/>
                        <p:cNvPicPr/>
                        <p:nvPr/>
                      </p:nvPicPr>
                      <p:blipFill>
                        <a:blip r:embed="rId26"/>
                        <a:stretch>
                          <a:fillRect/>
                        </a:stretch>
                      </p:blipFill>
                      <p:spPr>
                        <a:xfrm>
                          <a:off x="15523" y="3883"/>
                          <a:ext cx="519" cy="726"/>
                        </a:xfrm>
                        <a:prstGeom prst="rect">
                          <a:avLst/>
                        </a:prstGeom>
                        <a:noFill/>
                        <a:ln w="38100">
                          <a:noFill/>
                          <a:miter lim="800000"/>
                        </a:ln>
                      </p:spPr>
                    </p:pic>
                  </p:oleObj>
                </mc:Fallback>
              </mc:AlternateContent>
            </a:graphicData>
          </a:graphic>
        </p:graphicFrame>
      </p:grpSp>
      <p:sp>
        <p:nvSpPr>
          <p:cNvPr id="29726" name="文本框 19" title=""/>
          <p:cNvSpPr/>
          <p:nvPr>
            <p:custDataLst>
              <p:tags r:id="rId27"/>
            </p:custDataLst>
          </p:nvPr>
        </p:nvSpPr>
        <p:spPr>
          <a:xfrm>
            <a:off x="7815104" y="2395855"/>
            <a:ext cx="2630170" cy="460375"/>
          </a:xfrm>
          <a:prstGeom prst="rect">
            <a:avLst/>
          </a:prstGeom>
          <a:noFill/>
          <a:ln>
            <a:noFill/>
            <a:miter lim="800000"/>
          </a:ln>
        </p:spPr>
        <p:txBody>
          <a:bodyPr wrap="none" anchor="t" anchorCtr="0">
            <a:spAutoFit/>
          </a:bodyPr>
          <a:lstStyle>
            <a:defPPr>
              <a:defRPr lang="zh-CN"/>
            </a:defPPr>
            <a:lvl1pPr marL="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Arial" panose="020b0604020202020204" pitchFamily="34" charset="0"/>
                <a:ea typeface="宋体" panose="02010600030101010101" pitchFamily="2" charset="-122"/>
              </a:defRPr>
            </a:lvl1pPr>
            <a:lvl2pPr marL="457200" indent="0" algn="l" defTabSz="914400" rtl="0" eaLnBrk="1" fontAlgn="base" hangingPunct="1">
              <a:lnSpc>
                <a:spcPct val="100000"/>
              </a:lnSpc>
              <a:spcBef>
                <a:spcPct val="0"/>
              </a:spcBef>
              <a:spcAft>
                <a:spcPct val="0"/>
              </a:spcAft>
              <a:buClrTx/>
              <a:buSzTx/>
              <a:buFont typeface="Arial" panose="020b0604020202020204" pitchFamily="34" charset="0"/>
              <a:buNone/>
              <a:defRPr lang="zh-CN" altLang="en-US" sz="1800" b="0" i="0" u="none" baseline="0">
                <a:solidFill>
                  <a:schemeClr val="tx1"/>
                </a:solidFill>
                <a:latin typeface="Arial" panose="020b0604020202020204" pitchFamily="34" charset="0"/>
                <a:ea typeface="宋体" panose="02010600030101010101" pitchFamily="2" charset="-122"/>
              </a:defRPr>
            </a:lvl2pPr>
            <a:lvl3pPr marL="91440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Arial" panose="020b0604020202020204" pitchFamily="34" charset="0"/>
                <a:ea typeface="宋体" panose="02010600030101010101" pitchFamily="2" charset="-122"/>
              </a:defRPr>
            </a:lvl3pPr>
            <a:lvl4pPr marL="1371600" indent="0" algn="l" defTabSz="914400" rtl="0" eaLnBrk="1" fontAlgn="base" hangingPunct="1">
              <a:lnSpc>
                <a:spcPct val="100000"/>
              </a:lnSpc>
              <a:spcBef>
                <a:spcPct val="0"/>
              </a:spcBef>
              <a:spcAft>
                <a:spcPct val="0"/>
              </a:spcAft>
              <a:buClrTx/>
              <a:buSzTx/>
              <a:buFont typeface="Arial" panose="020b0604020202020204" pitchFamily="34" charset="0"/>
              <a:buNone/>
              <a:defRPr lang="zh-CN" altLang="en-US" sz="1800" b="0" i="0" u="none" baseline="0">
                <a:solidFill>
                  <a:schemeClr val="tx1"/>
                </a:solidFill>
                <a:latin typeface="Arial" panose="020b0604020202020204" pitchFamily="34" charset="0"/>
                <a:ea typeface="宋体" panose="02010600030101010101" pitchFamily="2" charset="-122"/>
              </a:defRPr>
            </a:lvl4pPr>
            <a:lvl5pPr marL="182880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Arial" panose="020b0604020202020204" pitchFamily="34" charset="0"/>
                <a:ea typeface="宋体" panose="02010600030101010101" pitchFamily="2" charset="-122"/>
              </a:defRPr>
            </a:lvl5pPr>
          </a:lstStyle>
          <a:p>
            <a:pPr marL="0" lvl="0" indent="0" algn="ctr" defTabSz="685800"/>
            <a:r>
              <a:rPr lang="en-US" altLang="zh-CN" sz="2400" b="1" i="1">
                <a:solidFill>
                  <a:schemeClr val="accent2"/>
                </a:solidFill>
                <a:latin typeface="Times New Roman" panose="02020603050405020304" pitchFamily="18" charset="0"/>
                <a:ea typeface="黑体" panose="02010609060101010101" charset="-122"/>
                <a:sym typeface="黑体" panose="02010609060101010101" charset="-122"/>
              </a:rPr>
              <a:t>p</a:t>
            </a:r>
            <a:r>
              <a:rPr lang="zh-CN" altLang="en-US" sz="2400" b="1">
                <a:latin typeface="Times New Roman" panose="02020603050405020304" pitchFamily="18" charset="0"/>
                <a:ea typeface="黑体" panose="02010609060101010101" charset="-122"/>
                <a:sym typeface="黑体" panose="02010609060101010101" charset="-122"/>
              </a:rPr>
              <a:t>不是</a:t>
            </a:r>
            <a:r>
              <a:rPr lang="en-US" altLang="zh-CN" sz="2400" b="1" i="1">
                <a:solidFill>
                  <a:schemeClr val="accent2"/>
                </a:solidFill>
                <a:latin typeface="Times New Roman" panose="02020603050405020304" pitchFamily="18" charset="0"/>
                <a:ea typeface="黑体" panose="02010609060101010101" charset="-122"/>
                <a:sym typeface="黑体" panose="02010609060101010101" charset="-122"/>
              </a:rPr>
              <a:t>q</a:t>
            </a:r>
            <a:r>
              <a:rPr lang="zh-CN" altLang="en-US" sz="2400" b="1">
                <a:latin typeface="Times New Roman" panose="02020603050405020304" pitchFamily="18" charset="0"/>
                <a:ea typeface="黑体" panose="02010609060101010101" charset="-122"/>
                <a:sym typeface="黑体" panose="02010609060101010101" charset="-122"/>
              </a:rPr>
              <a:t>的</a:t>
            </a:r>
            <a:r>
              <a:rPr lang="zh-CN" altLang="en-US" sz="2400" b="1">
                <a:solidFill>
                  <a:schemeClr val="accent2"/>
                </a:solidFill>
                <a:latin typeface="Times New Roman" panose="02020603050405020304" pitchFamily="18" charset="0"/>
                <a:ea typeface="黑体" panose="02010609060101010101" charset="-122"/>
                <a:sym typeface="黑体" panose="02010609060101010101" charset="-122"/>
              </a:rPr>
              <a:t>充分</a:t>
            </a:r>
            <a:r>
              <a:rPr lang="zh-CN" altLang="en-US" sz="2400" b="1">
                <a:latin typeface="Times New Roman" panose="02020603050405020304" pitchFamily="18" charset="0"/>
                <a:ea typeface="黑体" panose="02010609060101010101" charset="-122"/>
                <a:sym typeface="黑体" panose="02010609060101010101" charset="-122"/>
              </a:rPr>
              <a:t>条件</a:t>
            </a:r>
            <a:endParaRPr lang="zh-CN" altLang="en-US" sz="2400" b="1">
              <a:latin typeface="Times New Roman" panose="02020603050405020304" pitchFamily="18" charset="0"/>
              <a:ea typeface="黑体" panose="02010609060101010101" charset="-122"/>
              <a:sym typeface="黑体" panose="02010609060101010101" charset="-122"/>
            </a:endParaRPr>
          </a:p>
        </p:txBody>
      </p:sp>
      <p:sp>
        <p:nvSpPr>
          <p:cNvPr id="29727" name="文本框 20" title=""/>
          <p:cNvSpPr/>
          <p:nvPr>
            <p:custDataLst>
              <p:tags r:id="rId28"/>
            </p:custDataLst>
          </p:nvPr>
        </p:nvSpPr>
        <p:spPr>
          <a:xfrm>
            <a:off x="7818914" y="2836228"/>
            <a:ext cx="2630170" cy="460375"/>
          </a:xfrm>
          <a:prstGeom prst="rect">
            <a:avLst/>
          </a:prstGeom>
          <a:noFill/>
          <a:ln>
            <a:noFill/>
            <a:miter lim="800000"/>
          </a:ln>
        </p:spPr>
        <p:txBody>
          <a:bodyPr wrap="none" anchor="t" anchorCtr="0">
            <a:spAutoFit/>
          </a:bodyPr>
          <a:lstStyle>
            <a:defPPr>
              <a:defRPr lang="zh-CN"/>
            </a:defPPr>
            <a:lvl1pPr marL="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Arial" panose="020b0604020202020204" pitchFamily="34" charset="0"/>
                <a:ea typeface="宋体" panose="02010600030101010101" pitchFamily="2" charset="-122"/>
              </a:defRPr>
            </a:lvl1pPr>
            <a:lvl2pPr marL="457200" indent="0" algn="l" defTabSz="914400" rtl="0" eaLnBrk="1" fontAlgn="base" hangingPunct="1">
              <a:lnSpc>
                <a:spcPct val="100000"/>
              </a:lnSpc>
              <a:spcBef>
                <a:spcPct val="0"/>
              </a:spcBef>
              <a:spcAft>
                <a:spcPct val="0"/>
              </a:spcAft>
              <a:buClrTx/>
              <a:buSzTx/>
              <a:buFont typeface="Arial" panose="020b0604020202020204" pitchFamily="34" charset="0"/>
              <a:buNone/>
              <a:defRPr lang="zh-CN" altLang="en-US" sz="1800" b="0" i="0" u="none" baseline="0">
                <a:solidFill>
                  <a:schemeClr val="tx1"/>
                </a:solidFill>
                <a:latin typeface="Arial" panose="020b0604020202020204" pitchFamily="34" charset="0"/>
                <a:ea typeface="宋体" panose="02010600030101010101" pitchFamily="2" charset="-122"/>
              </a:defRPr>
            </a:lvl2pPr>
            <a:lvl3pPr marL="91440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Arial" panose="020b0604020202020204" pitchFamily="34" charset="0"/>
                <a:ea typeface="宋体" panose="02010600030101010101" pitchFamily="2" charset="-122"/>
              </a:defRPr>
            </a:lvl3pPr>
            <a:lvl4pPr marL="1371600" indent="0" algn="l" defTabSz="914400" rtl="0" eaLnBrk="1" fontAlgn="base" hangingPunct="1">
              <a:lnSpc>
                <a:spcPct val="100000"/>
              </a:lnSpc>
              <a:spcBef>
                <a:spcPct val="0"/>
              </a:spcBef>
              <a:spcAft>
                <a:spcPct val="0"/>
              </a:spcAft>
              <a:buClrTx/>
              <a:buSzTx/>
              <a:buFont typeface="Arial" panose="020b0604020202020204" pitchFamily="34" charset="0"/>
              <a:buNone/>
              <a:defRPr lang="zh-CN" altLang="en-US" sz="1800" b="0" i="0" u="none" baseline="0">
                <a:solidFill>
                  <a:schemeClr val="tx1"/>
                </a:solidFill>
                <a:latin typeface="Arial" panose="020b0604020202020204" pitchFamily="34" charset="0"/>
                <a:ea typeface="宋体" panose="02010600030101010101" pitchFamily="2" charset="-122"/>
              </a:defRPr>
            </a:lvl4pPr>
            <a:lvl5pPr marL="182880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Arial" panose="020b0604020202020204" pitchFamily="34" charset="0"/>
                <a:ea typeface="宋体" panose="02010600030101010101" pitchFamily="2" charset="-122"/>
              </a:defRPr>
            </a:lvl5pPr>
          </a:lstStyle>
          <a:p>
            <a:pPr marL="0" lvl="0" indent="0" algn="ctr" defTabSz="685800"/>
            <a:r>
              <a:rPr lang="en-US" altLang="zh-CN" sz="2400" b="1" i="1">
                <a:solidFill>
                  <a:schemeClr val="accent2"/>
                </a:solidFill>
                <a:latin typeface="Times New Roman" panose="02020603050405020304" pitchFamily="18" charset="0"/>
                <a:ea typeface="黑体" panose="02010609060101010101" charset="-122"/>
                <a:sym typeface="黑体" panose="02010609060101010101" charset="-122"/>
              </a:rPr>
              <a:t>q</a:t>
            </a:r>
            <a:r>
              <a:rPr lang="zh-CN" altLang="en-US" sz="2400" b="1">
                <a:latin typeface="Times New Roman" panose="02020603050405020304" pitchFamily="18" charset="0"/>
                <a:ea typeface="黑体" panose="02010609060101010101" charset="-122"/>
                <a:sym typeface="黑体" panose="02010609060101010101" charset="-122"/>
              </a:rPr>
              <a:t>不是</a:t>
            </a:r>
            <a:r>
              <a:rPr lang="en-US" altLang="zh-CN" sz="2400" b="1" i="1">
                <a:solidFill>
                  <a:schemeClr val="accent2"/>
                </a:solidFill>
                <a:latin typeface="Times New Roman" panose="02020603050405020304" pitchFamily="18" charset="0"/>
                <a:ea typeface="黑体" panose="02010609060101010101" charset="-122"/>
                <a:sym typeface="黑体" panose="02010609060101010101" charset="-122"/>
              </a:rPr>
              <a:t>p</a:t>
            </a:r>
            <a:r>
              <a:rPr lang="zh-CN" altLang="en-US" sz="2400" b="1">
                <a:latin typeface="Times New Roman" panose="02020603050405020304" pitchFamily="18" charset="0"/>
                <a:ea typeface="黑体" panose="02010609060101010101" charset="-122"/>
                <a:sym typeface="黑体" panose="02010609060101010101" charset="-122"/>
              </a:rPr>
              <a:t>的</a:t>
            </a:r>
            <a:r>
              <a:rPr lang="zh-CN" altLang="en-US" sz="2400" b="1">
                <a:solidFill>
                  <a:schemeClr val="accent2"/>
                </a:solidFill>
                <a:latin typeface="Times New Roman" panose="02020603050405020304" pitchFamily="18" charset="0"/>
                <a:ea typeface="黑体" panose="02010609060101010101" charset="-122"/>
                <a:sym typeface="黑体" panose="02010609060101010101" charset="-122"/>
              </a:rPr>
              <a:t>必要</a:t>
            </a:r>
            <a:r>
              <a:rPr lang="zh-CN" altLang="en-US" sz="2400" b="1">
                <a:latin typeface="Times New Roman" panose="02020603050405020304" pitchFamily="18" charset="0"/>
                <a:ea typeface="黑体" panose="02010609060101010101" charset="-122"/>
                <a:sym typeface="黑体" panose="02010609060101010101" charset="-122"/>
              </a:rPr>
              <a:t>条件</a:t>
            </a:r>
            <a:endParaRPr lang="zh-CN" altLang="en-US" sz="2400" b="1">
              <a:latin typeface="Times New Roman" panose="02020603050405020304" pitchFamily="18" charset="0"/>
              <a:ea typeface="黑体" panose="02010609060101010101" charset="-122"/>
              <a:sym typeface="黑体" panose="02010609060101010101" charset="-122"/>
            </a:endParaRPr>
          </a:p>
        </p:txBody>
      </p:sp>
      <p:sp>
        <p:nvSpPr>
          <p:cNvPr id="17" name="文本框 16" title=""/>
          <p:cNvSpPr txBox="1"/>
          <p:nvPr>
            <p:custDataLst>
              <p:tags r:id="rId29"/>
            </p:custDataLst>
          </p:nvPr>
        </p:nvSpPr>
        <p:spPr>
          <a:xfrm>
            <a:off x="6848475" y="3434715"/>
            <a:ext cx="4483735" cy="829945"/>
          </a:xfrm>
          <a:prstGeom prst="rect">
            <a:avLst/>
          </a:prstGeom>
          <a:noFill/>
        </p:spPr>
        <p:txBody>
          <a:bodyPr wrap="square" rtlCol="0">
            <a:spAutoFit/>
          </a:bodyPr>
          <a:lstStyle/>
          <a:p>
            <a:pPr marL="0" lvl="0" indent="0" algn="ctr" defTabSz="685800" fontAlgn="base"/>
            <a:r>
              <a:rPr lang="zh-CN" altLang="en-US" sz="2400" b="1">
                <a:latin typeface="Times New Roman" panose="02020603050405020304" pitchFamily="18" charset="0"/>
                <a:ea typeface="黑体" panose="02010609060101010101" charset="-122"/>
                <a:cs typeface="Times New Roman" panose="02020603050405020304" pitchFamily="18" charset="0"/>
                <a:sym typeface="黑体" panose="02010609060101010101" charset="-122"/>
              </a:rPr>
              <a:t>若</a:t>
            </a:r>
            <a:r>
              <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黑体" panose="02010609060101010101" charset="-122"/>
              </a:rPr>
              <a:t>两个三角形周长相等</a:t>
            </a:r>
            <a:r>
              <a:rPr lang="zh-CN" altLang="en-US" sz="2400" b="1">
                <a:latin typeface="Times New Roman" panose="02020603050405020304" pitchFamily="18" charset="0"/>
                <a:ea typeface="黑体" panose="02010609060101010101" charset="-122"/>
                <a:cs typeface="Times New Roman" panose="02020603050405020304" pitchFamily="18" charset="0"/>
                <a:sym typeface="黑体" panose="02010609060101010101" charset="-122"/>
              </a:rPr>
              <a:t>，</a:t>
            </a:r>
            <a:endParaRPr lang="zh-CN" altLang="en-US" sz="2400" b="1">
              <a:latin typeface="Times New Roman" panose="02020603050405020304" pitchFamily="18" charset="0"/>
              <a:ea typeface="黑体" panose="02010609060101010101" charset="-122"/>
              <a:cs typeface="Times New Roman" panose="02020603050405020304" pitchFamily="18" charset="0"/>
              <a:sym typeface="黑体" panose="02010609060101010101" charset="-122"/>
            </a:endParaRPr>
          </a:p>
          <a:p>
            <a:pPr marL="0" lvl="0" indent="0" algn="ctr" defTabSz="685800" fontAlgn="base"/>
            <a:r>
              <a:rPr lang="zh-CN" altLang="en-US" sz="2400" b="1">
                <a:latin typeface="Times New Roman" panose="02020603050405020304" pitchFamily="18" charset="0"/>
                <a:ea typeface="黑体" panose="02010609060101010101" charset="-122"/>
                <a:cs typeface="Times New Roman" panose="02020603050405020304" pitchFamily="18" charset="0"/>
                <a:sym typeface="黑体" panose="02010609060101010101" charset="-122"/>
              </a:rPr>
              <a:t>则</a:t>
            </a:r>
            <a:r>
              <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黑体" panose="02010609060101010101" charset="-122"/>
              </a:rPr>
              <a:t>这两个三角形全等</a:t>
            </a:r>
            <a:r>
              <a:rPr lang="en-US" altLang="zh-CN" sz="2400" b="1">
                <a:latin typeface="Times New Roman" panose="02020603050405020304" pitchFamily="18" charset="0"/>
                <a:ea typeface="黑体" panose="02010609060101010101" charset="-122"/>
                <a:cs typeface="Times New Roman" panose="02020603050405020304" pitchFamily="18" charset="0"/>
                <a:sym typeface="黑体" panose="02010609060101010101" charset="-122"/>
              </a:rPr>
              <a:t>.(</a:t>
            </a:r>
            <a:r>
              <a:rPr lang="zh-CN" altLang="en-US" sz="2400" b="1">
                <a:latin typeface="Times New Roman" panose="02020603050405020304" pitchFamily="18" charset="0"/>
                <a:ea typeface="黑体" panose="02010609060101010101" charset="-122"/>
                <a:cs typeface="Times New Roman" panose="02020603050405020304" pitchFamily="18" charset="0"/>
                <a:sym typeface="黑体" panose="02010609060101010101" charset="-122"/>
              </a:rPr>
              <a:t>假</a:t>
            </a:r>
            <a:r>
              <a:rPr lang="en-US" altLang="zh-CN" sz="2400" b="1">
                <a:latin typeface="Times New Roman" panose="02020603050405020304" pitchFamily="18" charset="0"/>
                <a:ea typeface="黑体" panose="02010609060101010101" charset="-122"/>
                <a:cs typeface="Times New Roman" panose="02020603050405020304" pitchFamily="18" charset="0"/>
                <a:sym typeface="黑体" panose="02010609060101010101" charset="-122"/>
              </a:rPr>
              <a:t>)</a:t>
            </a:r>
            <a:endParaRPr lang="zh-CN" altLang="en-US" sz="2400">
              <a:latin typeface="Times New Roman" panose="02020603050405020304" pitchFamily="18" charset="0"/>
              <a:ea typeface="黑体" panose="02010609060101010101" charset="-122"/>
              <a:cs typeface="Times New Roman" panose="02020603050405020304" pitchFamily="18" charset="0"/>
            </a:endParaRPr>
          </a:p>
        </p:txBody>
      </p:sp>
      <p:sp>
        <p:nvSpPr>
          <p:cNvPr id="72" name="圆角矩形 71" title=""/>
          <p:cNvSpPr/>
          <p:nvPr>
            <p:custDataLst>
              <p:tags r:id="rId30"/>
            </p:custDataLst>
          </p:nvPr>
        </p:nvSpPr>
        <p:spPr>
          <a:xfrm>
            <a:off x="3021330" y="4495165"/>
            <a:ext cx="3757930" cy="877570"/>
          </a:xfrm>
          <a:prstGeom prst="roundRect">
            <a:avLst/>
          </a:prstGeom>
          <a:gradFill>
            <a:gsLst>
              <a:gs pos="0">
                <a:srgbClr val="4175FC"/>
              </a:gs>
              <a:gs pos="100000">
                <a:schemeClr val="accent2">
                  <a:alpha val="63000"/>
                </a:schemeClr>
              </a:gs>
            </a:gsLst>
            <a:lin ang="2160000" scaled="0"/>
          </a:gra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a:outerShdw blurRad="101600" dist="76200" dir="2700000" algn="tl" rotWithShape="0">
              <a:srgbClr val="4175FC">
                <a:alpha val="3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2400" b="1" i="1">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p</a:t>
            </a:r>
            <a:r>
              <a:rPr sz="2400" b="1">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有充分的理由使</a:t>
            </a:r>
            <a:r>
              <a:rPr sz="2400" b="1" i="1">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q</a:t>
            </a:r>
            <a:r>
              <a:rPr sz="2400" b="1">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成立</a:t>
            </a:r>
            <a:endParaRPr sz="2400" b="1">
              <a:solidFill>
                <a:schemeClr val="bg1"/>
              </a:solidFill>
              <a:latin typeface="Times New Roman" panose="02020603050405020304" pitchFamily="18" charset="0"/>
              <a:ea typeface="黑体" panose="02010609060101010101" charset="-122"/>
              <a:cs typeface="Times New Roman" panose="02020603050405020304" pitchFamily="18" charset="0"/>
              <a:sym typeface="+mn-ea"/>
            </a:endParaRPr>
          </a:p>
          <a:p>
            <a:pPr algn="ctr"/>
            <a:r>
              <a:rPr sz="2400" b="1">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(有</a:t>
            </a:r>
            <a:r>
              <a:rPr sz="2400" b="1" i="1">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p</a:t>
            </a:r>
            <a:r>
              <a:rPr sz="2400" b="1">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就有</a:t>
            </a:r>
            <a:r>
              <a:rPr sz="2400" b="1" i="1">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q</a:t>
            </a:r>
            <a:r>
              <a:rPr sz="2400" b="1">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a:t>
            </a:r>
            <a:endParaRPr sz="2400" b="1">
              <a:solidFill>
                <a:schemeClr val="bg1"/>
              </a:solidFill>
              <a:latin typeface="Times New Roman" panose="02020603050405020304" pitchFamily="18" charset="0"/>
              <a:ea typeface="黑体" panose="02010609060101010101" charset="-122"/>
              <a:cs typeface="Times New Roman" panose="02020603050405020304" pitchFamily="18" charset="0"/>
              <a:sym typeface="+mn-ea"/>
            </a:endParaRPr>
          </a:p>
        </p:txBody>
      </p:sp>
      <p:sp>
        <p:nvSpPr>
          <p:cNvPr id="18" name="圆角矩形 17" title=""/>
          <p:cNvSpPr/>
          <p:nvPr>
            <p:custDataLst>
              <p:tags r:id="rId31"/>
            </p:custDataLst>
          </p:nvPr>
        </p:nvSpPr>
        <p:spPr>
          <a:xfrm>
            <a:off x="3021330" y="5506085"/>
            <a:ext cx="3757930" cy="877570"/>
          </a:xfrm>
          <a:prstGeom prst="roundRect">
            <a:avLst/>
          </a:prstGeom>
          <a:gradFill>
            <a:gsLst>
              <a:gs pos="0">
                <a:srgbClr val="4175FC"/>
              </a:gs>
              <a:gs pos="100000">
                <a:schemeClr val="accent2">
                  <a:alpha val="63000"/>
                </a:schemeClr>
              </a:gs>
            </a:gsLst>
            <a:lin ang="2160000" scaled="0"/>
          </a:gra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a:outerShdw blurRad="101600" dist="76200" dir="2700000" algn="tl" rotWithShape="0">
              <a:srgbClr val="4175FC">
                <a:alpha val="3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altLang="zh-CN" sz="2400" b="1" i="1">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q</a:t>
            </a:r>
            <a:r>
              <a:rPr lang="zh-CN" altLang="en-US" sz="2400" b="1">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不成立则</a:t>
            </a:r>
            <a:r>
              <a:rPr lang="en-US" altLang="zh-CN" sz="2400" b="1" i="1">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p</a:t>
            </a:r>
            <a:r>
              <a:rPr lang="zh-CN" altLang="en-US" sz="2400" b="1">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必然不成立</a:t>
            </a:r>
            <a:endParaRPr lang="zh-CN" altLang="en-US" sz="2400" b="1">
              <a:solidFill>
                <a:schemeClr val="bg1"/>
              </a:solidFill>
              <a:latin typeface="Times New Roman" panose="02020603050405020304" pitchFamily="18" charset="0"/>
              <a:ea typeface="黑体" panose="02010609060101010101" charset="-122"/>
              <a:cs typeface="Times New Roman" panose="02020603050405020304" pitchFamily="18" charset="0"/>
            </a:endParaRPr>
          </a:p>
          <a:p>
            <a:pPr lvl="0" algn="ctr"/>
            <a:r>
              <a:rPr lang="zh-CN" altLang="en-US" sz="2400" b="1">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（没</a:t>
            </a:r>
            <a:r>
              <a:rPr lang="en-US" altLang="zh-CN" sz="2400" b="1" i="1">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q</a:t>
            </a:r>
            <a:r>
              <a:rPr lang="zh-CN" altLang="en-US" sz="2400" b="1">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就没</a:t>
            </a:r>
            <a:r>
              <a:rPr lang="en-US" altLang="zh-CN" sz="2400" b="1" i="1">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p</a:t>
            </a:r>
            <a:r>
              <a:rPr lang="zh-CN" altLang="en-US" sz="2400" b="1">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a:t>
            </a:r>
            <a:endParaRPr lang="zh-CN" altLang="en-US" sz="2400" b="1">
              <a:solidFill>
                <a:schemeClr val="bg1"/>
              </a:solidFill>
              <a:latin typeface="Times New Roman" panose="02020603050405020304" pitchFamily="18" charset="0"/>
              <a:ea typeface="黑体" panose="02010609060101010101" charset="-122"/>
              <a:cs typeface="Times New Roman" panose="02020603050405020304" pitchFamily="18" charset="0"/>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250" fill="hold">
                                          <p:stCondLst>
                                            <p:cond delay="0"/>
                                          </p:stCondLst>
                                        </p:cTn>
                                        <p:tgtEl>
                                          <p:spTgt spid="29723"/>
                                        </p:tgtEl>
                                        <p:attrNameLst>
                                          <p:attrName>style.visibility</p:attrName>
                                        </p:attrNameLst>
                                      </p:cBhvr>
                                      <p:to>
                                        <p:strVal val="visible"/>
                                      </p:to>
                                    </p:set>
                                    <p:animEffect transition="in" filter="fade">
                                      <p:cBhvr>
                                        <p:cTn id="7" dur="250"/>
                                        <p:tgtEl>
                                          <p:spTgt spid="29723"/>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250" fill="hold">
                                          <p:stCondLst>
                                            <p:cond delay="0"/>
                                          </p:stCondLst>
                                        </p:cTn>
                                        <p:tgtEl>
                                          <p:spTgt spid="29724"/>
                                        </p:tgtEl>
                                        <p:attrNameLst>
                                          <p:attrName>style.visibility</p:attrName>
                                        </p:attrNameLst>
                                      </p:cBhvr>
                                      <p:to>
                                        <p:strVal val="visible"/>
                                      </p:to>
                                    </p:set>
                                    <p:animEffect transition="in" filter="fade">
                                      <p:cBhvr>
                                        <p:cTn id="12" dur="250"/>
                                        <p:tgtEl>
                                          <p:spTgt spid="29724"/>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250" fill="hold">
                                          <p:stCondLst>
                                            <p:cond delay="0"/>
                                          </p:stCondLst>
                                        </p:cTn>
                                        <p:tgtEl>
                                          <p:spTgt spid="29725"/>
                                        </p:tgtEl>
                                        <p:attrNameLst>
                                          <p:attrName>style.visibility</p:attrName>
                                        </p:attrNameLst>
                                      </p:cBhvr>
                                      <p:to>
                                        <p:strVal val="visible"/>
                                      </p:to>
                                    </p:set>
                                    <p:animEffect transition="in" filter="fade">
                                      <p:cBhvr>
                                        <p:cTn id="17" dur="250"/>
                                        <p:tgtEl>
                                          <p:spTgt spid="29725"/>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250" fill="hold">
                                          <p:stCondLst>
                                            <p:cond delay="0"/>
                                          </p:stCondLst>
                                        </p:cTn>
                                        <p:tgtEl>
                                          <p:spTgt spid="14"/>
                                        </p:tgtEl>
                                        <p:attrNameLst>
                                          <p:attrName>style.visibility</p:attrName>
                                        </p:attrNameLst>
                                      </p:cBhvr>
                                      <p:to>
                                        <p:strVal val="visible"/>
                                      </p:to>
                                    </p:set>
                                    <p:animEffect transition="in" filter="fade">
                                      <p:cBhvr>
                                        <p:cTn id="22" dur="250"/>
                                        <p:tgtEl>
                                          <p:spTgt spid="14"/>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250" fill="hold">
                                          <p:stCondLst>
                                            <p:cond delay="0"/>
                                          </p:stCondLst>
                                        </p:cTn>
                                        <p:tgtEl>
                                          <p:spTgt spid="72"/>
                                        </p:tgtEl>
                                        <p:attrNameLst>
                                          <p:attrName>style.visibility</p:attrName>
                                        </p:attrNameLst>
                                      </p:cBhvr>
                                      <p:to>
                                        <p:strVal val="visible"/>
                                      </p:to>
                                    </p:set>
                                    <p:animEffect transition="in" filter="wipe(left)">
                                      <p:cBhvr>
                                        <p:cTn id="27" dur="250"/>
                                        <p:tgtEl>
                                          <p:spTgt spid="72"/>
                                        </p:tgtEl>
                                      </p:cBhvr>
                                    </p:animEffect>
                                  </p:childTnLst>
                                </p:cTn>
                              </p:par>
                            </p:childTnLst>
                          </p:cTn>
                        </p:par>
                      </p:childTnLst>
                    </p:cTn>
                  </p:par>
                  <p:par>
                    <p:cTn id="28" fill="hold" nodeType="clickPar">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250" fill="hold">
                                          <p:stCondLst>
                                            <p:cond delay="0"/>
                                          </p:stCondLst>
                                        </p:cTn>
                                        <p:tgtEl>
                                          <p:spTgt spid="18"/>
                                        </p:tgtEl>
                                        <p:attrNameLst>
                                          <p:attrName>style.visibility</p:attrName>
                                        </p:attrNameLst>
                                      </p:cBhvr>
                                      <p:to>
                                        <p:strVal val="visible"/>
                                      </p:to>
                                    </p:set>
                                    <p:animEffect transition="in" filter="wipe(left)">
                                      <p:cBhvr>
                                        <p:cTn id="32" dur="250"/>
                                        <p:tgtEl>
                                          <p:spTgt spid="18"/>
                                        </p:tgtEl>
                                      </p:cBhvr>
                                    </p:animEffect>
                                  </p:childTnLst>
                                </p:cTn>
                              </p:par>
                            </p:childTnLst>
                          </p:cTn>
                        </p:par>
                      </p:childTnLst>
                    </p:cTn>
                  </p:par>
                  <p:par>
                    <p:cTn id="33" fill="hold" nodeType="clickPar">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250" fill="hold">
                                          <p:stCondLst>
                                            <p:cond delay="0"/>
                                          </p:stCondLst>
                                        </p:cTn>
                                        <p:tgtEl>
                                          <p:spTgt spid="29728"/>
                                        </p:tgtEl>
                                        <p:attrNameLst>
                                          <p:attrName>style.visibility</p:attrName>
                                        </p:attrNameLst>
                                      </p:cBhvr>
                                      <p:to>
                                        <p:strVal val="visible"/>
                                      </p:to>
                                    </p:set>
                                    <p:animEffect transition="in" filter="fade">
                                      <p:cBhvr>
                                        <p:cTn id="37" dur="250"/>
                                        <p:tgtEl>
                                          <p:spTgt spid="29728"/>
                                        </p:tgtEl>
                                      </p:cBhvr>
                                    </p:animEffect>
                                  </p:childTnLst>
                                </p:cTn>
                              </p:par>
                            </p:childTnLst>
                          </p:cTn>
                        </p:par>
                      </p:childTnLst>
                    </p:cTn>
                  </p:par>
                  <p:par>
                    <p:cTn id="38" fill="hold" nodeType="clickPar">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250" fill="hold">
                                          <p:stCondLst>
                                            <p:cond delay="0"/>
                                          </p:stCondLst>
                                        </p:cTn>
                                        <p:tgtEl>
                                          <p:spTgt spid="29726"/>
                                        </p:tgtEl>
                                        <p:attrNameLst>
                                          <p:attrName>style.visibility</p:attrName>
                                        </p:attrNameLst>
                                      </p:cBhvr>
                                      <p:to>
                                        <p:strVal val="visible"/>
                                      </p:to>
                                    </p:set>
                                    <p:animEffect transition="in" filter="fade">
                                      <p:cBhvr>
                                        <p:cTn id="42" dur="250"/>
                                        <p:tgtEl>
                                          <p:spTgt spid="29726"/>
                                        </p:tgtEl>
                                      </p:cBhvr>
                                    </p:animEffect>
                                  </p:childTnLst>
                                </p:cTn>
                              </p:par>
                            </p:childTnLst>
                          </p:cTn>
                        </p:par>
                      </p:childTnLst>
                    </p:cTn>
                  </p:par>
                  <p:par>
                    <p:cTn id="43" fill="hold" nodeType="clickPar">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250" fill="hold">
                                          <p:stCondLst>
                                            <p:cond delay="0"/>
                                          </p:stCondLst>
                                        </p:cTn>
                                        <p:tgtEl>
                                          <p:spTgt spid="29727"/>
                                        </p:tgtEl>
                                        <p:attrNameLst>
                                          <p:attrName>style.visibility</p:attrName>
                                        </p:attrNameLst>
                                      </p:cBhvr>
                                      <p:to>
                                        <p:strVal val="visible"/>
                                      </p:to>
                                    </p:set>
                                    <p:animEffect transition="in" filter="fade">
                                      <p:cBhvr>
                                        <p:cTn id="47" dur="250"/>
                                        <p:tgtEl>
                                          <p:spTgt spid="29727"/>
                                        </p:tgtEl>
                                      </p:cBhvr>
                                    </p:animEffect>
                                  </p:childTnLst>
                                </p:cTn>
                              </p:par>
                            </p:childTnLst>
                          </p:cTn>
                        </p:par>
                      </p:childTnLst>
                    </p:cTn>
                  </p:par>
                  <p:par>
                    <p:cTn id="48" fill="hold" nodeType="clickPar">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250" fill="hold">
                                          <p:stCondLst>
                                            <p:cond delay="0"/>
                                          </p:stCondLst>
                                        </p:cTn>
                                        <p:tgtEl>
                                          <p:spTgt spid="17"/>
                                        </p:tgtEl>
                                        <p:attrNameLst>
                                          <p:attrName>style.visibility</p:attrName>
                                        </p:attrNameLst>
                                      </p:cBhvr>
                                      <p:to>
                                        <p:strVal val="visible"/>
                                      </p:to>
                                    </p:set>
                                    <p:animEffect transition="in" filter="fade">
                                      <p:cBhvr>
                                        <p:cTn id="52"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24" grpId="0"/>
      <p:bldP spid="29725" grpId="0"/>
      <p:bldP spid="14" grpId="0"/>
      <p:bldP spid="29726" grpId="0"/>
      <p:bldP spid="29727" grpId="0"/>
      <p:bldP spid="17" grpId="0"/>
      <p:bldP spid="72" grpId="0" animBg="1"/>
      <p:bldP spid="18" grpId="0" animBg="1"/>
    </p:bldLst>
  </p:timing>
</p:sld>
</file>

<file path=ppt/slides/slide1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7" name="组合 6" title=""/>
          <p:cNvGrpSpPr/>
          <p:nvPr>
            <p:custDataLst>
              <p:tags r:id="rId3"/>
            </p:custDataLst>
          </p:nvPr>
        </p:nvGrpSpPr>
        <p:grpSpPr>
          <a:xfrm>
            <a:off x="-587375" y="0"/>
            <a:ext cx="12779375" cy="6858000"/>
            <a:chOff x="-925" y="0"/>
            <a:chExt cx="20125" cy="10800"/>
          </a:xfrm>
        </p:grpSpPr>
        <p:pic>
          <p:nvPicPr>
            <p:cNvPr id="4" name="图片 3"/>
            <p:cNvPicPr>
              <a:picLocks noChangeAspect="1"/>
            </p:cNvPicPr>
            <p:nvPr>
              <p:custDataLst>
                <p:tags r:id="rId5"/>
              </p:custDataLst>
            </p:nvPr>
          </p:nvPicPr>
          <p:blipFill>
            <a:blip r:embed="rId4">
              <a:extLst>
                <a:ext uri="{28A0092B-C50C-407E-A947-70E740481C1C}">
                  <a14:useLocalDpi xmlns:a14="http://schemas.microsoft.com/office/drawing/2010/main" val="0"/>
                </a:ext>
              </a:extLst>
            </a:blip>
            <a:srcRect t="7813" b="7813"/>
            <a:stretch>
              <a:fillRect/>
            </a:stretch>
          </p:blipFill>
          <p:spPr>
            <a:xfrm>
              <a:off x="0" y="0"/>
              <a:ext cx="19200" cy="108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6" name="椭圆 5"/>
            <p:cNvSpPr/>
            <p:nvPr>
              <p:custDataLst>
                <p:tags r:id="rId6"/>
              </p:custDataLst>
            </p:nvPr>
          </p:nvSpPr>
          <p:spPr>
            <a:xfrm>
              <a:off x="-925" y="5963"/>
              <a:ext cx="2875" cy="2875"/>
            </a:xfrm>
            <a:prstGeom prst="ellipse">
              <a:avLst/>
            </a:prstGeom>
            <a:solidFill>
              <a:schemeClr val="accent2">
                <a:lumMod val="60000"/>
                <a:lumOff val="40000"/>
                <a:alpha val="38000"/>
              </a:schemeClr>
            </a:solidFill>
            <a:ln>
              <a:noFill/>
            </a:ln>
            <a:effectLst>
              <a:softEdge rad="4699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椭圆 4"/>
            <p:cNvSpPr/>
            <p:nvPr>
              <p:custDataLst>
                <p:tags r:id="rId7"/>
              </p:custDataLst>
            </p:nvPr>
          </p:nvSpPr>
          <p:spPr>
            <a:xfrm>
              <a:off x="9373" y="1081"/>
              <a:ext cx="2875" cy="2875"/>
            </a:xfrm>
            <a:prstGeom prst="ellipse">
              <a:avLst/>
            </a:prstGeom>
            <a:solidFill>
              <a:schemeClr val="accent2">
                <a:alpha val="38000"/>
              </a:schemeClr>
            </a:solidFill>
            <a:ln>
              <a:noFill/>
            </a:ln>
            <a:effectLst>
              <a:softEdge rad="4699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矩形: 圆角 13"/>
            <p:cNvSpPr/>
            <p:nvPr>
              <p:custDataLst>
                <p:tags r:id="rId8"/>
              </p:custDataLst>
            </p:nvPr>
          </p:nvSpPr>
          <p:spPr>
            <a:xfrm>
              <a:off x="1180" y="780"/>
              <a:ext cx="5400" cy="540"/>
            </a:xfrm>
            <a:prstGeom prst="roundRect">
              <a:avLst>
                <a:gd name="adj" fmla="val 50000"/>
              </a:avLst>
            </a:prstGeom>
            <a:gradFill flip="none" rotWithShape="1">
              <a:gsLst>
                <a:gs pos="0">
                  <a:srgbClr val="4076FD"/>
                </a:gs>
                <a:gs pos="100000">
                  <a:schemeClr val="accent2">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圆角 14"/>
            <p:cNvSpPr/>
            <p:nvPr>
              <p:custDataLst>
                <p:tags r:id="rId9"/>
              </p:custDataLst>
            </p:nvPr>
          </p:nvSpPr>
          <p:spPr>
            <a:xfrm>
              <a:off x="7592" y="9205"/>
              <a:ext cx="7020" cy="634"/>
            </a:xfrm>
            <a:prstGeom prst="roundRect">
              <a:avLst>
                <a:gd name="adj" fmla="val 50000"/>
              </a:avLst>
            </a:prstGeom>
            <a:gradFill flip="none" rotWithShape="1">
              <a:gsLst>
                <a:gs pos="0">
                  <a:srgbClr val="4076FD"/>
                </a:gs>
                <a:gs pos="100000">
                  <a:schemeClr val="accent2">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15"/>
            <p:cNvSpPr/>
            <p:nvPr>
              <p:custDataLst>
                <p:tags r:id="rId10"/>
              </p:custDataLst>
            </p:nvPr>
          </p:nvSpPr>
          <p:spPr>
            <a:xfrm>
              <a:off x="13364" y="10320"/>
              <a:ext cx="4800" cy="180"/>
            </a:xfrm>
            <a:prstGeom prst="roundRect">
              <a:avLst>
                <a:gd name="adj" fmla="val 50000"/>
              </a:avLst>
            </a:prstGeom>
            <a:gradFill flip="none" rotWithShape="1">
              <a:gsLst>
                <a:gs pos="0">
                  <a:srgbClr val="4076FD"/>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title=""/>
          <p:cNvGrpSpPr/>
          <p:nvPr>
            <p:custDataLst>
              <p:tags r:id="rId11"/>
            </p:custDataLst>
          </p:nvPr>
        </p:nvGrpSpPr>
        <p:grpSpPr>
          <a:xfrm flipH="1">
            <a:off x="914400" y="1318230"/>
            <a:ext cx="10363200" cy="4221540"/>
            <a:chOff x="838200" y="1460500"/>
            <a:chExt cx="9664700" cy="3937000"/>
          </a:xfrm>
        </p:grpSpPr>
        <p:sp>
          <p:nvSpPr>
            <p:cNvPr id="13" name="矩形: 圆角 12"/>
            <p:cNvSpPr/>
            <p:nvPr>
              <p:custDataLst>
                <p:tags r:id="rId12"/>
              </p:custDataLst>
            </p:nvPr>
          </p:nvSpPr>
          <p:spPr>
            <a:xfrm>
              <a:off x="838200" y="1460500"/>
              <a:ext cx="9664700" cy="3937000"/>
            </a:xfrm>
            <a:prstGeom prst="roundRect">
              <a:avLst>
                <a:gd name="adj" fmla="val 9794"/>
              </a:avLst>
            </a:prstGeom>
            <a:solidFill>
              <a:schemeClr val="bg1">
                <a:alpha val="8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custDataLst>
                <p:tags r:id="rId13"/>
              </p:custDataLst>
            </p:nvPr>
          </p:nvSpPr>
          <p:spPr>
            <a:xfrm>
              <a:off x="7683500" y="1460500"/>
              <a:ext cx="2819400" cy="2565400"/>
            </a:xfrm>
            <a:custGeom>
              <a:gdLst>
                <a:gd name="connsiteX0" fmla="*/ 29127 w 2819400"/>
                <a:gd name="connsiteY0" fmla="*/ 0 h 2565400"/>
                <a:gd name="connsiteX1" fmla="*/ 2433810 w 2819400"/>
                <a:gd name="connsiteY1" fmla="*/ 0 h 2565400"/>
                <a:gd name="connsiteX2" fmla="*/ 2819400 w 2819400"/>
                <a:gd name="connsiteY2" fmla="*/ 385590 h 2565400"/>
                <a:gd name="connsiteX3" fmla="*/ 2819400 w 2819400"/>
                <a:gd name="connsiteY3" fmla="*/ 2481938 h 2565400"/>
                <a:gd name="connsiteX4" fmla="*/ 2670411 w 2819400"/>
                <a:gd name="connsiteY4" fmla="*/ 2520247 h 2565400"/>
                <a:gd name="connsiteX5" fmla="*/ 2222500 w 2819400"/>
                <a:gd name="connsiteY5" fmla="*/ 2565400 h 2565400"/>
                <a:gd name="connsiteX6" fmla="*/ 0 w 2819400"/>
                <a:gd name="connsiteY6" fmla="*/ 342900 h 2565400"/>
                <a:gd name="connsiteX7" fmla="*/ 11475 w 2819400"/>
                <a:gd name="connsiteY7" fmla="*/ 115662 h 2565400"/>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19400" h="2565400">
                  <a:moveTo>
                    <a:pt x="29127" y="0"/>
                  </a:moveTo>
                  <a:lnTo>
                    <a:pt x="2433810" y="0"/>
                  </a:lnTo>
                  <a:cubicBezTo>
                    <a:pt x="2646765" y="0"/>
                    <a:pt x="2819400" y="172635"/>
                    <a:pt x="2819400" y="385590"/>
                  </a:cubicBezTo>
                  <a:lnTo>
                    <a:pt x="2819400" y="2481938"/>
                  </a:lnTo>
                  <a:lnTo>
                    <a:pt x="2670411" y="2520247"/>
                  </a:lnTo>
                  <a:cubicBezTo>
                    <a:pt x="2525732" y="2549852"/>
                    <a:pt x="2375932" y="2565400"/>
                    <a:pt x="2222500" y="2565400"/>
                  </a:cubicBezTo>
                  <a:cubicBezTo>
                    <a:pt x="995047" y="2565400"/>
                    <a:pt x="0" y="1570353"/>
                    <a:pt x="0" y="342900"/>
                  </a:cubicBezTo>
                  <a:cubicBezTo>
                    <a:pt x="0" y="266184"/>
                    <a:pt x="3887" y="190376"/>
                    <a:pt x="11475" y="115662"/>
                  </a:cubicBezTo>
                  <a:close/>
                </a:path>
              </a:pathLst>
            </a:custGeom>
            <a:gradFill flip="none" rotWithShape="1">
              <a:gsLst>
                <a:gs pos="0">
                  <a:srgbClr val="4076FD">
                    <a:alpha val="22000"/>
                  </a:srgbClr>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p:cNvSpPr/>
            <p:nvPr>
              <p:custDataLst>
                <p:tags r:id="rId14"/>
              </p:custDataLst>
            </p:nvPr>
          </p:nvSpPr>
          <p:spPr>
            <a:xfrm flipH="1" flipV="1">
              <a:off x="838200" y="3918350"/>
              <a:ext cx="1625600" cy="1479150"/>
            </a:xfrm>
            <a:custGeom>
              <a:gdLst>
                <a:gd name="connsiteX0" fmla="*/ 29127 w 2819400"/>
                <a:gd name="connsiteY0" fmla="*/ 0 h 2565400"/>
                <a:gd name="connsiteX1" fmla="*/ 2433810 w 2819400"/>
                <a:gd name="connsiteY1" fmla="*/ 0 h 2565400"/>
                <a:gd name="connsiteX2" fmla="*/ 2819400 w 2819400"/>
                <a:gd name="connsiteY2" fmla="*/ 385590 h 2565400"/>
                <a:gd name="connsiteX3" fmla="*/ 2819400 w 2819400"/>
                <a:gd name="connsiteY3" fmla="*/ 2481938 h 2565400"/>
                <a:gd name="connsiteX4" fmla="*/ 2670411 w 2819400"/>
                <a:gd name="connsiteY4" fmla="*/ 2520247 h 2565400"/>
                <a:gd name="connsiteX5" fmla="*/ 2222500 w 2819400"/>
                <a:gd name="connsiteY5" fmla="*/ 2565400 h 2565400"/>
                <a:gd name="connsiteX6" fmla="*/ 0 w 2819400"/>
                <a:gd name="connsiteY6" fmla="*/ 342900 h 2565400"/>
                <a:gd name="connsiteX7" fmla="*/ 11475 w 2819400"/>
                <a:gd name="connsiteY7" fmla="*/ 115662 h 2565400"/>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19400" h="2565400">
                  <a:moveTo>
                    <a:pt x="29127" y="0"/>
                  </a:moveTo>
                  <a:lnTo>
                    <a:pt x="2433810" y="0"/>
                  </a:lnTo>
                  <a:cubicBezTo>
                    <a:pt x="2646765" y="0"/>
                    <a:pt x="2819400" y="172635"/>
                    <a:pt x="2819400" y="385590"/>
                  </a:cubicBezTo>
                  <a:lnTo>
                    <a:pt x="2819400" y="2481938"/>
                  </a:lnTo>
                  <a:lnTo>
                    <a:pt x="2670411" y="2520247"/>
                  </a:lnTo>
                  <a:cubicBezTo>
                    <a:pt x="2525732" y="2549852"/>
                    <a:pt x="2375932" y="2565400"/>
                    <a:pt x="2222500" y="2565400"/>
                  </a:cubicBezTo>
                  <a:cubicBezTo>
                    <a:pt x="995047" y="2565400"/>
                    <a:pt x="0" y="1570353"/>
                    <a:pt x="0" y="342900"/>
                  </a:cubicBezTo>
                  <a:cubicBezTo>
                    <a:pt x="0" y="266184"/>
                    <a:pt x="3887" y="190376"/>
                    <a:pt x="11475" y="115662"/>
                  </a:cubicBezTo>
                  <a:close/>
                </a:path>
              </a:pathLst>
            </a:custGeom>
            <a:gradFill flip="none" rotWithShape="1">
              <a:gsLst>
                <a:gs pos="0">
                  <a:srgbClr val="4076FD">
                    <a:alpha val="61000"/>
                  </a:srgbClr>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2" name="组合 31" title=""/>
          <p:cNvGrpSpPr/>
          <p:nvPr>
            <p:custDataLst>
              <p:tags r:id="rId15"/>
            </p:custDataLst>
          </p:nvPr>
        </p:nvGrpSpPr>
        <p:grpSpPr>
          <a:xfrm flipH="1">
            <a:off x="10644249" y="2030170"/>
            <a:ext cx="176150" cy="780068"/>
            <a:chOff x="8290832" y="4887686"/>
            <a:chExt cx="296617" cy="1313542"/>
          </a:xfrm>
          <a:solidFill>
            <a:srgbClr val="4076FD"/>
          </a:solidFill>
        </p:grpSpPr>
        <p:grpSp>
          <p:nvGrpSpPr>
            <p:cNvPr id="33" name="组合 32"/>
            <p:cNvGrpSpPr/>
            <p:nvPr>
              <p:custDataLst>
                <p:tags r:id="rId16"/>
              </p:custDataLst>
            </p:nvPr>
          </p:nvGrpSpPr>
          <p:grpSpPr>
            <a:xfrm>
              <a:off x="8452757" y="5040086"/>
              <a:ext cx="134692" cy="1161142"/>
              <a:chOff x="8490857" y="4963886"/>
              <a:chExt cx="134692" cy="1161142"/>
            </a:xfrm>
            <a:grpFill/>
          </p:grpSpPr>
          <p:sp>
            <p:nvSpPr>
              <p:cNvPr id="40" name="等腰三角形 39"/>
              <p:cNvSpPr/>
              <p:nvPr>
                <p:custDataLst>
                  <p:tags r:id="rId17"/>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等腰三角形 40"/>
              <p:cNvSpPr/>
              <p:nvPr>
                <p:custDataLst>
                  <p:tags r:id="rId18"/>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等腰三角形 41"/>
              <p:cNvSpPr/>
              <p:nvPr>
                <p:custDataLst>
                  <p:tags r:id="rId19"/>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等腰三角形 42"/>
              <p:cNvSpPr/>
              <p:nvPr>
                <p:custDataLst>
                  <p:tags r:id="rId20"/>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等腰三角形 43"/>
              <p:cNvSpPr/>
              <p:nvPr>
                <p:custDataLst>
                  <p:tags r:id="rId21"/>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4" name="组合 33"/>
            <p:cNvGrpSpPr/>
            <p:nvPr>
              <p:custDataLst>
                <p:tags r:id="rId22"/>
              </p:custDataLst>
            </p:nvPr>
          </p:nvGrpSpPr>
          <p:grpSpPr>
            <a:xfrm>
              <a:off x="8290832" y="4887686"/>
              <a:ext cx="134692" cy="1161142"/>
              <a:chOff x="8490857" y="4963886"/>
              <a:chExt cx="134692" cy="1161142"/>
            </a:xfrm>
            <a:grpFill/>
          </p:grpSpPr>
          <p:sp>
            <p:nvSpPr>
              <p:cNvPr id="35" name="等腰三角形 34"/>
              <p:cNvSpPr/>
              <p:nvPr>
                <p:custDataLst>
                  <p:tags r:id="rId23"/>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custDataLst>
                  <p:tags r:id="rId24"/>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custDataLst>
                  <p:tags r:id="rId25"/>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等腰三角形 37"/>
              <p:cNvSpPr/>
              <p:nvPr>
                <p:custDataLst>
                  <p:tags r:id="rId26"/>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等腰三角形 38"/>
              <p:cNvSpPr/>
              <p:nvPr>
                <p:custDataLst>
                  <p:tags r:id="rId27"/>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45" name="组合 44" title=""/>
          <p:cNvGrpSpPr/>
          <p:nvPr>
            <p:custDataLst>
              <p:tags r:id="rId28"/>
            </p:custDataLst>
          </p:nvPr>
        </p:nvGrpSpPr>
        <p:grpSpPr>
          <a:xfrm flipH="1">
            <a:off x="1424049" y="4468570"/>
            <a:ext cx="176150" cy="780068"/>
            <a:chOff x="8290832" y="4887686"/>
            <a:chExt cx="296617" cy="1313542"/>
          </a:xfrm>
          <a:solidFill>
            <a:srgbClr val="4076FD"/>
          </a:solidFill>
        </p:grpSpPr>
        <p:grpSp>
          <p:nvGrpSpPr>
            <p:cNvPr id="46" name="组合 45"/>
            <p:cNvGrpSpPr/>
            <p:nvPr>
              <p:custDataLst>
                <p:tags r:id="rId29"/>
              </p:custDataLst>
            </p:nvPr>
          </p:nvGrpSpPr>
          <p:grpSpPr>
            <a:xfrm>
              <a:off x="8452757" y="5040086"/>
              <a:ext cx="134692" cy="1161142"/>
              <a:chOff x="8490857" y="4963886"/>
              <a:chExt cx="134692" cy="1161142"/>
            </a:xfrm>
            <a:grpFill/>
          </p:grpSpPr>
          <p:sp>
            <p:nvSpPr>
              <p:cNvPr id="53" name="等腰三角形 52"/>
              <p:cNvSpPr/>
              <p:nvPr>
                <p:custDataLst>
                  <p:tags r:id="rId30"/>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等腰三角形 53"/>
              <p:cNvSpPr/>
              <p:nvPr>
                <p:custDataLst>
                  <p:tags r:id="rId31"/>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p:custDataLst>
                  <p:tags r:id="rId32"/>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custDataLst>
                  <p:tags r:id="rId33"/>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等腰三角形 56"/>
              <p:cNvSpPr/>
              <p:nvPr>
                <p:custDataLst>
                  <p:tags r:id="rId34"/>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7" name="组合 46"/>
            <p:cNvGrpSpPr/>
            <p:nvPr>
              <p:custDataLst>
                <p:tags r:id="rId35"/>
              </p:custDataLst>
            </p:nvPr>
          </p:nvGrpSpPr>
          <p:grpSpPr>
            <a:xfrm>
              <a:off x="8290832" y="4887686"/>
              <a:ext cx="134692" cy="1161142"/>
              <a:chOff x="8490857" y="4963886"/>
              <a:chExt cx="134692" cy="1161142"/>
            </a:xfrm>
            <a:grpFill/>
          </p:grpSpPr>
          <p:sp>
            <p:nvSpPr>
              <p:cNvPr id="48" name="等腰三角形 47"/>
              <p:cNvSpPr/>
              <p:nvPr>
                <p:custDataLst>
                  <p:tags r:id="rId36"/>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等腰三角形 48"/>
              <p:cNvSpPr/>
              <p:nvPr>
                <p:custDataLst>
                  <p:tags r:id="rId37"/>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等腰三角形 49"/>
              <p:cNvSpPr/>
              <p:nvPr>
                <p:custDataLst>
                  <p:tags r:id="rId38"/>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等腰三角形 50"/>
              <p:cNvSpPr/>
              <p:nvPr>
                <p:custDataLst>
                  <p:tags r:id="rId39"/>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等腰三角形 51"/>
              <p:cNvSpPr/>
              <p:nvPr>
                <p:custDataLst>
                  <p:tags r:id="rId40"/>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1" name="文本框 10" title=""/>
          <p:cNvSpPr txBox="1"/>
          <p:nvPr>
            <p:custDataLst>
              <p:tags r:id="rId41"/>
            </p:custDataLst>
          </p:nvPr>
        </p:nvSpPr>
        <p:spPr>
          <a:xfrm>
            <a:off x="3700780" y="1657350"/>
            <a:ext cx="4791075" cy="405765"/>
          </a:xfrm>
          <a:prstGeom prst="rect">
            <a:avLst/>
          </a:prstGeom>
          <a:noFill/>
        </p:spPr>
        <p:txBody>
          <a:bodyPr wrap="square" rtlCol="0">
            <a:noAutofit/>
          </a:bodyPr>
          <a:lstStyle/>
          <a:p>
            <a:pPr algn="dist"/>
            <a:r>
              <a:rPr lang="en-US" altLang="zh-CN">
                <a:latin typeface="黑体" panose="02010609060101010101" charset="-122"/>
                <a:ea typeface="黑体" panose="02010609060101010101" charset="-122"/>
              </a:rPr>
              <a:t>充分条件与必要条件</a:t>
            </a:r>
            <a:endParaRPr lang="en-US" altLang="zh-CN">
              <a:latin typeface="黑体" panose="02010609060101010101" charset="-122"/>
              <a:ea typeface="黑体" panose="02010609060101010101" charset="-122"/>
            </a:endParaRPr>
          </a:p>
        </p:txBody>
      </p:sp>
      <p:sp>
        <p:nvSpPr>
          <p:cNvPr id="12" name="文本框 11" title=""/>
          <p:cNvSpPr txBox="1"/>
          <p:nvPr>
            <p:custDataLst>
              <p:tags r:id="rId42"/>
            </p:custDataLst>
          </p:nvPr>
        </p:nvSpPr>
        <p:spPr>
          <a:xfrm>
            <a:off x="1087120" y="2222500"/>
            <a:ext cx="5059680" cy="2724785"/>
          </a:xfrm>
          <a:prstGeom prst="rect">
            <a:avLst/>
          </a:prstGeom>
          <a:noFill/>
        </p:spPr>
        <p:txBody>
          <a:bodyPr wrap="square" rtlCol="0">
            <a:noAutofit/>
          </a:bodyPr>
          <a:lstStyle/>
          <a:p>
            <a:r>
              <a:rPr lang="en-US" altLang="zh-CN" sz="18000">
                <a:gradFill>
                  <a:gsLst>
                    <a:gs pos="0">
                      <a:srgbClr val="4479FD"/>
                    </a:gs>
                    <a:gs pos="100000">
                      <a:srgbClr val="4175FC"/>
                    </a:gs>
                  </a:gsLst>
                  <a:lin ang="10800000" scaled="0"/>
                </a:gradFill>
                <a:latin typeface="黑体" panose="02010609060101010101" charset="-122"/>
                <a:ea typeface="黑体" panose="02010609060101010101" charset="-122"/>
              </a:rPr>
              <a:t>02</a:t>
            </a:r>
            <a:endParaRPr lang="zh-CN" altLang="en-US" sz="18000">
              <a:gradFill>
                <a:gsLst>
                  <a:gs pos="0">
                    <a:srgbClr val="4479FD"/>
                  </a:gs>
                  <a:gs pos="100000">
                    <a:srgbClr val="4175FC"/>
                  </a:gs>
                </a:gsLst>
                <a:lin ang="10800000" scaled="0"/>
              </a:gradFill>
              <a:latin typeface="黑体" panose="02010609060101010101" charset="-122"/>
              <a:ea typeface="黑体" panose="02010609060101010101" charset="-122"/>
            </a:endParaRPr>
          </a:p>
        </p:txBody>
      </p:sp>
      <p:sp>
        <p:nvSpPr>
          <p:cNvPr id="14" name="文本框 13" title=""/>
          <p:cNvSpPr txBox="1"/>
          <p:nvPr>
            <p:custDataLst>
              <p:tags r:id="rId43"/>
            </p:custDataLst>
          </p:nvPr>
        </p:nvSpPr>
        <p:spPr>
          <a:xfrm>
            <a:off x="3467100" y="3123565"/>
            <a:ext cx="7582535" cy="829945"/>
          </a:xfrm>
          <a:prstGeom prst="rect">
            <a:avLst/>
          </a:prstGeom>
          <a:noFill/>
        </p:spPr>
        <p:txBody>
          <a:bodyPr wrap="square" rtlCol="0">
            <a:spAutoFit/>
          </a:bodyPr>
          <a:lstStyle/>
          <a:p>
            <a:r>
              <a:rPr lang="zh-CN" altLang="en-US" sz="4800" b="1">
                <a:solidFill>
                  <a:schemeClr val="tx1">
                    <a:lumMod val="95000"/>
                    <a:lumOff val="5000"/>
                  </a:schemeClr>
                </a:solidFill>
                <a:latin typeface="微软雅黑" panose="020b0503020204020204" charset="-122"/>
                <a:ea typeface="微软雅黑" panose="020b0503020204020204" charset="-122"/>
              </a:rPr>
              <a:t>充</a:t>
            </a:r>
            <a:r>
              <a:rPr lang="zh-CN" altLang="en-US" sz="4800" b="1">
                <a:solidFill>
                  <a:srgbClr val="4378FD"/>
                </a:solidFill>
                <a:latin typeface="微软雅黑" panose="020b0503020204020204" charset="-122"/>
                <a:ea typeface="微软雅黑" panose="020b0503020204020204" charset="-122"/>
              </a:rPr>
              <a:t>分</a:t>
            </a:r>
            <a:r>
              <a:rPr lang="zh-CN" altLang="en-US" sz="4800" b="1">
                <a:solidFill>
                  <a:schemeClr val="tx1">
                    <a:lumMod val="95000"/>
                    <a:lumOff val="5000"/>
                  </a:schemeClr>
                </a:solidFill>
                <a:latin typeface="微软雅黑" panose="020b0503020204020204" charset="-122"/>
                <a:ea typeface="微软雅黑" panose="020b0503020204020204" charset="-122"/>
              </a:rPr>
              <a:t>条</a:t>
            </a:r>
            <a:r>
              <a:rPr lang="zh-CN" altLang="en-US" sz="4800" b="1">
                <a:solidFill>
                  <a:srgbClr val="4378FD"/>
                </a:solidFill>
                <a:latin typeface="微软雅黑" panose="020b0503020204020204" charset="-122"/>
                <a:ea typeface="微软雅黑" panose="020b0503020204020204" charset="-122"/>
              </a:rPr>
              <a:t>件</a:t>
            </a:r>
            <a:r>
              <a:rPr lang="zh-CN" altLang="en-US" sz="4800" b="1">
                <a:solidFill>
                  <a:schemeClr val="tx1">
                    <a:lumMod val="95000"/>
                    <a:lumOff val="5000"/>
                  </a:schemeClr>
                </a:solidFill>
                <a:latin typeface="微软雅黑" panose="020b0503020204020204" charset="-122"/>
                <a:ea typeface="微软雅黑" panose="020b0503020204020204" charset="-122"/>
              </a:rPr>
              <a:t>与</a:t>
            </a:r>
            <a:r>
              <a:rPr lang="zh-CN" altLang="en-US" sz="4800" b="1">
                <a:solidFill>
                  <a:srgbClr val="4378FD"/>
                </a:solidFill>
                <a:latin typeface="微软雅黑" panose="020b0503020204020204" charset="-122"/>
                <a:ea typeface="微软雅黑" panose="020b0503020204020204" charset="-122"/>
              </a:rPr>
              <a:t>必</a:t>
            </a:r>
            <a:r>
              <a:rPr lang="zh-CN" altLang="en-US" sz="4800" b="1">
                <a:solidFill>
                  <a:schemeClr val="tx1">
                    <a:lumMod val="95000"/>
                    <a:lumOff val="5000"/>
                  </a:schemeClr>
                </a:solidFill>
                <a:latin typeface="微软雅黑" panose="020b0503020204020204" charset="-122"/>
                <a:ea typeface="微软雅黑" panose="020b0503020204020204" charset="-122"/>
              </a:rPr>
              <a:t>要</a:t>
            </a:r>
            <a:r>
              <a:rPr lang="zh-CN" altLang="en-US" sz="4800" b="1">
                <a:solidFill>
                  <a:srgbClr val="4378FD"/>
                </a:solidFill>
                <a:latin typeface="微软雅黑" panose="020b0503020204020204" charset="-122"/>
                <a:ea typeface="微软雅黑" panose="020b0503020204020204" charset="-122"/>
              </a:rPr>
              <a:t>条</a:t>
            </a:r>
            <a:r>
              <a:rPr lang="zh-CN" altLang="en-US" sz="4800" b="1">
                <a:solidFill>
                  <a:schemeClr val="tx1"/>
                </a:solidFill>
                <a:latin typeface="微软雅黑" panose="020b0503020204020204" charset="-122"/>
                <a:ea typeface="微软雅黑" panose="020b0503020204020204" charset="-122"/>
              </a:rPr>
              <a:t>件</a:t>
            </a:r>
            <a:r>
              <a:rPr lang="zh-CN" altLang="en-US" sz="4800" b="1">
                <a:solidFill>
                  <a:srgbClr val="4479FD"/>
                </a:solidFill>
                <a:latin typeface="微软雅黑" panose="020b0503020204020204" charset="-122"/>
                <a:ea typeface="微软雅黑" panose="020b0503020204020204" charset="-122"/>
              </a:rPr>
              <a:t>的</a:t>
            </a:r>
            <a:r>
              <a:rPr lang="zh-CN" altLang="en-US" sz="4800" b="1">
                <a:solidFill>
                  <a:schemeClr val="tx1"/>
                </a:solidFill>
                <a:latin typeface="微软雅黑" panose="020b0503020204020204" charset="-122"/>
                <a:ea typeface="微软雅黑" panose="020b0503020204020204" charset="-122"/>
              </a:rPr>
              <a:t>应</a:t>
            </a:r>
            <a:r>
              <a:rPr lang="zh-CN" altLang="en-US" sz="4800" b="1">
                <a:solidFill>
                  <a:srgbClr val="4479FD"/>
                </a:solidFill>
                <a:latin typeface="微软雅黑" panose="020b0503020204020204" charset="-122"/>
                <a:ea typeface="微软雅黑" panose="020b0503020204020204" charset="-122"/>
              </a:rPr>
              <a:t>用</a:t>
            </a:r>
            <a:endParaRPr lang="zh-CN" altLang="en-US" sz="4800" b="1">
              <a:solidFill>
                <a:srgbClr val="4479FD"/>
              </a:solidFill>
              <a:latin typeface="微软雅黑" panose="020b0503020204020204" charset="-122"/>
              <a:ea typeface="微软雅黑" panose="020b050302020402020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2" presetClass="entr" presetSubtype="4" fill="hold" grpId="0" nodeType="afterEffect">
                                  <p:stCondLst>
                                    <p:cond delay="0"/>
                                  </p:stCondLst>
                                  <p:childTnLst>
                                    <p:set>
                                      <p:cBhvr>
                                        <p:cTn id="6" dur="250" fill="hold">
                                          <p:stCondLst>
                                            <p:cond delay="0"/>
                                          </p:stCondLst>
                                        </p:cTn>
                                        <p:tgtEl>
                                          <p:spTgt spid="14"/>
                                        </p:tgtEl>
                                        <p:attrNameLst>
                                          <p:attrName>style.visibility</p:attrName>
                                        </p:attrNameLst>
                                      </p:cBhvr>
                                      <p:to>
                                        <p:strVal val="visible"/>
                                      </p:to>
                                    </p:set>
                                    <p:anim calcmode="lin" valueType="num">
                                      <p:cBhvr additive="base">
                                        <p:cTn id="7" dur="250"/>
                                        <p:tgtEl>
                                          <p:spTgt spid="14"/>
                                        </p:tgtEl>
                                        <p:attrNameLst>
                                          <p:attrName>ppt_y</p:attrName>
                                        </p:attrNameLst>
                                      </p:cBhvr>
                                      <p:tavLst>
                                        <p:tav tm="0">
                                          <p:val>
                                            <p:strVal val="#ppt_y+#ppt_h*1.125000"/>
                                          </p:val>
                                        </p:tav>
                                        <p:tav tm="100000">
                                          <p:val>
                                            <p:strVal val="#ppt_y"/>
                                          </p:val>
                                        </p:tav>
                                      </p:tavLst>
                                    </p:anim>
                                    <p:animEffect transition="in" filter="wipe(up)">
                                      <p:cBhvr>
                                        <p:cTn id="8"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3" name="组合 22" title=""/>
          <p:cNvGrpSpPr/>
          <p:nvPr>
            <p:custDataLst>
              <p:tags r:id="rId8"/>
            </p:custDataLst>
          </p:nvPr>
        </p:nvGrpSpPr>
        <p:grpSpPr>
          <a:xfrm>
            <a:off x="577851" y="576471"/>
            <a:ext cx="5197474" cy="521970"/>
            <a:chOff x="330201" y="576471"/>
            <a:chExt cx="5197474" cy="521970"/>
          </a:xfrm>
        </p:grpSpPr>
        <p:sp>
          <p:nvSpPr>
            <p:cNvPr id="24" name="文本框 2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应用新知</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2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sp>
        <p:nvSpPr>
          <p:cNvPr id="19" name="圆角矩形 18" title=""/>
          <p:cNvSpPr/>
          <p:nvPr>
            <p:custDataLst>
              <p:tags r:id="rId11"/>
            </p:custDataLst>
          </p:nvPr>
        </p:nvSpPr>
        <p:spPr>
          <a:xfrm>
            <a:off x="577850" y="4523105"/>
            <a:ext cx="11200765" cy="1735455"/>
          </a:xfrm>
          <a:prstGeom prst="roundRect">
            <a:avLst>
              <a:gd name="adj" fmla="val 20087"/>
            </a:avLst>
          </a:prstGeom>
          <a:solidFill>
            <a:srgbClr val="537AFA">
              <a:alpha val="3000"/>
            </a:srgbClr>
          </a:solidFill>
          <a:ln>
            <a:gradFill>
              <a:gsLst>
                <a:gs pos="0">
                  <a:schemeClr val="accent2"/>
                </a:gs>
                <a:gs pos="100000">
                  <a:srgbClr val="537AFA"/>
                </a:gs>
              </a:gsLst>
              <a:lin ang="12600000" scaled="0"/>
            </a:gra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53" name="组合 52" title=""/>
          <p:cNvGrpSpPr/>
          <p:nvPr>
            <p:custDataLst>
              <p:tags r:id="rId12"/>
            </p:custDataLst>
          </p:nvPr>
        </p:nvGrpSpPr>
        <p:grpSpPr>
          <a:xfrm flipH="1">
            <a:off x="11495784" y="718260"/>
            <a:ext cx="176150" cy="780068"/>
            <a:chOff x="8290832" y="4887686"/>
            <a:chExt cx="296617" cy="1313542"/>
          </a:xfrm>
          <a:solidFill>
            <a:srgbClr val="4076FD"/>
          </a:solidFill>
        </p:grpSpPr>
        <p:grpSp>
          <p:nvGrpSpPr>
            <p:cNvPr id="54" name="组合 53"/>
            <p:cNvGrpSpPr/>
            <p:nvPr>
              <p:custDataLst>
                <p:tags r:id="rId13"/>
              </p:custDataLst>
            </p:nvPr>
          </p:nvGrpSpPr>
          <p:grpSpPr>
            <a:xfrm>
              <a:off x="8452757" y="5040086"/>
              <a:ext cx="134692" cy="1161142"/>
              <a:chOff x="8490857" y="4963886"/>
              <a:chExt cx="134692" cy="1161142"/>
            </a:xfrm>
            <a:grpFill/>
          </p:grpSpPr>
          <p:sp>
            <p:nvSpPr>
              <p:cNvPr id="55" name="等腰三角形 54"/>
              <p:cNvSpPr/>
              <p:nvPr>
                <p:custDataLst>
                  <p:tags r:id="rId14"/>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custDataLst>
                  <p:tags r:id="rId15"/>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等腰三角形 56"/>
              <p:cNvSpPr/>
              <p:nvPr>
                <p:custDataLst>
                  <p:tags r:id="rId16"/>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等腰三角形 57"/>
              <p:cNvSpPr/>
              <p:nvPr>
                <p:custDataLst>
                  <p:tags r:id="rId17"/>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等腰三角形 58"/>
              <p:cNvSpPr/>
              <p:nvPr>
                <p:custDataLst>
                  <p:tags r:id="rId18"/>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0" name="组合 59"/>
            <p:cNvGrpSpPr/>
            <p:nvPr>
              <p:custDataLst>
                <p:tags r:id="rId19"/>
              </p:custDataLst>
            </p:nvPr>
          </p:nvGrpSpPr>
          <p:grpSpPr>
            <a:xfrm>
              <a:off x="8290832" y="4887686"/>
              <a:ext cx="134692" cy="1161142"/>
              <a:chOff x="8490857" y="4963886"/>
              <a:chExt cx="134692" cy="1161142"/>
            </a:xfrm>
            <a:grpFill/>
          </p:grpSpPr>
          <p:sp>
            <p:nvSpPr>
              <p:cNvPr id="61" name="等腰三角形 60"/>
              <p:cNvSpPr/>
              <p:nvPr>
                <p:custDataLst>
                  <p:tags r:id="rId20"/>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等腰三角形 61"/>
              <p:cNvSpPr/>
              <p:nvPr>
                <p:custDataLst>
                  <p:tags r:id="rId21"/>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等腰三角形 62"/>
              <p:cNvSpPr/>
              <p:nvPr>
                <p:custDataLst>
                  <p:tags r:id="rId22"/>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等腰三角形 63"/>
              <p:cNvSpPr/>
              <p:nvPr>
                <p:custDataLst>
                  <p:tags r:id="rId23"/>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等腰三角形 64"/>
              <p:cNvSpPr/>
              <p:nvPr>
                <p:custDataLst>
                  <p:tags r:id="rId24"/>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mc:AlternateContent>
        <mc:Choice Requires="a14">
          <p:sp>
            <p:nvSpPr>
              <p:cNvPr id="3" name="文本框 2" title=""/>
              <p:cNvSpPr txBox="1"/>
              <p:nvPr>
                <p:custDataLst>
                  <p:tags r:id="rId25"/>
                </p:custDataLst>
              </p:nvPr>
            </p:nvSpPr>
            <p:spPr>
              <a:xfrm>
                <a:off x="745490" y="1098550"/>
                <a:ext cx="10732135" cy="3227070"/>
              </a:xfrm>
              <a:prstGeom prst="rect">
                <a:avLst/>
              </a:prstGeom>
              <a:noFill/>
            </p:spPr>
            <p:txBody>
              <a:bodyPr wrap="square" rtlCol="0">
                <a:spAutoFit/>
              </a:bodyPr>
              <a:lstStyle/>
              <a:p>
                <a:pPr>
                  <a:lnSpc>
                    <a:spcPct val="120000"/>
                  </a:lnSpc>
                  <a:spcBef>
                    <a:spcPct val="0"/>
                  </a:spcBef>
                  <a:spcAft>
                    <a:spcPct val="0"/>
                  </a:spcAft>
                </a:pPr>
                <a:r>
                  <a:rPr lang="zh-CN" altLang="en-US" sz="2400" b="1">
                    <a:solidFill>
                      <a:srgbClr val="4175FC"/>
                    </a:solidFill>
                    <a:latin typeface="Times New Roman" panose="02020603050405020304" pitchFamily="18" charset="0"/>
                    <a:ea typeface="黑体" panose="02010609060101010101" charset="-122"/>
                    <a:cs typeface="Times New Roman" panose="02020603050405020304" pitchFamily="18" charset="0"/>
                  </a:rPr>
                  <a:t>例</a:t>
                </a:r>
                <a:r>
                  <a:rPr lang="en-US" altLang="zh-CN" sz="2400" b="1">
                    <a:solidFill>
                      <a:srgbClr val="4175FC"/>
                    </a:solidFill>
                    <a:latin typeface="Times New Roman" panose="02020603050405020304" pitchFamily="18" charset="0"/>
                    <a:ea typeface="黑体" panose="02010609060101010101" charset="-122"/>
                    <a:cs typeface="Times New Roman" panose="02020603050405020304" pitchFamily="18" charset="0"/>
                  </a:rPr>
                  <a:t>1</a:t>
                </a:r>
                <a:r>
                  <a:rPr lang="zh-CN" altLang="en-US" sz="2400" b="1">
                    <a:solidFill>
                      <a:srgbClr val="4175FC"/>
                    </a:solidFill>
                    <a:latin typeface="Times New Roman" panose="02020603050405020304" pitchFamily="18" charset="0"/>
                    <a:ea typeface="黑体" panose="02010609060101010101" charset="-122"/>
                    <a:cs typeface="Times New Roman" panose="02020603050405020304" pitchFamily="18" charset="0"/>
                  </a:rPr>
                  <a:t>：</a:t>
                </a:r>
                <a:r>
                  <a:rPr lang="zh-CN" altLang="en-US" sz="2400" b="1">
                    <a:latin typeface="Times New Roman" panose="02020603050405020304" pitchFamily="18" charset="0"/>
                    <a:ea typeface="黑体" panose="02010609060101010101" charset="-122"/>
                    <a:cs typeface="Times New Roman" panose="02020603050405020304" pitchFamily="18" charset="0"/>
                  </a:rPr>
                  <a:t>下列</a:t>
                </a:r>
                <a:r>
                  <a:rPr lang="en-US" altLang="zh-CN" sz="2400" b="1">
                    <a:latin typeface="Times New Roman" panose="02020603050405020304" pitchFamily="18" charset="0"/>
                    <a:ea typeface="黑体" panose="02010609060101010101" charset="-122"/>
                    <a:cs typeface="Times New Roman" panose="02020603050405020304" pitchFamily="18" charset="0"/>
                  </a:rPr>
                  <a:t>“</a:t>
                </a:r>
                <a:r>
                  <a:rPr lang="zh-CN" altLang="en-US" sz="2400" b="1">
                    <a:latin typeface="Times New Roman" panose="02020603050405020304" pitchFamily="18" charset="0"/>
                    <a:ea typeface="黑体" panose="02010609060101010101" charset="-122"/>
                    <a:cs typeface="Times New Roman" panose="02020603050405020304" pitchFamily="18" charset="0"/>
                  </a:rPr>
                  <a:t>若</a:t>
                </a:r>
                <a14:m>
                  <m:oMathPara>
                    <m:oMathParaPr>
                      <m:jc/>
                    </m:oMathParaPr>
                    <m:oMath>
                      <m:r>
                        <m:rPr>
                          <m:sty m:val="bi"/>
                        </m:rPr>
                        <a:rPr lang="en-US" sz="2400" b="1" i="1">
                          <a:latin typeface="Cambria Math" panose="02040503050406030204" charset="0"/>
                          <a:ea typeface="黑体" panose="02010609060101010101" charset="-122"/>
                          <a:cs typeface="Cambria Math" panose="02040503050406030204" charset="0"/>
                        </a:rPr>
                        <m:t> </m:t>
                      </m:r>
                      <m:r>
                        <m:rPr>
                          <m:sty m:val="bi"/>
                        </m:rPr>
                        <a:rPr lang="en-US" sz="2400" b="1" i="1">
                          <a:latin typeface="Cambria Math" panose="02040503050406030204" charset="0"/>
                          <a:ea typeface="黑体" panose="02010609060101010101" charset="-122"/>
                          <a:cs typeface="Cambria Math" panose="02040503050406030204" charset="0"/>
                        </a:rPr>
                        <m:t>𝒑</m:t>
                      </m:r>
                    </m:oMath>
                  </m:oMathPara>
                </a14:m>
                <a:r>
                  <a:rPr lang="en-US" sz="2400" b="1">
                    <a:latin typeface="Times New Roman" panose="02020603050405020304" pitchFamily="18" charset="0"/>
                    <a:ea typeface="黑体" panose="02010609060101010101" charset="-122"/>
                    <a:cs typeface="Times New Roman" panose="02020603050405020304" pitchFamily="18" charset="0"/>
                    <a:sym typeface="+mn-ea"/>
                  </a:rPr>
                  <a:t> ,</a:t>
                </a:r>
                <a:r>
                  <a:rPr sz="2400" b="1">
                    <a:latin typeface="Times New Roman" panose="02020603050405020304" pitchFamily="18" charset="0"/>
                    <a:ea typeface="黑体" panose="02010609060101010101" charset="-122"/>
                    <a:cs typeface="Times New Roman" panose="02020603050405020304" pitchFamily="18" charset="0"/>
                    <a:sym typeface="+mn-ea"/>
                  </a:rPr>
                  <a:t>则</a:t>
                </a:r>
                <a:r>
                  <a:rPr lang="en-US" sz="2400" b="1">
                    <a:latin typeface="Times New Roman" panose="02020603050405020304" pitchFamily="18" charset="0"/>
                    <a:ea typeface="黑体" panose="02010609060101010101" charset="-122"/>
                    <a:cs typeface="Times New Roman" panose="02020603050405020304" pitchFamily="18" charset="0"/>
                    <a:sym typeface="+mn-ea"/>
                  </a:rPr>
                  <a:t> </a:t>
                </a:r>
                <a14:m>
                  <m:oMathPara>
                    <m:oMathParaPr>
                      <m:jc/>
                    </m:oMathParaPr>
                    <m:oMath>
                      <m:r>
                        <m:rPr>
                          <m:sty m:val="bi"/>
                        </m:rPr>
                        <a:rPr lang="en-US" sz="2400" b="1" i="1">
                          <a:latin typeface="Cambria Math" panose="02040503050406030204" charset="0"/>
                          <a:ea typeface="黑体" panose="02010609060101010101" charset="-122"/>
                          <a:cs typeface="Cambria Math" panose="02040503050406030204" charset="0"/>
                        </a:rPr>
                        <m:t>𝒒</m:t>
                      </m:r>
                      <m:r>
                        <m:rPr>
                          <m:sty m:val="bi"/>
                        </m:rPr>
                        <a:rPr lang="en-US" sz="2400" b="1" i="1">
                          <a:latin typeface="Cambria Math" panose="02040503050406030204" charset="0"/>
                          <a:ea typeface="黑体" panose="02010609060101010101" charset="-122"/>
                          <a:cs typeface="Cambria Math" panose="02040503050406030204" charset="0"/>
                        </a:rPr>
                        <m:t> </m:t>
                      </m:r>
                    </m:oMath>
                  </m:oMathPara>
                </a14:m>
                <a:r>
                  <a:rPr lang="en-US" sz="2400" b="1">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b="1">
                    <a:latin typeface="Times New Roman" panose="02020603050405020304" pitchFamily="18" charset="0"/>
                    <a:ea typeface="黑体" panose="02010609060101010101" charset="-122"/>
                    <a:cs typeface="Times New Roman" panose="02020603050405020304" pitchFamily="18" charset="0"/>
                    <a:sym typeface="+mn-ea"/>
                  </a:rPr>
                  <a:t>形式的命题中，哪些命题中的</a:t>
                </a:r>
                <a:r>
                  <a:rPr lang="en-US" altLang="zh-CN" sz="2400" b="1">
                    <a:latin typeface="Times New Roman" panose="02020603050405020304" pitchFamily="18" charset="0"/>
                    <a:ea typeface="黑体" panose="02010609060101010101" charset="-122"/>
                    <a:cs typeface="Times New Roman" panose="02020603050405020304" pitchFamily="18" charset="0"/>
                    <a:sym typeface="+mn-ea"/>
                  </a:rPr>
                  <a:t> </a:t>
                </a:r>
                <a14:m>
                  <m:oMathPara>
                    <m:oMathParaPr>
                      <m:jc/>
                    </m:oMathParaPr>
                    <m:oMath>
                      <m:r>
                        <m:rPr>
                          <m:sty m:val="bi"/>
                        </m:rPr>
                        <a:rPr lang="en-US" altLang="zh-CN" sz="2400" b="1" i="1">
                          <a:latin typeface="Cambria Math" panose="02040503050406030204" charset="0"/>
                          <a:ea typeface="黑体" panose="02010609060101010101" charset="-122"/>
                          <a:cs typeface="Cambria Math" panose="02040503050406030204" charset="0"/>
                          <a:sym typeface="+mn-ea"/>
                        </a:rPr>
                        <m:t>𝒑</m:t>
                      </m:r>
                      <m:r>
                        <a:rPr lang="en-US" altLang="zh-CN" sz="2400" i="1">
                          <a:latin typeface="Cambria Math" panose="02040503050406030204" charset="0"/>
                          <a:ea typeface="黑体" panose="02010609060101010101" charset="-122"/>
                          <a:cs typeface="Cambria Math" panose="02040503050406030204" charset="0"/>
                          <a:sym typeface="+mn-ea"/>
                        </a:rPr>
                        <m:t> </m:t>
                      </m:r>
                    </m:oMath>
                  </m:oMathPara>
                </a14:m>
                <a:r>
                  <a:rPr lang="zh-CN" altLang="en-US" sz="2400" b="1">
                    <a:latin typeface="Times New Roman" panose="02020603050405020304" pitchFamily="18" charset="0"/>
                    <a:ea typeface="黑体" panose="02010609060101010101" charset="-122"/>
                    <a:cs typeface="Times New Roman" panose="02020603050405020304" pitchFamily="18" charset="0"/>
                    <a:sym typeface="+mn-ea"/>
                  </a:rPr>
                  <a:t>是</a:t>
                </a:r>
                <a:r>
                  <a:rPr lang="en-US" altLang="zh-CN" sz="2400" b="1">
                    <a:latin typeface="Times New Roman" panose="02020603050405020304" pitchFamily="18" charset="0"/>
                    <a:ea typeface="黑体" panose="02010609060101010101" charset="-122"/>
                    <a:cs typeface="Times New Roman" panose="02020603050405020304" pitchFamily="18" charset="0"/>
                    <a:sym typeface="+mn-ea"/>
                  </a:rPr>
                  <a:t> </a:t>
                </a:r>
                <a14:m>
                  <m:oMathPara>
                    <m:oMathParaPr>
                      <m:jc/>
                    </m:oMathParaPr>
                    <m:oMath>
                      <m:r>
                        <m:rPr>
                          <m:sty m:val="bi"/>
                        </m:rPr>
                        <a:rPr lang="en-US" altLang="zh-CN" sz="2400" b="1" i="1">
                          <a:latin typeface="Cambria Math" panose="02040503050406030204" charset="0"/>
                          <a:ea typeface="黑体" panose="02010609060101010101" charset="-122"/>
                          <a:cs typeface="Cambria Math" panose="02040503050406030204" charset="0"/>
                          <a:sym typeface="+mn-ea"/>
                        </a:rPr>
                        <m:t>𝒒</m:t>
                      </m:r>
                    </m:oMath>
                  </m:oMathPara>
                </a14:m>
                <a:r>
                  <a:rPr lang="en-US" altLang="zh-CN" sz="2400" b="1">
                    <a:latin typeface="Times New Roman" panose="02020603050405020304" pitchFamily="18" charset="0"/>
                    <a:ea typeface="黑体" panose="02010609060101010101" charset="-122"/>
                    <a:cs typeface="Times New Roman" panose="02020603050405020304" pitchFamily="18" charset="0"/>
                    <a:sym typeface="+mn-ea"/>
                  </a:rPr>
                  <a:t> </a:t>
                </a:r>
                <a:r>
                  <a:rPr lang="zh-CN" altLang="en-US" sz="2400" b="1">
                    <a:latin typeface="Times New Roman" panose="02020603050405020304" pitchFamily="18" charset="0"/>
                    <a:ea typeface="黑体" panose="02010609060101010101" charset="-122"/>
                    <a:cs typeface="Times New Roman" panose="02020603050405020304" pitchFamily="18" charset="0"/>
                    <a:sym typeface="+mn-ea"/>
                  </a:rPr>
                  <a:t>的充分条件？</a:t>
                </a:r>
                <a:endParaRPr lang="zh-CN" altLang="en-US" sz="2400" b="1">
                  <a:latin typeface="Times New Roman" panose="02020603050405020304" pitchFamily="18" charset="0"/>
                  <a:ea typeface="黑体" panose="02010609060101010101" charset="-122"/>
                  <a:cs typeface="Times New Roman" panose="02020603050405020304" pitchFamily="18" charset="0"/>
                  <a:sym typeface="+mn-ea"/>
                </a:endParaRPr>
              </a:p>
              <a:p>
                <a:pPr>
                  <a:lnSpc>
                    <a:spcPct val="120000"/>
                  </a:lnSpc>
                  <a:spcBef>
                    <a:spcPct val="0"/>
                  </a:spcBef>
                  <a:spcAft>
                    <a:spcPct val="0"/>
                  </a:spcAft>
                </a:pPr>
                <a:r>
                  <a:rPr lang="en-US" altLang="zh-CN" sz="2400" b="1">
                    <a:latin typeface="Times New Roman" panose="02020603050405020304" pitchFamily="18" charset="0"/>
                    <a:ea typeface="黑体" panose="02010609060101010101" charset="-122"/>
                    <a:cs typeface="Times New Roman" panose="02020603050405020304" pitchFamily="18" charset="0"/>
                  </a:rPr>
                  <a:t>         </a:t>
                </a:r>
                <a:r>
                  <a:rPr lang="en-US" altLang="zh-CN" sz="2400">
                    <a:latin typeface="Times New Roman" panose="02020603050405020304" pitchFamily="18" charset="0"/>
                    <a:ea typeface="黑体" panose="02010609060101010101" charset="-122"/>
                    <a:cs typeface="Times New Roman" panose="02020603050405020304" pitchFamily="18" charset="0"/>
                  </a:rPr>
                  <a:t> (1)</a:t>
                </a:r>
                <a:r>
                  <a:rPr lang="zh-CN" altLang="en-US" sz="2400">
                    <a:latin typeface="Times New Roman" panose="02020603050405020304" pitchFamily="18" charset="0"/>
                    <a:ea typeface="黑体" panose="02010609060101010101" charset="-122"/>
                    <a:cs typeface="Times New Roman" panose="02020603050405020304" pitchFamily="18" charset="0"/>
                  </a:rPr>
                  <a:t>若四边形的两组对角分别相等，则这个四边形是平行四边形；</a:t>
                </a:r>
                <a:endParaRPr lang="en-US" altLang="zh-CN" sz="2400">
                  <a:latin typeface="Times New Roman" panose="02020603050405020304" pitchFamily="18" charset="0"/>
                  <a:ea typeface="黑体" panose="02010609060101010101" charset="-122"/>
                  <a:cs typeface="Times New Roman" panose="02020603050405020304" pitchFamily="18" charset="0"/>
                </a:endParaRPr>
              </a:p>
              <a:p>
                <a:pPr>
                  <a:lnSpc>
                    <a:spcPct val="120000"/>
                  </a:lnSpc>
                  <a:spcBef>
                    <a:spcPct val="0"/>
                  </a:spcBef>
                  <a:spcAft>
                    <a:spcPct val="0"/>
                  </a:spcAft>
                </a:pPr>
                <a:r>
                  <a:rPr lang="en-US" altLang="zh-CN" sz="2400">
                    <a:latin typeface="Times New Roman" panose="02020603050405020304" pitchFamily="18" charset="0"/>
                    <a:ea typeface="黑体" panose="02010609060101010101" charset="-122"/>
                    <a:cs typeface="Times New Roman" panose="02020603050405020304" pitchFamily="18" charset="0"/>
                  </a:rPr>
                  <a:t>          (2)若两个三角形的三边成比例，则这两个三角形相似</a:t>
                </a:r>
                <a:r>
                  <a:rPr lang="zh-CN" altLang="en-US" sz="2400">
                    <a:latin typeface="Times New Roman" panose="02020603050405020304" pitchFamily="18" charset="0"/>
                    <a:ea typeface="黑体" panose="02010609060101010101" charset="-122"/>
                    <a:cs typeface="Times New Roman" panose="02020603050405020304" pitchFamily="18" charset="0"/>
                  </a:rPr>
                  <a:t>；</a:t>
                </a:r>
                <a:endParaRPr lang="en-US" altLang="zh-CN" sz="2400">
                  <a:latin typeface="Times New Roman" panose="02020603050405020304" pitchFamily="18" charset="0"/>
                  <a:ea typeface="黑体" panose="02010609060101010101" charset="-122"/>
                  <a:cs typeface="Times New Roman" panose="02020603050405020304" pitchFamily="18" charset="0"/>
                </a:endParaRPr>
              </a:p>
              <a:p>
                <a:pPr>
                  <a:lnSpc>
                    <a:spcPct val="120000"/>
                  </a:lnSpc>
                  <a:spcBef>
                    <a:spcPct val="0"/>
                  </a:spcBef>
                  <a:spcAft>
                    <a:spcPct val="0"/>
                  </a:spcAft>
                </a:pPr>
                <a:r>
                  <a:rPr lang="en-US" altLang="zh-CN" sz="2400">
                    <a:latin typeface="Times New Roman" panose="02020603050405020304" pitchFamily="18" charset="0"/>
                    <a:ea typeface="黑体" panose="02010609060101010101" charset="-122"/>
                    <a:cs typeface="Times New Roman" panose="02020603050405020304" pitchFamily="18" charset="0"/>
                  </a:rPr>
                  <a:t>          (3)若四边形为菱形，则这个四边形的对角线互相垂直</a:t>
                </a:r>
                <a:r>
                  <a:rPr lang="zh-CN" altLang="en-US" sz="2400">
                    <a:latin typeface="Times New Roman" panose="02020603050405020304" pitchFamily="18" charset="0"/>
                    <a:ea typeface="黑体" panose="02010609060101010101" charset="-122"/>
                    <a:cs typeface="Times New Roman" panose="02020603050405020304" pitchFamily="18" charset="0"/>
                  </a:rPr>
                  <a:t>；</a:t>
                </a:r>
                <a:endParaRPr lang="zh-CN" altLang="en-US" sz="2400">
                  <a:latin typeface="Times New Roman" panose="02020603050405020304" pitchFamily="18" charset="0"/>
                  <a:ea typeface="黑体" panose="02010609060101010101" charset="-122"/>
                  <a:cs typeface="Times New Roman" panose="02020603050405020304" pitchFamily="18" charset="0"/>
                </a:endParaRPr>
              </a:p>
              <a:p>
                <a:pPr>
                  <a:lnSpc>
                    <a:spcPct val="120000"/>
                  </a:lnSpc>
                  <a:spcBef>
                    <a:spcPct val="0"/>
                  </a:spcBef>
                  <a:spcAft>
                    <a:spcPct val="0"/>
                  </a:spcAft>
                </a:pPr>
                <a:r>
                  <a:rPr lang="en-US" altLang="zh-CN" sz="2400">
                    <a:latin typeface="Times New Roman" panose="02020603050405020304" pitchFamily="18" charset="0"/>
                    <a:ea typeface="黑体" panose="02010609060101010101" charset="-122"/>
                    <a:cs typeface="Times New Roman" panose="02020603050405020304" pitchFamily="18" charset="0"/>
                  </a:rPr>
                  <a:t>          (4)</a:t>
                </a:r>
                <a:r>
                  <a:rPr lang="zh-CN" altLang="en-US" sz="2400">
                    <a:latin typeface="Times New Roman" panose="02020603050405020304" pitchFamily="18" charset="0"/>
                    <a:ea typeface="黑体" panose="02010609060101010101" charset="-122"/>
                    <a:cs typeface="Times New Roman" panose="02020603050405020304" pitchFamily="18" charset="0"/>
                  </a:rPr>
                  <a:t>若</a:t>
                </a:r>
                <a14:m>
                  <m:oMathPara>
                    <m:oMathParaPr>
                      <m:jc/>
                    </m:oMathParaPr>
                    <m:oMath>
                      <m:sSup>
                        <m:sSupPr>
                          <m:ctrlPr>
                            <a:rPr lang="en-US" altLang="zh-CN" sz="2400" i="1">
                              <a:latin typeface="Cambria Math" panose="02040503050406030204" charset="0"/>
                              <a:ea typeface="黑体" panose="02010609060101010101" charset="-122"/>
                              <a:cs typeface="Cambria Math" panose="02040503050406030204" charset="0"/>
                            </a:rPr>
                          </m:ctrlPr>
                        </m:sSupPr>
                        <m:e>
                          <m:r>
                            <a:rPr lang="en-US" altLang="zh-CN" sz="2400" i="1">
                              <a:latin typeface="Cambria Math" panose="02040503050406030204" charset="0"/>
                              <a:ea typeface="黑体" panose="02010609060101010101" charset="-122"/>
                              <a:cs typeface="Cambria Math" panose="02040503050406030204" charset="0"/>
                            </a:rPr>
                            <m:t>𝑥</m:t>
                          </m:r>
                        </m:e>
                        <m:sup>
                          <m:r>
                            <a:rPr lang="en-US" altLang="zh-CN" sz="2400" i="1">
                              <a:latin typeface="Cambria Math" panose="02040503050406030204" charset="0"/>
                              <a:ea typeface="MS Mincho" charset="0"/>
                              <a:cs typeface="Cambria Math" panose="02040503050406030204" charset="0"/>
                            </a:rPr>
                            <m:t>2</m:t>
                          </m:r>
                        </m:sup>
                      </m:sSup>
                      <m:r>
                        <a:rPr lang="en-US" altLang="zh-CN" sz="2400" i="1">
                          <a:latin typeface="Cambria Math" panose="02040503050406030204" charset="0"/>
                          <a:ea typeface="MS Mincho" charset="0"/>
                          <a:cs typeface="Cambria Math" panose="02040503050406030204" charset="0"/>
                        </a:rPr>
                        <m:t>=</m:t>
                      </m:r>
                      <m:r>
                        <a:rPr lang="en-US" altLang="zh-CN" sz="2400" i="1">
                          <a:latin typeface="Cambria Math" panose="02040503050406030204" charset="0"/>
                          <a:ea typeface="MS Mincho" charset="0"/>
                          <a:cs typeface="Cambria Math" panose="02040503050406030204" charset="0"/>
                        </a:rPr>
                        <m:t>1</m:t>
                      </m:r>
                      <m:r>
                        <a:rPr lang="en-US" altLang="zh-CN" sz="2400" i="1">
                          <a:latin typeface="Cambria Math" panose="02040503050406030204" charset="0"/>
                          <a:ea typeface="MS Mincho" charset="0"/>
                          <a:cs typeface="Cambria Math" panose="02040503050406030204" charset="0"/>
                        </a:rPr>
                        <m:t>，</m:t>
                      </m:r>
                    </m:oMath>
                  </m:oMathPara>
                </a14:m>
                <a:r>
                  <a:rPr lang="zh-CN" altLang="en-US" sz="2400">
                    <a:latin typeface="Times New Roman" panose="02020603050405020304" pitchFamily="18" charset="0"/>
                    <a:ea typeface="黑体" panose="02010609060101010101" charset="-122"/>
                    <a:cs typeface="Times New Roman" panose="02020603050405020304" pitchFamily="18" charset="0"/>
                  </a:rPr>
                  <a:t>则</a:t>
                </a:r>
                <a14:m>
                  <m:oMathPara>
                    <m:oMathParaPr>
                      <m:jc/>
                    </m:oMathParaPr>
                    <m:oMath>
                      <m:r>
                        <a:rPr lang="en-US" altLang="zh-CN" sz="2400" i="1">
                          <a:latin typeface="Cambria Math" panose="02040503050406030204" charset="0"/>
                          <a:ea typeface="黑体" panose="02010609060101010101" charset="-122"/>
                          <a:cs typeface="Cambria Math" panose="02040503050406030204" charset="0"/>
                        </a:rPr>
                        <m:t>𝑥</m:t>
                      </m:r>
                      <m:r>
                        <a:rPr lang="en-US" altLang="zh-CN" sz="2400" i="1">
                          <a:latin typeface="Cambria Math" panose="02040503050406030204" charset="0"/>
                          <a:ea typeface="MS Mincho" charset="0"/>
                          <a:cs typeface="Cambria Math" panose="02040503050406030204" charset="0"/>
                        </a:rPr>
                        <m:t>=</m:t>
                      </m:r>
                      <m:r>
                        <a:rPr lang="en-US" altLang="zh-CN" sz="2400" i="1">
                          <a:latin typeface="Cambria Math" panose="02040503050406030204" charset="0"/>
                          <a:ea typeface="MS Mincho" charset="0"/>
                          <a:cs typeface="Cambria Math" panose="02040503050406030204" charset="0"/>
                        </a:rPr>
                        <m:t>1</m:t>
                      </m:r>
                      <m:r>
                        <a:rPr lang="en-US" altLang="zh-CN" sz="2400" i="1">
                          <a:latin typeface="Cambria Math" panose="02040503050406030204" charset="0"/>
                          <a:ea typeface="MS Mincho" charset="0"/>
                          <a:cs typeface="Cambria Math" panose="02040503050406030204" charset="0"/>
                        </a:rPr>
                        <m:t>；</m:t>
                      </m:r>
                    </m:oMath>
                  </m:oMathPara>
                </a14:m>
                <a:endParaRPr lang="en-US" altLang="zh-CN" sz="2400">
                  <a:latin typeface="Times New Roman" panose="02020603050405020304" pitchFamily="18" charset="0"/>
                  <a:ea typeface="黑体" panose="02010609060101010101" charset="-122"/>
                  <a:cs typeface="Times New Roman" panose="02020603050405020304" pitchFamily="18" charset="0"/>
                </a:endParaRPr>
              </a:p>
              <a:p>
                <a:pPr>
                  <a:lnSpc>
                    <a:spcPct val="120000"/>
                  </a:lnSpc>
                  <a:spcBef>
                    <a:spcPct val="0"/>
                  </a:spcBef>
                  <a:spcAft>
                    <a:spcPct val="0"/>
                  </a:spcAft>
                </a:pPr>
                <a:r>
                  <a:rPr lang="en-US" altLang="zh-CN" sz="2400">
                    <a:latin typeface="Times New Roman" panose="02020603050405020304" pitchFamily="18" charset="0"/>
                    <a:ea typeface="黑体" panose="02010609060101010101" charset="-122"/>
                    <a:cs typeface="Times New Roman" panose="02020603050405020304" pitchFamily="18" charset="0"/>
                  </a:rPr>
                  <a:t>          (5)</a:t>
                </a:r>
                <a:r>
                  <a:rPr lang="zh-CN" altLang="en-US" sz="2400">
                    <a:latin typeface="Times New Roman" panose="02020603050405020304" pitchFamily="18" charset="0"/>
                    <a:ea typeface="黑体" panose="02010609060101010101" charset="-122"/>
                    <a:cs typeface="Times New Roman" panose="02020603050405020304" pitchFamily="18" charset="0"/>
                  </a:rPr>
                  <a:t>若</a:t>
                </a:r>
                <a14:m>
                  <m:oMathPara>
                    <m:oMathParaPr>
                      <m:jc/>
                    </m:oMathParaPr>
                    <m:oMath>
                      <m:r>
                        <a:rPr lang="en-US" altLang="zh-CN" sz="2400" i="1">
                          <a:latin typeface="Cambria Math" panose="02040503050406030204" charset="0"/>
                          <a:ea typeface="黑体" panose="02010609060101010101" charset="-122"/>
                          <a:cs typeface="Cambria Math" panose="02040503050406030204" charset="0"/>
                        </a:rPr>
                        <m:t>𝑎</m:t>
                      </m:r>
                      <m:r>
                        <a:rPr lang="en-US" altLang="zh-CN" sz="2400" i="1">
                          <a:latin typeface="Cambria Math" panose="02040503050406030204" charset="0"/>
                          <a:ea typeface="MS Mincho" charset="0"/>
                          <a:cs typeface="Cambria Math" panose="02040503050406030204" charset="0"/>
                        </a:rPr>
                        <m:t>=</m:t>
                      </m:r>
                      <m:r>
                        <a:rPr lang="en-US" altLang="zh-CN" sz="2400" i="1">
                          <a:latin typeface="Cambria Math" panose="02040503050406030204" charset="0"/>
                          <a:ea typeface="黑体" panose="02010609060101010101" charset="-122"/>
                          <a:cs typeface="Cambria Math" panose="02040503050406030204" charset="0"/>
                        </a:rPr>
                        <m:t>𝑏</m:t>
                      </m:r>
                      <m:r>
                        <a:rPr lang="en-US" altLang="zh-CN" sz="2400" i="1">
                          <a:latin typeface="Cambria Math" panose="02040503050406030204" charset="0"/>
                          <a:ea typeface="MS Mincho" charset="0"/>
                          <a:cs typeface="Cambria Math" panose="02040503050406030204" charset="0"/>
                        </a:rPr>
                        <m:t>，</m:t>
                      </m:r>
                    </m:oMath>
                  </m:oMathPara>
                </a14:m>
                <a:r>
                  <a:rPr lang="zh-CN" altLang="en-US" sz="2400">
                    <a:latin typeface="Times New Roman" panose="02020603050405020304" pitchFamily="18" charset="0"/>
                    <a:ea typeface="黑体" panose="02010609060101010101" charset="-122"/>
                    <a:cs typeface="Times New Roman" panose="02020603050405020304" pitchFamily="18" charset="0"/>
                  </a:rPr>
                  <a:t>则</a:t>
                </a:r>
                <a14:m>
                  <m:oMathPara>
                    <m:oMathParaPr>
                      <m:jc/>
                    </m:oMathParaPr>
                    <m:oMath>
                      <m:r>
                        <a:rPr lang="en-US" altLang="zh-CN" sz="2400" i="1">
                          <a:latin typeface="Cambria Math" panose="02040503050406030204" charset="0"/>
                          <a:ea typeface="黑体" panose="02010609060101010101" charset="-122"/>
                          <a:cs typeface="Cambria Math" panose="02040503050406030204" charset="0"/>
                        </a:rPr>
                        <m:t>𝑎𝑐</m:t>
                      </m:r>
                      <m:r>
                        <a:rPr lang="en-US" altLang="zh-CN" sz="2400" i="1">
                          <a:latin typeface="Cambria Math" panose="02040503050406030204" charset="0"/>
                          <a:ea typeface="MS Mincho" charset="0"/>
                          <a:cs typeface="Cambria Math" panose="02040503050406030204" charset="0"/>
                        </a:rPr>
                        <m:t>=</m:t>
                      </m:r>
                      <m:r>
                        <a:rPr lang="en-US" altLang="zh-CN" sz="2400" i="1">
                          <a:latin typeface="Cambria Math" panose="02040503050406030204" charset="0"/>
                          <a:ea typeface="黑体" panose="02010609060101010101" charset="-122"/>
                          <a:cs typeface="Cambria Math" panose="02040503050406030204" charset="0"/>
                        </a:rPr>
                        <m:t>𝑏𝑐</m:t>
                      </m:r>
                      <m:r>
                        <a:rPr lang="en-US" altLang="zh-CN" sz="2400" i="1">
                          <a:latin typeface="Cambria Math" panose="02040503050406030204" charset="0"/>
                          <a:ea typeface="MS Mincho" charset="0"/>
                          <a:cs typeface="Cambria Math" panose="02040503050406030204" charset="0"/>
                        </a:rPr>
                        <m:t>；</m:t>
                      </m:r>
                    </m:oMath>
                  </m:oMathPara>
                </a14:m>
                <a:endParaRPr lang="en-US" altLang="zh-CN" sz="2400">
                  <a:latin typeface="Times New Roman" panose="02020603050405020304" pitchFamily="18" charset="0"/>
                  <a:ea typeface="黑体" panose="02010609060101010101" charset="-122"/>
                  <a:cs typeface="Times New Roman" panose="02020603050405020304" pitchFamily="18" charset="0"/>
                </a:endParaRPr>
              </a:p>
              <a:p>
                <a:pPr>
                  <a:lnSpc>
                    <a:spcPct val="120000"/>
                  </a:lnSpc>
                  <a:spcBef>
                    <a:spcPct val="0"/>
                  </a:spcBef>
                  <a:spcAft>
                    <a:spcPct val="0"/>
                  </a:spcAft>
                </a:pPr>
                <a:r>
                  <a:rPr lang="en-US" altLang="zh-CN" sz="2400">
                    <a:latin typeface="Times New Roman" panose="02020603050405020304" pitchFamily="18" charset="0"/>
                    <a:ea typeface="黑体" panose="02010609060101010101" charset="-122"/>
                    <a:cs typeface="Times New Roman" panose="02020603050405020304" pitchFamily="18" charset="0"/>
                  </a:rPr>
                  <a:t>          (6)</a:t>
                </a:r>
                <a:r>
                  <a:rPr lang="zh-CN" altLang="en-US" sz="2400">
                    <a:latin typeface="Times New Roman" panose="02020603050405020304" pitchFamily="18" charset="0"/>
                    <a:ea typeface="黑体" panose="02010609060101010101" charset="-122"/>
                    <a:cs typeface="Times New Roman" panose="02020603050405020304" pitchFamily="18" charset="0"/>
                  </a:rPr>
                  <a:t>若</a:t>
                </a:r>
                <a14:m>
                  <m:oMathPara>
                    <m:oMathParaPr>
                      <m:jc/>
                    </m:oMathParaPr>
                    <m:oMath>
                      <m:r>
                        <a:rPr lang="en-US" altLang="zh-CN" sz="2400" i="1">
                          <a:latin typeface="Cambria Math" panose="02040503050406030204" charset="0"/>
                          <a:ea typeface="黑体" panose="02010609060101010101" charset="-122"/>
                          <a:cs typeface="Cambria Math" panose="02040503050406030204" charset="0"/>
                        </a:rPr>
                        <m:t>𝑥</m:t>
                      </m:r>
                      <m:r>
                        <a:rPr lang="en-US" altLang="zh-CN" sz="2400" i="1">
                          <a:latin typeface="Cambria Math" panose="02040503050406030204" charset="0"/>
                          <a:ea typeface="MS Mincho" charset="0"/>
                          <a:cs typeface="Cambria Math" panose="02040503050406030204" charset="0"/>
                        </a:rPr>
                        <m:t>，</m:t>
                      </m:r>
                      <m:r>
                        <a:rPr lang="en-US" altLang="zh-CN" sz="2400" i="1">
                          <a:latin typeface="Cambria Math" panose="02040503050406030204" charset="0"/>
                          <a:ea typeface="黑体" panose="02010609060101010101" charset="-122"/>
                          <a:cs typeface="Cambria Math" panose="02040503050406030204" charset="0"/>
                        </a:rPr>
                        <m:t>𝑦</m:t>
                      </m:r>
                    </m:oMath>
                  </m:oMathPara>
                </a14:m>
                <a:r>
                  <a:rPr lang="zh-CN" altLang="en-US" sz="2400">
                    <a:latin typeface="Times New Roman" panose="02020603050405020304" pitchFamily="18" charset="0"/>
                    <a:ea typeface="黑体" panose="02010609060101010101" charset="-122"/>
                    <a:cs typeface="Times New Roman" panose="02020603050405020304" pitchFamily="18" charset="0"/>
                  </a:rPr>
                  <a:t>为无理数，则</a:t>
                </a:r>
                <a14:m>
                  <m:oMathPara>
                    <m:oMathParaPr>
                      <m:jc/>
                    </m:oMathParaPr>
                    <m:oMath>
                      <m:r>
                        <a:rPr lang="en-US" altLang="zh-CN" sz="2400" i="1">
                          <a:latin typeface="Cambria Math" panose="02040503050406030204" charset="0"/>
                          <a:ea typeface="黑体" panose="02010609060101010101" charset="-122"/>
                          <a:cs typeface="Cambria Math" panose="02040503050406030204" charset="0"/>
                        </a:rPr>
                        <m:t>𝑥𝑦</m:t>
                      </m:r>
                    </m:oMath>
                  </m:oMathPara>
                </a14:m>
                <a:r>
                  <a:rPr lang="zh-CN" altLang="en-US" sz="2400">
                    <a:latin typeface="Times New Roman" panose="02020603050405020304" pitchFamily="18" charset="0"/>
                    <a:ea typeface="黑体" panose="02010609060101010101" charset="-122"/>
                    <a:cs typeface="Times New Roman" panose="02020603050405020304" pitchFamily="18" charset="0"/>
                  </a:rPr>
                  <a:t>为无理数</a:t>
                </a:r>
                <a:r>
                  <a:rPr lang="en-US" altLang="zh-CN" sz="2400">
                    <a:latin typeface="Times New Roman" panose="02020603050405020304" pitchFamily="18" charset="0"/>
                    <a:ea typeface="黑体" panose="02010609060101010101" charset="-122"/>
                    <a:cs typeface="Times New Roman" panose="02020603050405020304" pitchFamily="18" charset="0"/>
                  </a:rPr>
                  <a:t>.</a:t>
                </a:r>
                <a:endParaRPr lang="en-US" altLang="zh-CN" sz="2400">
                  <a:latin typeface="Times New Roman" panose="02020603050405020304" pitchFamily="18" charset="0"/>
                  <a:ea typeface="黑体" panose="02010609060101010101" charset="-122"/>
                  <a:cs typeface="Times New Roman" panose="02020603050405020304" pitchFamily="18" charset="0"/>
                </a:endParaRPr>
              </a:p>
            </p:txBody>
          </p:sp>
        </mc:Choice>
        <mc:Fallback>
          <p:sp>
            <p:nvSpPr>
              <p:cNvPr id="3" name="文本框 2"/>
              <p:cNvSpPr txBox="1">
                <a:spLocks noRot="1" noChangeAspect="1" noMove="1" noResize="1" noEditPoints="1" noAdjustHandles="1" noChangeArrowheads="1" noChangeShapeType="1" noTextEdit="1"/>
              </p:cNvSpPr>
              <p:nvPr>
                <p:custDataLst>
                  <p:tags r:id="rId26"/>
                </p:custDataLst>
              </p:nvPr>
            </p:nvSpPr>
            <p:spPr>
              <a:xfrm>
                <a:off x="745490" y="1098550"/>
                <a:ext cx="10732135" cy="3227070"/>
              </a:xfrm>
              <a:prstGeom prst="rect">
                <a:avLst/>
              </a:prstGeom>
              <a:blipFill rotWithShape="1">
                <a:blip r:embed="rId27"/>
                <a:stretch>
                  <a:fillRect/>
                </a:stretch>
              </a:blipFill>
            </p:spPr>
            <p:txBody>
              <a:bodyPr/>
              <a:lstStyle/>
              <a:p>
                <a:r>
                  <a:rPr lang="zh-CN" altLang="en-US">
                    <a:noFill/>
                  </a:rPr>
                  <a:t> </a:t>
                </a:r>
              </a:p>
            </p:txBody>
          </p:sp>
        </mc:Fallback>
      </mc:AlternateContent>
      <mc:AlternateContent>
        <mc:Choice Requires="a14">
          <p:sp>
            <p:nvSpPr>
              <p:cNvPr id="11" name="文本框 10" title=""/>
              <p:cNvSpPr txBox="1"/>
              <p:nvPr>
                <p:custDataLst>
                  <p:tags r:id="rId28"/>
                </p:custDataLst>
              </p:nvPr>
            </p:nvSpPr>
            <p:spPr>
              <a:xfrm>
                <a:off x="885190" y="4542155"/>
                <a:ext cx="10449560" cy="1641475"/>
              </a:xfrm>
              <a:prstGeom prst="rect">
                <a:avLst/>
              </a:prstGeom>
              <a:noFill/>
            </p:spPr>
            <p:txBody>
              <a:bodyPr wrap="square" rtlCol="0">
                <a:spAutoFit/>
              </a:bodyPr>
              <a:lstStyle/>
              <a:p>
                <a:pPr>
                  <a:lnSpc>
                    <a:spcPct val="140000"/>
                  </a:lnSpc>
                </a:pPr>
                <a:r>
                  <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rPr>
                  <a:t>解：</a:t>
                </a:r>
                <a:r>
                  <a:rPr 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rPr>
                  <a:t>(1)这是一条平行四边形的判定定理，</a:t>
                </a:r>
                <a14:m>
                  <m:oMathPara>
                    <m:oMathParaPr>
                      <m:jc/>
                    </m:oMathParaPr>
                    <m:oMath>
                      <m:r>
                        <m:rPr>
                          <m:sty m:val="bi"/>
                        </m:rPr>
                        <a:rPr lang="en-US" sz="2400" b="1" i="1">
                          <a:solidFill>
                            <a:schemeClr val="accent2"/>
                          </a:solidFill>
                          <a:latin typeface="Cambria Math" panose="02040503050406030204" charset="0"/>
                          <a:ea typeface="黑体" panose="02010609060101010101" charset="-122"/>
                          <a:cs typeface="Cambria Math" panose="02040503050406030204" charset="0"/>
                        </a:rPr>
                        <m:t>𝒑</m:t>
                      </m:r>
                      <m:r>
                        <m:rPr>
                          <m:sty m:val="b"/>
                        </m:rPr>
                        <a:rPr lang="en-US" sz="2400" b="1">
                          <a:solidFill>
                            <a:schemeClr val="accent2"/>
                          </a:solidFill>
                          <a:latin typeface="Cambria Math" panose="02040503050406030204" charset="0"/>
                          <a:ea typeface="MS Mincho" charset="0"/>
                          <a:cs typeface="Cambria Math" panose="02040503050406030204" charset="0"/>
                        </a:rPr>
                        <m:t>⇒</m:t>
                      </m:r>
                      <m:r>
                        <m:rPr>
                          <m:sty m:val="bi"/>
                        </m:rPr>
                        <a:rPr lang="en-US" sz="2400" b="1" i="1">
                          <a:solidFill>
                            <a:schemeClr val="accent2"/>
                          </a:solidFill>
                          <a:latin typeface="Cambria Math" panose="02040503050406030204" charset="0"/>
                          <a:ea typeface="黑体" panose="02010609060101010101" charset="-122"/>
                          <a:cs typeface="Cambria Math" panose="02040503050406030204" charset="0"/>
                        </a:rPr>
                        <m:t>𝒒</m:t>
                      </m:r>
                      <m:r>
                        <a:rPr lang="en-US" sz="2400" i="1">
                          <a:solidFill>
                            <a:schemeClr val="accent2"/>
                          </a:solidFill>
                          <a:latin typeface="Cambria Math" panose="02040503050406030204" charset="0"/>
                          <a:ea typeface="MS Mincho" charset="0"/>
                          <a:cs typeface="Cambria Math" panose="02040503050406030204" charset="0"/>
                        </a:rPr>
                        <m:t>，</m:t>
                      </m:r>
                    </m:oMath>
                  </m:oMathPara>
                </a14:m>
                <a:r>
                  <a:rPr 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rPr>
                  <a:t>所以</a:t>
                </a:r>
                <a14:m>
                  <m:oMathPara>
                    <m:oMathParaPr>
                      <m:jc/>
                    </m:oMathParaPr>
                    <m:oMath>
                      <m:r>
                        <m:rPr>
                          <m:sty m:val="bi"/>
                        </m:rPr>
                        <a:rPr lang="en-US" sz="2400" b="1" i="1">
                          <a:solidFill>
                            <a:schemeClr val="accent2"/>
                          </a:solidFill>
                          <a:latin typeface="Cambria Math" panose="02040503050406030204" charset="0"/>
                          <a:ea typeface="黑体" panose="02010609060101010101" charset="-122"/>
                          <a:cs typeface="Cambria Math" panose="02040503050406030204" charset="0"/>
                        </a:rPr>
                        <m:t>𝒑</m:t>
                      </m:r>
                    </m:oMath>
                  </m:oMathPara>
                </a14:m>
                <a:r>
                  <a:rPr 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rPr>
                  <a:t>是</a:t>
                </a:r>
                <a14:m>
                  <m:oMathPara>
                    <m:oMathParaPr>
                      <m:jc/>
                    </m:oMathParaPr>
                    <m:oMath>
                      <m:r>
                        <m:rPr>
                          <m:sty m:val="bi"/>
                        </m:rPr>
                        <a:rPr lang="en-US" sz="2400" b="1" i="1">
                          <a:solidFill>
                            <a:schemeClr val="accent2"/>
                          </a:solidFill>
                          <a:latin typeface="Cambria Math" panose="02040503050406030204" charset="0"/>
                          <a:ea typeface="黑体" panose="02010609060101010101" charset="-122"/>
                          <a:cs typeface="Cambria Math" panose="02040503050406030204" charset="0"/>
                        </a:rPr>
                        <m:t>𝒒</m:t>
                      </m:r>
                    </m:oMath>
                  </m:oMathPara>
                </a14:m>
                <a:r>
                  <a:rPr 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rPr>
                  <a:t>的充分条件.</a:t>
                </a:r>
                <a:endParaRPr 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endParaRPr>
              </a:p>
              <a:p>
                <a:pPr>
                  <a:lnSpc>
                    <a:spcPct val="140000"/>
                  </a:lnSpc>
                </a:pPr>
                <a:r>
                  <a:rPr 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rPr>
                  <a:t>        (2)这是一条相似三角形的判定定理，</a:t>
                </a:r>
                <a14:m>
                  <m:oMathPara>
                    <m:oMathParaPr>
                      <m:jc/>
                    </m:oMathParaPr>
                    <m:oMath>
                      <m:r>
                        <m:rPr>
                          <m:sty m:val="bi"/>
                        </m:rPr>
                        <a:rPr lang="en-US" sz="2400" b="1" i="1">
                          <a:solidFill>
                            <a:schemeClr val="accent2"/>
                          </a:solidFill>
                          <a:latin typeface="Cambria Math" panose="02040503050406030204" charset="0"/>
                          <a:ea typeface="黑体" panose="02010609060101010101" charset="-122"/>
                          <a:cs typeface="Cambria Math" panose="02040503050406030204" charset="0"/>
                        </a:rPr>
                        <m:t>𝒑</m:t>
                      </m:r>
                      <m:r>
                        <m:rPr>
                          <m:sty m:val="b"/>
                        </m:rPr>
                        <a:rPr lang="en-US" sz="2400" b="1">
                          <a:solidFill>
                            <a:schemeClr val="accent2"/>
                          </a:solidFill>
                          <a:latin typeface="Cambria Math" panose="02040503050406030204" charset="0"/>
                          <a:ea typeface="MS Mincho" charset="0"/>
                          <a:cs typeface="Cambria Math" panose="02040503050406030204" charset="0"/>
                        </a:rPr>
                        <m:t>⇒</m:t>
                      </m:r>
                      <m:r>
                        <m:rPr>
                          <m:sty m:val="bi"/>
                        </m:rPr>
                        <a:rPr lang="en-US" sz="2400" b="1" i="1">
                          <a:solidFill>
                            <a:schemeClr val="accent2"/>
                          </a:solidFill>
                          <a:latin typeface="Cambria Math" panose="02040503050406030204" charset="0"/>
                          <a:ea typeface="黑体" panose="02010609060101010101" charset="-122"/>
                          <a:cs typeface="Cambria Math" panose="02040503050406030204" charset="0"/>
                        </a:rPr>
                        <m:t>𝒒</m:t>
                      </m:r>
                      <m:r>
                        <a:rPr lang="en-US" sz="2400" i="1">
                          <a:solidFill>
                            <a:schemeClr val="accent2"/>
                          </a:solidFill>
                          <a:latin typeface="Cambria Math" panose="02040503050406030204" charset="0"/>
                          <a:ea typeface="MS Mincho" charset="0"/>
                          <a:cs typeface="Cambria Math" panose="02040503050406030204" charset="0"/>
                        </a:rPr>
                        <m:t>，</m:t>
                      </m:r>
                    </m:oMath>
                  </m:oMathPara>
                </a14:m>
                <a:r>
                  <a:rPr 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rPr>
                  <a:t>所以</a:t>
                </a:r>
                <a14:m>
                  <m:oMathPara>
                    <m:oMathParaPr>
                      <m:jc/>
                    </m:oMathParaPr>
                    <m:oMath>
                      <m:r>
                        <m:rPr>
                          <m:sty m:val="bi"/>
                        </m:rPr>
                        <a:rPr lang="en-US" sz="2400" b="1" i="1">
                          <a:solidFill>
                            <a:schemeClr val="accent2"/>
                          </a:solidFill>
                          <a:latin typeface="Cambria Math" panose="02040503050406030204" charset="0"/>
                          <a:ea typeface="黑体" panose="02010609060101010101" charset="-122"/>
                          <a:cs typeface="Cambria Math" panose="02040503050406030204" charset="0"/>
                        </a:rPr>
                        <m:t>𝒑</m:t>
                      </m:r>
                    </m:oMath>
                  </m:oMathPara>
                </a14:m>
                <a:r>
                  <a:rPr 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是</a:t>
                </a:r>
                <a14:m>
                  <m:oMathPara>
                    <m:oMathParaPr>
                      <m:jc/>
                    </m:oMathParaPr>
                    <m:oMath>
                      <m:r>
                        <m:rPr>
                          <m:sty m:val="bi"/>
                        </m:rPr>
                        <a:rPr lang="en-US" sz="2400" b="1" i="1">
                          <a:solidFill>
                            <a:schemeClr val="accent2"/>
                          </a:solidFill>
                          <a:latin typeface="Cambria Math" panose="02040503050406030204" charset="0"/>
                          <a:ea typeface="黑体" panose="02010609060101010101" charset="-122"/>
                          <a:cs typeface="Cambria Math" panose="02040503050406030204" charset="0"/>
                        </a:rPr>
                        <m:t>𝒒</m:t>
                      </m:r>
                    </m:oMath>
                  </m:oMathPara>
                </a14:m>
                <a:r>
                  <a:rPr 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的充分条件.</a:t>
                </a:r>
                <a:endParaRPr 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endParaRPr>
              </a:p>
              <a:p>
                <a:pPr>
                  <a:lnSpc>
                    <a:spcPct val="140000"/>
                  </a:lnSpc>
                </a:pPr>
                <a:r>
                  <a:rPr 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rPr>
                  <a:t>        (3)这是一条菱形的性质定理，</a:t>
                </a:r>
                <a14:m>
                  <m:oMathPara>
                    <m:oMathParaPr>
                      <m:jc/>
                    </m:oMathParaPr>
                    <m:oMath>
                      <m:r>
                        <m:rPr>
                          <m:sty m:val="bi"/>
                        </m:rPr>
                        <a:rPr lang="en-US" sz="2400" b="1" i="1">
                          <a:solidFill>
                            <a:schemeClr val="accent2"/>
                          </a:solidFill>
                          <a:latin typeface="Cambria Math" panose="02040503050406030204" charset="0"/>
                          <a:ea typeface="黑体" panose="02010609060101010101" charset="-122"/>
                          <a:cs typeface="Cambria Math" panose="02040503050406030204" charset="0"/>
                        </a:rPr>
                        <m:t>𝒑</m:t>
                      </m:r>
                      <m:r>
                        <m:rPr>
                          <m:sty m:val="b"/>
                        </m:rPr>
                        <a:rPr lang="en-US" sz="2400" b="1">
                          <a:solidFill>
                            <a:schemeClr val="accent2"/>
                          </a:solidFill>
                          <a:latin typeface="Cambria Math" panose="02040503050406030204" charset="0"/>
                          <a:ea typeface="MS Mincho" charset="0"/>
                          <a:cs typeface="Cambria Math" panose="02040503050406030204" charset="0"/>
                        </a:rPr>
                        <m:t>⇒</m:t>
                      </m:r>
                      <m:r>
                        <m:rPr>
                          <m:sty m:val="bi"/>
                        </m:rPr>
                        <a:rPr lang="en-US" sz="2400" b="1" i="1">
                          <a:solidFill>
                            <a:schemeClr val="accent2"/>
                          </a:solidFill>
                          <a:latin typeface="Cambria Math" panose="02040503050406030204" charset="0"/>
                          <a:ea typeface="黑体" panose="02010609060101010101" charset="-122"/>
                          <a:cs typeface="Cambria Math" panose="02040503050406030204" charset="0"/>
                        </a:rPr>
                        <m:t>𝒒</m:t>
                      </m:r>
                      <m:r>
                        <a:rPr lang="en-US" sz="2400" i="1">
                          <a:solidFill>
                            <a:schemeClr val="accent2"/>
                          </a:solidFill>
                          <a:latin typeface="Cambria Math" panose="02040503050406030204" charset="0"/>
                          <a:ea typeface="MS Mincho" charset="0"/>
                          <a:cs typeface="Cambria Math" panose="02040503050406030204" charset="0"/>
                        </a:rPr>
                        <m:t>，</m:t>
                      </m:r>
                    </m:oMath>
                  </m:oMathPara>
                </a14:m>
                <a:r>
                  <a:rPr 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所以</a:t>
                </a:r>
                <a14:m>
                  <m:oMathPara>
                    <m:oMathParaPr>
                      <m:jc/>
                    </m:oMathParaPr>
                    <m:oMath>
                      <m:r>
                        <m:rPr>
                          <m:sty m:val="bi"/>
                        </m:rPr>
                        <a:rPr lang="en-US" sz="2400" b="1" i="1">
                          <a:solidFill>
                            <a:schemeClr val="accent2"/>
                          </a:solidFill>
                          <a:latin typeface="Cambria Math" panose="02040503050406030204" charset="0"/>
                          <a:ea typeface="黑体" panose="02010609060101010101" charset="-122"/>
                          <a:cs typeface="Cambria Math" panose="02040503050406030204" charset="0"/>
                        </a:rPr>
                        <m:t>𝒑</m:t>
                      </m:r>
                    </m:oMath>
                  </m:oMathPara>
                </a14:m>
                <a:r>
                  <a:rPr 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是</a:t>
                </a:r>
                <a14:m>
                  <m:oMathPara>
                    <m:oMathParaPr>
                      <m:jc/>
                    </m:oMathParaPr>
                    <m:oMath>
                      <m:r>
                        <m:rPr>
                          <m:sty m:val="bi"/>
                        </m:rPr>
                        <a:rPr lang="en-US" sz="2400" b="1" i="1">
                          <a:solidFill>
                            <a:schemeClr val="accent2"/>
                          </a:solidFill>
                          <a:latin typeface="Cambria Math" panose="02040503050406030204" charset="0"/>
                          <a:ea typeface="黑体" panose="02010609060101010101" charset="-122"/>
                          <a:cs typeface="Cambria Math" panose="02040503050406030204" charset="0"/>
                        </a:rPr>
                        <m:t>𝒒</m:t>
                      </m:r>
                    </m:oMath>
                  </m:oMathPara>
                </a14:m>
                <a:r>
                  <a:rPr 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的充分条件.</a:t>
                </a:r>
                <a:endParaRPr lang="en-US"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endParaRPr>
              </a:p>
            </p:txBody>
          </p:sp>
        </mc:Choice>
        <mc:Fallback>
          <p:sp>
            <p:nvSpPr>
              <p:cNvPr id="11" name="文本框 10"/>
              <p:cNvSpPr txBox="1">
                <a:spLocks noRot="1" noChangeAspect="1" noMove="1" noResize="1" noEditPoints="1" noAdjustHandles="1" noChangeArrowheads="1" noChangeShapeType="1" noTextEdit="1"/>
              </p:cNvSpPr>
              <p:nvPr>
                <p:custDataLst>
                  <p:tags r:id="rId29"/>
                </p:custDataLst>
              </p:nvPr>
            </p:nvSpPr>
            <p:spPr>
              <a:xfrm>
                <a:off x="885190" y="4542155"/>
                <a:ext cx="10449560" cy="1641475"/>
              </a:xfrm>
              <a:prstGeom prst="rect">
                <a:avLst/>
              </a:prstGeom>
              <a:blipFill rotWithShape="1">
                <a:blip r:embed="rId30"/>
                <a:stretch>
                  <a:fillRect/>
                </a:stretch>
              </a:blipFill>
            </p:spPr>
            <p:txBody>
              <a:bodyPr/>
              <a:lstStyle/>
              <a:p>
                <a:r>
                  <a:rPr lang="zh-CN" altLang="en-US">
                    <a:noFill/>
                  </a:rPr>
                  <a:t> </a:t>
                </a:r>
              </a:p>
            </p:txBody>
          </p:sp>
        </mc:Fallback>
      </mc:AlternateContent>
      <p:sp>
        <p:nvSpPr>
          <p:cNvPr id="14" name="矩形 13" title=""/>
          <p:cNvSpPr/>
          <p:nvPr>
            <p:custDataLst>
              <p:tags r:id="rId31"/>
            </p:custDataLst>
          </p:nvPr>
        </p:nvSpPr>
        <p:spPr>
          <a:xfrm>
            <a:off x="1598930" y="5628640"/>
            <a:ext cx="3175000" cy="629285"/>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mc:Choice Requires="a14">
          <p:sp>
            <p:nvSpPr>
              <p:cNvPr id="17" name="文本框 16" title=""/>
              <p:cNvSpPr txBox="1"/>
              <p:nvPr>
                <p:custDataLst>
                  <p:tags r:id="rId32"/>
                </p:custDataLst>
              </p:nvPr>
            </p:nvSpPr>
            <p:spPr>
              <a:xfrm>
                <a:off x="886460" y="4523105"/>
                <a:ext cx="11127105" cy="1692910"/>
              </a:xfrm>
              <a:prstGeom prst="rect">
                <a:avLst/>
              </a:prstGeom>
              <a:noFill/>
            </p:spPr>
            <p:txBody>
              <a:bodyPr wrap="square" rtlCol="0">
                <a:spAutoFit/>
              </a:bodyPr>
              <a:lstStyle/>
              <a:p>
                <a:pPr>
                  <a:lnSpc>
                    <a:spcPct val="140000"/>
                  </a:lnSpc>
                </a:pPr>
                <a:r>
                  <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rPr>
                  <a:t>解：</a:t>
                </a:r>
                <a:r>
                  <a:rPr 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rPr>
                  <a:t>(4)</a:t>
                </a:r>
                <a:r>
                  <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rPr>
                  <a:t>由于</a:t>
                </a:r>
                <a14:m>
                  <m:oMathPara>
                    <m:oMathParaPr>
                      <m:jc/>
                    </m:oMathParaPr>
                    <m:oMath>
                      <m:sSup>
                        <m:sSupPr>
                          <m:ctrlPr>
                            <a:rPr lang="en-US" altLang="zh-CN" sz="2400" b="1" i="1">
                              <a:solidFill>
                                <a:schemeClr val="accent2"/>
                              </a:solidFill>
                              <a:latin typeface="Cambria Math" panose="02040503050406030204" charset="0"/>
                              <a:ea typeface="黑体" panose="02010609060101010101" charset="-122"/>
                              <a:cs typeface="Cambria Math" panose="02040503050406030204" charset="0"/>
                            </a:rPr>
                          </m:ctrlPr>
                        </m:sSupPr>
                        <m:e>
                          <m:r>
                            <m:rPr>
                              <m:sty m:val="bi"/>
                            </m:rPr>
                            <a:rPr lang="en-US" altLang="zh-CN" sz="2400" b="1" i="1">
                              <a:solidFill>
                                <a:schemeClr val="accent2"/>
                              </a:solidFill>
                              <a:latin typeface="Cambria Math" panose="02040503050406030204" charset="0"/>
                              <a:ea typeface="MS Mincho" charset="0"/>
                              <a:cs typeface="Cambria Math" panose="02040503050406030204" charset="0"/>
                            </a:rPr>
                            <m:t>(−</m:t>
                          </m:r>
                          <m:r>
                            <m:rPr>
                              <m:sty m:val="bi"/>
                            </m:rPr>
                            <a:rPr lang="en-US" altLang="zh-CN" sz="2400" b="1" i="1">
                              <a:solidFill>
                                <a:schemeClr val="accent2"/>
                              </a:solidFill>
                              <a:latin typeface="Cambria Math" panose="02040503050406030204" charset="0"/>
                              <a:ea typeface="MS Mincho" charset="0"/>
                              <a:cs typeface="Cambria Math" panose="02040503050406030204" charset="0"/>
                            </a:rPr>
                            <m:t>𝟏</m:t>
                          </m:r>
                          <m:r>
                            <m:rPr>
                              <m:sty m:val="bi"/>
                            </m:rPr>
                            <a:rPr lang="en-US" altLang="zh-CN" sz="2400" b="1" i="1">
                              <a:solidFill>
                                <a:schemeClr val="accent2"/>
                              </a:solidFill>
                              <a:latin typeface="Cambria Math" panose="02040503050406030204" charset="0"/>
                              <a:ea typeface="MS Mincho" charset="0"/>
                              <a:cs typeface="Cambria Math" panose="02040503050406030204" charset="0"/>
                            </a:rPr>
                            <m:t>)</m:t>
                          </m:r>
                        </m:e>
                        <m:sup>
                          <m:r>
                            <m:rPr>
                              <m:sty m:val="bi"/>
                            </m:rPr>
                            <a:rPr lang="en-US" altLang="zh-CN" sz="2400" b="1" i="1">
                              <a:solidFill>
                                <a:schemeClr val="accent2"/>
                              </a:solidFill>
                              <a:latin typeface="Cambria Math" panose="02040503050406030204" charset="0"/>
                              <a:ea typeface="MS Mincho" charset="0"/>
                              <a:cs typeface="Cambria Math" panose="02040503050406030204" charset="0"/>
                            </a:rPr>
                            <m:t>𝟐</m:t>
                          </m:r>
                        </m:sup>
                      </m:sSup>
                      <m:r>
                        <m:rPr>
                          <m:sty m:val="bi"/>
                        </m:rPr>
                        <a:rPr lang="en-US" altLang="zh-CN" sz="2400" b="1" i="1">
                          <a:solidFill>
                            <a:schemeClr val="accent2"/>
                          </a:solidFill>
                          <a:latin typeface="Cambria Math" panose="02040503050406030204" charset="0"/>
                          <a:ea typeface="MS Mincho" charset="0"/>
                          <a:cs typeface="Cambria Math" panose="02040503050406030204" charset="0"/>
                        </a:rPr>
                        <m:t>=</m:t>
                      </m:r>
                      <m:r>
                        <m:rPr>
                          <m:sty m:val="bi"/>
                        </m:rPr>
                        <a:rPr lang="en-US" altLang="zh-CN" sz="2400" b="1" i="1">
                          <a:solidFill>
                            <a:schemeClr val="accent2"/>
                          </a:solidFill>
                          <a:latin typeface="Cambria Math" panose="02040503050406030204" charset="0"/>
                          <a:ea typeface="MS Mincho" charset="0"/>
                          <a:cs typeface="Cambria Math" panose="02040503050406030204" charset="0"/>
                        </a:rPr>
                        <m:t>𝟏</m:t>
                      </m:r>
                    </m:oMath>
                  </m:oMathPara>
                </a14:m>
                <a:r>
                  <a:rPr lang="zh-CN" altLang="en-US" sz="2400">
                    <a:solidFill>
                      <a:schemeClr val="accent2"/>
                    </a:solidFill>
                    <a:latin typeface="Times New Roman" panose="02020603050405020304" pitchFamily="18" charset="0"/>
                    <a:ea typeface="黑体" panose="02010609060101010101" charset="-122"/>
                    <a:cs typeface="Times New Roman" panose="02020603050405020304" pitchFamily="18" charset="0"/>
                  </a:rPr>
                  <a:t>，</a:t>
                </a:r>
                <a:r>
                  <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rPr>
                  <a:t>但</a:t>
                </a:r>
                <a14:m>
                  <m:oMathPara>
                    <m:oMathParaPr>
                      <m:jc/>
                    </m:oMathParaPr>
                    <m:oMath>
                      <m:r>
                        <m:rPr>
                          <m:sty m:val="bi"/>
                        </m:rPr>
                        <a:rPr lang="en-US" altLang="zh-CN" sz="2400" b="1" i="1">
                          <a:solidFill>
                            <a:schemeClr val="accent2"/>
                          </a:solidFill>
                          <a:latin typeface="Cambria Math" panose="02040503050406030204" charset="0"/>
                          <a:ea typeface="MS Mincho" charset="0"/>
                          <a:cs typeface="Cambria Math" panose="02040503050406030204" charset="0"/>
                        </a:rPr>
                        <m:t>−</m:t>
                      </m:r>
                      <m:r>
                        <m:rPr>
                          <m:sty m:val="bi"/>
                        </m:rPr>
                        <a:rPr lang="en-US" altLang="zh-CN" sz="2400" b="1" i="1">
                          <a:solidFill>
                            <a:schemeClr val="accent2"/>
                          </a:solidFill>
                          <a:latin typeface="Cambria Math" panose="02040503050406030204" charset="0"/>
                          <a:ea typeface="MS Mincho" charset="0"/>
                          <a:cs typeface="Cambria Math" panose="02040503050406030204" charset="0"/>
                        </a:rPr>
                        <m:t>𝟏</m:t>
                      </m:r>
                      <m:r>
                        <m:rPr>
                          <m:sty m:val="bi"/>
                        </m:rPr>
                        <a:rPr lang="en-US" altLang="zh-CN" sz="2400" b="1" i="1">
                          <a:solidFill>
                            <a:schemeClr val="accent2"/>
                          </a:solidFill>
                          <a:latin typeface="Cambria Math" panose="02040503050406030204" charset="0"/>
                          <a:ea typeface="MS Mincho" charset="0"/>
                          <a:cs typeface="Cambria Math" panose="02040503050406030204" charset="0"/>
                        </a:rPr>
                        <m:t>≠</m:t>
                      </m:r>
                      <m:r>
                        <m:rPr>
                          <m:sty m:val="bi"/>
                        </m:rPr>
                        <a:rPr lang="en-US" altLang="zh-CN" sz="2400" b="1" i="1">
                          <a:solidFill>
                            <a:schemeClr val="accent2"/>
                          </a:solidFill>
                          <a:latin typeface="Cambria Math" panose="02040503050406030204" charset="0"/>
                          <a:ea typeface="MS Mincho" charset="0"/>
                          <a:cs typeface="Cambria Math" panose="02040503050406030204" charset="0"/>
                        </a:rPr>
                        <m:t>𝟏</m:t>
                      </m:r>
                      <m:r>
                        <m:rPr>
                          <m:sty m:val="bi"/>
                        </m:rPr>
                        <a:rPr lang="en-US" altLang="zh-CN" sz="2400" b="1" i="1">
                          <a:solidFill>
                            <a:schemeClr val="accent2"/>
                          </a:solidFill>
                          <a:latin typeface="Cambria Math" panose="02040503050406030204" charset="0"/>
                          <a:ea typeface="MS Mincho" charset="0"/>
                          <a:cs typeface="Cambria Math" panose="02040503050406030204" charset="0"/>
                        </a:rPr>
                        <m:t>，</m:t>
                      </m:r>
                      <m:r>
                        <m:rPr>
                          <m:sty m:val="bi"/>
                        </m:rPr>
                        <a:rPr lang="en-US" sz="2400" b="1" i="1">
                          <a:solidFill>
                            <a:schemeClr val="accent2"/>
                          </a:solidFill>
                          <a:latin typeface="Cambria Math" panose="02040503050406030204" charset="0"/>
                          <a:ea typeface="黑体" panose="02010609060101010101" charset="-122"/>
                          <a:cs typeface="Cambria Math" panose="02040503050406030204" charset="0"/>
                        </a:rPr>
                        <m:t>𝒑</m:t>
                      </m:r>
                      <m:r>
                        <m:rPr>
                          <m:sty m:val="b"/>
                        </m:rPr>
                        <a:rPr lang="en-US" sz="2400" b="1">
                          <a:solidFill>
                            <a:schemeClr val="accent2"/>
                          </a:solidFill>
                          <a:latin typeface="Cambria Math" panose="02040503050406030204" charset="0"/>
                          <a:ea typeface="MS Mincho" charset="0"/>
                          <a:cs typeface="Cambria Math" panose="02040503050406030204" charset="0"/>
                        </a:rPr>
                        <m:t>⇏</m:t>
                      </m:r>
                      <m:r>
                        <m:rPr>
                          <m:sty m:val="bi"/>
                        </m:rPr>
                        <a:rPr lang="en-US" sz="2400" b="1" i="1">
                          <a:solidFill>
                            <a:schemeClr val="accent2"/>
                          </a:solidFill>
                          <a:latin typeface="Cambria Math" panose="02040503050406030204" charset="0"/>
                          <a:ea typeface="黑体" panose="02010609060101010101" charset="-122"/>
                          <a:cs typeface="Cambria Math" panose="02040503050406030204" charset="0"/>
                        </a:rPr>
                        <m:t>𝒒</m:t>
                      </m:r>
                    </m:oMath>
                  </m:oMathPara>
                </a14:m>
                <a:r>
                  <a:rPr lang="zh-CN" altLang="en-US" sz="2400">
                    <a:solidFill>
                      <a:schemeClr val="accent2"/>
                    </a:solidFill>
                    <a:latin typeface="Times New Roman" panose="02020603050405020304" pitchFamily="18" charset="0"/>
                    <a:ea typeface="黑体" panose="02010609060101010101" charset="-122"/>
                    <a:cs typeface="Times New Roman" panose="02020603050405020304" pitchFamily="18" charset="0"/>
                  </a:rPr>
                  <a:t>，</a:t>
                </a:r>
                <a:r>
                  <a:rPr 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所以</a:t>
                </a:r>
                <a14:m>
                  <m:oMathPara>
                    <m:oMathParaPr>
                      <m:jc/>
                    </m:oMathParaPr>
                    <m:oMath>
                      <m:r>
                        <m:rPr>
                          <m:sty m:val="bi"/>
                        </m:rPr>
                        <a:rPr lang="en-US" sz="2400" b="1" i="1">
                          <a:solidFill>
                            <a:schemeClr val="accent2"/>
                          </a:solidFill>
                          <a:latin typeface="Cambria Math" panose="02040503050406030204" charset="0"/>
                          <a:ea typeface="黑体" panose="02010609060101010101" charset="-122"/>
                          <a:cs typeface="Cambria Math" panose="02040503050406030204" charset="0"/>
                        </a:rPr>
                        <m:t>𝒑</m:t>
                      </m:r>
                    </m:oMath>
                  </m:oMathPara>
                </a14:m>
                <a:r>
                  <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rPr>
                  <a:t>不</a:t>
                </a:r>
                <a:r>
                  <a:rPr 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是</a:t>
                </a:r>
                <a14:m>
                  <m:oMathPara>
                    <m:oMathParaPr>
                      <m:jc/>
                    </m:oMathParaPr>
                    <m:oMath>
                      <m:r>
                        <m:rPr>
                          <m:sty m:val="bi"/>
                        </m:rPr>
                        <a:rPr lang="en-US" sz="2400" b="1" i="1">
                          <a:solidFill>
                            <a:schemeClr val="accent2"/>
                          </a:solidFill>
                          <a:latin typeface="Cambria Math" panose="02040503050406030204" charset="0"/>
                          <a:ea typeface="黑体" panose="02010609060101010101" charset="-122"/>
                          <a:cs typeface="Cambria Math" panose="02040503050406030204" charset="0"/>
                        </a:rPr>
                        <m:t>𝒒</m:t>
                      </m:r>
                    </m:oMath>
                  </m:oMathPara>
                </a14:m>
                <a:r>
                  <a:rPr 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的充分条件.</a:t>
                </a:r>
                <a:endParaRPr 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endParaRPr>
              </a:p>
              <a:p>
                <a:pPr>
                  <a:lnSpc>
                    <a:spcPct val="140000"/>
                  </a:lnSpc>
                </a:pPr>
                <a:r>
                  <a:rPr 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rPr>
                  <a:t>        (5)</a:t>
                </a:r>
                <a:r>
                  <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rPr>
                  <a:t>由等式的性质知，</a:t>
                </a:r>
                <a14:m>
                  <m:oMathPara>
                    <m:oMathParaPr>
                      <m:jc/>
                    </m:oMathParaPr>
                    <m:oMath>
                      <m:r>
                        <m:rPr>
                          <m:sty m:val="bi"/>
                        </m:rPr>
                        <a:rPr lang="en-US" sz="2400" b="1" i="1">
                          <a:solidFill>
                            <a:schemeClr val="accent2"/>
                          </a:solidFill>
                          <a:latin typeface="Cambria Math" panose="02040503050406030204" charset="0"/>
                          <a:ea typeface="黑体" panose="02010609060101010101" charset="-122"/>
                          <a:cs typeface="Cambria Math" panose="02040503050406030204" charset="0"/>
                        </a:rPr>
                        <m:t>𝒑</m:t>
                      </m:r>
                      <m:r>
                        <m:rPr>
                          <m:sty m:val="b"/>
                        </m:rPr>
                        <a:rPr lang="en-US" sz="2400" b="1">
                          <a:solidFill>
                            <a:schemeClr val="accent2"/>
                          </a:solidFill>
                          <a:latin typeface="Cambria Math" panose="02040503050406030204" charset="0"/>
                          <a:ea typeface="MS Mincho" charset="0"/>
                          <a:cs typeface="Cambria Math" panose="02040503050406030204" charset="0"/>
                        </a:rPr>
                        <m:t>⇒</m:t>
                      </m:r>
                      <m:r>
                        <m:rPr>
                          <m:sty m:val="bi"/>
                        </m:rPr>
                        <a:rPr lang="en-US" sz="2400" b="1" i="1">
                          <a:solidFill>
                            <a:schemeClr val="accent2"/>
                          </a:solidFill>
                          <a:latin typeface="Cambria Math" panose="02040503050406030204" charset="0"/>
                          <a:ea typeface="黑体" panose="02010609060101010101" charset="-122"/>
                          <a:cs typeface="Cambria Math" panose="02040503050406030204" charset="0"/>
                        </a:rPr>
                        <m:t>𝒒</m:t>
                      </m:r>
                      <m:r>
                        <a:rPr lang="en-US" sz="2400" i="1">
                          <a:solidFill>
                            <a:schemeClr val="accent2"/>
                          </a:solidFill>
                          <a:latin typeface="Cambria Math" panose="02040503050406030204" charset="0"/>
                          <a:ea typeface="MS Mincho" charset="0"/>
                          <a:cs typeface="Cambria Math" panose="02040503050406030204" charset="0"/>
                        </a:rPr>
                        <m:t>，</m:t>
                      </m:r>
                    </m:oMath>
                  </m:oMathPara>
                </a14:m>
                <a:r>
                  <a:rPr 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所以</a:t>
                </a:r>
                <a14:m>
                  <m:oMathPara>
                    <m:oMathParaPr>
                      <m:jc/>
                    </m:oMathParaPr>
                    <m:oMath>
                      <m:r>
                        <m:rPr>
                          <m:sty m:val="bi"/>
                        </m:rPr>
                        <a:rPr lang="en-US" sz="2400" b="1" i="1">
                          <a:solidFill>
                            <a:schemeClr val="accent2"/>
                          </a:solidFill>
                          <a:latin typeface="Cambria Math" panose="02040503050406030204" charset="0"/>
                          <a:ea typeface="黑体" panose="02010609060101010101" charset="-122"/>
                          <a:cs typeface="Cambria Math" panose="02040503050406030204" charset="0"/>
                        </a:rPr>
                        <m:t>𝒑</m:t>
                      </m:r>
                    </m:oMath>
                  </m:oMathPara>
                </a14:m>
                <a:r>
                  <a:rPr 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是</a:t>
                </a:r>
                <a14:m>
                  <m:oMathPara>
                    <m:oMathParaPr>
                      <m:jc/>
                    </m:oMathParaPr>
                    <m:oMath>
                      <m:r>
                        <m:rPr>
                          <m:sty m:val="bi"/>
                        </m:rPr>
                        <a:rPr lang="en-US" sz="2400" b="1" i="1">
                          <a:solidFill>
                            <a:schemeClr val="accent2"/>
                          </a:solidFill>
                          <a:latin typeface="Cambria Math" panose="02040503050406030204" charset="0"/>
                          <a:ea typeface="黑体" panose="02010609060101010101" charset="-122"/>
                          <a:cs typeface="Cambria Math" panose="02040503050406030204" charset="0"/>
                        </a:rPr>
                        <m:t>𝒒</m:t>
                      </m:r>
                    </m:oMath>
                  </m:oMathPara>
                </a14:m>
                <a:r>
                  <a:rPr 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的充分条件.</a:t>
                </a:r>
                <a:endParaRPr 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endParaRPr>
              </a:p>
              <a:p>
                <a:pPr>
                  <a:lnSpc>
                    <a:spcPct val="140000"/>
                  </a:lnSpc>
                </a:pPr>
                <a:r>
                  <a:rPr 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rPr>
                  <a:t>        (6)</a:t>
                </a:r>
                <a14:m>
                  <m:oMathPara>
                    <m:oMathParaPr>
                      <m:jc/>
                    </m:oMathParaPr>
                    <m:oMath>
                      <m:rad>
                        <m:radPr>
                          <m:degHide m:val="on"/>
                          <m:ctrlPr>
                            <a:rPr lang="en-US" sz="2400" b="1" i="1">
                              <a:solidFill>
                                <a:schemeClr val="accent2"/>
                              </a:solidFill>
                              <a:latin typeface="Cambria Math" panose="02040503050406030204" charset="0"/>
                              <a:ea typeface="黑体" panose="02010609060101010101" charset="-122"/>
                              <a:cs typeface="Cambria Math" panose="02040503050406030204" charset="0"/>
                            </a:rPr>
                          </m:ctrlPr>
                        </m:radPr>
                        <m:deg/>
                        <m:e>
                          <m:r>
                            <m:rPr>
                              <m:sty m:val="bi"/>
                            </m:rPr>
                            <a:rPr lang="en-US" sz="2400" b="1" i="1">
                              <a:solidFill>
                                <a:schemeClr val="accent2"/>
                              </a:solidFill>
                              <a:latin typeface="Cambria Math" panose="02040503050406030204" charset="0"/>
                              <a:ea typeface="MS Mincho" charset="0"/>
                              <a:cs typeface="Cambria Math" panose="02040503050406030204" charset="0"/>
                            </a:rPr>
                            <m:t>𝟐</m:t>
                          </m:r>
                        </m:e>
                      </m:rad>
                    </m:oMath>
                  </m:oMathPara>
                </a14:m>
                <a:r>
                  <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rPr>
                  <a:t>为无理数，但</a:t>
                </a:r>
                <a14:m>
                  <m:oMathPara>
                    <m:oMathParaPr>
                      <m:jc/>
                    </m:oMathParaPr>
                    <m:oMath>
                      <m:rad>
                        <m:radPr>
                          <m:degHide m:val="on"/>
                          <m:ctrlPr>
                            <a:rPr lang="en-US" sz="2400" b="1" i="1">
                              <a:solidFill>
                                <a:schemeClr val="accent2"/>
                              </a:solidFill>
                              <a:latin typeface="Cambria Math" panose="02040503050406030204" charset="0"/>
                              <a:ea typeface="黑体" panose="02010609060101010101" charset="-122"/>
                              <a:cs typeface="Cambria Math" panose="02040503050406030204" charset="0"/>
                            </a:rPr>
                          </m:ctrlPr>
                        </m:radPr>
                        <m:deg/>
                        <m:e>
                          <m:r>
                            <m:rPr>
                              <m:sty m:val="bi"/>
                            </m:rPr>
                            <a:rPr lang="en-US" sz="2400" b="1" i="1">
                              <a:solidFill>
                                <a:schemeClr val="accent2"/>
                              </a:solidFill>
                              <a:latin typeface="Cambria Math" panose="02040503050406030204" charset="0"/>
                              <a:ea typeface="MS Mincho" charset="0"/>
                              <a:cs typeface="Cambria Math" panose="02040503050406030204" charset="0"/>
                            </a:rPr>
                            <m:t>𝟐</m:t>
                          </m:r>
                        </m:e>
                      </m:rad>
                      <m:r>
                        <m:rPr>
                          <m:sty m:val="bi"/>
                        </m:rPr>
                        <a:rPr lang="en-US" sz="2400" b="1" i="1">
                          <a:solidFill>
                            <a:schemeClr val="accent2"/>
                          </a:solidFill>
                          <a:latin typeface="Cambria Math" panose="02040503050406030204" charset="0"/>
                          <a:ea typeface="MS Mincho" charset="0"/>
                          <a:cs typeface="Cambria Math" panose="02040503050406030204" charset="0"/>
                        </a:rPr>
                        <m:t>×</m:t>
                      </m:r>
                      <m:rad>
                        <m:radPr>
                          <m:degHide m:val="on"/>
                          <m:ctrlPr>
                            <a:rPr lang="en-US" sz="2400" b="1" i="1">
                              <a:solidFill>
                                <a:schemeClr val="accent2"/>
                              </a:solidFill>
                              <a:latin typeface="Cambria Math" panose="02040503050406030204" charset="0"/>
                              <a:ea typeface="黑体" panose="02010609060101010101" charset="-122"/>
                              <a:cs typeface="Cambria Math" panose="02040503050406030204" charset="0"/>
                            </a:rPr>
                          </m:ctrlPr>
                        </m:radPr>
                        <m:deg/>
                        <m:e>
                          <m:r>
                            <m:rPr>
                              <m:sty m:val="bi"/>
                            </m:rPr>
                            <a:rPr lang="en-US" sz="2400" b="1" i="1">
                              <a:solidFill>
                                <a:schemeClr val="accent2"/>
                              </a:solidFill>
                              <a:latin typeface="Cambria Math" panose="02040503050406030204" charset="0"/>
                              <a:ea typeface="MS Mincho" charset="0"/>
                              <a:cs typeface="Cambria Math" panose="02040503050406030204" charset="0"/>
                            </a:rPr>
                            <m:t>𝟐</m:t>
                          </m:r>
                        </m:e>
                      </m:rad>
                      <m:r>
                        <m:rPr>
                          <m:sty m:val="bi"/>
                        </m:rPr>
                        <a:rPr lang="en-US" sz="2400" b="1" i="1">
                          <a:solidFill>
                            <a:schemeClr val="accent2"/>
                          </a:solidFill>
                          <a:latin typeface="Cambria Math" panose="02040503050406030204" charset="0"/>
                          <a:ea typeface="MS Mincho" charset="0"/>
                          <a:cs typeface="Cambria Math" panose="02040503050406030204" charset="0"/>
                        </a:rPr>
                        <m:t>=</m:t>
                      </m:r>
                      <m:r>
                        <m:rPr>
                          <m:sty m:val="bi"/>
                        </m:rPr>
                        <a:rPr lang="en-US" sz="2400" b="1" i="1">
                          <a:solidFill>
                            <a:schemeClr val="accent2"/>
                          </a:solidFill>
                          <a:latin typeface="Cambria Math" panose="02040503050406030204" charset="0"/>
                          <a:ea typeface="MS Mincho" charset="0"/>
                          <a:cs typeface="Cambria Math" panose="02040503050406030204" charset="0"/>
                        </a:rPr>
                        <m:t>𝟐</m:t>
                      </m:r>
                    </m:oMath>
                  </m:oMathPara>
                </a14:m>
                <a:r>
                  <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rPr>
                  <a:t>为有理数，</a:t>
                </a:r>
                <a14:m>
                  <m:oMathPara>
                    <m:oMathParaPr>
                      <m:jc/>
                    </m:oMathParaPr>
                    <m:oMath>
                      <m:r>
                        <m:rPr>
                          <m:sty m:val="bi"/>
                        </m:rPr>
                        <a:rPr lang="en-US" sz="2400" b="1" i="1">
                          <a:solidFill>
                            <a:schemeClr val="accent2"/>
                          </a:solidFill>
                          <a:latin typeface="Cambria Math" panose="02040503050406030204" charset="0"/>
                          <a:ea typeface="黑体" panose="02010609060101010101" charset="-122"/>
                          <a:cs typeface="Cambria Math" panose="02040503050406030204" charset="0"/>
                        </a:rPr>
                        <m:t>𝒑</m:t>
                      </m:r>
                      <m:r>
                        <m:rPr>
                          <m:sty m:val="b"/>
                        </m:rPr>
                        <a:rPr lang="en-US" sz="2400" b="1">
                          <a:solidFill>
                            <a:schemeClr val="accent2"/>
                          </a:solidFill>
                          <a:latin typeface="Cambria Math" panose="02040503050406030204" charset="0"/>
                          <a:ea typeface="MS Mincho" charset="0"/>
                          <a:cs typeface="Cambria Math" panose="02040503050406030204" charset="0"/>
                        </a:rPr>
                        <m:t>⇏</m:t>
                      </m:r>
                      <m:r>
                        <m:rPr>
                          <m:sty m:val="bi"/>
                        </m:rPr>
                        <a:rPr lang="en-US" sz="2400" b="1" i="1">
                          <a:solidFill>
                            <a:schemeClr val="accent2"/>
                          </a:solidFill>
                          <a:latin typeface="Cambria Math" panose="02040503050406030204" charset="0"/>
                          <a:ea typeface="黑体" panose="02010609060101010101" charset="-122"/>
                          <a:cs typeface="Cambria Math" panose="02040503050406030204" charset="0"/>
                        </a:rPr>
                        <m:t>𝒒</m:t>
                      </m:r>
                    </m:oMath>
                  </m:oMathPara>
                </a14:m>
                <a:r>
                  <a:rPr lang="zh-CN" altLang="en-US" sz="2400">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a:t>
                </a:r>
                <a:r>
                  <a:rPr 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所以</a:t>
                </a:r>
                <a14:m>
                  <m:oMathPara>
                    <m:oMathParaPr>
                      <m:jc/>
                    </m:oMathParaPr>
                    <m:oMath>
                      <m:r>
                        <m:rPr>
                          <m:sty m:val="bi"/>
                        </m:rPr>
                        <a:rPr lang="en-US" sz="2400" b="1" i="1">
                          <a:solidFill>
                            <a:schemeClr val="accent2"/>
                          </a:solidFill>
                          <a:latin typeface="Cambria Math" panose="02040503050406030204" charset="0"/>
                          <a:ea typeface="黑体" panose="02010609060101010101" charset="-122"/>
                          <a:cs typeface="Cambria Math" panose="02040503050406030204" charset="0"/>
                        </a:rPr>
                        <m:t>𝒑</m:t>
                      </m:r>
                    </m:oMath>
                  </m:oMathPara>
                </a14:m>
                <a:r>
                  <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不</a:t>
                </a:r>
                <a:r>
                  <a:rPr 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是</a:t>
                </a:r>
                <a14:m>
                  <m:oMathPara>
                    <m:oMathParaPr>
                      <m:jc/>
                    </m:oMathParaPr>
                    <m:oMath>
                      <m:r>
                        <m:rPr>
                          <m:sty m:val="bi"/>
                        </m:rPr>
                        <a:rPr lang="en-US" sz="2400" b="1" i="1">
                          <a:solidFill>
                            <a:schemeClr val="accent2"/>
                          </a:solidFill>
                          <a:latin typeface="Cambria Math" panose="02040503050406030204" charset="0"/>
                          <a:ea typeface="黑体" panose="02010609060101010101" charset="-122"/>
                          <a:cs typeface="Cambria Math" panose="02040503050406030204" charset="0"/>
                        </a:rPr>
                        <m:t>𝒒</m:t>
                      </m:r>
                    </m:oMath>
                  </m:oMathPara>
                </a14:m>
                <a:r>
                  <a:rPr 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的充分条件.</a:t>
                </a:r>
                <a:endParaRPr lang="en-US"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endParaRPr>
              </a:p>
            </p:txBody>
          </p:sp>
        </mc:Choice>
        <mc:Fallback>
          <p:sp>
            <p:nvSpPr>
              <p:cNvPr id="17" name="文本框 16"/>
              <p:cNvSpPr txBox="1">
                <a:spLocks noRot="1" noChangeAspect="1" noMove="1" noResize="1" noEditPoints="1" noAdjustHandles="1" noChangeArrowheads="1" noChangeShapeType="1" noTextEdit="1"/>
              </p:cNvSpPr>
              <p:nvPr>
                <p:custDataLst>
                  <p:tags r:id="rId33"/>
                </p:custDataLst>
              </p:nvPr>
            </p:nvSpPr>
            <p:spPr>
              <a:xfrm>
                <a:off x="886460" y="4523105"/>
                <a:ext cx="11127105" cy="1692910"/>
              </a:xfrm>
              <a:prstGeom prst="rect">
                <a:avLst/>
              </a:prstGeom>
              <a:blipFill rotWithShape="1">
                <a:blip r:embed="rId34"/>
                <a:stretch>
                  <a:fillRect/>
                </a:stretch>
              </a:blipFill>
            </p:spPr>
            <p:txBody>
              <a:bodyPr/>
              <a:lstStyle/>
              <a:p>
                <a:r>
                  <a:rPr lang="zh-CN" altLang="en-US">
                    <a:noFill/>
                  </a:rPr>
                  <a:t> </a:t>
                </a:r>
              </a:p>
            </p:txBody>
          </p:sp>
        </mc:Fallback>
      </mc:AlternateContent>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250" fill="hold">
                                          <p:stCondLst>
                                            <p:cond delay="0"/>
                                          </p:stCondLst>
                                        </p:cTn>
                                        <p:tgtEl>
                                          <p:spTgt spid="11">
                                            <p:txEl>
                                              <p:pRg st="0" end="0"/>
                                            </p:txEl>
                                          </p:spTgt>
                                        </p:tgtEl>
                                        <p:attrNameLst>
                                          <p:attrName>style.visibility</p:attrName>
                                        </p:attrNameLst>
                                      </p:cBhvr>
                                      <p:to>
                                        <p:strVal val="visible"/>
                                      </p:to>
                                    </p:set>
                                    <p:animEffect transition="in" filter="fade">
                                      <p:cBhvr>
                                        <p:cTn id="7" dur="250"/>
                                        <p:tgtEl>
                                          <p:spTgt spid="11">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250" fill="hold">
                                          <p:stCondLst>
                                            <p:cond delay="0"/>
                                          </p:stCondLst>
                                        </p:cTn>
                                        <p:tgtEl>
                                          <p:spTgt spid="11">
                                            <p:txEl>
                                              <p:pRg st="1" end="1"/>
                                            </p:txEl>
                                          </p:spTgt>
                                        </p:tgtEl>
                                        <p:attrNameLst>
                                          <p:attrName>style.visibility</p:attrName>
                                        </p:attrNameLst>
                                      </p:cBhvr>
                                      <p:to>
                                        <p:strVal val="visible"/>
                                      </p:to>
                                    </p:set>
                                    <p:animEffect transition="in" filter="fade">
                                      <p:cBhvr>
                                        <p:cTn id="12" dur="250"/>
                                        <p:tgtEl>
                                          <p:spTgt spid="11">
                                            <p:txEl>
                                              <p:pRg st="1" end="1"/>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250" fill="hold">
                                          <p:stCondLst>
                                            <p:cond delay="0"/>
                                          </p:stCondLst>
                                        </p:cTn>
                                        <p:tgtEl>
                                          <p:spTgt spid="11">
                                            <p:txEl>
                                              <p:pRg st="2" end="2"/>
                                            </p:txEl>
                                          </p:spTgt>
                                        </p:tgtEl>
                                        <p:attrNameLst>
                                          <p:attrName>style.visibility</p:attrName>
                                        </p:attrNameLst>
                                      </p:cBhvr>
                                      <p:to>
                                        <p:strVal val="visible"/>
                                      </p:to>
                                    </p:set>
                                    <p:animEffect transition="in" filter="fade">
                                      <p:cBhvr>
                                        <p:cTn id="17" dur="250"/>
                                        <p:tgtEl>
                                          <p:spTgt spid="11">
                                            <p:txEl>
                                              <p:pRg st="2" end="2"/>
                                            </p:txEl>
                                          </p:spTgt>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 presetClass="exit" presetSubtype="0" fill="hold" grpId="2" nodeType="clickEffect">
                                  <p:stCondLst>
                                    <p:cond delay="0"/>
                                  </p:stCondLst>
                                  <p:childTnLst>
                                    <p:set>
                                      <p:cBhvr>
                                        <p:cTn id="21" dur="1" fill="hold">
                                          <p:stCondLst>
                                            <p:cond delay="0"/>
                                          </p:stCondLst>
                                        </p:cTn>
                                        <p:tgtEl>
                                          <p:spTgt spid="11">
                                            <p:txEl>
                                              <p:pRg st="0" end="0"/>
                                            </p:txEl>
                                          </p:spTgt>
                                        </p:tgtEl>
                                        <p:attrNameLst>
                                          <p:attrName>style.visibility</p:attrName>
                                        </p:attrNameLst>
                                      </p:cBhvr>
                                      <p:to>
                                        <p:strVal val="hidden"/>
                                      </p:to>
                                    </p:set>
                                  </p:childTnLst>
                                </p:cTn>
                              </p:par>
                              <p:par>
                                <p:cTn id="22" presetID="1" presetClass="exit" presetSubtype="0" fill="hold" grpId="2" nodeType="withEffect">
                                  <p:stCondLst>
                                    <p:cond delay="0"/>
                                  </p:stCondLst>
                                  <p:childTnLst>
                                    <p:set>
                                      <p:cBhvr>
                                        <p:cTn id="23" dur="1" fill="hold">
                                          <p:stCondLst>
                                            <p:cond delay="0"/>
                                          </p:stCondLst>
                                        </p:cTn>
                                        <p:tgtEl>
                                          <p:spTgt spid="11">
                                            <p:txEl>
                                              <p:pRg st="1" end="1"/>
                                            </p:txEl>
                                          </p:spTgt>
                                        </p:tgtEl>
                                        <p:attrNameLst>
                                          <p:attrName>style.visibility</p:attrName>
                                        </p:attrNameLst>
                                      </p:cBhvr>
                                      <p:to>
                                        <p:strVal val="hidden"/>
                                      </p:to>
                                    </p:set>
                                  </p:childTnLst>
                                </p:cTn>
                              </p:par>
                              <p:par>
                                <p:cTn id="24" presetID="1" presetClass="exit" presetSubtype="0" fill="hold" grpId="2" nodeType="withEffect">
                                  <p:stCondLst>
                                    <p:cond delay="0"/>
                                  </p:stCondLst>
                                  <p:childTnLst>
                                    <p:set>
                                      <p:cBhvr>
                                        <p:cTn id="25" dur="1" fill="hold">
                                          <p:stCondLst>
                                            <p:cond delay="0"/>
                                          </p:stCondLst>
                                        </p:cTn>
                                        <p:tgtEl>
                                          <p:spTgt spid="11">
                                            <p:txEl>
                                              <p:pRg st="2" end="2"/>
                                            </p:txEl>
                                          </p:spTgt>
                                        </p:tgtEl>
                                        <p:attrNameLst>
                                          <p:attrName>style.visibility</p:attrName>
                                        </p:attrNameLst>
                                      </p:cBhvr>
                                      <p:to>
                                        <p:strVal val="hidden"/>
                                      </p:to>
                                    </p:set>
                                  </p:childTnLst>
                                </p:cTn>
                              </p:par>
                              <p:par>
                                <p:cTn id="26" presetID="10" presetClass="entr" presetSubtype="0" fill="hold" grpId="0" nodeType="withEffect">
                                  <p:stCondLst>
                                    <p:cond delay="0"/>
                                  </p:stCondLst>
                                  <p:childTnLst>
                                    <p:set>
                                      <p:cBhvr>
                                        <p:cTn id="27" dur="250" fill="hold">
                                          <p:stCondLst>
                                            <p:cond delay="0"/>
                                          </p:stCondLst>
                                        </p:cTn>
                                        <p:tgtEl>
                                          <p:spTgt spid="17">
                                            <p:txEl>
                                              <p:pRg st="0" end="0"/>
                                            </p:txEl>
                                          </p:spTgt>
                                        </p:tgtEl>
                                        <p:attrNameLst>
                                          <p:attrName>style.visibility</p:attrName>
                                        </p:attrNameLst>
                                      </p:cBhvr>
                                      <p:to>
                                        <p:strVal val="visible"/>
                                      </p:to>
                                    </p:set>
                                    <p:animEffect transition="in" filter="fade">
                                      <p:cBhvr>
                                        <p:cTn id="28" dur="250"/>
                                        <p:tgtEl>
                                          <p:spTgt spid="17">
                                            <p:txEl>
                                              <p:pRg st="0" end="0"/>
                                            </p:txEl>
                                          </p:spTgt>
                                        </p:tgtEl>
                                      </p:cBhvr>
                                    </p:animEffect>
                                  </p:childTnLst>
                                </p:cTn>
                              </p:par>
                            </p:childTnLst>
                          </p:cTn>
                        </p:par>
                      </p:childTnLst>
                    </p:cTn>
                  </p:par>
                  <p:par>
                    <p:cTn id="29" fill="hold" nodeType="clickPar">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250" fill="hold">
                                          <p:stCondLst>
                                            <p:cond delay="0"/>
                                          </p:stCondLst>
                                        </p:cTn>
                                        <p:tgtEl>
                                          <p:spTgt spid="17">
                                            <p:txEl>
                                              <p:pRg st="1" end="1"/>
                                            </p:txEl>
                                          </p:spTgt>
                                        </p:tgtEl>
                                        <p:attrNameLst>
                                          <p:attrName>style.visibility</p:attrName>
                                        </p:attrNameLst>
                                      </p:cBhvr>
                                      <p:to>
                                        <p:strVal val="visible"/>
                                      </p:to>
                                    </p:set>
                                    <p:animEffect transition="in" filter="fade">
                                      <p:cBhvr>
                                        <p:cTn id="33" dur="250"/>
                                        <p:tgtEl>
                                          <p:spTgt spid="17">
                                            <p:txEl>
                                              <p:pRg st="1" end="1"/>
                                            </p:txEl>
                                          </p:spTgt>
                                        </p:tgtEl>
                                      </p:cBhvr>
                                    </p:animEffect>
                                  </p:childTnLst>
                                </p:cTn>
                              </p:par>
                            </p:childTnLst>
                          </p:cTn>
                        </p:par>
                      </p:childTnLst>
                    </p:cTn>
                  </p:par>
                  <p:par>
                    <p:cTn id="34" fill="hold" nodeType="clickPar">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250" fill="hold">
                                          <p:stCondLst>
                                            <p:cond delay="0"/>
                                          </p:stCondLst>
                                        </p:cTn>
                                        <p:tgtEl>
                                          <p:spTgt spid="17">
                                            <p:txEl>
                                              <p:pRg st="2" end="2"/>
                                            </p:txEl>
                                          </p:spTgt>
                                        </p:tgtEl>
                                        <p:attrNameLst>
                                          <p:attrName>style.visibility</p:attrName>
                                        </p:attrNameLst>
                                      </p:cBhvr>
                                      <p:to>
                                        <p:strVal val="visible"/>
                                      </p:to>
                                    </p:set>
                                    <p:animEffect transition="in" filter="fade">
                                      <p:cBhvr>
                                        <p:cTn id="38" dur="250"/>
                                        <p:tgtEl>
                                          <p:spTgt spid="1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uiExpand="1" build="p"/>
      <p:bldP spid="17" grpId="0" uiExpand="1" build="p"/>
      <p:bldP spid="11" grpId="2" uiExpand="1" build="allAtOnce"/>
    </p:bldLst>
  </p:timing>
</p:sld>
</file>

<file path=ppt/slides/slide1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3" name="组合 22" title=""/>
          <p:cNvGrpSpPr/>
          <p:nvPr>
            <p:custDataLst>
              <p:tags r:id="rId8"/>
            </p:custDataLst>
          </p:nvPr>
        </p:nvGrpSpPr>
        <p:grpSpPr>
          <a:xfrm>
            <a:off x="577851" y="576471"/>
            <a:ext cx="5197474" cy="521970"/>
            <a:chOff x="330201" y="576471"/>
            <a:chExt cx="5197474" cy="521970"/>
          </a:xfrm>
        </p:grpSpPr>
        <p:sp>
          <p:nvSpPr>
            <p:cNvPr id="24" name="文本框 2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应用新知</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2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grpSp>
        <p:nvGrpSpPr>
          <p:cNvPr id="53" name="组合 52" title=""/>
          <p:cNvGrpSpPr/>
          <p:nvPr>
            <p:custDataLst>
              <p:tags r:id="rId11"/>
            </p:custDataLst>
          </p:nvPr>
        </p:nvGrpSpPr>
        <p:grpSpPr>
          <a:xfrm flipH="1">
            <a:off x="11495784" y="718260"/>
            <a:ext cx="176150" cy="780068"/>
            <a:chOff x="8290832" y="4887686"/>
            <a:chExt cx="296617" cy="1313542"/>
          </a:xfrm>
          <a:solidFill>
            <a:srgbClr val="4076FD"/>
          </a:solidFill>
        </p:grpSpPr>
        <p:grpSp>
          <p:nvGrpSpPr>
            <p:cNvPr id="54" name="组合 53"/>
            <p:cNvGrpSpPr/>
            <p:nvPr>
              <p:custDataLst>
                <p:tags r:id="rId12"/>
              </p:custDataLst>
            </p:nvPr>
          </p:nvGrpSpPr>
          <p:grpSpPr>
            <a:xfrm>
              <a:off x="8452757" y="5040086"/>
              <a:ext cx="134692" cy="1161142"/>
              <a:chOff x="8490857" y="4963886"/>
              <a:chExt cx="134692" cy="1161142"/>
            </a:xfrm>
            <a:grpFill/>
          </p:grpSpPr>
          <p:sp>
            <p:nvSpPr>
              <p:cNvPr id="55" name="等腰三角形 54"/>
              <p:cNvSpPr/>
              <p:nvPr>
                <p:custDataLst>
                  <p:tags r:id="rId13"/>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custDataLst>
                  <p:tags r:id="rId14"/>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等腰三角形 56"/>
              <p:cNvSpPr/>
              <p:nvPr>
                <p:custDataLst>
                  <p:tags r:id="rId15"/>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等腰三角形 57"/>
              <p:cNvSpPr/>
              <p:nvPr>
                <p:custDataLst>
                  <p:tags r:id="rId16"/>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等腰三角形 58"/>
              <p:cNvSpPr/>
              <p:nvPr>
                <p:custDataLst>
                  <p:tags r:id="rId17"/>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0" name="组合 59"/>
            <p:cNvGrpSpPr/>
            <p:nvPr>
              <p:custDataLst>
                <p:tags r:id="rId18"/>
              </p:custDataLst>
            </p:nvPr>
          </p:nvGrpSpPr>
          <p:grpSpPr>
            <a:xfrm>
              <a:off x="8290832" y="4887686"/>
              <a:ext cx="134692" cy="1161142"/>
              <a:chOff x="8490857" y="4963886"/>
              <a:chExt cx="134692" cy="1161142"/>
            </a:xfrm>
            <a:grpFill/>
          </p:grpSpPr>
          <p:sp>
            <p:nvSpPr>
              <p:cNvPr id="61" name="等腰三角形 60"/>
              <p:cNvSpPr/>
              <p:nvPr>
                <p:custDataLst>
                  <p:tags r:id="rId19"/>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等腰三角形 61"/>
              <p:cNvSpPr/>
              <p:nvPr>
                <p:custDataLst>
                  <p:tags r:id="rId20"/>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等腰三角形 62"/>
              <p:cNvSpPr/>
              <p:nvPr>
                <p:custDataLst>
                  <p:tags r:id="rId21"/>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等腰三角形 63"/>
              <p:cNvSpPr/>
              <p:nvPr>
                <p:custDataLst>
                  <p:tags r:id="rId22"/>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等腰三角形 64"/>
              <p:cNvSpPr/>
              <p:nvPr>
                <p:custDataLst>
                  <p:tags r:id="rId23"/>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3" name="文本框 2" title=""/>
          <p:cNvSpPr txBox="1"/>
          <p:nvPr>
            <p:custDataLst>
              <p:tags r:id="rId24"/>
            </p:custDataLst>
          </p:nvPr>
        </p:nvSpPr>
        <p:spPr>
          <a:xfrm>
            <a:off x="745490" y="1056640"/>
            <a:ext cx="10573385" cy="1641475"/>
          </a:xfrm>
          <a:prstGeom prst="rect">
            <a:avLst/>
          </a:prstGeom>
          <a:noFill/>
        </p:spPr>
        <p:txBody>
          <a:bodyPr wrap="square" rtlCol="0">
            <a:spAutoFit/>
          </a:bodyPr>
          <a:lstStyle/>
          <a:p>
            <a:pPr>
              <a:lnSpc>
                <a:spcPct val="140000"/>
              </a:lnSpc>
              <a:spcBef>
                <a:spcPct val="0"/>
              </a:spcBef>
              <a:spcAft>
                <a:spcPct val="0"/>
              </a:spcAft>
            </a:pPr>
            <a:r>
              <a:rPr lang="zh-CN" altLang="en-US" sz="2400" b="1">
                <a:solidFill>
                  <a:srgbClr val="4175FC"/>
                </a:solidFill>
                <a:latin typeface="Times New Roman" panose="02020603050405020304" pitchFamily="18" charset="0"/>
                <a:ea typeface="黑体" panose="02010609060101010101" charset="-122"/>
                <a:cs typeface="Times New Roman" panose="02020603050405020304" pitchFamily="18" charset="0"/>
              </a:rPr>
              <a:t>思考</a:t>
            </a:r>
            <a:r>
              <a:rPr lang="en-US" altLang="zh-CN" sz="2400" b="1">
                <a:solidFill>
                  <a:srgbClr val="4175FC"/>
                </a:solidFill>
                <a:latin typeface="Times New Roman" panose="02020603050405020304" pitchFamily="18" charset="0"/>
                <a:ea typeface="黑体" panose="02010609060101010101" charset="-122"/>
                <a:cs typeface="Times New Roman" panose="02020603050405020304" pitchFamily="18" charset="0"/>
              </a:rPr>
              <a:t>2</a:t>
            </a:r>
            <a:r>
              <a:rPr lang="zh-CN" altLang="en-US" sz="2400" b="1">
                <a:solidFill>
                  <a:srgbClr val="4175FC"/>
                </a:solidFill>
                <a:latin typeface="Times New Roman" panose="02020603050405020304" pitchFamily="18" charset="0"/>
                <a:ea typeface="黑体" panose="02010609060101010101" charset="-122"/>
                <a:cs typeface="Times New Roman" panose="02020603050405020304" pitchFamily="18" charset="0"/>
              </a:rPr>
              <a:t>：</a:t>
            </a:r>
            <a:r>
              <a:rPr sz="2400">
                <a:latin typeface="Times New Roman" panose="02020603050405020304" pitchFamily="18" charset="0"/>
                <a:ea typeface="黑体" panose="02010609060101010101" charset="-122"/>
                <a:cs typeface="Times New Roman" panose="02020603050405020304" pitchFamily="18" charset="0"/>
              </a:rPr>
              <a:t>例1中命题(1)给出了“四边形是平行四边形”的一个充分条件，即“四边形的两组对角分别相等”.这样的充分条件唯一吗？如果不唯一，那么你能再给出几个不同的充分条件吗？</a:t>
            </a:r>
            <a:endParaRPr sz="2400">
              <a:latin typeface="Times New Roman" panose="02020603050405020304" pitchFamily="18" charset="0"/>
              <a:ea typeface="黑体" panose="02010609060101010101" charset="-122"/>
              <a:cs typeface="Times New Roman" panose="02020603050405020304" pitchFamily="18" charset="0"/>
            </a:endParaRPr>
          </a:p>
        </p:txBody>
      </p:sp>
      <p:grpSp>
        <p:nvGrpSpPr>
          <p:cNvPr id="5" name="组合 4" title=""/>
          <p:cNvGrpSpPr/>
          <p:nvPr>
            <p:custDataLst>
              <p:tags r:id="rId25"/>
            </p:custDataLst>
          </p:nvPr>
        </p:nvGrpSpPr>
        <p:grpSpPr>
          <a:xfrm>
            <a:off x="716915" y="2622550"/>
            <a:ext cx="10601960" cy="1752600"/>
            <a:chOff x="1129" y="4240"/>
            <a:chExt cx="16696" cy="2760"/>
          </a:xfrm>
        </p:grpSpPr>
        <p:sp>
          <p:nvSpPr>
            <p:cNvPr id="2" name="矩形: 圆角 29"/>
            <p:cNvSpPr/>
            <p:nvPr>
              <p:custDataLst>
                <p:tags r:id="rId26"/>
              </p:custDataLst>
            </p:nvPr>
          </p:nvSpPr>
          <p:spPr>
            <a:xfrm rot="10800000" flipV="1">
              <a:off x="1129" y="6156"/>
              <a:ext cx="2407" cy="801"/>
            </a:xfrm>
            <a:prstGeom prst="roundRect">
              <a:avLst>
                <a:gd name="adj" fmla="val 35830"/>
              </a:avLst>
            </a:prstGeom>
            <a:gradFill flip="none" rotWithShape="1">
              <a:gsLst>
                <a:gs pos="0">
                  <a:srgbClr val="4076FD"/>
                </a:gs>
                <a:gs pos="100000">
                  <a:schemeClr val="accent2">
                    <a:alpha val="10000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b="1">
                <a:latin typeface="黑体" panose="02010609060101010101" charset="-122"/>
                <a:ea typeface="黑体" panose="02010609060101010101" charset="-122"/>
              </a:endParaRPr>
            </a:p>
          </p:txBody>
        </p:sp>
        <p:sp>
          <p:nvSpPr>
            <p:cNvPr id="4" name="矩形: 圆角 29"/>
            <p:cNvSpPr/>
            <p:nvPr>
              <p:custDataLst>
                <p:tags r:id="rId27"/>
              </p:custDataLst>
            </p:nvPr>
          </p:nvSpPr>
          <p:spPr>
            <a:xfrm rot="10800000" flipV="1">
              <a:off x="13235" y="5291"/>
              <a:ext cx="4590" cy="801"/>
            </a:xfrm>
            <a:prstGeom prst="roundRect">
              <a:avLst>
                <a:gd name="adj" fmla="val 35830"/>
              </a:avLst>
            </a:prstGeom>
            <a:gradFill flip="none" rotWithShape="1">
              <a:gsLst>
                <a:gs pos="0">
                  <a:srgbClr val="4076FD"/>
                </a:gs>
                <a:gs pos="100000">
                  <a:schemeClr val="accent2">
                    <a:alpha val="10000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b="1">
                <a:latin typeface="黑体" panose="02010609060101010101" charset="-122"/>
                <a:ea typeface="黑体" panose="02010609060101010101" charset="-122"/>
              </a:endParaRPr>
            </a:p>
          </p:txBody>
        </p:sp>
        <mc:AlternateContent>
          <mc:Choice Requires="a14">
            <p:sp>
              <p:nvSpPr>
                <p:cNvPr id="16" name="文本框 15"/>
                <p:cNvSpPr txBox="1"/>
                <p:nvPr>
                  <p:custDataLst>
                    <p:tags r:id="rId28"/>
                  </p:custDataLst>
                </p:nvPr>
              </p:nvSpPr>
              <p:spPr>
                <a:xfrm>
                  <a:off x="1215" y="4240"/>
                  <a:ext cx="16610" cy="2761"/>
                </a:xfrm>
                <a:prstGeom prst="rect">
                  <a:avLst/>
                </a:prstGeom>
                <a:noFill/>
              </p:spPr>
              <p:txBody>
                <a:bodyPr wrap="square" rtlCol="0" anchor="t">
                  <a:spAutoFit/>
                </a:bodyPr>
                <a:lstStyle/>
                <a:p>
                  <a:pPr>
                    <a:lnSpc>
                      <a:spcPct val="150000"/>
                    </a:lnSpc>
                  </a:pPr>
                  <a:r>
                    <a:rPr lang="en-US" altLang="zh-CN" sz="2400" b="1">
                      <a:latin typeface="Times New Roman" panose="02020603050405020304" pitchFamily="18" charset="0"/>
                      <a:ea typeface="黑体" panose="02010609060101010101" charset="-122"/>
                      <a:cs typeface="Times New Roman" panose="02020603050405020304" pitchFamily="18" charset="0"/>
                      <a:sym typeface="+mn-ea"/>
                    </a:rPr>
                    <a:t>        </a:t>
                  </a:r>
                  <a:r>
                    <a:rPr lang="zh-CN" altLang="en-US" sz="2400" b="1">
                      <a:latin typeface="Times New Roman" panose="02020603050405020304" pitchFamily="18" charset="0"/>
                      <a:ea typeface="黑体" panose="02010609060101010101" charset="-122"/>
                      <a:cs typeface="Times New Roman" panose="02020603050405020304" pitchFamily="18" charset="0"/>
                      <a:sym typeface="+mn-ea"/>
                    </a:rPr>
                    <a:t>我们说</a:t>
                  </a:r>
                  <a14:m>
                    <m:oMathPara>
                      <m:oMathParaPr>
                        <m:jc/>
                      </m:oMathParaPr>
                      <m:oMath>
                        <m:r>
                          <m:rPr>
                            <m:sty m:val="bi"/>
                          </m:rPr>
                          <a:rPr lang="en-US" altLang="zh-CN" sz="2400" b="1" i="1">
                            <a:latin typeface="Cambria Math" panose="02040503050406030204" charset="0"/>
                            <a:ea typeface="黑体" panose="02010609060101010101" charset="-122"/>
                            <a:cs typeface="Cambria Math" panose="02040503050406030204" charset="0"/>
                            <a:sym typeface="+mn-ea"/>
                          </a:rPr>
                          <m:t>𝒑</m:t>
                        </m:r>
                      </m:oMath>
                    </m:oMathPara>
                  </a14:m>
                  <a:r>
                    <a:rPr lang="zh-CN" altLang="en-US" sz="2400" b="1">
                      <a:latin typeface="Times New Roman" panose="02020603050405020304" pitchFamily="18" charset="0"/>
                      <a:ea typeface="黑体" panose="02010609060101010101" charset="-122"/>
                      <a:cs typeface="Times New Roman" panose="02020603050405020304" pitchFamily="18" charset="0"/>
                      <a:sym typeface="+mn-ea"/>
                    </a:rPr>
                    <a:t>是</a:t>
                  </a:r>
                  <a14:m>
                    <m:oMathPara>
                      <m:oMathParaPr>
                        <m:jc/>
                      </m:oMathParaPr>
                      <m:oMath>
                        <m:r>
                          <m:rPr>
                            <m:sty m:val="bi"/>
                          </m:rPr>
                          <a:rPr lang="en-US" altLang="zh-CN" sz="2400" b="1" i="1">
                            <a:latin typeface="Cambria Math" panose="02040503050406030204" charset="0"/>
                            <a:ea typeface="黑体" panose="02010609060101010101" charset="-122"/>
                            <a:cs typeface="Cambria Math" panose="02040503050406030204" charset="0"/>
                            <a:sym typeface="+mn-ea"/>
                          </a:rPr>
                          <m:t>𝒒</m:t>
                        </m:r>
                      </m:oMath>
                    </m:oMathPara>
                  </a14:m>
                  <a:r>
                    <a:rPr lang="zh-CN" altLang="en-US" sz="2400" b="1">
                      <a:latin typeface="Times New Roman" panose="02020603050405020304" pitchFamily="18" charset="0"/>
                      <a:ea typeface="黑体" panose="02010609060101010101" charset="-122"/>
                      <a:cs typeface="Times New Roman" panose="02020603050405020304" pitchFamily="18" charset="0"/>
                      <a:sym typeface="+mn-ea"/>
                    </a:rPr>
                    <a:t>的充分条件，是指条件</a:t>
                  </a:r>
                  <a14:m>
                    <m:oMathPara>
                      <m:oMathParaPr>
                        <m:jc/>
                      </m:oMathParaPr>
                      <m:oMath>
                        <m:r>
                          <m:rPr>
                            <m:sty m:val="bi"/>
                          </m:rPr>
                          <a:rPr lang="en-US" altLang="zh-CN" sz="2400" b="1" i="1">
                            <a:latin typeface="Cambria Math" panose="02040503050406030204" charset="0"/>
                            <a:ea typeface="黑体" panose="02010609060101010101" charset="-122"/>
                            <a:cs typeface="Cambria Math" panose="02040503050406030204" charset="0"/>
                          </a:rPr>
                          <m:t>𝒑</m:t>
                        </m:r>
                      </m:oMath>
                    </m:oMathPara>
                  </a14:m>
                  <a:r>
                    <a:rPr lang="zh-CN" altLang="en-US" sz="2400" b="1">
                      <a:latin typeface="Times New Roman" panose="02020603050405020304" pitchFamily="18" charset="0"/>
                      <a:ea typeface="黑体" panose="02010609060101010101" charset="-122"/>
                      <a:cs typeface="Times New Roman" panose="02020603050405020304" pitchFamily="18" charset="0"/>
                      <a:sym typeface="+mn-ea"/>
                    </a:rPr>
                    <a:t>可以推出结论</a:t>
                  </a:r>
                  <a14:m>
                    <m:oMathPara>
                      <m:oMathParaPr>
                        <m:jc/>
                      </m:oMathParaPr>
                      <m:oMath>
                        <m:r>
                          <m:rPr>
                            <m:sty m:val="bi"/>
                          </m:rPr>
                          <a:rPr lang="en-US" altLang="zh-CN" sz="2400" b="1" i="1">
                            <a:latin typeface="Cambria Math" panose="02040503050406030204" charset="0"/>
                            <a:ea typeface="黑体" panose="02010609060101010101" charset="-122"/>
                            <a:cs typeface="Cambria Math" panose="02040503050406030204" charset="0"/>
                          </a:rPr>
                          <m:t>𝒒</m:t>
                        </m:r>
                      </m:oMath>
                    </m:oMathPara>
                  </a14:m>
                  <a:r>
                    <a:rPr lang="zh-CN" altLang="en-US" sz="2400" b="1">
                      <a:latin typeface="Times New Roman" panose="02020603050405020304" pitchFamily="18" charset="0"/>
                      <a:ea typeface="黑体" panose="02010609060101010101" charset="-122"/>
                      <a:cs typeface="Times New Roman" panose="02020603050405020304" pitchFamily="18" charset="0"/>
                      <a:sym typeface="+mn-ea"/>
                    </a:rPr>
                    <a:t>，但这并不意味着只能由这个条件</a:t>
                  </a:r>
                  <a14:m>
                    <m:oMathPara>
                      <m:oMathParaPr>
                        <m:jc/>
                      </m:oMathParaPr>
                      <m:oMath>
                        <m:r>
                          <m:rPr>
                            <m:sty m:val="bi"/>
                          </m:rPr>
                          <a:rPr lang="en-US" altLang="zh-CN" sz="2400" b="1" i="1">
                            <a:latin typeface="Cambria Math" panose="02040503050406030204" charset="0"/>
                            <a:ea typeface="黑体" panose="02010609060101010101" charset="-122"/>
                            <a:cs typeface="Cambria Math" panose="02040503050406030204" charset="0"/>
                            <a:sym typeface="+mn-ea"/>
                          </a:rPr>
                          <m:t>𝒑</m:t>
                        </m:r>
                      </m:oMath>
                    </m:oMathPara>
                  </a14:m>
                  <a:r>
                    <a:rPr lang="zh-CN" altLang="en-US" sz="2400" b="1">
                      <a:latin typeface="Times New Roman" panose="02020603050405020304" pitchFamily="18" charset="0"/>
                      <a:ea typeface="黑体" panose="02010609060101010101" charset="-122"/>
                      <a:cs typeface="Times New Roman" panose="02020603050405020304" pitchFamily="18" charset="0"/>
                      <a:sym typeface="+mn-ea"/>
                    </a:rPr>
                    <a:t>才能推出结论</a:t>
                  </a:r>
                  <a14:m>
                    <m:oMathPara>
                      <m:oMathParaPr>
                        <m:jc/>
                      </m:oMathParaPr>
                      <m:oMath>
                        <m:r>
                          <m:rPr>
                            <m:sty m:val="bi"/>
                          </m:rPr>
                          <a:rPr lang="en-US" altLang="zh-CN" sz="2400" b="1" i="1">
                            <a:latin typeface="Cambria Math" panose="02040503050406030204" charset="0"/>
                            <a:ea typeface="黑体" panose="02010609060101010101" charset="-122"/>
                            <a:cs typeface="Cambria Math" panose="02040503050406030204" charset="0"/>
                            <a:sym typeface="+mn-ea"/>
                          </a:rPr>
                          <m:t>𝒒</m:t>
                        </m:r>
                      </m:oMath>
                    </m:oMathPara>
                  </a14:m>
                  <a:r>
                    <a:rPr lang="en-US" altLang="zh-CN" sz="2400" b="1">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b="1">
                      <a:latin typeface="Times New Roman" panose="02020603050405020304" pitchFamily="18" charset="0"/>
                      <a:ea typeface="黑体" panose="02010609060101010101" charset="-122"/>
                      <a:cs typeface="Times New Roman" panose="02020603050405020304" pitchFamily="18" charset="0"/>
                      <a:sym typeface="+mn-ea"/>
                    </a:rPr>
                    <a:t>一般来说，对给定结论</a:t>
                  </a:r>
                  <a14:m>
                    <m:oMathPara>
                      <m:oMathParaPr>
                        <m:jc/>
                      </m:oMathParaPr>
                      <m:oMath>
                        <m:r>
                          <m:rPr>
                            <m:sty m:val="bi"/>
                          </m:rPr>
                          <a:rPr lang="en-US" altLang="zh-CN" sz="2400" b="1" i="1">
                            <a:latin typeface="Cambria Math" panose="02040503050406030204" charset="0"/>
                            <a:ea typeface="黑体" panose="02010609060101010101" charset="-122"/>
                            <a:cs typeface="Cambria Math" panose="02040503050406030204" charset="0"/>
                          </a:rPr>
                          <m:t>𝒒</m:t>
                        </m:r>
                      </m:oMath>
                    </m:oMathPara>
                  </a14:m>
                  <a:r>
                    <a:rPr lang="zh-CN" altLang="en-US" sz="2400" b="1">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b="1">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使得</a:t>
                  </a:r>
                  <a14:m>
                    <m:oMathPara>
                      <m:oMathParaPr>
                        <m:jc/>
                      </m:oMathParaPr>
                      <m:oMath>
                        <m:r>
                          <m:rPr>
                            <m:sty m:val="bi"/>
                          </m:rPr>
                          <a:rPr lang="en-US" altLang="zh-CN" sz="2400" b="1" i="1">
                            <a:solidFill>
                              <a:schemeClr val="bg1"/>
                            </a:solidFill>
                            <a:latin typeface="Cambria Math" panose="02040503050406030204" charset="0"/>
                            <a:ea typeface="黑体" panose="02010609060101010101" charset="-122"/>
                            <a:cs typeface="Cambria Math" panose="02040503050406030204" charset="0"/>
                          </a:rPr>
                          <m:t>𝒑</m:t>
                        </m:r>
                      </m:oMath>
                    </m:oMathPara>
                  </a14:m>
                  <a:r>
                    <a:rPr lang="zh-CN" altLang="en-US" sz="2400" b="1">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成立的条件是不唯一的</a:t>
                  </a:r>
                  <a:r>
                    <a:rPr lang="en-US" altLang="zh-CN" sz="2400" b="1">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  </a:t>
                  </a:r>
                  <a:r>
                    <a:rPr lang="zh-CN" altLang="en-US" sz="2400" b="1">
                      <a:latin typeface="Times New Roman" panose="02020603050405020304" pitchFamily="18" charset="0"/>
                      <a:ea typeface="黑体" panose="02010609060101010101" charset="-122"/>
                      <a:cs typeface="Times New Roman" panose="02020603050405020304" pitchFamily="18" charset="0"/>
                      <a:sym typeface="+mn-ea"/>
                    </a:rPr>
                    <a:t>例如我们知道下列命题均为真命题：</a:t>
                  </a:r>
                  <a:endParaRPr lang="en-US" altLang="zh-CN" sz="2400" b="1">
                    <a:latin typeface="Times New Roman" panose="02020603050405020304" pitchFamily="18" charset="0"/>
                    <a:ea typeface="黑体" panose="02010609060101010101" charset="-122"/>
                    <a:cs typeface="Times New Roman" panose="02020603050405020304" pitchFamily="18" charset="0"/>
                    <a:sym typeface="+mn-ea"/>
                  </a:endParaRPr>
                </a:p>
              </p:txBody>
            </p:sp>
          </mc:Choice>
          <mc:Fallback>
            <p:sp>
              <p:nvSpPr>
                <p:cNvPr id="16" name="文本框 15"/>
                <p:cNvSpPr txBox="1">
                  <a:spLocks noRot="1" noChangeAspect="1" noMove="1" noResize="1" noEditPoints="1" noAdjustHandles="1" noChangeArrowheads="1" noChangeShapeType="1" noTextEdit="1"/>
                </p:cNvSpPr>
                <p:nvPr>
                  <p:custDataLst>
                    <p:tags r:id="rId29"/>
                  </p:custDataLst>
                </p:nvPr>
              </p:nvSpPr>
              <p:spPr>
                <a:xfrm>
                  <a:off x="1215" y="4240"/>
                  <a:ext cx="16610" cy="2761"/>
                </a:xfrm>
                <a:prstGeom prst="rect">
                  <a:avLst/>
                </a:prstGeom>
                <a:blipFill rotWithShape="1">
                  <a:blip r:embed="rId30"/>
                  <a:stretch>
                    <a:fillRect/>
                  </a:stretch>
                </a:blipFill>
              </p:spPr>
              <p:txBody>
                <a:bodyPr/>
                <a:lstStyle/>
                <a:p>
                  <a:r>
                    <a:rPr lang="zh-CN" altLang="en-US">
                      <a:noFill/>
                    </a:rPr>
                    <a:t> </a:t>
                  </a:r>
                </a:p>
              </p:txBody>
            </p:sp>
          </mc:Fallback>
        </mc:AlternateContent>
      </p:grpSp>
      <p:sp>
        <p:nvSpPr>
          <p:cNvPr id="15" name="文本框 14" title=""/>
          <p:cNvSpPr txBox="1"/>
          <p:nvPr>
            <p:custDataLst>
              <p:tags r:id="rId31"/>
            </p:custDataLst>
          </p:nvPr>
        </p:nvSpPr>
        <p:spPr>
          <a:xfrm>
            <a:off x="716915" y="4446270"/>
            <a:ext cx="11104245" cy="1753235"/>
          </a:xfrm>
          <a:prstGeom prst="rect">
            <a:avLst/>
          </a:prstGeom>
          <a:noFill/>
        </p:spPr>
        <p:txBody>
          <a:bodyPr wrap="square" rtlCol="0">
            <a:spAutoFit/>
          </a:bodyPr>
          <a:lstStyle/>
          <a:p>
            <a:pPr>
              <a:lnSpc>
                <a:spcPct val="150000"/>
              </a:lnSpc>
            </a:pPr>
            <a:r>
              <a:rPr lang="zh-CN" altLang="en-US" sz="2400">
                <a:latin typeface="Times New Roman" panose="02020603050405020304" pitchFamily="18" charset="0"/>
                <a:ea typeface="黑体" panose="02010609060101010101" charset="-122"/>
                <a:cs typeface="Times New Roman" panose="02020603050405020304" pitchFamily="18" charset="0"/>
              </a:rPr>
              <a:t>①若</a:t>
            </a:r>
            <a:r>
              <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rPr>
              <a:t>四边形的两组对边分别相等</a:t>
            </a:r>
            <a:r>
              <a:rPr lang="zh-CN" altLang="en-US" sz="2400">
                <a:latin typeface="Times New Roman" panose="02020603050405020304" pitchFamily="18" charset="0"/>
                <a:ea typeface="黑体" panose="02010609060101010101" charset="-122"/>
                <a:cs typeface="Times New Roman" panose="02020603050405020304" pitchFamily="18" charset="0"/>
              </a:rPr>
              <a:t>，则这个四边形是平行四边形；</a:t>
            </a:r>
            <a:endParaRPr lang="zh-CN" altLang="en-US" sz="2400">
              <a:latin typeface="Times New Roman" panose="02020603050405020304" pitchFamily="18" charset="0"/>
              <a:ea typeface="黑体" panose="02010609060101010101" charset="-122"/>
              <a:cs typeface="Times New Roman" panose="02020603050405020304" pitchFamily="18" charset="0"/>
            </a:endParaRPr>
          </a:p>
          <a:p>
            <a:pPr>
              <a:lnSpc>
                <a:spcPct val="150000"/>
              </a:lnSpc>
            </a:pPr>
            <a:r>
              <a:rPr lang="zh-CN" altLang="en-US" sz="2400">
                <a:latin typeface="Times New Roman" panose="02020603050405020304" pitchFamily="18" charset="0"/>
                <a:ea typeface="黑体" panose="02010609060101010101" charset="-122"/>
                <a:cs typeface="Times New Roman" panose="02020603050405020304" pitchFamily="18" charset="0"/>
              </a:rPr>
              <a:t>②若</a:t>
            </a:r>
            <a:r>
              <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rPr>
              <a:t>四边形的一组对边平行且相等</a:t>
            </a:r>
            <a:r>
              <a:rPr lang="zh-CN" altLang="en-US" sz="2400">
                <a:latin typeface="Times New Roman" panose="02020603050405020304" pitchFamily="18" charset="0"/>
                <a:ea typeface="黑体" panose="02010609060101010101" charset="-122"/>
                <a:cs typeface="Times New Roman" panose="02020603050405020304" pitchFamily="18" charset="0"/>
              </a:rPr>
              <a:t>，则这个四边形是平行四边形；</a:t>
            </a:r>
            <a:endParaRPr lang="zh-CN" altLang="en-US" sz="2400">
              <a:latin typeface="Times New Roman" panose="02020603050405020304" pitchFamily="18" charset="0"/>
              <a:ea typeface="黑体" panose="02010609060101010101" charset="-122"/>
              <a:cs typeface="Times New Roman" panose="02020603050405020304" pitchFamily="18" charset="0"/>
            </a:endParaRPr>
          </a:p>
          <a:p>
            <a:pPr>
              <a:lnSpc>
                <a:spcPct val="150000"/>
              </a:lnSpc>
            </a:pPr>
            <a:r>
              <a:rPr lang="zh-CN" altLang="en-US" sz="2400">
                <a:latin typeface="Times New Roman" panose="02020603050405020304" pitchFamily="18" charset="0"/>
                <a:ea typeface="黑体" panose="02010609060101010101" charset="-122"/>
                <a:cs typeface="Times New Roman" panose="02020603050405020304" pitchFamily="18" charset="0"/>
              </a:rPr>
              <a:t>③若</a:t>
            </a:r>
            <a:r>
              <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rPr>
              <a:t>四边形的两条对角线互相平分</a:t>
            </a:r>
            <a:r>
              <a:rPr lang="zh-CN" altLang="en-US" sz="2400">
                <a:latin typeface="Times New Roman" panose="02020603050405020304" pitchFamily="18" charset="0"/>
                <a:ea typeface="黑体" panose="02010609060101010101" charset="-122"/>
                <a:cs typeface="Times New Roman" panose="02020603050405020304" pitchFamily="18" charset="0"/>
              </a:rPr>
              <a:t>，则这个四边形是平行四边形</a:t>
            </a:r>
            <a:r>
              <a:rPr lang="en-US" altLang="zh-CN" sz="2400">
                <a:latin typeface="Times New Roman" panose="02020603050405020304" pitchFamily="18" charset="0"/>
                <a:ea typeface="黑体" panose="02010609060101010101" charset="-122"/>
                <a:cs typeface="Times New Roman" panose="02020603050405020304" pitchFamily="18" charset="0"/>
              </a:rPr>
              <a:t>.</a:t>
            </a:r>
            <a:endParaRPr lang="en-US" altLang="zh-CN" sz="2400">
              <a:latin typeface="Times New Roman" panose="02020603050405020304" pitchFamily="18" charset="0"/>
              <a:ea typeface="黑体" panose="02010609060101010101" charset="-122"/>
              <a:cs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250"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250" fill="hold">
                                          <p:stCondLst>
                                            <p:cond delay="0"/>
                                          </p:stCondLst>
                                        </p:cTn>
                                        <p:tgtEl>
                                          <p:spTgt spid="15"/>
                                        </p:tgtEl>
                                        <p:attrNameLst>
                                          <p:attrName>style.visibility</p:attrName>
                                        </p:attrNameLst>
                                      </p:cBhvr>
                                      <p:to>
                                        <p:strVal val="visible"/>
                                      </p:to>
                                    </p:set>
                                    <p:animEffect transition="in" filter="wipe(left)">
                                      <p:cBhvr>
                                        <p:cTn id="12" dur="2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3" name="组合 22" title=""/>
          <p:cNvGrpSpPr/>
          <p:nvPr>
            <p:custDataLst>
              <p:tags r:id="rId8"/>
            </p:custDataLst>
          </p:nvPr>
        </p:nvGrpSpPr>
        <p:grpSpPr>
          <a:xfrm>
            <a:off x="577851" y="576471"/>
            <a:ext cx="5197474" cy="521970"/>
            <a:chOff x="330201" y="576471"/>
            <a:chExt cx="5197474" cy="521970"/>
          </a:xfrm>
        </p:grpSpPr>
        <p:sp>
          <p:nvSpPr>
            <p:cNvPr id="24" name="文本框 2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应用新知</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2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sp>
        <p:nvSpPr>
          <p:cNvPr id="2" name="文本框 1" title=""/>
          <p:cNvSpPr txBox="1"/>
          <p:nvPr>
            <p:custDataLst>
              <p:tags r:id="rId11"/>
            </p:custDataLst>
          </p:nvPr>
        </p:nvSpPr>
        <p:spPr>
          <a:xfrm>
            <a:off x="717550" y="1001395"/>
            <a:ext cx="10685780" cy="3969385"/>
          </a:xfrm>
          <a:prstGeom prst="rect">
            <a:avLst/>
          </a:prstGeom>
          <a:noFill/>
        </p:spPr>
        <p:txBody>
          <a:bodyPr wrap="square" rtlCol="0">
            <a:spAutoFit/>
          </a:bodyPr>
          <a:lstStyle/>
          <a:p>
            <a:pPr indent="528955" algn="just" fontAlgn="auto">
              <a:lnSpc>
                <a:spcPct val="150000"/>
              </a:lnSpc>
            </a:pPr>
            <a:r>
              <a:rPr lang="zh-CN" altLang="en-US" sz="2400">
                <a:latin typeface="Times New Roman" panose="02020603050405020304" pitchFamily="18" charset="0"/>
                <a:ea typeface="黑体" panose="02010609060101010101" charset="-122"/>
                <a:cs typeface="Times New Roman" panose="02020603050405020304" pitchFamily="18" charset="0"/>
              </a:rPr>
              <a:t>所以</a:t>
            </a:r>
            <a:r>
              <a:rPr lang="zh-CN" altLang="en-US" sz="2400">
                <a:solidFill>
                  <a:schemeClr val="tx1"/>
                </a:solidFill>
                <a:latin typeface="Times New Roman" panose="02020603050405020304" pitchFamily="18" charset="0"/>
                <a:ea typeface="黑体" panose="02010609060101010101" charset="-122"/>
                <a:cs typeface="Times New Roman" panose="02020603050405020304" pitchFamily="18" charset="0"/>
              </a:rPr>
              <a:t>，</a:t>
            </a:r>
            <a:r>
              <a:rPr lang="en-US" altLang="zh-CN" sz="2400">
                <a:solidFill>
                  <a:schemeClr val="tx1"/>
                </a:solidFill>
                <a:latin typeface="Times New Roman" panose="02020603050405020304" pitchFamily="18" charset="0"/>
                <a:ea typeface="黑体" panose="02010609060101010101" charset="-122"/>
                <a:cs typeface="Times New Roman" panose="02020603050405020304" pitchFamily="18" charset="0"/>
              </a:rPr>
              <a:t>“</a:t>
            </a:r>
            <a:r>
              <a:rPr lang="zh-CN" altLang="en-US" sz="2400" b="1">
                <a:solidFill>
                  <a:srgbClr val="4175FC"/>
                </a:solidFill>
                <a:latin typeface="Times New Roman" panose="02020603050405020304" pitchFamily="18" charset="0"/>
                <a:ea typeface="黑体" panose="02010609060101010101" charset="-122"/>
                <a:cs typeface="Times New Roman" panose="02020603050405020304" pitchFamily="18" charset="0"/>
              </a:rPr>
              <a:t>平行四边形的两组对边分别相等</a:t>
            </a:r>
            <a:r>
              <a:rPr lang="en-US" altLang="zh-CN" sz="2400">
                <a:solidFill>
                  <a:schemeClr val="tx1"/>
                </a:solidFill>
                <a:latin typeface="Times New Roman" panose="02020603050405020304" pitchFamily="18" charset="0"/>
                <a:ea typeface="黑体" panose="02010609060101010101" charset="-122"/>
                <a:cs typeface="Times New Roman" panose="02020603050405020304" pitchFamily="18" charset="0"/>
              </a:rPr>
              <a:t>”</a:t>
            </a:r>
            <a:r>
              <a:rPr lang="zh-CN" altLang="en-US" sz="2400">
                <a:solidFill>
                  <a:schemeClr val="tx1"/>
                </a:solidFill>
                <a:latin typeface="Times New Roman" panose="02020603050405020304" pitchFamily="18" charset="0"/>
                <a:ea typeface="黑体" panose="02010609060101010101" charset="-122"/>
                <a:cs typeface="Times New Roman" panose="02020603050405020304" pitchFamily="18" charset="0"/>
              </a:rPr>
              <a:t>、</a:t>
            </a:r>
            <a:r>
              <a:rPr lang="en-US" altLang="zh-CN" sz="2400">
                <a:solidFill>
                  <a:schemeClr val="tx1"/>
                </a:solidFill>
                <a:latin typeface="Times New Roman" panose="02020603050405020304" pitchFamily="18" charset="0"/>
                <a:ea typeface="黑体" panose="02010609060101010101" charset="-122"/>
                <a:cs typeface="Times New Roman" panose="02020603050405020304" pitchFamily="18" charset="0"/>
              </a:rPr>
              <a:t>“</a:t>
            </a:r>
            <a:r>
              <a:rPr lang="zh-CN" altLang="en-US" sz="2400" b="1">
                <a:solidFill>
                  <a:srgbClr val="4175FC"/>
                </a:solidFill>
                <a:latin typeface="Times New Roman" panose="02020603050405020304" pitchFamily="18" charset="0"/>
                <a:ea typeface="黑体" panose="02010609060101010101" charset="-122"/>
                <a:cs typeface="Times New Roman" panose="02020603050405020304" pitchFamily="18" charset="0"/>
              </a:rPr>
              <a:t>四边形的一组对边平行且相等</a:t>
            </a:r>
            <a:r>
              <a:rPr lang="en-US" altLang="zh-CN" sz="2400">
                <a:solidFill>
                  <a:schemeClr val="tx1"/>
                </a:solidFill>
                <a:latin typeface="Times New Roman" panose="02020603050405020304" pitchFamily="18" charset="0"/>
                <a:ea typeface="黑体" panose="02010609060101010101" charset="-122"/>
                <a:cs typeface="Times New Roman" panose="02020603050405020304" pitchFamily="18" charset="0"/>
              </a:rPr>
              <a:t>”</a:t>
            </a:r>
            <a:r>
              <a:rPr lang="zh-CN" altLang="en-US" sz="2400">
                <a:solidFill>
                  <a:schemeClr val="tx1"/>
                </a:solidFill>
                <a:latin typeface="Times New Roman" panose="02020603050405020304" pitchFamily="18" charset="0"/>
                <a:ea typeface="黑体" panose="02010609060101010101" charset="-122"/>
                <a:cs typeface="Times New Roman" panose="02020603050405020304" pitchFamily="18" charset="0"/>
              </a:rPr>
              <a:t>、</a:t>
            </a:r>
            <a:r>
              <a:rPr lang="en-US" altLang="zh-CN" sz="2400">
                <a:solidFill>
                  <a:schemeClr val="tx1"/>
                </a:solidFill>
                <a:latin typeface="Times New Roman" panose="02020603050405020304" pitchFamily="18" charset="0"/>
                <a:ea typeface="黑体" panose="02010609060101010101" charset="-122"/>
                <a:cs typeface="Times New Roman" panose="02020603050405020304" pitchFamily="18" charset="0"/>
              </a:rPr>
              <a:t>“</a:t>
            </a:r>
            <a:r>
              <a:rPr lang="zh-CN" altLang="en-US" sz="2400" b="1">
                <a:solidFill>
                  <a:srgbClr val="4175FC"/>
                </a:solidFill>
                <a:latin typeface="Times New Roman" panose="02020603050405020304" pitchFamily="18" charset="0"/>
                <a:ea typeface="黑体" panose="02010609060101010101" charset="-122"/>
                <a:cs typeface="Times New Roman" panose="02020603050405020304" pitchFamily="18" charset="0"/>
              </a:rPr>
              <a:t>四边形的两条对角线互相平分</a:t>
            </a:r>
            <a:r>
              <a:rPr lang="en-US" altLang="zh-CN" sz="2400">
                <a:solidFill>
                  <a:schemeClr val="tx1"/>
                </a:solidFill>
                <a:latin typeface="Times New Roman" panose="02020603050405020304" pitchFamily="18" charset="0"/>
                <a:ea typeface="黑体" panose="02010609060101010101" charset="-122"/>
                <a:cs typeface="Times New Roman" panose="02020603050405020304" pitchFamily="18" charset="0"/>
              </a:rPr>
              <a:t>”</a:t>
            </a:r>
            <a:r>
              <a:rPr lang="zh-CN" altLang="en-US" sz="2400">
                <a:solidFill>
                  <a:schemeClr val="tx1"/>
                </a:solidFill>
                <a:latin typeface="Times New Roman" panose="02020603050405020304" pitchFamily="18" charset="0"/>
                <a:ea typeface="黑体" panose="02010609060101010101" charset="-122"/>
                <a:cs typeface="Times New Roman" panose="02020603050405020304" pitchFamily="18" charset="0"/>
              </a:rPr>
              <a:t>都是</a:t>
            </a:r>
            <a:r>
              <a:rPr lang="en-US" altLang="zh-CN" sz="2400">
                <a:solidFill>
                  <a:schemeClr val="tx1"/>
                </a:solidFill>
                <a:latin typeface="Times New Roman" panose="02020603050405020304" pitchFamily="18" charset="0"/>
                <a:ea typeface="黑体" panose="02010609060101010101" charset="-122"/>
                <a:cs typeface="Times New Roman" panose="02020603050405020304" pitchFamily="18" charset="0"/>
              </a:rPr>
              <a:t>“</a:t>
            </a:r>
            <a:r>
              <a:rPr lang="zh-CN" altLang="en-US" sz="2400" b="1">
                <a:solidFill>
                  <a:srgbClr val="4175FC"/>
                </a:solidFill>
                <a:latin typeface="Times New Roman" panose="02020603050405020304" pitchFamily="18" charset="0"/>
                <a:ea typeface="黑体" panose="02010609060101010101" charset="-122"/>
                <a:cs typeface="Times New Roman" panose="02020603050405020304" pitchFamily="18" charset="0"/>
              </a:rPr>
              <a:t>四边形是平行四边形</a:t>
            </a:r>
            <a:r>
              <a:rPr lang="en-US" altLang="zh-CN" sz="2400">
                <a:solidFill>
                  <a:schemeClr val="tx1"/>
                </a:solidFill>
                <a:latin typeface="Times New Roman" panose="02020603050405020304" pitchFamily="18" charset="0"/>
                <a:ea typeface="黑体" panose="02010609060101010101" charset="-122"/>
                <a:cs typeface="Times New Roman" panose="02020603050405020304" pitchFamily="18" charset="0"/>
              </a:rPr>
              <a:t>”</a:t>
            </a:r>
            <a:r>
              <a:rPr lang="zh-CN" altLang="en-US" sz="2400">
                <a:solidFill>
                  <a:schemeClr val="tx1"/>
                </a:solidFill>
                <a:latin typeface="Times New Roman" panose="02020603050405020304" pitchFamily="18" charset="0"/>
                <a:ea typeface="黑体" panose="02010609060101010101" charset="-122"/>
                <a:cs typeface="Times New Roman" panose="02020603050405020304" pitchFamily="18" charset="0"/>
              </a:rPr>
              <a:t>的充分条件</a:t>
            </a:r>
            <a:r>
              <a:rPr lang="en-US" altLang="zh-CN" sz="2400">
                <a:solidFill>
                  <a:schemeClr val="tx1"/>
                </a:solidFill>
                <a:latin typeface="Times New Roman" panose="02020603050405020304" pitchFamily="18" charset="0"/>
                <a:ea typeface="黑体" panose="02010609060101010101" charset="-122"/>
                <a:cs typeface="Times New Roman" panose="02020603050405020304" pitchFamily="18" charset="0"/>
              </a:rPr>
              <a:t>.</a:t>
            </a:r>
            <a:endParaRPr lang="en-US" altLang="zh-CN" sz="2400">
              <a:solidFill>
                <a:schemeClr val="tx1"/>
              </a:solidFill>
              <a:latin typeface="Times New Roman" panose="02020603050405020304" pitchFamily="18" charset="0"/>
              <a:ea typeface="黑体" panose="02010609060101010101" charset="-122"/>
              <a:cs typeface="Times New Roman" panose="02020603050405020304" pitchFamily="18" charset="0"/>
            </a:endParaRPr>
          </a:p>
          <a:p>
            <a:pPr indent="528955" algn="just" fontAlgn="auto">
              <a:lnSpc>
                <a:spcPct val="150000"/>
              </a:lnSpc>
            </a:pPr>
            <a:r>
              <a:rPr lang="zh-CN" altLang="en-US" sz="2400">
                <a:latin typeface="Times New Roman" panose="02020603050405020304" pitchFamily="18" charset="0"/>
                <a:ea typeface="黑体" panose="02010609060101010101" charset="-122"/>
                <a:cs typeface="Times New Roman" panose="02020603050405020304" pitchFamily="18" charset="0"/>
              </a:rPr>
              <a:t>事实上，</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例</a:t>
            </a:r>
            <a:r>
              <a:rPr lang="en-US" altLang="zh-CN" sz="2400">
                <a:latin typeface="Times New Roman" panose="02020603050405020304" pitchFamily="18" charset="0"/>
                <a:ea typeface="黑体" panose="02010609060101010101" charset="-122"/>
                <a:cs typeface="Times New Roman" panose="02020603050405020304" pitchFamily="18" charset="0"/>
                <a:sym typeface="+mn-ea"/>
              </a:rPr>
              <a:t>1</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中命题</a:t>
            </a:r>
            <a:r>
              <a:rPr lang="en-US" altLang="zh-CN" sz="2400">
                <a:latin typeface="Times New Roman" panose="02020603050405020304" pitchFamily="18" charset="0"/>
                <a:ea typeface="黑体" panose="02010609060101010101" charset="-122"/>
                <a:cs typeface="Times New Roman" panose="02020603050405020304" pitchFamily="18" charset="0"/>
                <a:sym typeface="+mn-ea"/>
              </a:rPr>
              <a:t>(1)</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及上述①②③均是平行四边形的判定定理</a:t>
            </a:r>
            <a:r>
              <a:rPr lang="en-US" altLang="zh-CN"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所以，平行四边形的每一条判定定理都给出了</a:t>
            </a:r>
            <a:r>
              <a:rPr lang="en-US" altLang="zh-CN"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b="1">
                <a:solidFill>
                  <a:srgbClr val="4175FC"/>
                </a:solidFill>
                <a:latin typeface="Times New Roman" panose="02020603050405020304" pitchFamily="18" charset="0"/>
                <a:ea typeface="黑体" panose="02010609060101010101" charset="-122"/>
                <a:cs typeface="Times New Roman" panose="02020603050405020304" pitchFamily="18" charset="0"/>
                <a:sym typeface="+mn-ea"/>
              </a:rPr>
              <a:t>四边形是平行四边形</a:t>
            </a:r>
            <a:r>
              <a:rPr lang="en-US" altLang="zh-CN"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的一个充分条件，即这个条件能充分保证四边形是平行四边形</a:t>
            </a:r>
            <a:r>
              <a:rPr lang="en-US" altLang="zh-CN"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类似地，平行线的每一条判定定理都给出了</a:t>
            </a:r>
            <a:r>
              <a:rPr lang="en-US" altLang="zh-CN"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b="1">
                <a:solidFill>
                  <a:srgbClr val="4175FC"/>
                </a:solidFill>
                <a:latin typeface="Times New Roman" panose="02020603050405020304" pitchFamily="18" charset="0"/>
                <a:ea typeface="黑体" panose="02010609060101010101" charset="-122"/>
                <a:cs typeface="Times New Roman" panose="02020603050405020304" pitchFamily="18" charset="0"/>
                <a:sym typeface="+mn-ea"/>
              </a:rPr>
              <a:t>两直线平行</a:t>
            </a:r>
            <a:r>
              <a:rPr lang="en-US" altLang="zh-CN"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的一个充分条件，例如</a:t>
            </a:r>
            <a:r>
              <a:rPr lang="en-US" altLang="zh-CN"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b="1">
                <a:solidFill>
                  <a:srgbClr val="4175FC"/>
                </a:solidFill>
                <a:latin typeface="Times New Roman" panose="02020603050405020304" pitchFamily="18" charset="0"/>
                <a:ea typeface="黑体" panose="02010609060101010101" charset="-122"/>
                <a:cs typeface="Times New Roman" panose="02020603050405020304" pitchFamily="18" charset="0"/>
                <a:sym typeface="+mn-ea"/>
              </a:rPr>
              <a:t>内错角相等</a:t>
            </a:r>
            <a:r>
              <a:rPr lang="en-US" altLang="zh-CN"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这个条件就充分保证了</a:t>
            </a:r>
            <a:r>
              <a:rPr lang="en-US" altLang="zh-CN"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b="1">
                <a:solidFill>
                  <a:srgbClr val="4175FC"/>
                </a:solidFill>
                <a:latin typeface="Times New Roman" panose="02020603050405020304" pitchFamily="18" charset="0"/>
                <a:ea typeface="黑体" panose="02010609060101010101" charset="-122"/>
                <a:cs typeface="Times New Roman" panose="02020603050405020304" pitchFamily="18" charset="0"/>
                <a:sym typeface="+mn-ea"/>
              </a:rPr>
              <a:t>两条直线平行</a:t>
            </a:r>
            <a:r>
              <a:rPr lang="en-US" altLang="zh-CN" sz="2400">
                <a:latin typeface="Times New Roman" panose="02020603050405020304" pitchFamily="18" charset="0"/>
                <a:ea typeface="黑体" panose="02010609060101010101" charset="-122"/>
                <a:cs typeface="Times New Roman" panose="02020603050405020304" pitchFamily="18" charset="0"/>
                <a:sym typeface="+mn-ea"/>
              </a:rPr>
              <a:t>”.</a:t>
            </a:r>
            <a:endParaRPr lang="zh-CN" altLang="en-US" sz="2400">
              <a:latin typeface="Times New Roman" panose="02020603050405020304" pitchFamily="18" charset="0"/>
              <a:ea typeface="黑体" panose="02010609060101010101" charset="-122"/>
              <a:cs typeface="Times New Roman" panose="02020603050405020304" pitchFamily="18" charset="0"/>
              <a:sym typeface="+mn-ea"/>
            </a:endParaRPr>
          </a:p>
        </p:txBody>
      </p:sp>
      <p:grpSp>
        <p:nvGrpSpPr>
          <p:cNvPr id="5" name="组合 4" title=""/>
          <p:cNvGrpSpPr/>
          <p:nvPr>
            <p:custDataLst>
              <p:tags r:id="rId12"/>
            </p:custDataLst>
          </p:nvPr>
        </p:nvGrpSpPr>
        <p:grpSpPr>
          <a:xfrm>
            <a:off x="577850" y="5158105"/>
            <a:ext cx="11200130" cy="956310"/>
            <a:chOff x="910" y="8123"/>
            <a:chExt cx="17638" cy="1506"/>
          </a:xfrm>
        </p:grpSpPr>
        <p:sp>
          <p:nvSpPr>
            <p:cNvPr id="19" name="圆角矩形 18"/>
            <p:cNvSpPr/>
            <p:nvPr>
              <p:custDataLst>
                <p:tags r:id="rId13"/>
              </p:custDataLst>
            </p:nvPr>
          </p:nvSpPr>
          <p:spPr>
            <a:xfrm>
              <a:off x="910" y="8123"/>
              <a:ext cx="17639" cy="1506"/>
            </a:xfrm>
            <a:prstGeom prst="roundRect">
              <a:avLst>
                <a:gd name="adj" fmla="val 20087"/>
              </a:avLst>
            </a:prstGeom>
            <a:solidFill>
              <a:srgbClr val="537AFA">
                <a:alpha val="3000"/>
              </a:srgbClr>
            </a:solidFill>
            <a:ln>
              <a:gradFill>
                <a:gsLst>
                  <a:gs pos="0">
                    <a:schemeClr val="accent2"/>
                  </a:gs>
                  <a:gs pos="100000">
                    <a:srgbClr val="537AFA"/>
                  </a:gs>
                </a:gsLst>
                <a:lin ang="12600000" scaled="0"/>
              </a:gra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文本框 3"/>
            <p:cNvSpPr txBox="1"/>
            <p:nvPr>
              <p:custDataLst>
                <p:tags r:id="rId14"/>
              </p:custDataLst>
            </p:nvPr>
          </p:nvSpPr>
          <p:spPr>
            <a:xfrm>
              <a:off x="1259" y="8295"/>
              <a:ext cx="17184" cy="1016"/>
            </a:xfrm>
            <a:prstGeom prst="rect">
              <a:avLst/>
            </a:prstGeom>
            <a:noFill/>
            <a:ln w="28575">
              <a:noFill/>
            </a:ln>
          </p:spPr>
          <p:txBody>
            <a:bodyPr wrap="square" rtlCol="0" anchor="t">
              <a:spAutoFit/>
            </a:bodyPr>
            <a:lstStyle/>
            <a:p>
              <a:pPr>
                <a:lnSpc>
                  <a:spcPct val="150000"/>
                </a:lnSpc>
              </a:pPr>
              <a:r>
                <a:rPr lang="zh-CN" altLang="en-US" sz="2400" b="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一般地，数学中的</a:t>
              </a:r>
              <a:r>
                <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每一条判定定理都给出了</a:t>
              </a:r>
              <a:r>
                <a:rPr lang="zh-CN" altLang="en-US" sz="2400" b="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相应</a:t>
              </a:r>
              <a:r>
                <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数学结论成立的一个充分条件</a:t>
              </a:r>
              <a:r>
                <a:rPr lang="en-US" altLang="zh-CN"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a:t>
              </a:r>
              <a:endParaRPr lang="en-US" altLang="zh-CN"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250" fill="hold">
                                          <p:stCondLst>
                                            <p:cond delay="0"/>
                                          </p:stCondLst>
                                        </p:cTn>
                                        <p:tgtEl>
                                          <p:spTgt spid="5"/>
                                        </p:tgtEl>
                                        <p:attrNameLst>
                                          <p:attrName>style.visibility</p:attrName>
                                        </p:attrNameLst>
                                      </p:cBhvr>
                                      <p:to>
                                        <p:strVal val="visible"/>
                                      </p:to>
                                    </p:set>
                                    <p:animEffect transition="in" filter="wipe(left)">
                                      <p:cBhvr>
                                        <p:cTn id="7" dur="2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3" name="组合 22" title=""/>
          <p:cNvGrpSpPr/>
          <p:nvPr>
            <p:custDataLst>
              <p:tags r:id="rId8"/>
            </p:custDataLst>
          </p:nvPr>
        </p:nvGrpSpPr>
        <p:grpSpPr>
          <a:xfrm>
            <a:off x="577851" y="576471"/>
            <a:ext cx="5197474" cy="521970"/>
            <a:chOff x="330201" y="576471"/>
            <a:chExt cx="5197474" cy="521970"/>
          </a:xfrm>
        </p:grpSpPr>
        <p:sp>
          <p:nvSpPr>
            <p:cNvPr id="24" name="文本框 2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应用新知</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2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graphicFrame>
        <p:nvGraphicFramePr>
          <p:cNvPr id="3" name="对象 2" title="">
            <a:hlinkClick action="ppaction://ole?verb="/>
          </p:cNvPr>
          <p:cNvGraphicFramePr>
            <a:graphicFrameLocks noChangeAspect="1"/>
          </p:cNvGraphicFramePr>
          <p:nvPr>
            <p:custDataLst>
              <p:tags r:id="rId11"/>
            </p:custDataLst>
          </p:nvPr>
        </p:nvGraphicFramePr>
        <p:xfrm>
          <a:off x="862648" y="1215708"/>
          <a:ext cx="10658475" cy="2501900"/>
        </p:xfrm>
        <a:graphic>
          <a:graphicData uri="http://schemas.openxmlformats.org/presentationml/2006/ole">
            <mc:AlternateContent>
              <mc:Choice xmlns:v="urn:schemas-microsoft-com:vml" Requires="v">
                <p:oleObj spid="_x0000_s1046" r:id="rId12" imgW="5286375" imgH="1238250" progId="Word.Document.12">
                  <p:embed/>
                </p:oleObj>
              </mc:Choice>
              <mc:Fallback>
                <p:oleObj r:id="rId12" imgW="5286375" imgH="1238250" progId="Word.Document.12">
                  <p:embed/>
                  <p:pic>
                    <p:nvPicPr>
                      <p:cNvPr id="0" name="OLE substitute image"/>
                      <p:cNvPicPr/>
                      <p:nvPr/>
                    </p:nvPicPr>
                    <p:blipFill>
                      <a:blip r:embed="rId13"/>
                      <a:stretch>
                        <a:fillRect/>
                      </a:stretch>
                    </p:blipFill>
                    <p:spPr>
                      <a:xfrm>
                        <a:off x="862648" y="1215708"/>
                        <a:ext cx="10658475" cy="2501900"/>
                      </a:xfrm>
                      <a:prstGeom prst="rect">
                        <a:avLst/>
                      </a:prstGeom>
                    </p:spPr>
                  </p:pic>
                </p:oleObj>
              </mc:Fallback>
            </mc:AlternateContent>
          </a:graphicData>
        </a:graphic>
      </p:graphicFrame>
      <p:grpSp>
        <p:nvGrpSpPr>
          <p:cNvPr id="2" name="组合 1" title=""/>
          <p:cNvGrpSpPr/>
          <p:nvPr>
            <p:custDataLst>
              <p:tags r:id="rId14"/>
            </p:custDataLst>
          </p:nvPr>
        </p:nvGrpSpPr>
        <p:grpSpPr>
          <a:xfrm>
            <a:off x="577850" y="3428365"/>
            <a:ext cx="11200130" cy="2829560"/>
            <a:chOff x="910" y="5399"/>
            <a:chExt cx="17638" cy="4456"/>
          </a:xfrm>
        </p:grpSpPr>
        <p:sp>
          <p:nvSpPr>
            <p:cNvPr id="19" name="圆角矩形 18"/>
            <p:cNvSpPr/>
            <p:nvPr>
              <p:custDataLst>
                <p:tags r:id="rId15"/>
              </p:custDataLst>
            </p:nvPr>
          </p:nvSpPr>
          <p:spPr>
            <a:xfrm>
              <a:off x="910" y="5399"/>
              <a:ext cx="17639" cy="4457"/>
            </a:xfrm>
            <a:prstGeom prst="roundRect">
              <a:avLst>
                <a:gd name="adj" fmla="val 20087"/>
              </a:avLst>
            </a:prstGeom>
            <a:solidFill>
              <a:srgbClr val="F5F7FE"/>
            </a:solidFill>
            <a:ln>
              <a:gradFill>
                <a:gsLst>
                  <a:gs pos="0">
                    <a:schemeClr val="accent2"/>
                  </a:gs>
                  <a:gs pos="100000">
                    <a:srgbClr val="537AFA"/>
                  </a:gs>
                </a:gsLst>
                <a:lin ang="12600000" scaled="0"/>
              </a:gra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aphicFrame>
          <p:nvGraphicFramePr>
            <p:cNvPr id="4" name="对象 3">
              <a:hlinkClick action="ppaction://ole?verb="/>
            </p:cNvPr>
            <p:cNvGraphicFramePr>
              <a:graphicFrameLocks noChangeAspect="1"/>
            </p:cNvGraphicFramePr>
            <p:nvPr>
              <p:custDataLst>
                <p:tags r:id="rId16"/>
              </p:custDataLst>
            </p:nvPr>
          </p:nvGraphicFramePr>
          <p:xfrm>
            <a:off x="1359" y="5666"/>
            <a:ext cx="16785" cy="4123"/>
          </p:xfrm>
          <a:graphic>
            <a:graphicData uri="http://schemas.openxmlformats.org/presentationml/2006/ole">
              <mc:AlternateContent>
                <mc:Choice xmlns:v="urn:schemas-microsoft-com:vml" Requires="v">
                  <p:oleObj spid="_x0000_s1047" r:id="rId17" imgW="5286375" imgH="1295400" progId="Word.Document.12">
                    <p:embed/>
                  </p:oleObj>
                </mc:Choice>
                <mc:Fallback>
                  <p:oleObj r:id="rId17" imgW="5286375" imgH="1295400" progId="Word.Document.12">
                    <p:embed/>
                    <p:pic>
                      <p:nvPicPr>
                        <p:cNvPr id="0" name="OLE substitute image"/>
                        <p:cNvPicPr/>
                        <p:nvPr/>
                      </p:nvPicPr>
                      <p:blipFill>
                        <a:blip r:embed="rId18"/>
                        <a:stretch>
                          <a:fillRect/>
                        </a:stretch>
                      </p:blipFill>
                      <p:spPr>
                        <a:xfrm>
                          <a:off x="1359" y="5666"/>
                          <a:ext cx="16785" cy="4123"/>
                        </a:xfrm>
                        <a:prstGeom prst="rect">
                          <a:avLst/>
                        </a:prstGeom>
                      </p:spPr>
                    </p:pic>
                  </p:oleObj>
                </mc:Fallback>
              </mc:AlternateContent>
            </a:graphicData>
          </a:graphic>
        </p:graphicFrame>
      </p:grpSp>
      <p:sp>
        <p:nvSpPr>
          <p:cNvPr id="8" name="圆角矩形 7" title=""/>
          <p:cNvSpPr/>
          <p:nvPr>
            <p:custDataLst>
              <p:tags r:id="rId19"/>
            </p:custDataLst>
          </p:nvPr>
        </p:nvSpPr>
        <p:spPr>
          <a:xfrm>
            <a:off x="577850" y="3428365"/>
            <a:ext cx="11200765" cy="2830195"/>
          </a:xfrm>
          <a:prstGeom prst="roundRect">
            <a:avLst>
              <a:gd name="adj" fmla="val 20087"/>
            </a:avLst>
          </a:prstGeom>
          <a:solidFill>
            <a:srgbClr val="F5F7FE"/>
          </a:solidFill>
          <a:ln>
            <a:gradFill>
              <a:gsLst>
                <a:gs pos="0">
                  <a:schemeClr val="accent2"/>
                </a:gs>
                <a:gs pos="100000">
                  <a:srgbClr val="537AFA"/>
                </a:gs>
              </a:gsLst>
              <a:lin ang="12600000" scaled="0"/>
            </a:gra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30000"/>
              </a:lnSpc>
            </a:pPr>
            <a:r>
              <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充分条件的判断方法</a:t>
            </a:r>
            <a:endParaRPr lang="zh-CN" altLang="en-US" sz="2400" b="1">
              <a:solidFill>
                <a:schemeClr val="tx1"/>
              </a:solidFill>
              <a:latin typeface="Times New Roman" panose="02020603050405020304" pitchFamily="18" charset="0"/>
              <a:ea typeface="黑体" panose="02010609060101010101" charset="-122"/>
              <a:cs typeface="Times New Roman" panose="02020603050405020304" pitchFamily="18" charset="0"/>
            </a:endParaRPr>
          </a:p>
          <a:p>
            <a:pPr indent="528955" algn="l" fontAlgn="auto">
              <a:lnSpc>
                <a:spcPct val="130000"/>
              </a:lnSpc>
            </a:pPr>
            <a:r>
              <a:rPr lang="zh-CN" altLang="en-US" sz="2400" b="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(1)判定</a:t>
            </a:r>
            <a:r>
              <a:rPr lang="zh-CN" altLang="en-US" sz="2400" b="1" i="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p</a:t>
            </a:r>
            <a:r>
              <a:rPr lang="zh-CN" altLang="en-US" sz="2400" b="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是</a:t>
            </a:r>
            <a:r>
              <a:rPr lang="zh-CN" altLang="en-US" sz="2400" b="1" i="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q</a:t>
            </a:r>
            <a:r>
              <a:rPr lang="zh-CN" altLang="en-US" sz="2400" b="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的充分条件要先分清什么是</a:t>
            </a:r>
            <a:r>
              <a:rPr lang="zh-CN" altLang="en-US" sz="2400" b="1" i="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p</a:t>
            </a:r>
            <a:r>
              <a:rPr lang="zh-CN" altLang="en-US" sz="2400" b="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，什么是</a:t>
            </a:r>
            <a:r>
              <a:rPr lang="zh-CN" altLang="en-US" sz="2400" b="1" i="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q</a:t>
            </a:r>
            <a:r>
              <a:rPr lang="zh-CN" altLang="en-US" sz="2400" b="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，即转化成</a:t>
            </a:r>
            <a:r>
              <a:rPr lang="zh-CN" altLang="en-US" sz="2400" b="1" i="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p</a:t>
            </a:r>
            <a:r>
              <a:rPr lang="zh-CN" altLang="en-US" sz="2400" b="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b="1" i="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q</a:t>
            </a:r>
            <a:r>
              <a:rPr lang="zh-CN" altLang="en-US" sz="2400" b="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问题．</a:t>
            </a:r>
            <a:endParaRPr lang="zh-CN" altLang="en-US" sz="2400" b="1">
              <a:solidFill>
                <a:schemeClr val="tx1"/>
              </a:solidFill>
              <a:latin typeface="Times New Roman" panose="02020603050405020304" pitchFamily="18" charset="0"/>
              <a:ea typeface="黑体" panose="02010609060101010101" charset="-122"/>
              <a:cs typeface="Times New Roman" panose="02020603050405020304" pitchFamily="18" charset="0"/>
            </a:endParaRPr>
          </a:p>
          <a:p>
            <a:pPr indent="528955" algn="l" fontAlgn="auto">
              <a:lnSpc>
                <a:spcPct val="130000"/>
              </a:lnSpc>
            </a:pPr>
            <a:r>
              <a:rPr lang="zh-CN" altLang="en-US" sz="2400" b="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(2)除了用定义判断充分条件还可以利用集合间的关系判断，若</a:t>
            </a:r>
            <a:r>
              <a:rPr lang="zh-CN" altLang="en-US" sz="2400" b="1" i="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p</a:t>
            </a:r>
            <a:r>
              <a:rPr lang="zh-CN" altLang="en-US" sz="2400" b="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构成的集合为</a:t>
            </a:r>
            <a:r>
              <a:rPr lang="zh-CN" altLang="en-US" sz="2400" b="1" i="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b="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b="1" i="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q</a:t>
            </a:r>
            <a:r>
              <a:rPr lang="zh-CN" altLang="en-US" sz="2400" b="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构成的集合为</a:t>
            </a:r>
            <a:r>
              <a:rPr lang="zh-CN" altLang="en-US" sz="2400" b="1" i="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B</a:t>
            </a:r>
            <a:r>
              <a:rPr lang="zh-CN" altLang="en-US" sz="2400" b="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b="1" i="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b="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b="1" i="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B</a:t>
            </a:r>
            <a:r>
              <a:rPr lang="zh-CN" altLang="en-US" sz="2400" b="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，则</a:t>
            </a:r>
            <a:r>
              <a:rPr lang="zh-CN" altLang="en-US" sz="2400" b="1" i="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p</a:t>
            </a:r>
            <a:r>
              <a:rPr lang="zh-CN" altLang="en-US" sz="2400" b="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是</a:t>
            </a:r>
            <a:r>
              <a:rPr lang="zh-CN" altLang="en-US" sz="2400" b="1" i="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q</a:t>
            </a:r>
            <a:r>
              <a:rPr lang="zh-CN" altLang="en-US" sz="2400" b="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的充分条件．</a:t>
            </a:r>
            <a:endParaRPr lang="zh-CN" altLang="en-US" sz="2400" b="1">
              <a:solidFill>
                <a:schemeClr val="tx1"/>
              </a:solidFill>
              <a:latin typeface="Times New Roman" panose="02020603050405020304" pitchFamily="18" charset="0"/>
              <a:ea typeface="黑体" panose="02010609060101010101" charset="-122"/>
              <a:cs typeface="Times New Roman" panose="02020603050405020304" pitchFamily="18" charset="0"/>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250" fill="hold">
                                          <p:stCondLst>
                                            <p:cond delay="0"/>
                                          </p:stCondLst>
                                        </p:cTn>
                                        <p:tgtEl>
                                          <p:spTgt spid="2"/>
                                        </p:tgtEl>
                                        <p:attrNameLst>
                                          <p:attrName>style.visibility</p:attrName>
                                        </p:attrNameLst>
                                      </p:cBhvr>
                                      <p:to>
                                        <p:strVal val="visible"/>
                                      </p:to>
                                    </p:set>
                                    <p:animEffect transition="in" filter="strips(downRight)">
                                      <p:cBhvr>
                                        <p:cTn id="7" dur="250"/>
                                        <p:tgtEl>
                                          <p:spTgt spid="2"/>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250" fill="hold">
                                          <p:stCondLst>
                                            <p:cond delay="0"/>
                                          </p:stCondLst>
                                        </p:cTn>
                                        <p:tgtEl>
                                          <p:spTgt spid="8"/>
                                        </p:tgtEl>
                                        <p:attrNameLst>
                                          <p:attrName>style.visibility</p:attrName>
                                        </p:attrNameLst>
                                      </p:cBhvr>
                                      <p:to>
                                        <p:strVal val="visible"/>
                                      </p:to>
                                    </p:set>
                                    <p:animEffect transition="in" filter="strips(downRight)">
                                      <p:cBhvr>
                                        <p:cTn id="12" dur="2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3" name="组合 22" title=""/>
          <p:cNvGrpSpPr/>
          <p:nvPr>
            <p:custDataLst>
              <p:tags r:id="rId8"/>
            </p:custDataLst>
          </p:nvPr>
        </p:nvGrpSpPr>
        <p:grpSpPr>
          <a:xfrm>
            <a:off x="577851" y="576471"/>
            <a:ext cx="5197474" cy="521970"/>
            <a:chOff x="330201" y="576471"/>
            <a:chExt cx="5197474" cy="521970"/>
          </a:xfrm>
        </p:grpSpPr>
        <p:sp>
          <p:nvSpPr>
            <p:cNvPr id="24" name="文本框 2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应用新知</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2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sp>
        <p:nvSpPr>
          <p:cNvPr id="19" name="圆角矩形 18" title=""/>
          <p:cNvSpPr/>
          <p:nvPr>
            <p:custDataLst>
              <p:tags r:id="rId11"/>
            </p:custDataLst>
          </p:nvPr>
        </p:nvSpPr>
        <p:spPr>
          <a:xfrm>
            <a:off x="577850" y="3098800"/>
            <a:ext cx="11200765" cy="3159760"/>
          </a:xfrm>
          <a:prstGeom prst="roundRect">
            <a:avLst>
              <a:gd name="adj" fmla="val 20087"/>
            </a:avLst>
          </a:prstGeom>
          <a:solidFill>
            <a:srgbClr val="537AFA">
              <a:alpha val="3000"/>
            </a:srgbClr>
          </a:solidFill>
          <a:ln>
            <a:gradFill>
              <a:gsLst>
                <a:gs pos="0">
                  <a:schemeClr val="accent2"/>
                </a:gs>
                <a:gs pos="100000">
                  <a:srgbClr val="537AFA"/>
                </a:gs>
              </a:gsLst>
              <a:lin ang="12600000" scaled="0"/>
            </a:gra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53" name="组合 52" title=""/>
          <p:cNvGrpSpPr/>
          <p:nvPr>
            <p:custDataLst>
              <p:tags r:id="rId12"/>
            </p:custDataLst>
          </p:nvPr>
        </p:nvGrpSpPr>
        <p:grpSpPr>
          <a:xfrm flipH="1">
            <a:off x="11495784" y="718260"/>
            <a:ext cx="176150" cy="780068"/>
            <a:chOff x="8290832" y="4887686"/>
            <a:chExt cx="296617" cy="1313542"/>
          </a:xfrm>
          <a:solidFill>
            <a:srgbClr val="4076FD"/>
          </a:solidFill>
        </p:grpSpPr>
        <p:grpSp>
          <p:nvGrpSpPr>
            <p:cNvPr id="54" name="组合 53"/>
            <p:cNvGrpSpPr/>
            <p:nvPr>
              <p:custDataLst>
                <p:tags r:id="rId13"/>
              </p:custDataLst>
            </p:nvPr>
          </p:nvGrpSpPr>
          <p:grpSpPr>
            <a:xfrm>
              <a:off x="8452757" y="5040086"/>
              <a:ext cx="134692" cy="1161142"/>
              <a:chOff x="8490857" y="4963886"/>
              <a:chExt cx="134692" cy="1161142"/>
            </a:xfrm>
            <a:grpFill/>
          </p:grpSpPr>
          <p:sp>
            <p:nvSpPr>
              <p:cNvPr id="55" name="等腰三角形 54"/>
              <p:cNvSpPr/>
              <p:nvPr>
                <p:custDataLst>
                  <p:tags r:id="rId14"/>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custDataLst>
                  <p:tags r:id="rId15"/>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等腰三角形 56"/>
              <p:cNvSpPr/>
              <p:nvPr>
                <p:custDataLst>
                  <p:tags r:id="rId16"/>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等腰三角形 57"/>
              <p:cNvSpPr/>
              <p:nvPr>
                <p:custDataLst>
                  <p:tags r:id="rId17"/>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等腰三角形 58"/>
              <p:cNvSpPr/>
              <p:nvPr>
                <p:custDataLst>
                  <p:tags r:id="rId18"/>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0" name="组合 59"/>
            <p:cNvGrpSpPr/>
            <p:nvPr>
              <p:custDataLst>
                <p:tags r:id="rId19"/>
              </p:custDataLst>
            </p:nvPr>
          </p:nvGrpSpPr>
          <p:grpSpPr>
            <a:xfrm>
              <a:off x="8290832" y="4887686"/>
              <a:ext cx="134692" cy="1161142"/>
              <a:chOff x="8490857" y="4963886"/>
              <a:chExt cx="134692" cy="1161142"/>
            </a:xfrm>
            <a:grpFill/>
          </p:grpSpPr>
          <p:sp>
            <p:nvSpPr>
              <p:cNvPr id="61" name="等腰三角形 60"/>
              <p:cNvSpPr/>
              <p:nvPr>
                <p:custDataLst>
                  <p:tags r:id="rId20"/>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等腰三角形 61"/>
              <p:cNvSpPr/>
              <p:nvPr>
                <p:custDataLst>
                  <p:tags r:id="rId21"/>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等腰三角形 62"/>
              <p:cNvSpPr/>
              <p:nvPr>
                <p:custDataLst>
                  <p:tags r:id="rId22"/>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等腰三角形 63"/>
              <p:cNvSpPr/>
              <p:nvPr>
                <p:custDataLst>
                  <p:tags r:id="rId23"/>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等腰三角形 64"/>
              <p:cNvSpPr/>
              <p:nvPr>
                <p:custDataLst>
                  <p:tags r:id="rId24"/>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3" name="文本框 2" title=""/>
          <p:cNvSpPr txBox="1"/>
          <p:nvPr>
            <p:custDataLst>
              <p:tags r:id="rId25"/>
            </p:custDataLst>
          </p:nvPr>
        </p:nvSpPr>
        <p:spPr>
          <a:xfrm>
            <a:off x="745490" y="1098550"/>
            <a:ext cx="10732135" cy="1863725"/>
          </a:xfrm>
          <a:prstGeom prst="rect">
            <a:avLst/>
          </a:prstGeom>
          <a:noFill/>
        </p:spPr>
        <p:txBody>
          <a:bodyPr wrap="square" rtlCol="0">
            <a:spAutoFit/>
          </a:bodyPr>
          <a:lstStyle/>
          <a:p>
            <a:pPr>
              <a:lnSpc>
                <a:spcPct val="120000"/>
              </a:lnSpc>
              <a:spcBef>
                <a:spcPct val="0"/>
              </a:spcBef>
              <a:spcAft>
                <a:spcPct val="0"/>
              </a:spcAft>
            </a:pPr>
            <a:r>
              <a:rPr lang="zh-CN" altLang="en-US" sz="2400" b="1">
                <a:solidFill>
                  <a:srgbClr val="4175FC"/>
                </a:solidFill>
                <a:latin typeface="Times New Roman" panose="02020603050405020304" pitchFamily="18" charset="0"/>
                <a:ea typeface="黑体" panose="02010609060101010101" charset="-122"/>
                <a:cs typeface="Times New Roman" panose="02020603050405020304" pitchFamily="18" charset="0"/>
              </a:rPr>
              <a:t>例</a:t>
            </a:r>
            <a:r>
              <a:rPr lang="en-US" altLang="zh-CN" sz="2400" b="1">
                <a:solidFill>
                  <a:srgbClr val="4175FC"/>
                </a:solidFill>
                <a:latin typeface="Times New Roman" panose="02020603050405020304" pitchFamily="18" charset="0"/>
                <a:ea typeface="黑体" panose="02010609060101010101" charset="-122"/>
                <a:cs typeface="Times New Roman" panose="02020603050405020304" pitchFamily="18" charset="0"/>
              </a:rPr>
              <a:t>2</a:t>
            </a:r>
            <a:r>
              <a:rPr lang="zh-CN" altLang="en-US" sz="2400" b="1">
                <a:solidFill>
                  <a:srgbClr val="4175FC"/>
                </a:solidFill>
                <a:latin typeface="Times New Roman" panose="02020603050405020304" pitchFamily="18" charset="0"/>
                <a:ea typeface="黑体" panose="02010609060101010101" charset="-122"/>
                <a:cs typeface="Times New Roman" panose="02020603050405020304" pitchFamily="18" charset="0"/>
              </a:rPr>
              <a:t>：</a:t>
            </a:r>
            <a:r>
              <a:rPr sz="2400" b="1">
                <a:latin typeface="Times New Roman" panose="02020603050405020304" pitchFamily="18" charset="0"/>
                <a:ea typeface="黑体" panose="02010609060101010101" charset="-122"/>
                <a:cs typeface="Times New Roman" panose="02020603050405020304" pitchFamily="18" charset="0"/>
              </a:rPr>
              <a:t>下列“若</a:t>
            </a:r>
            <a:r>
              <a:rPr lang="en-US" sz="2400" b="1">
                <a:latin typeface="Times New Roman" panose="02020603050405020304" pitchFamily="18" charset="0"/>
                <a:ea typeface="黑体" panose="02010609060101010101" charset="-122"/>
                <a:cs typeface="Times New Roman" panose="02020603050405020304" pitchFamily="18" charset="0"/>
              </a:rPr>
              <a:t> </a:t>
            </a:r>
            <a:r>
              <a:rPr sz="2400" b="1" i="1">
                <a:latin typeface="Times New Roman" panose="02020603050405020304" pitchFamily="18" charset="0"/>
                <a:ea typeface="黑体" panose="02010609060101010101" charset="-122"/>
                <a:cs typeface="Times New Roman" panose="02020603050405020304" pitchFamily="18" charset="0"/>
              </a:rPr>
              <a:t>p</a:t>
            </a:r>
            <a:r>
              <a:rPr sz="2400" b="1">
                <a:latin typeface="Times New Roman" panose="02020603050405020304" pitchFamily="18" charset="0"/>
                <a:ea typeface="黑体" panose="02010609060101010101" charset="-122"/>
                <a:cs typeface="Times New Roman" panose="02020603050405020304" pitchFamily="18" charset="0"/>
              </a:rPr>
              <a:t>，则</a:t>
            </a:r>
            <a:r>
              <a:rPr lang="en-US" sz="2400" b="1">
                <a:latin typeface="Times New Roman" panose="02020603050405020304" pitchFamily="18" charset="0"/>
                <a:ea typeface="黑体" panose="02010609060101010101" charset="-122"/>
                <a:cs typeface="Times New Roman" panose="02020603050405020304" pitchFamily="18" charset="0"/>
              </a:rPr>
              <a:t> </a:t>
            </a:r>
            <a:r>
              <a:rPr sz="2400" b="1" i="1">
                <a:latin typeface="Times New Roman" panose="02020603050405020304" pitchFamily="18" charset="0"/>
                <a:ea typeface="黑体" panose="02010609060101010101" charset="-122"/>
                <a:cs typeface="Times New Roman" panose="02020603050405020304" pitchFamily="18" charset="0"/>
              </a:rPr>
              <a:t>q</a:t>
            </a:r>
            <a:r>
              <a:rPr lang="en-US" sz="2400" b="1" i="1">
                <a:latin typeface="Times New Roman" panose="02020603050405020304" pitchFamily="18" charset="0"/>
                <a:ea typeface="黑体" panose="02010609060101010101" charset="-122"/>
                <a:cs typeface="Times New Roman" panose="02020603050405020304" pitchFamily="18" charset="0"/>
              </a:rPr>
              <a:t> </a:t>
            </a:r>
            <a:r>
              <a:rPr sz="2400" b="1">
                <a:latin typeface="Times New Roman" panose="02020603050405020304" pitchFamily="18" charset="0"/>
                <a:ea typeface="黑体" panose="02010609060101010101" charset="-122"/>
                <a:cs typeface="Times New Roman" panose="02020603050405020304" pitchFamily="18" charset="0"/>
              </a:rPr>
              <a:t>”形式的命题中，哪些</a:t>
            </a:r>
            <a:r>
              <a:rPr lang="en-US" sz="2400" b="1">
                <a:latin typeface="Times New Roman" panose="02020603050405020304" pitchFamily="18" charset="0"/>
                <a:ea typeface="黑体" panose="02010609060101010101" charset="-122"/>
                <a:cs typeface="Times New Roman" panose="02020603050405020304" pitchFamily="18" charset="0"/>
              </a:rPr>
              <a:t> </a:t>
            </a:r>
            <a:r>
              <a:rPr sz="2400" b="1" i="1">
                <a:latin typeface="Times New Roman" panose="02020603050405020304" pitchFamily="18" charset="0"/>
                <a:ea typeface="黑体" panose="02010609060101010101" charset="-122"/>
                <a:cs typeface="Times New Roman" panose="02020603050405020304" pitchFamily="18" charset="0"/>
              </a:rPr>
              <a:t>q</a:t>
            </a:r>
            <a:r>
              <a:rPr lang="en-US" sz="2400" b="1" i="1">
                <a:latin typeface="Times New Roman" panose="02020603050405020304" pitchFamily="18" charset="0"/>
                <a:ea typeface="黑体" panose="02010609060101010101" charset="-122"/>
                <a:cs typeface="Times New Roman" panose="02020603050405020304" pitchFamily="18" charset="0"/>
              </a:rPr>
              <a:t> </a:t>
            </a:r>
            <a:r>
              <a:rPr sz="2400" b="1">
                <a:latin typeface="Times New Roman" panose="02020603050405020304" pitchFamily="18" charset="0"/>
                <a:ea typeface="黑体" panose="02010609060101010101" charset="-122"/>
                <a:cs typeface="Times New Roman" panose="02020603050405020304" pitchFamily="18" charset="0"/>
              </a:rPr>
              <a:t>是</a:t>
            </a:r>
            <a:r>
              <a:rPr lang="en-US" sz="2400" b="1">
                <a:latin typeface="Times New Roman" panose="02020603050405020304" pitchFamily="18" charset="0"/>
                <a:ea typeface="黑体" panose="02010609060101010101" charset="-122"/>
                <a:cs typeface="Times New Roman" panose="02020603050405020304" pitchFamily="18" charset="0"/>
              </a:rPr>
              <a:t> </a:t>
            </a:r>
            <a:r>
              <a:rPr sz="2400" b="1" i="1">
                <a:latin typeface="Times New Roman" panose="02020603050405020304" pitchFamily="18" charset="0"/>
                <a:ea typeface="黑体" panose="02010609060101010101" charset="-122"/>
                <a:cs typeface="Times New Roman" panose="02020603050405020304" pitchFamily="18" charset="0"/>
              </a:rPr>
              <a:t>p</a:t>
            </a:r>
            <a:r>
              <a:rPr lang="en-US" sz="2400" b="1" i="1">
                <a:latin typeface="Times New Roman" panose="02020603050405020304" pitchFamily="18" charset="0"/>
                <a:ea typeface="黑体" panose="02010609060101010101" charset="-122"/>
                <a:cs typeface="Times New Roman" panose="02020603050405020304" pitchFamily="18" charset="0"/>
              </a:rPr>
              <a:t> </a:t>
            </a:r>
            <a:r>
              <a:rPr sz="2400" b="1">
                <a:latin typeface="Times New Roman" panose="02020603050405020304" pitchFamily="18" charset="0"/>
                <a:ea typeface="黑体" panose="02010609060101010101" charset="-122"/>
                <a:cs typeface="Times New Roman" panose="02020603050405020304" pitchFamily="18" charset="0"/>
              </a:rPr>
              <a:t>的必要条件？</a:t>
            </a:r>
            <a:endParaRPr sz="2400">
              <a:ea typeface="黑体" panose="02010609060101010101" charset="-122"/>
            </a:endParaRPr>
          </a:p>
          <a:p>
            <a:pPr>
              <a:lnSpc>
                <a:spcPct val="120000"/>
              </a:lnSpc>
              <a:spcBef>
                <a:spcPct val="0"/>
              </a:spcBef>
              <a:spcAft>
                <a:spcPct val="0"/>
              </a:spcAft>
            </a:pPr>
            <a:r>
              <a:rPr lang="en-US" altLang="zh-CN" sz="2400" b="1">
                <a:latin typeface="Times New Roman" panose="02020603050405020304" pitchFamily="18" charset="0"/>
                <a:ea typeface="黑体" panose="02010609060101010101" charset="-122"/>
                <a:cs typeface="Times New Roman" panose="02020603050405020304" pitchFamily="18" charset="0"/>
              </a:rPr>
              <a:t>         </a:t>
            </a:r>
            <a:r>
              <a:rPr lang="en-US" altLang="zh-CN" sz="2400">
                <a:latin typeface="Times New Roman" panose="02020603050405020304" pitchFamily="18" charset="0"/>
                <a:ea typeface="黑体" panose="02010609060101010101" charset="-122"/>
                <a:cs typeface="Times New Roman" panose="02020603050405020304" pitchFamily="18" charset="0"/>
              </a:rPr>
              <a:t> (1)</a:t>
            </a:r>
            <a:r>
              <a:rPr lang="zh-CN" altLang="en-US" sz="2400">
                <a:latin typeface="Times New Roman" panose="02020603050405020304" pitchFamily="18" charset="0"/>
                <a:ea typeface="黑体" panose="02010609060101010101" charset="-122"/>
                <a:cs typeface="Times New Roman" panose="02020603050405020304" pitchFamily="18" charset="0"/>
              </a:rPr>
              <a:t>若四边形是平行四边形，则这个四边形的两组对角线分别相等；</a:t>
            </a:r>
            <a:endParaRPr lang="zh-CN" altLang="en-US" sz="2400">
              <a:latin typeface="Times New Roman" panose="02020603050405020304" pitchFamily="18" charset="0"/>
              <a:ea typeface="黑体" panose="02010609060101010101" charset="-122"/>
              <a:cs typeface="Times New Roman" panose="02020603050405020304" pitchFamily="18" charset="0"/>
            </a:endParaRPr>
          </a:p>
          <a:p>
            <a:pPr>
              <a:lnSpc>
                <a:spcPct val="120000"/>
              </a:lnSpc>
              <a:spcBef>
                <a:spcPct val="0"/>
              </a:spcBef>
              <a:spcAft>
                <a:spcPct val="0"/>
              </a:spcAft>
            </a:pPr>
            <a:r>
              <a:rPr lang="en-US" altLang="zh-CN" sz="2400" b="1">
                <a:latin typeface="Times New Roman" panose="02020603050405020304" pitchFamily="18" charset="0"/>
                <a:ea typeface="黑体" panose="02010609060101010101" charset="-122"/>
                <a:cs typeface="Times New Roman" panose="02020603050405020304" pitchFamily="18" charset="0"/>
                <a:sym typeface="+mn-ea"/>
              </a:rPr>
              <a:t>         </a:t>
            </a:r>
            <a:r>
              <a:rPr lang="en-US" altLang="zh-CN" sz="2400">
                <a:latin typeface="Times New Roman" panose="02020603050405020304" pitchFamily="18" charset="0"/>
                <a:ea typeface="黑体" panose="02010609060101010101" charset="-122"/>
                <a:cs typeface="Times New Roman" panose="02020603050405020304" pitchFamily="18" charset="0"/>
                <a:sym typeface="+mn-ea"/>
              </a:rPr>
              <a:t> (2)</a:t>
            </a:r>
            <a:r>
              <a:rPr lang="zh-CN" altLang="en-US" sz="2400">
                <a:latin typeface="Times New Roman" panose="02020603050405020304" pitchFamily="18" charset="0"/>
                <a:ea typeface="黑体" panose="02010609060101010101" charset="-122"/>
                <a:cs typeface="Times New Roman" panose="02020603050405020304" pitchFamily="18" charset="0"/>
              </a:rPr>
              <a:t>若两个三角形相似，则这两个三角形的三边成比例；</a:t>
            </a:r>
            <a:endParaRPr lang="zh-CN" altLang="en-US" sz="2400">
              <a:latin typeface="Times New Roman" panose="02020603050405020304" pitchFamily="18" charset="0"/>
              <a:ea typeface="黑体" panose="02010609060101010101" charset="-122"/>
              <a:cs typeface="Times New Roman" panose="02020603050405020304" pitchFamily="18" charset="0"/>
            </a:endParaRPr>
          </a:p>
          <a:p>
            <a:pPr>
              <a:lnSpc>
                <a:spcPct val="120000"/>
              </a:lnSpc>
              <a:spcBef>
                <a:spcPct val="0"/>
              </a:spcBef>
              <a:spcAft>
                <a:spcPct val="0"/>
              </a:spcAft>
            </a:pPr>
            <a:r>
              <a:rPr lang="en-US" altLang="zh-CN" sz="2400" b="1">
                <a:latin typeface="Times New Roman" panose="02020603050405020304" pitchFamily="18" charset="0"/>
                <a:ea typeface="黑体" panose="02010609060101010101" charset="-122"/>
                <a:cs typeface="Times New Roman" panose="02020603050405020304" pitchFamily="18" charset="0"/>
                <a:sym typeface="+mn-ea"/>
              </a:rPr>
              <a:t>         </a:t>
            </a:r>
            <a:r>
              <a:rPr lang="en-US" altLang="zh-CN" sz="2400">
                <a:latin typeface="Times New Roman" panose="02020603050405020304" pitchFamily="18" charset="0"/>
                <a:ea typeface="黑体" panose="02010609060101010101" charset="-122"/>
                <a:cs typeface="Times New Roman" panose="02020603050405020304" pitchFamily="18" charset="0"/>
                <a:sym typeface="+mn-ea"/>
              </a:rPr>
              <a:t> (3)</a:t>
            </a:r>
            <a:r>
              <a:rPr lang="zh-CN" altLang="en-US" sz="2400">
                <a:latin typeface="Times New Roman" panose="02020603050405020304" pitchFamily="18" charset="0"/>
                <a:ea typeface="黑体" panose="02010609060101010101" charset="-122"/>
                <a:cs typeface="Times New Roman" panose="02020603050405020304" pitchFamily="18" charset="0"/>
              </a:rPr>
              <a:t>若四边形的对角线互相垂直，则这个四边形是菱形</a:t>
            </a:r>
            <a:r>
              <a:rPr lang="en-US" altLang="zh-CN" sz="2400">
                <a:latin typeface="Times New Roman" panose="02020603050405020304" pitchFamily="18" charset="0"/>
                <a:ea typeface="黑体" panose="02010609060101010101" charset="-122"/>
                <a:cs typeface="Times New Roman" panose="02020603050405020304" pitchFamily="18" charset="0"/>
              </a:rPr>
              <a:t>.</a:t>
            </a:r>
            <a:endParaRPr lang="en-US" altLang="zh-CN" sz="2400">
              <a:latin typeface="Times New Roman" panose="02020603050405020304" pitchFamily="18" charset="0"/>
              <a:ea typeface="黑体" panose="02010609060101010101" charset="-122"/>
              <a:cs typeface="Times New Roman" panose="02020603050405020304" pitchFamily="18" charset="0"/>
            </a:endParaRPr>
          </a:p>
        </p:txBody>
      </p:sp>
      <p:sp>
        <p:nvSpPr>
          <p:cNvPr id="14" name="矩形 13" title=""/>
          <p:cNvSpPr/>
          <p:nvPr>
            <p:custDataLst>
              <p:tags r:id="rId26"/>
            </p:custDataLst>
          </p:nvPr>
        </p:nvSpPr>
        <p:spPr>
          <a:xfrm>
            <a:off x="1598930" y="5628640"/>
            <a:ext cx="3175000" cy="629285"/>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5608" name="图片 25607" title=""/>
          <p:cNvPicPr>
            <a:picLocks noChangeAspect="1"/>
          </p:cNvPicPr>
          <p:nvPr>
            <p:custDataLst>
              <p:tags r:id="rId28"/>
            </p:custDataLst>
          </p:nvPr>
        </p:nvPicPr>
        <p:blipFill>
          <a:blip r:embed="rId27">
            <a:clrChange>
              <a:clrFrom>
                <a:srgbClr val="FFFFFF">
                  <a:alpha val="100000"/>
                </a:srgbClr>
              </a:clrFrom>
              <a:clrTo>
                <a:srgbClr val="FFFFFF">
                  <a:alpha val="100000"/>
                  <a:alpha val="0"/>
                </a:srgbClr>
              </a:clrTo>
            </a:clrChange>
          </a:blip>
          <a:srcRect b="16551"/>
          <a:stretch>
            <a:fillRect/>
          </a:stretch>
        </p:blipFill>
        <p:spPr>
          <a:xfrm>
            <a:off x="9523095" y="3854450"/>
            <a:ext cx="2148840" cy="2112645"/>
          </a:xfrm>
          <a:prstGeom prst="rect">
            <a:avLst/>
          </a:prstGeom>
          <a:noFill/>
          <a:ln w="9525">
            <a:noFill/>
          </a:ln>
        </p:spPr>
      </p:pic>
      <p:graphicFrame>
        <p:nvGraphicFramePr>
          <p:cNvPr id="25605" name="对象 25604" title=""/>
          <p:cNvGraphicFramePr>
            <a:graphicFrameLocks noChangeAspect="1"/>
          </p:cNvGraphicFramePr>
          <p:nvPr>
            <p:custDataLst>
              <p:tags r:id="rId29"/>
            </p:custDataLst>
          </p:nvPr>
        </p:nvGraphicFramePr>
        <p:xfrm>
          <a:off x="1165860" y="3264535"/>
          <a:ext cx="10070465" cy="455930"/>
        </p:xfrm>
        <a:graphic>
          <a:graphicData uri="http://schemas.openxmlformats.org/presentationml/2006/ole">
            <mc:AlternateContent>
              <mc:Choice xmlns:v="urn:schemas-microsoft-com:vml" Requires="v">
                <p:oleObj spid="_x0000_s1048" r:id="rId30" imgW="4673600" imgH="215900" progId="Equation.DSMT4">
                  <p:embed/>
                </p:oleObj>
              </mc:Choice>
              <mc:Fallback>
                <p:oleObj r:id="rId30" imgW="4673600" imgH="215900" progId="Equation.DSMT4">
                  <p:embed/>
                  <p:pic>
                    <p:nvPicPr>
                      <p:cNvPr id="0" name="OLE substitute image"/>
                      <p:cNvPicPr/>
                      <p:nvPr/>
                    </p:nvPicPr>
                    <p:blipFill>
                      <a:blip r:embed="rId31"/>
                      <a:stretch>
                        <a:fillRect/>
                      </a:stretch>
                    </p:blipFill>
                    <p:spPr>
                      <a:xfrm>
                        <a:off x="1165860" y="3264535"/>
                        <a:ext cx="10070465" cy="455930"/>
                      </a:xfrm>
                      <a:prstGeom prst="rect">
                        <a:avLst/>
                      </a:prstGeom>
                      <a:noFill/>
                      <a:ln w="38100">
                        <a:noFill/>
                        <a:miter/>
                      </a:ln>
                    </p:spPr>
                  </p:pic>
                </p:oleObj>
              </mc:Fallback>
            </mc:AlternateContent>
          </a:graphicData>
        </a:graphic>
      </p:graphicFrame>
      <p:graphicFrame>
        <p:nvGraphicFramePr>
          <p:cNvPr id="25606" name="对象 25605" title=""/>
          <p:cNvGraphicFramePr>
            <a:graphicFrameLocks noChangeAspect="1"/>
          </p:cNvGraphicFramePr>
          <p:nvPr>
            <p:custDataLst>
              <p:tags r:id="rId32"/>
            </p:custDataLst>
          </p:nvPr>
        </p:nvGraphicFramePr>
        <p:xfrm>
          <a:off x="1684655" y="3865880"/>
          <a:ext cx="6734175" cy="976630"/>
        </p:xfrm>
        <a:graphic>
          <a:graphicData uri="http://schemas.openxmlformats.org/presentationml/2006/ole">
            <mc:AlternateContent>
              <mc:Choice xmlns:v="urn:schemas-microsoft-com:vml" Requires="v">
                <p:oleObj spid="_x0000_s1049" r:id="rId33" imgW="2920365" imgH="457200" progId="Equation.DSMT4">
                  <p:embed/>
                </p:oleObj>
              </mc:Choice>
              <mc:Fallback>
                <p:oleObj r:id="rId33" imgW="2920365" imgH="457200" progId="Equation.DSMT4">
                  <p:embed/>
                  <p:pic>
                    <p:nvPicPr>
                      <p:cNvPr id="0" name="OLE substitute image"/>
                      <p:cNvPicPr/>
                      <p:nvPr/>
                    </p:nvPicPr>
                    <p:blipFill>
                      <a:blip r:embed="rId34"/>
                      <a:stretch>
                        <a:fillRect/>
                      </a:stretch>
                    </p:blipFill>
                    <p:spPr>
                      <a:xfrm>
                        <a:off x="1684655" y="3865880"/>
                        <a:ext cx="6734175" cy="976630"/>
                      </a:xfrm>
                      <a:prstGeom prst="rect">
                        <a:avLst/>
                      </a:prstGeom>
                      <a:noFill/>
                      <a:ln w="38100">
                        <a:noFill/>
                        <a:miter/>
                      </a:ln>
                    </p:spPr>
                  </p:pic>
                </p:oleObj>
              </mc:Fallback>
            </mc:AlternateContent>
          </a:graphicData>
        </a:graphic>
      </p:graphicFrame>
      <p:graphicFrame>
        <p:nvGraphicFramePr>
          <p:cNvPr id="25607" name="对象 25606" title=""/>
          <p:cNvGraphicFramePr>
            <a:graphicFrameLocks noChangeAspect="1"/>
          </p:cNvGraphicFramePr>
          <p:nvPr>
            <p:custDataLst>
              <p:tags r:id="rId35"/>
            </p:custDataLst>
          </p:nvPr>
        </p:nvGraphicFramePr>
        <p:xfrm>
          <a:off x="1697673" y="5028565"/>
          <a:ext cx="7933690" cy="960755"/>
        </p:xfrm>
        <a:graphic>
          <a:graphicData uri="http://schemas.openxmlformats.org/presentationml/2006/ole">
            <mc:AlternateContent>
              <mc:Choice xmlns:v="urn:schemas-microsoft-com:vml" Requires="v">
                <p:oleObj spid="_x0000_s1050" r:id="rId36" imgW="3314700" imgH="457200" progId="Equation.DSMT4">
                  <p:embed/>
                </p:oleObj>
              </mc:Choice>
              <mc:Fallback>
                <p:oleObj r:id="rId36" imgW="3314700" imgH="457200" progId="Equation.DSMT4">
                  <p:embed/>
                  <p:pic>
                    <p:nvPicPr>
                      <p:cNvPr id="0" name="OLE substitute image"/>
                      <p:cNvPicPr/>
                      <p:nvPr/>
                    </p:nvPicPr>
                    <p:blipFill>
                      <a:blip r:embed="rId37"/>
                      <a:stretch>
                        <a:fillRect/>
                      </a:stretch>
                    </p:blipFill>
                    <p:spPr>
                      <a:xfrm>
                        <a:off x="1697673" y="5028565"/>
                        <a:ext cx="7933690" cy="960755"/>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250" fill="hold">
                                          <p:stCondLst>
                                            <p:cond delay="0"/>
                                          </p:stCondLst>
                                        </p:cTn>
                                        <p:tgtEl>
                                          <p:spTgt spid="25605"/>
                                        </p:tgtEl>
                                        <p:attrNameLst>
                                          <p:attrName>style.visibility</p:attrName>
                                        </p:attrNameLst>
                                      </p:cBhvr>
                                      <p:to>
                                        <p:strVal val="visible"/>
                                      </p:to>
                                    </p:set>
                                    <p:animEffect transition="in" filter="fade">
                                      <p:cBhvr>
                                        <p:cTn id="7" dur="250"/>
                                        <p:tgtEl>
                                          <p:spTgt spid="25605"/>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250" fill="hold">
                                          <p:stCondLst>
                                            <p:cond delay="0"/>
                                          </p:stCondLst>
                                        </p:cTn>
                                        <p:tgtEl>
                                          <p:spTgt spid="25606"/>
                                        </p:tgtEl>
                                        <p:attrNameLst>
                                          <p:attrName>style.visibility</p:attrName>
                                        </p:attrNameLst>
                                      </p:cBhvr>
                                      <p:to>
                                        <p:strVal val="visible"/>
                                      </p:to>
                                    </p:set>
                                    <p:animEffect transition="in" filter="fade">
                                      <p:cBhvr>
                                        <p:cTn id="12" dur="250"/>
                                        <p:tgtEl>
                                          <p:spTgt spid="25606"/>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250" fill="hold">
                                          <p:stCondLst>
                                            <p:cond delay="0"/>
                                          </p:stCondLst>
                                        </p:cTn>
                                        <p:tgtEl>
                                          <p:spTgt spid="25608"/>
                                        </p:tgtEl>
                                        <p:attrNameLst>
                                          <p:attrName>style.visibility</p:attrName>
                                        </p:attrNameLst>
                                      </p:cBhvr>
                                      <p:to>
                                        <p:strVal val="visible"/>
                                      </p:to>
                                    </p:set>
                                    <p:animEffect transition="in" filter="fade">
                                      <p:cBhvr>
                                        <p:cTn id="17" dur="250"/>
                                        <p:tgtEl>
                                          <p:spTgt spid="25608"/>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250" fill="hold">
                                          <p:stCondLst>
                                            <p:cond delay="0"/>
                                          </p:stCondLst>
                                        </p:cTn>
                                        <p:tgtEl>
                                          <p:spTgt spid="25607"/>
                                        </p:tgtEl>
                                        <p:attrNameLst>
                                          <p:attrName>style.visibility</p:attrName>
                                        </p:attrNameLst>
                                      </p:cBhvr>
                                      <p:to>
                                        <p:strVal val="visible"/>
                                      </p:to>
                                    </p:set>
                                    <p:animEffect transition="in" filter="fade">
                                      <p:cBhvr>
                                        <p:cTn id="22" dur="250"/>
                                        <p:tgtEl>
                                          <p:spTgt spid="256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3" name="组合 22" title=""/>
          <p:cNvGrpSpPr/>
          <p:nvPr>
            <p:custDataLst>
              <p:tags r:id="rId8"/>
            </p:custDataLst>
          </p:nvPr>
        </p:nvGrpSpPr>
        <p:grpSpPr>
          <a:xfrm>
            <a:off x="577851" y="576471"/>
            <a:ext cx="5197474" cy="521970"/>
            <a:chOff x="330201" y="576471"/>
            <a:chExt cx="5197474" cy="521970"/>
          </a:xfrm>
        </p:grpSpPr>
        <p:sp>
          <p:nvSpPr>
            <p:cNvPr id="24" name="文本框 2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应用新知</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2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sp>
        <p:nvSpPr>
          <p:cNvPr id="2" name="矩形: 圆角 29" title=""/>
          <p:cNvSpPr/>
          <p:nvPr>
            <p:custDataLst>
              <p:tags r:id="rId11"/>
            </p:custDataLst>
          </p:nvPr>
        </p:nvSpPr>
        <p:spPr>
          <a:xfrm rot="10800000" flipV="1">
            <a:off x="453390" y="1196340"/>
            <a:ext cx="1513205" cy="528955"/>
          </a:xfrm>
          <a:prstGeom prst="roundRect">
            <a:avLst>
              <a:gd name="adj" fmla="val 5000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2400" b="1">
                <a:solidFill>
                  <a:srgbClr val="4175FC"/>
                </a:solidFill>
                <a:latin typeface="黑体" panose="02010609060101010101" charset="-122"/>
                <a:ea typeface="黑体" panose="02010609060101010101" charset="-122"/>
                <a:sym typeface="+mn-ea"/>
              </a:rPr>
              <a:t>思考</a:t>
            </a:r>
            <a:r>
              <a:rPr kumimoji="1" lang="en-US" altLang="zh-CN" sz="2400" b="1">
                <a:solidFill>
                  <a:srgbClr val="4175FC"/>
                </a:solidFill>
                <a:latin typeface="黑体" panose="02010609060101010101" charset="-122"/>
                <a:ea typeface="黑体" panose="02010609060101010101" charset="-122"/>
                <a:sym typeface="+mn-ea"/>
              </a:rPr>
              <a:t>:</a:t>
            </a:r>
            <a:endParaRPr kumimoji="1" lang="en-US" altLang="zh-CN" sz="2400" b="1">
              <a:solidFill>
                <a:srgbClr val="4175FC"/>
              </a:solidFill>
              <a:latin typeface="黑体" panose="02010609060101010101" charset="-122"/>
              <a:ea typeface="黑体" panose="02010609060101010101" charset="-122"/>
              <a:sym typeface="+mn-ea"/>
            </a:endParaRPr>
          </a:p>
        </p:txBody>
      </p:sp>
      <p:sp>
        <p:nvSpPr>
          <p:cNvPr id="22530" name="Text Box 4" title=""/>
          <p:cNvSpPr/>
          <p:nvPr>
            <p:custDataLst>
              <p:tags r:id="rId12"/>
            </p:custDataLst>
          </p:nvPr>
        </p:nvSpPr>
        <p:spPr>
          <a:xfrm>
            <a:off x="1631315" y="1104900"/>
            <a:ext cx="9338310" cy="1641475"/>
          </a:xfrm>
          <a:prstGeom prst="rect">
            <a:avLst/>
          </a:prstGeom>
          <a:noFill/>
          <a:ln w="9525">
            <a:noFill/>
          </a:ln>
        </p:spPr>
        <p:txBody>
          <a:bodyPr wrap="square">
            <a:spAutoFit/>
          </a:bodyPr>
          <a:lstStyle>
            <a:lvl1pPr marL="342900" indent="-342900" algn="l" defTabSz="914400" rtl="0" eaLnBrk="0" fontAlgn="base" hangingPunct="0">
              <a:lnSpc>
                <a:spcPct val="100000"/>
              </a:lnSpc>
              <a:spcBef>
                <a:spcPct val="20000"/>
              </a:spcBef>
              <a:spcAft>
                <a:spcPct val="0"/>
              </a:spcAft>
              <a:buClrTx/>
              <a:buSzTx/>
              <a:buFontTx/>
              <a:buChar char="•"/>
              <a:defRPr kumimoji="0" sz="3200" b="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Tx/>
              <a:buChar char="–"/>
              <a:defRPr kumimoji="0" sz="2800" b="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Tx/>
              <a:buChar char="•"/>
              <a:defRPr kumimoji="0" sz="2400" b="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Tx/>
              <a:buChar char="–"/>
              <a:defRPr kumimoji="0" sz="2000" b="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Tx/>
              <a:buChar char="»"/>
              <a:defRPr kumimoji="0" sz="2000" b="0" u="none" kern="1200" baseline="0">
                <a:solidFill>
                  <a:schemeClr val="tx1"/>
                </a:solidFill>
                <a:effectLst/>
                <a:latin typeface="+mn-lt"/>
                <a:ea typeface="+mn-ea"/>
                <a:cs typeface="+mn-cs"/>
              </a:defRPr>
            </a:lvl5pPr>
          </a:lstStyle>
          <a:p>
            <a:pPr marL="0" lvl="0" indent="0" algn="just" eaLnBrk="1" hangingPunct="1">
              <a:lnSpc>
                <a:spcPct val="140000"/>
              </a:lnSpc>
              <a:spcBef>
                <a:spcPct val="0"/>
              </a:spcBef>
              <a:buNone/>
            </a:pPr>
            <a:r>
              <a:rPr lang="zh-CN" altLang="en-US" sz="2400" b="1">
                <a:latin typeface="Times New Roman" panose="02020603050405020304" pitchFamily="18" charset="0"/>
                <a:ea typeface="黑体" panose="02010609060101010101" charset="-122"/>
                <a:cs typeface="Times New Roman" panose="02020603050405020304" pitchFamily="18" charset="0"/>
              </a:rPr>
              <a:t>例2命题（1）给出了“四边形是平行四边形”的一个必要条件，即“这个四边形的两组对边分别相等”．这样的必要条件唯一吗？如果不唯一，那么你能再给出几个不同的必要条件吗？</a:t>
            </a:r>
            <a:endParaRPr lang="zh-CN" altLang="en-US" sz="2400" b="1">
              <a:latin typeface="Times New Roman" panose="02020603050405020304" pitchFamily="18" charset="0"/>
              <a:ea typeface="黑体" panose="02010609060101010101" charset="-122"/>
              <a:cs typeface="Times New Roman" panose="02020603050405020304" pitchFamily="18" charset="0"/>
            </a:endParaRPr>
          </a:p>
        </p:txBody>
      </p:sp>
      <p:sp>
        <p:nvSpPr>
          <p:cNvPr id="72" name="圆角矩形 71" title=""/>
          <p:cNvSpPr/>
          <p:nvPr>
            <p:custDataLst>
              <p:tags r:id="rId13"/>
            </p:custDataLst>
          </p:nvPr>
        </p:nvSpPr>
        <p:spPr>
          <a:xfrm>
            <a:off x="771525" y="4334510"/>
            <a:ext cx="10647045" cy="557530"/>
          </a:xfrm>
          <a:prstGeom prst="roundRect">
            <a:avLst/>
          </a:prstGeom>
          <a:gradFill>
            <a:gsLst>
              <a:gs pos="0">
                <a:srgbClr val="4175FC"/>
              </a:gs>
              <a:gs pos="100000">
                <a:schemeClr val="accent2">
                  <a:alpha val="63000"/>
                </a:schemeClr>
              </a:gs>
            </a:gsLst>
            <a:lin ang="2160000" scaled="0"/>
          </a:gra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a:outerShdw blurRad="101600" dist="76200" dir="2700000" algn="tl" rotWithShape="0">
              <a:srgbClr val="4175FC">
                <a:alpha val="3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2400" b="1">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①“四边形的两组对边分别相等”；</a:t>
            </a:r>
            <a:endParaRPr sz="2400" b="1">
              <a:solidFill>
                <a:schemeClr val="bg1"/>
              </a:solidFill>
              <a:latin typeface="Times New Roman" panose="02020603050405020304" pitchFamily="18" charset="0"/>
              <a:ea typeface="黑体" panose="02010609060101010101" charset="-122"/>
              <a:cs typeface="Times New Roman" panose="02020603050405020304" pitchFamily="18" charset="0"/>
              <a:sym typeface="+mn-ea"/>
            </a:endParaRPr>
          </a:p>
        </p:txBody>
      </p:sp>
      <p:sp>
        <p:nvSpPr>
          <p:cNvPr id="5" name="圆角矩形 4" title=""/>
          <p:cNvSpPr/>
          <p:nvPr>
            <p:custDataLst>
              <p:tags r:id="rId14"/>
            </p:custDataLst>
          </p:nvPr>
        </p:nvSpPr>
        <p:spPr>
          <a:xfrm>
            <a:off x="771525" y="5034280"/>
            <a:ext cx="10647045" cy="556260"/>
          </a:xfrm>
          <a:prstGeom prst="roundRect">
            <a:avLst/>
          </a:prstGeom>
          <a:gradFill>
            <a:gsLst>
              <a:gs pos="0">
                <a:srgbClr val="4175FC"/>
              </a:gs>
              <a:gs pos="100000">
                <a:schemeClr val="accent2">
                  <a:alpha val="63000"/>
                </a:schemeClr>
              </a:gs>
            </a:gsLst>
            <a:lin ang="2160000" scaled="0"/>
          </a:gra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a:outerShdw blurRad="101600" dist="76200" dir="2700000" algn="tl" rotWithShape="0">
              <a:srgbClr val="4175FC">
                <a:alpha val="3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2400" b="1">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②“四边形的一组对边平行且相等”；</a:t>
            </a:r>
            <a:endParaRPr sz="2400" b="1">
              <a:solidFill>
                <a:schemeClr val="bg1"/>
              </a:solidFill>
              <a:latin typeface="Times New Roman" panose="02020603050405020304" pitchFamily="18" charset="0"/>
              <a:ea typeface="黑体" panose="02010609060101010101" charset="-122"/>
              <a:cs typeface="Times New Roman" panose="02020603050405020304" pitchFamily="18" charset="0"/>
              <a:sym typeface="+mn-ea"/>
            </a:endParaRPr>
          </a:p>
        </p:txBody>
      </p:sp>
      <p:sp>
        <p:nvSpPr>
          <p:cNvPr id="6" name="Text Box 7" title=""/>
          <p:cNvSpPr txBox="1">
            <a:spLocks noChangeArrowheads="1"/>
          </p:cNvSpPr>
          <p:nvPr>
            <p:custDataLst>
              <p:tags r:id="rId15"/>
            </p:custDataLst>
          </p:nvPr>
        </p:nvSpPr>
        <p:spPr bwMode="auto">
          <a:xfrm>
            <a:off x="1076325" y="2746375"/>
            <a:ext cx="10095230" cy="1529715"/>
          </a:xfrm>
          <a:prstGeom prst="rect">
            <a:avLst/>
          </a:prstGeom>
          <a:noFill/>
          <a:ln w="9525">
            <a:noFill/>
            <a:miter lim="800000"/>
          </a:ln>
        </p:spPr>
        <p:txBody>
          <a:bodyPr wrap="square">
            <a:spAutoFit/>
          </a:bodyPr>
          <a:lstStyle/>
          <a:p>
            <a:pPr indent="528955" fontAlgn="auto">
              <a:lnSpc>
                <a:spcPct val="130000"/>
              </a:lnSpc>
              <a:spcBef>
                <a:spcPct val="0"/>
              </a:spcBef>
            </a:pPr>
            <a:r>
              <a:rPr sz="2400" b="1" smtClean="0">
                <a:solidFill>
                  <a:schemeClr val="accent2"/>
                </a:solidFill>
                <a:latin typeface="Times New Roman" panose="02020603050405020304" pitchFamily="18" charset="0"/>
                <a:ea typeface="黑体" panose="02010609060101010101" charset="-122"/>
                <a:cs typeface="Times New Roman" panose="02020603050405020304" pitchFamily="18" charset="0"/>
              </a:rPr>
              <a:t>我们说的</a:t>
            </a:r>
            <a:r>
              <a:rPr sz="2400" b="1" i="1" smtClean="0">
                <a:solidFill>
                  <a:schemeClr val="accent2"/>
                </a:solidFill>
                <a:latin typeface="Times New Roman" panose="02020603050405020304" pitchFamily="18" charset="0"/>
                <a:ea typeface="黑体" panose="02010609060101010101" charset="-122"/>
                <a:cs typeface="Times New Roman" panose="02020603050405020304" pitchFamily="18" charset="0"/>
              </a:rPr>
              <a:t>q</a:t>
            </a:r>
            <a:r>
              <a:rPr sz="2400" b="1" smtClean="0">
                <a:solidFill>
                  <a:schemeClr val="accent2"/>
                </a:solidFill>
                <a:latin typeface="Times New Roman" panose="02020603050405020304" pitchFamily="18" charset="0"/>
                <a:ea typeface="黑体" panose="02010609060101010101" charset="-122"/>
                <a:cs typeface="Times New Roman" panose="02020603050405020304" pitchFamily="18" charset="0"/>
              </a:rPr>
              <a:t>是</a:t>
            </a:r>
            <a:r>
              <a:rPr sz="2400" b="1" i="1" smtClean="0">
                <a:solidFill>
                  <a:schemeClr val="accent2"/>
                </a:solidFill>
                <a:latin typeface="Times New Roman" panose="02020603050405020304" pitchFamily="18" charset="0"/>
                <a:ea typeface="黑体" panose="02010609060101010101" charset="-122"/>
                <a:cs typeface="Times New Roman" panose="02020603050405020304" pitchFamily="18" charset="0"/>
              </a:rPr>
              <a:t>p</a:t>
            </a:r>
            <a:r>
              <a:rPr sz="2400" b="1" smtClean="0">
                <a:solidFill>
                  <a:schemeClr val="accent2"/>
                </a:solidFill>
                <a:latin typeface="Times New Roman" panose="02020603050405020304" pitchFamily="18" charset="0"/>
                <a:ea typeface="黑体" panose="02010609060101010101" charset="-122"/>
                <a:cs typeface="Times New Roman" panose="02020603050405020304" pitchFamily="18" charset="0"/>
              </a:rPr>
              <a:t>的必要条件，是指以</a:t>
            </a:r>
            <a:r>
              <a:rPr sz="2400" b="1" i="1" smtClean="0">
                <a:solidFill>
                  <a:schemeClr val="accent2"/>
                </a:solidFill>
                <a:latin typeface="Times New Roman" panose="02020603050405020304" pitchFamily="18" charset="0"/>
                <a:ea typeface="黑体" panose="02010609060101010101" charset="-122"/>
                <a:cs typeface="Times New Roman" panose="02020603050405020304" pitchFamily="18" charset="0"/>
              </a:rPr>
              <a:t>p</a:t>
            </a:r>
            <a:r>
              <a:rPr sz="2400" b="1" smtClean="0">
                <a:solidFill>
                  <a:schemeClr val="accent2"/>
                </a:solidFill>
                <a:latin typeface="Times New Roman" panose="02020603050405020304" pitchFamily="18" charset="0"/>
                <a:ea typeface="黑体" panose="02010609060101010101" charset="-122"/>
                <a:cs typeface="Times New Roman" panose="02020603050405020304" pitchFamily="18" charset="0"/>
              </a:rPr>
              <a:t>为条件可以推出结论</a:t>
            </a:r>
            <a:r>
              <a:rPr sz="2400" b="1" i="1" smtClean="0">
                <a:solidFill>
                  <a:schemeClr val="accent2"/>
                </a:solidFill>
                <a:latin typeface="Times New Roman" panose="02020603050405020304" pitchFamily="18" charset="0"/>
                <a:ea typeface="黑体" panose="02010609060101010101" charset="-122"/>
                <a:cs typeface="Times New Roman" panose="02020603050405020304" pitchFamily="18" charset="0"/>
              </a:rPr>
              <a:t>q</a:t>
            </a:r>
            <a:r>
              <a:rPr sz="2400" b="1" smtClean="0">
                <a:solidFill>
                  <a:schemeClr val="accent2"/>
                </a:solidFill>
                <a:latin typeface="Times New Roman" panose="02020603050405020304" pitchFamily="18" charset="0"/>
                <a:ea typeface="黑体" panose="02010609060101010101" charset="-122"/>
                <a:cs typeface="Times New Roman" panose="02020603050405020304" pitchFamily="18" charset="0"/>
              </a:rPr>
              <a:t>，但并不意味着条件</a:t>
            </a:r>
            <a:r>
              <a:rPr sz="2400" b="1" i="1" smtClean="0">
                <a:solidFill>
                  <a:schemeClr val="accent2"/>
                </a:solidFill>
                <a:latin typeface="Times New Roman" panose="02020603050405020304" pitchFamily="18" charset="0"/>
                <a:ea typeface="黑体" panose="02010609060101010101" charset="-122"/>
                <a:cs typeface="Times New Roman" panose="02020603050405020304" pitchFamily="18" charset="0"/>
              </a:rPr>
              <a:t>p</a:t>
            </a:r>
            <a:r>
              <a:rPr sz="2400" b="1" smtClean="0">
                <a:solidFill>
                  <a:schemeClr val="accent2"/>
                </a:solidFill>
                <a:latin typeface="Times New Roman" panose="02020603050405020304" pitchFamily="18" charset="0"/>
                <a:ea typeface="黑体" panose="02010609060101010101" charset="-122"/>
                <a:cs typeface="Times New Roman" panose="02020603050405020304" pitchFamily="18" charset="0"/>
              </a:rPr>
              <a:t>只能推出结论</a:t>
            </a:r>
            <a:r>
              <a:rPr sz="2400" b="1" i="1" smtClean="0">
                <a:solidFill>
                  <a:schemeClr val="accent2"/>
                </a:solidFill>
                <a:latin typeface="Times New Roman" panose="02020603050405020304" pitchFamily="18" charset="0"/>
                <a:ea typeface="黑体" panose="02010609060101010101" charset="-122"/>
                <a:cs typeface="Times New Roman" panose="02020603050405020304" pitchFamily="18" charset="0"/>
              </a:rPr>
              <a:t>q</a:t>
            </a:r>
            <a:r>
              <a:rPr sz="2400" b="1" smtClean="0">
                <a:solidFill>
                  <a:schemeClr val="accent2"/>
                </a:solidFill>
                <a:latin typeface="Times New Roman" panose="02020603050405020304" pitchFamily="18" charset="0"/>
                <a:ea typeface="黑体" panose="02010609060101010101" charset="-122"/>
                <a:cs typeface="Times New Roman" panose="02020603050405020304" pitchFamily="18" charset="0"/>
              </a:rPr>
              <a:t>．一般来说，对给定条件</a:t>
            </a:r>
            <a:r>
              <a:rPr sz="2400" b="1" i="1" smtClean="0">
                <a:solidFill>
                  <a:schemeClr val="accent2"/>
                </a:solidFill>
                <a:latin typeface="Times New Roman" panose="02020603050405020304" pitchFamily="18" charset="0"/>
                <a:ea typeface="黑体" panose="02010609060101010101" charset="-122"/>
                <a:cs typeface="Times New Roman" panose="02020603050405020304" pitchFamily="18" charset="0"/>
              </a:rPr>
              <a:t>p</a:t>
            </a:r>
            <a:r>
              <a:rPr sz="2400" b="1" smtClean="0">
                <a:solidFill>
                  <a:schemeClr val="accent2"/>
                </a:solidFill>
                <a:latin typeface="Times New Roman" panose="02020603050405020304" pitchFamily="18" charset="0"/>
                <a:ea typeface="黑体" panose="02010609060101010101" charset="-122"/>
                <a:cs typeface="Times New Roman" panose="02020603050405020304" pitchFamily="18" charset="0"/>
              </a:rPr>
              <a:t>，由</a:t>
            </a:r>
            <a:r>
              <a:rPr sz="2400" b="1" i="1" smtClean="0">
                <a:solidFill>
                  <a:schemeClr val="accent2"/>
                </a:solidFill>
                <a:latin typeface="Times New Roman" panose="02020603050405020304" pitchFamily="18" charset="0"/>
                <a:ea typeface="黑体" panose="02010609060101010101" charset="-122"/>
                <a:cs typeface="Times New Roman" panose="02020603050405020304" pitchFamily="18" charset="0"/>
              </a:rPr>
              <a:t>p</a:t>
            </a:r>
            <a:r>
              <a:rPr sz="2400" b="1" smtClean="0">
                <a:solidFill>
                  <a:schemeClr val="accent2"/>
                </a:solidFill>
                <a:latin typeface="Times New Roman" panose="02020603050405020304" pitchFamily="18" charset="0"/>
                <a:ea typeface="黑体" panose="02010609060101010101" charset="-122"/>
                <a:cs typeface="Times New Roman" panose="02020603050405020304" pitchFamily="18" charset="0"/>
              </a:rPr>
              <a:t>可以推出的结论</a:t>
            </a:r>
            <a:r>
              <a:rPr sz="2400" b="1" i="1" smtClean="0">
                <a:solidFill>
                  <a:schemeClr val="accent2"/>
                </a:solidFill>
                <a:latin typeface="Times New Roman" panose="02020603050405020304" pitchFamily="18" charset="0"/>
                <a:ea typeface="黑体" panose="02010609060101010101" charset="-122"/>
                <a:cs typeface="Times New Roman" panose="02020603050405020304" pitchFamily="18" charset="0"/>
              </a:rPr>
              <a:t>q</a:t>
            </a:r>
            <a:r>
              <a:rPr sz="2400" b="1" smtClean="0">
                <a:solidFill>
                  <a:schemeClr val="accent2"/>
                </a:solidFill>
                <a:latin typeface="Times New Roman" panose="02020603050405020304" pitchFamily="18" charset="0"/>
                <a:ea typeface="黑体" panose="02010609060101010101" charset="-122"/>
                <a:cs typeface="Times New Roman" panose="02020603050405020304" pitchFamily="18" charset="0"/>
              </a:rPr>
              <a:t>是不唯一的．</a:t>
            </a:r>
            <a:endParaRPr sz="2400" b="1" smtClean="0">
              <a:solidFill>
                <a:schemeClr val="accent2"/>
              </a:solidFill>
              <a:latin typeface="Times New Roman" panose="02020603050405020304" pitchFamily="18" charset="0"/>
              <a:ea typeface="黑体" panose="02010609060101010101" charset="-122"/>
              <a:cs typeface="Times New Roman" panose="02020603050405020304" pitchFamily="18" charset="0"/>
            </a:endParaRPr>
          </a:p>
        </p:txBody>
      </p:sp>
      <p:grpSp>
        <p:nvGrpSpPr>
          <p:cNvPr id="53" name="组合 52" title=""/>
          <p:cNvGrpSpPr/>
          <p:nvPr>
            <p:custDataLst>
              <p:tags r:id="rId16"/>
            </p:custDataLst>
          </p:nvPr>
        </p:nvGrpSpPr>
        <p:grpSpPr>
          <a:xfrm flipH="1">
            <a:off x="11495784" y="718260"/>
            <a:ext cx="176150" cy="780068"/>
            <a:chOff x="8290832" y="4887686"/>
            <a:chExt cx="296617" cy="1313542"/>
          </a:xfrm>
          <a:solidFill>
            <a:srgbClr val="4076FD"/>
          </a:solidFill>
        </p:grpSpPr>
        <p:grpSp>
          <p:nvGrpSpPr>
            <p:cNvPr id="54" name="组合 53"/>
            <p:cNvGrpSpPr/>
            <p:nvPr>
              <p:custDataLst>
                <p:tags r:id="rId17"/>
              </p:custDataLst>
            </p:nvPr>
          </p:nvGrpSpPr>
          <p:grpSpPr>
            <a:xfrm>
              <a:off x="8452757" y="5040086"/>
              <a:ext cx="134692" cy="1161142"/>
              <a:chOff x="8490857" y="4963886"/>
              <a:chExt cx="134692" cy="1161142"/>
            </a:xfrm>
            <a:grpFill/>
          </p:grpSpPr>
          <p:sp>
            <p:nvSpPr>
              <p:cNvPr id="55" name="等腰三角形 54"/>
              <p:cNvSpPr/>
              <p:nvPr>
                <p:custDataLst>
                  <p:tags r:id="rId18"/>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custDataLst>
                  <p:tags r:id="rId19"/>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等腰三角形 56"/>
              <p:cNvSpPr/>
              <p:nvPr>
                <p:custDataLst>
                  <p:tags r:id="rId20"/>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等腰三角形 57"/>
              <p:cNvSpPr/>
              <p:nvPr>
                <p:custDataLst>
                  <p:tags r:id="rId21"/>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等腰三角形 58"/>
              <p:cNvSpPr/>
              <p:nvPr>
                <p:custDataLst>
                  <p:tags r:id="rId22"/>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0" name="组合 59"/>
            <p:cNvGrpSpPr/>
            <p:nvPr>
              <p:custDataLst>
                <p:tags r:id="rId23"/>
              </p:custDataLst>
            </p:nvPr>
          </p:nvGrpSpPr>
          <p:grpSpPr>
            <a:xfrm>
              <a:off x="8290832" y="4887686"/>
              <a:ext cx="134692" cy="1161142"/>
              <a:chOff x="8490857" y="4963886"/>
              <a:chExt cx="134692" cy="1161142"/>
            </a:xfrm>
            <a:grpFill/>
          </p:grpSpPr>
          <p:sp>
            <p:nvSpPr>
              <p:cNvPr id="61" name="等腰三角形 60"/>
              <p:cNvSpPr/>
              <p:nvPr>
                <p:custDataLst>
                  <p:tags r:id="rId24"/>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等腰三角形 61"/>
              <p:cNvSpPr/>
              <p:nvPr>
                <p:custDataLst>
                  <p:tags r:id="rId25"/>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等腰三角形 62"/>
              <p:cNvSpPr/>
              <p:nvPr>
                <p:custDataLst>
                  <p:tags r:id="rId26"/>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等腰三角形 63"/>
              <p:cNvSpPr/>
              <p:nvPr>
                <p:custDataLst>
                  <p:tags r:id="rId27"/>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等腰三角形 64"/>
              <p:cNvSpPr/>
              <p:nvPr>
                <p:custDataLst>
                  <p:tags r:id="rId28"/>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3" name="圆角矩形 2" title=""/>
          <p:cNvSpPr/>
          <p:nvPr>
            <p:custDataLst>
              <p:tags r:id="rId29"/>
            </p:custDataLst>
          </p:nvPr>
        </p:nvSpPr>
        <p:spPr>
          <a:xfrm>
            <a:off x="771525" y="5751830"/>
            <a:ext cx="10647045" cy="556260"/>
          </a:xfrm>
          <a:prstGeom prst="roundRect">
            <a:avLst/>
          </a:prstGeom>
          <a:gradFill>
            <a:gsLst>
              <a:gs pos="0">
                <a:srgbClr val="4175FC"/>
              </a:gs>
              <a:gs pos="100000">
                <a:schemeClr val="accent2">
                  <a:alpha val="63000"/>
                </a:schemeClr>
              </a:gs>
            </a:gsLst>
            <a:lin ang="2160000" scaled="0"/>
          </a:gra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a:outerShdw blurRad="101600" dist="76200" dir="2700000" algn="tl" rotWithShape="0">
              <a:srgbClr val="4175FC">
                <a:alpha val="3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2400" b="1">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③“四边形的两条对角线互相平分”；都是“四边形是平行四边形”的必要条件．</a:t>
            </a:r>
            <a:endParaRPr sz="2400" b="1">
              <a:solidFill>
                <a:schemeClr val="bg1"/>
              </a:solidFill>
              <a:latin typeface="Times New Roman" panose="02020603050405020304" pitchFamily="18" charset="0"/>
              <a:ea typeface="黑体" panose="02010609060101010101" charset="-122"/>
              <a:cs typeface="Times New Roman" panose="02020603050405020304" pitchFamily="18" charset="0"/>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250" fill="hold">
                                          <p:stCondLst>
                                            <p:cond delay="0"/>
                                          </p:stCondLst>
                                        </p:cTn>
                                        <p:tgtEl>
                                          <p:spTgt spid="6"/>
                                        </p:tgtEl>
                                        <p:attrNameLst>
                                          <p:attrName>style.visibility</p:attrName>
                                        </p:attrNameLst>
                                      </p:cBhvr>
                                      <p:to>
                                        <p:strVal val="visible"/>
                                      </p:to>
                                    </p:set>
                                    <p:animEffect transition="in" filter="fade">
                                      <p:cBhvr>
                                        <p:cTn id="7" dur="250"/>
                                        <p:tgtEl>
                                          <p:spTgt spid="6"/>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250" fill="hold">
                                          <p:stCondLst>
                                            <p:cond delay="0"/>
                                          </p:stCondLst>
                                        </p:cTn>
                                        <p:tgtEl>
                                          <p:spTgt spid="72"/>
                                        </p:tgtEl>
                                        <p:attrNameLst>
                                          <p:attrName>style.visibility</p:attrName>
                                        </p:attrNameLst>
                                      </p:cBhvr>
                                      <p:to>
                                        <p:strVal val="visible"/>
                                      </p:to>
                                    </p:set>
                                    <p:animEffect transition="in" filter="wipe(left)">
                                      <p:cBhvr>
                                        <p:cTn id="12" dur="250"/>
                                        <p:tgtEl>
                                          <p:spTgt spid="72"/>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250" fill="hold">
                                          <p:stCondLst>
                                            <p:cond delay="0"/>
                                          </p:stCondLst>
                                        </p:cTn>
                                        <p:tgtEl>
                                          <p:spTgt spid="5"/>
                                        </p:tgtEl>
                                        <p:attrNameLst>
                                          <p:attrName>style.visibility</p:attrName>
                                        </p:attrNameLst>
                                      </p:cBhvr>
                                      <p:to>
                                        <p:strVal val="visible"/>
                                      </p:to>
                                    </p:set>
                                    <p:animEffect transition="in" filter="wipe(left)">
                                      <p:cBhvr>
                                        <p:cTn id="17" dur="250"/>
                                        <p:tgtEl>
                                          <p:spTgt spid="5"/>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250" fill="hold">
                                          <p:stCondLst>
                                            <p:cond delay="0"/>
                                          </p:stCondLst>
                                        </p:cTn>
                                        <p:tgtEl>
                                          <p:spTgt spid="3"/>
                                        </p:tgtEl>
                                        <p:attrNameLst>
                                          <p:attrName>style.visibility</p:attrName>
                                        </p:attrNameLst>
                                      </p:cBhvr>
                                      <p:to>
                                        <p:strVal val="visible"/>
                                      </p:to>
                                    </p:set>
                                    <p:animEffect transition="in" filter="wipe(left)">
                                      <p:cBhvr>
                                        <p:cTn id="22" dur="2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animBg="1"/>
      <p:bldP spid="5" grpId="0" animBg="1"/>
      <p:bldP spid="6" grpId="0"/>
      <p:bldP spid="3" grpId="0" animBg="1"/>
    </p:bldLst>
  </p:timing>
</p:sld>
</file>

<file path=ppt/slides/slide1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3" name="组合 22" title=""/>
          <p:cNvGrpSpPr/>
          <p:nvPr>
            <p:custDataLst>
              <p:tags r:id="rId8"/>
            </p:custDataLst>
          </p:nvPr>
        </p:nvGrpSpPr>
        <p:grpSpPr>
          <a:xfrm>
            <a:off x="577851" y="576471"/>
            <a:ext cx="5197474" cy="521970"/>
            <a:chOff x="330201" y="576471"/>
            <a:chExt cx="5197474" cy="521970"/>
          </a:xfrm>
        </p:grpSpPr>
        <p:sp>
          <p:nvSpPr>
            <p:cNvPr id="24" name="文本框 2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应用新知</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2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graphicFrame>
        <p:nvGraphicFramePr>
          <p:cNvPr id="7" name="对象 6" title="">
            <a:hlinkClick action="ppaction://ole?verb="/>
          </p:cNvPr>
          <p:cNvGraphicFramePr>
            <a:graphicFrameLocks noChangeAspect="1"/>
          </p:cNvGraphicFramePr>
          <p:nvPr>
            <p:custDataLst>
              <p:tags r:id="rId11"/>
            </p:custDataLst>
          </p:nvPr>
        </p:nvGraphicFramePr>
        <p:xfrm>
          <a:off x="827088" y="1185863"/>
          <a:ext cx="10658475" cy="2501900"/>
        </p:xfrm>
        <a:graphic>
          <a:graphicData uri="http://schemas.openxmlformats.org/presentationml/2006/ole">
            <mc:AlternateContent>
              <mc:Choice xmlns:v="urn:schemas-microsoft-com:vml" Requires="v">
                <p:oleObj spid="_x0000_s1051" r:id="rId12" imgW="5286375" imgH="1238250" progId="Word.Document.12">
                  <p:embed/>
                </p:oleObj>
              </mc:Choice>
              <mc:Fallback>
                <p:oleObj r:id="rId12" imgW="5286375" imgH="1238250" progId="Word.Document.12">
                  <p:embed/>
                  <p:pic>
                    <p:nvPicPr>
                      <p:cNvPr id="0" name="OLE substitute image"/>
                      <p:cNvPicPr/>
                      <p:nvPr/>
                    </p:nvPicPr>
                    <p:blipFill>
                      <a:blip r:embed="rId13"/>
                      <a:stretch>
                        <a:fillRect/>
                      </a:stretch>
                    </p:blipFill>
                    <p:spPr>
                      <a:xfrm>
                        <a:off x="827088" y="1185863"/>
                        <a:ext cx="10658475" cy="2501900"/>
                      </a:xfrm>
                      <a:prstGeom prst="rect">
                        <a:avLst/>
                      </a:prstGeom>
                    </p:spPr>
                  </p:pic>
                </p:oleObj>
              </mc:Fallback>
            </mc:AlternateContent>
          </a:graphicData>
        </a:graphic>
      </p:graphicFrame>
      <p:grpSp>
        <p:nvGrpSpPr>
          <p:cNvPr id="15" name="组合 14" title=""/>
          <p:cNvGrpSpPr/>
          <p:nvPr>
            <p:custDataLst>
              <p:tags r:id="rId14"/>
            </p:custDataLst>
          </p:nvPr>
        </p:nvGrpSpPr>
        <p:grpSpPr>
          <a:xfrm>
            <a:off x="577850" y="3428365"/>
            <a:ext cx="11200765" cy="3042285"/>
            <a:chOff x="910" y="5399"/>
            <a:chExt cx="17639" cy="4791"/>
          </a:xfrm>
        </p:grpSpPr>
        <p:sp>
          <p:nvSpPr>
            <p:cNvPr id="19" name="圆角矩形 18"/>
            <p:cNvSpPr/>
            <p:nvPr>
              <p:custDataLst>
                <p:tags r:id="rId15"/>
              </p:custDataLst>
            </p:nvPr>
          </p:nvSpPr>
          <p:spPr>
            <a:xfrm>
              <a:off x="910" y="5399"/>
              <a:ext cx="17639" cy="4791"/>
            </a:xfrm>
            <a:prstGeom prst="roundRect">
              <a:avLst>
                <a:gd name="adj" fmla="val 20087"/>
              </a:avLst>
            </a:prstGeom>
            <a:solidFill>
              <a:srgbClr val="F5F7FE"/>
            </a:solidFill>
            <a:ln>
              <a:gradFill>
                <a:gsLst>
                  <a:gs pos="0">
                    <a:schemeClr val="accent2"/>
                  </a:gs>
                  <a:gs pos="100000">
                    <a:srgbClr val="537AFA"/>
                  </a:gs>
                </a:gsLst>
                <a:lin ang="12600000" scaled="0"/>
              </a:gra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aphicFrame>
          <p:nvGraphicFramePr>
            <p:cNvPr id="11" name="对象 10">
              <a:hlinkClick action="ppaction://ole?verb="/>
            </p:cNvPr>
            <p:cNvGraphicFramePr>
              <a:graphicFrameLocks noChangeAspect="1"/>
            </p:cNvGraphicFramePr>
            <p:nvPr>
              <p:custDataLst>
                <p:tags r:id="rId16"/>
              </p:custDataLst>
            </p:nvPr>
          </p:nvGraphicFramePr>
          <p:xfrm>
            <a:off x="1347" y="6391"/>
            <a:ext cx="16785" cy="3516"/>
          </p:xfrm>
          <a:graphic>
            <a:graphicData uri="http://schemas.openxmlformats.org/presentationml/2006/ole">
              <mc:AlternateContent>
                <mc:Choice xmlns:v="urn:schemas-microsoft-com:vml" Requires="v">
                  <p:oleObj spid="_x0000_s1052" r:id="rId17" imgW="5286375" imgH="1104900" progId="Word.Document.12">
                    <p:embed/>
                  </p:oleObj>
                </mc:Choice>
                <mc:Fallback>
                  <p:oleObj r:id="rId17" imgW="5286375" imgH="1104900" progId="Word.Document.12">
                    <p:embed/>
                    <p:pic>
                      <p:nvPicPr>
                        <p:cNvPr id="0" name="OLE substitute image"/>
                        <p:cNvPicPr/>
                        <p:nvPr/>
                      </p:nvPicPr>
                      <p:blipFill>
                        <a:blip r:embed="rId18"/>
                        <a:stretch>
                          <a:fillRect/>
                        </a:stretch>
                      </p:blipFill>
                      <p:spPr>
                        <a:xfrm>
                          <a:off x="1347" y="6391"/>
                          <a:ext cx="16785" cy="3516"/>
                        </a:xfrm>
                        <a:prstGeom prst="rect">
                          <a:avLst/>
                        </a:prstGeom>
                      </p:spPr>
                    </p:pic>
                  </p:oleObj>
                </mc:Fallback>
              </mc:AlternateContent>
            </a:graphicData>
          </a:graphic>
        </p:graphicFrame>
      </p:grpSp>
      <p:sp>
        <p:nvSpPr>
          <p:cNvPr id="8" name="圆角矩形 7" title=""/>
          <p:cNvSpPr/>
          <p:nvPr>
            <p:custDataLst>
              <p:tags r:id="rId19"/>
            </p:custDataLst>
          </p:nvPr>
        </p:nvSpPr>
        <p:spPr>
          <a:xfrm>
            <a:off x="577850" y="3428365"/>
            <a:ext cx="11200765" cy="3042285"/>
          </a:xfrm>
          <a:prstGeom prst="roundRect">
            <a:avLst>
              <a:gd name="adj" fmla="val 20087"/>
            </a:avLst>
          </a:prstGeom>
          <a:solidFill>
            <a:srgbClr val="F5F7FE"/>
          </a:solidFill>
          <a:ln>
            <a:gradFill>
              <a:gsLst>
                <a:gs pos="0">
                  <a:schemeClr val="accent2"/>
                </a:gs>
                <a:gs pos="100000">
                  <a:srgbClr val="537AFA"/>
                </a:gs>
              </a:gsLst>
              <a:lin ang="12600000" scaled="0"/>
            </a:gra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30000"/>
              </a:lnSpc>
            </a:pPr>
            <a:r>
              <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充分条件与必要条件的应用技巧：</a:t>
            </a:r>
            <a:endPar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endParaRPr>
          </a:p>
          <a:p>
            <a:pPr indent="528955" algn="l" fontAlgn="auto">
              <a:lnSpc>
                <a:spcPct val="120000"/>
              </a:lnSpc>
            </a:pPr>
            <a:r>
              <a:rPr lang="zh-CN" altLang="en-US" sz="2400" b="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(1)判断</a:t>
            </a:r>
            <a:r>
              <a:rPr lang="zh-CN" altLang="en-US" sz="2400" b="1" i="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p</a:t>
            </a:r>
            <a:r>
              <a:rPr lang="zh-CN" altLang="en-US" sz="2400" b="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是</a:t>
            </a:r>
            <a:r>
              <a:rPr lang="zh-CN" altLang="en-US" sz="2400" b="1" i="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q</a:t>
            </a:r>
            <a:r>
              <a:rPr lang="zh-CN" altLang="en-US" sz="2400" b="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的什么条件，主要判断若</a:t>
            </a:r>
            <a:r>
              <a:rPr lang="zh-CN" altLang="en-US" sz="2400" b="1" i="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p</a:t>
            </a:r>
            <a:r>
              <a:rPr lang="zh-CN" altLang="en-US" sz="2400" b="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成立时，能否推出</a:t>
            </a:r>
            <a:r>
              <a:rPr lang="zh-CN" altLang="en-US" sz="2400" b="1" i="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q</a:t>
            </a:r>
            <a:r>
              <a:rPr lang="zh-CN" altLang="en-US" sz="2400" b="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成立，反过来，若</a:t>
            </a:r>
            <a:r>
              <a:rPr lang="zh-CN" altLang="en-US" sz="2400" b="1" i="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q</a:t>
            </a:r>
            <a:r>
              <a:rPr lang="zh-CN" altLang="en-US" sz="2400" b="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成立时，能否推出</a:t>
            </a:r>
            <a:r>
              <a:rPr lang="zh-CN" altLang="en-US" sz="2400" b="1" i="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p</a:t>
            </a:r>
            <a:r>
              <a:rPr lang="zh-CN" altLang="en-US" sz="2400" b="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成立；若</a:t>
            </a:r>
            <a:r>
              <a:rPr lang="zh-CN" altLang="en-US" sz="2400" b="1" i="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p</a:t>
            </a:r>
            <a:r>
              <a:rPr lang="zh-CN" altLang="en-US" sz="2400" b="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b="1" i="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q</a:t>
            </a:r>
            <a:r>
              <a:rPr lang="zh-CN" altLang="en-US" sz="2400" b="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为真，则</a:t>
            </a:r>
            <a:r>
              <a:rPr lang="zh-CN" altLang="en-US" sz="2400" b="1" i="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p</a:t>
            </a:r>
            <a:r>
              <a:rPr lang="zh-CN" altLang="en-US" sz="2400" b="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是</a:t>
            </a:r>
            <a:r>
              <a:rPr lang="zh-CN" altLang="en-US" sz="2400" b="1" i="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q</a:t>
            </a:r>
            <a:r>
              <a:rPr lang="zh-CN" altLang="en-US" sz="2400" b="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的充分条件，若</a:t>
            </a:r>
            <a:r>
              <a:rPr lang="zh-CN" altLang="en-US" sz="2400" b="1" i="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q</a:t>
            </a:r>
            <a:r>
              <a:rPr lang="zh-CN" altLang="en-US" sz="2400" b="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b="1" i="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p</a:t>
            </a:r>
            <a:r>
              <a:rPr lang="zh-CN" altLang="en-US" sz="2400" b="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为真，则</a:t>
            </a:r>
            <a:r>
              <a:rPr lang="zh-CN" altLang="en-US" sz="2400" b="1" i="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p</a:t>
            </a:r>
            <a:r>
              <a:rPr lang="zh-CN" altLang="en-US" sz="2400" b="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是</a:t>
            </a:r>
            <a:r>
              <a:rPr lang="zh-CN" altLang="en-US" sz="2400" b="1" i="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q</a:t>
            </a:r>
            <a:r>
              <a:rPr lang="zh-CN" altLang="en-US" sz="2400" b="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的必要条件．</a:t>
            </a:r>
            <a:endParaRPr lang="zh-CN" altLang="en-US" sz="2400" b="1">
              <a:solidFill>
                <a:schemeClr val="tx1"/>
              </a:solidFill>
              <a:latin typeface="Times New Roman" panose="02020603050405020304" pitchFamily="18" charset="0"/>
              <a:ea typeface="黑体" panose="02010609060101010101" charset="-122"/>
              <a:cs typeface="Times New Roman" panose="02020603050405020304" pitchFamily="18" charset="0"/>
            </a:endParaRPr>
          </a:p>
          <a:p>
            <a:pPr indent="528955" algn="l" fontAlgn="auto">
              <a:lnSpc>
                <a:spcPct val="120000"/>
              </a:lnSpc>
            </a:pPr>
            <a:r>
              <a:rPr lang="zh-CN" altLang="en-US" sz="2400" b="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(2)也可利用集合的关系判断，如条件甲“</a:t>
            </a:r>
            <a:r>
              <a:rPr lang="zh-CN" altLang="en-US" sz="2400" b="1" i="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x</a:t>
            </a:r>
            <a:r>
              <a:rPr lang="zh-CN" altLang="en-US" sz="2400" b="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b="1" i="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b="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”，条件乙“</a:t>
            </a:r>
            <a:r>
              <a:rPr lang="zh-CN" altLang="en-US" sz="2400" b="1" i="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x</a:t>
            </a:r>
            <a:r>
              <a:rPr lang="zh-CN" altLang="en-US" sz="2400" b="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b="1" i="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B</a:t>
            </a:r>
            <a:r>
              <a:rPr lang="zh-CN" altLang="en-US" sz="2400" b="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”，若</a:t>
            </a:r>
            <a:r>
              <a:rPr lang="zh-CN" altLang="en-US" sz="2400" b="1" i="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b="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b="1" i="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B</a:t>
            </a:r>
            <a:r>
              <a:rPr lang="zh-CN" altLang="en-US" sz="2400" b="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，则甲是乙的必要条件．</a:t>
            </a:r>
            <a:endParaRPr lang="zh-CN" altLang="en-US" sz="2400" b="1">
              <a:solidFill>
                <a:schemeClr val="tx1"/>
              </a:solidFill>
              <a:latin typeface="Times New Roman" panose="02020603050405020304" pitchFamily="18" charset="0"/>
              <a:ea typeface="黑体" panose="02010609060101010101" charset="-122"/>
              <a:cs typeface="Times New Roman" panose="02020603050405020304" pitchFamily="18" charset="0"/>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250" fill="hold">
                                          <p:stCondLst>
                                            <p:cond delay="0"/>
                                          </p:stCondLst>
                                        </p:cTn>
                                        <p:tgtEl>
                                          <p:spTgt spid="15"/>
                                        </p:tgtEl>
                                        <p:attrNameLst>
                                          <p:attrName>style.visibility</p:attrName>
                                        </p:attrNameLst>
                                      </p:cBhvr>
                                      <p:to>
                                        <p:strVal val="visible"/>
                                      </p:to>
                                    </p:set>
                                    <p:animEffect transition="in" filter="strips(downRight)">
                                      <p:cBhvr>
                                        <p:cTn id="7" dur="250"/>
                                        <p:tgtEl>
                                          <p:spTgt spid="15"/>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250" fill="hold">
                                          <p:stCondLst>
                                            <p:cond delay="0"/>
                                          </p:stCondLst>
                                        </p:cTn>
                                        <p:tgtEl>
                                          <p:spTgt spid="8"/>
                                        </p:tgtEl>
                                        <p:attrNameLst>
                                          <p:attrName>style.visibility</p:attrName>
                                        </p:attrNameLst>
                                      </p:cBhvr>
                                      <p:to>
                                        <p:strVal val="visible"/>
                                      </p:to>
                                    </p:set>
                                    <p:animEffect transition="in" filter="strips(downRight)">
                                      <p:cBhvr>
                                        <p:cTn id="12" dur="2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title=""/>
          <p:cNvGrpSpPr/>
          <p:nvPr>
            <p:custDataLst>
              <p:tags r:id="rId8"/>
            </p:custDataLst>
          </p:nvPr>
        </p:nvGrpSpPr>
        <p:grpSpPr>
          <a:xfrm>
            <a:off x="577851" y="576471"/>
            <a:ext cx="5197474" cy="521970"/>
            <a:chOff x="330201" y="576471"/>
            <a:chExt cx="5197474" cy="521970"/>
          </a:xfrm>
        </p:grpSpPr>
        <p:sp>
          <p:nvSpPr>
            <p:cNvPr id="44" name="文本框 4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总结新知</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4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grpSp>
        <p:nvGrpSpPr>
          <p:cNvPr id="10" name="组合 9" title=""/>
          <p:cNvGrpSpPr/>
          <p:nvPr>
            <p:custDataLst>
              <p:tags r:id="rId11"/>
            </p:custDataLst>
          </p:nvPr>
        </p:nvGrpSpPr>
        <p:grpSpPr>
          <a:xfrm rot="16200000" flipH="1">
            <a:off x="11319254" y="405205"/>
            <a:ext cx="176150" cy="780068"/>
            <a:chOff x="8290832" y="4887686"/>
            <a:chExt cx="296617" cy="1313542"/>
          </a:xfrm>
          <a:solidFill>
            <a:srgbClr val="4076FD"/>
          </a:solidFill>
        </p:grpSpPr>
        <p:grpSp>
          <p:nvGrpSpPr>
            <p:cNvPr id="11" name="组合 10"/>
            <p:cNvGrpSpPr/>
            <p:nvPr>
              <p:custDataLst>
                <p:tags r:id="rId12"/>
              </p:custDataLst>
            </p:nvPr>
          </p:nvGrpSpPr>
          <p:grpSpPr>
            <a:xfrm>
              <a:off x="8452757" y="5040086"/>
              <a:ext cx="134692" cy="1161142"/>
              <a:chOff x="8490857" y="4963886"/>
              <a:chExt cx="134692" cy="1161142"/>
            </a:xfrm>
            <a:grpFill/>
          </p:grpSpPr>
          <p:sp>
            <p:nvSpPr>
              <p:cNvPr id="15" name="等腰三角形 14"/>
              <p:cNvSpPr/>
              <p:nvPr>
                <p:custDataLst>
                  <p:tags r:id="rId13"/>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custDataLst>
                  <p:tags r:id="rId14"/>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p:cNvSpPr/>
              <p:nvPr>
                <p:custDataLst>
                  <p:tags r:id="rId15"/>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等腰三角形 17"/>
              <p:cNvSpPr/>
              <p:nvPr>
                <p:custDataLst>
                  <p:tags r:id="rId16"/>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等腰三角形 18"/>
              <p:cNvSpPr/>
              <p:nvPr>
                <p:custDataLst>
                  <p:tags r:id="rId17"/>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 name="组合 19"/>
            <p:cNvGrpSpPr/>
            <p:nvPr>
              <p:custDataLst>
                <p:tags r:id="rId18"/>
              </p:custDataLst>
            </p:nvPr>
          </p:nvGrpSpPr>
          <p:grpSpPr>
            <a:xfrm>
              <a:off x="8290832" y="4887686"/>
              <a:ext cx="134692" cy="1161142"/>
              <a:chOff x="8490857" y="4963886"/>
              <a:chExt cx="134692" cy="1161142"/>
            </a:xfrm>
            <a:grpFill/>
          </p:grpSpPr>
          <p:sp>
            <p:nvSpPr>
              <p:cNvPr id="21" name="等腰三角形 20"/>
              <p:cNvSpPr/>
              <p:nvPr>
                <p:custDataLst>
                  <p:tags r:id="rId19"/>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等腰三角形 21"/>
              <p:cNvSpPr/>
              <p:nvPr>
                <p:custDataLst>
                  <p:tags r:id="rId20"/>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等腰三角形 22"/>
              <p:cNvSpPr/>
              <p:nvPr>
                <p:custDataLst>
                  <p:tags r:id="rId21"/>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等腰三角形 23"/>
              <p:cNvSpPr/>
              <p:nvPr>
                <p:custDataLst>
                  <p:tags r:id="rId22"/>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等腰三角形 24"/>
              <p:cNvSpPr/>
              <p:nvPr>
                <p:custDataLst>
                  <p:tags r:id="rId23"/>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78532" name="Rectangle 42" title=""/>
          <p:cNvSpPr>
            <a:spLocks noGrp="1" noChangeArrowheads="1"/>
          </p:cNvSpPr>
          <p:nvPr>
            <p:custDataLst>
              <p:tags r:id="rId24"/>
            </p:custDataLst>
          </p:nvPr>
        </p:nvSpPr>
        <p:spPr>
          <a:xfrm>
            <a:off x="3257858" y="1003748"/>
            <a:ext cx="5676900" cy="423545"/>
          </a:xfrm>
          <a:prstGeom prst="rect">
            <a:avLst/>
          </a:prstGeom>
        </p:spPr>
        <p:txBody>
          <a:bodyPr vert="horz"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2400" b="1">
                <a:solidFill>
                  <a:schemeClr val="accent2"/>
                </a:solidFill>
                <a:latin typeface="黑体" panose="02010609060101010101" charset="-122"/>
                <a:ea typeface="黑体" panose="02010609060101010101" charset="-122"/>
              </a:rPr>
              <a:t>充分条件与必要条件</a:t>
            </a:r>
            <a:endParaRPr lang="zh-CN" altLang="en-US" sz="2400" b="1">
              <a:solidFill>
                <a:schemeClr val="accent2"/>
              </a:solidFill>
              <a:latin typeface="黑体" panose="02010609060101010101" charset="-122"/>
              <a:ea typeface="黑体" panose="02010609060101010101" charset="-122"/>
            </a:endParaRPr>
          </a:p>
        </p:txBody>
      </p:sp>
      <p:sp>
        <p:nvSpPr>
          <p:cNvPr id="26" name="圆角矩形 25" title=""/>
          <p:cNvSpPr/>
          <p:nvPr>
            <p:custDataLst>
              <p:tags r:id="rId25"/>
            </p:custDataLst>
          </p:nvPr>
        </p:nvSpPr>
        <p:spPr>
          <a:xfrm>
            <a:off x="578485" y="1456690"/>
            <a:ext cx="11014075" cy="5047615"/>
          </a:xfrm>
          <a:prstGeom prst="roundRect">
            <a:avLst>
              <a:gd name="adj" fmla="val 7935"/>
            </a:avLst>
          </a:prstGeom>
          <a:noFill/>
          <a:ln w="12700" cmpd="sng">
            <a:gradFill>
              <a:gsLst>
                <a:gs pos="4000">
                  <a:schemeClr val="accent2"/>
                </a:gs>
                <a:gs pos="100000">
                  <a:srgbClr val="5178FA"/>
                </a:gs>
              </a:gsLst>
              <a:lin ang="20940000" scaled="1"/>
            </a:gra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2" name="组合 1" title=""/>
          <p:cNvGrpSpPr/>
          <p:nvPr>
            <p:custDataLst>
              <p:tags r:id="rId26"/>
            </p:custDataLst>
          </p:nvPr>
        </p:nvGrpSpPr>
        <p:grpSpPr>
          <a:xfrm>
            <a:off x="758190" y="1456690"/>
            <a:ext cx="10646410" cy="2489200"/>
            <a:chOff x="719" y="806"/>
            <a:chExt cx="16766" cy="3920"/>
          </a:xfrm>
        </p:grpSpPr>
        <p:sp>
          <p:nvSpPr>
            <p:cNvPr id="3" name="文本框 2"/>
            <p:cNvSpPr txBox="1"/>
            <p:nvPr>
              <p:custDataLst>
                <p:tags r:id="rId27"/>
              </p:custDataLst>
            </p:nvPr>
          </p:nvSpPr>
          <p:spPr>
            <a:xfrm>
              <a:off x="719" y="806"/>
              <a:ext cx="16766" cy="3920"/>
            </a:xfrm>
            <a:prstGeom prst="rect">
              <a:avLst/>
            </a:prstGeom>
            <a:noFill/>
          </p:spPr>
          <p:txBody>
            <a:bodyPr wrap="square" rtlCol="0" anchor="t">
              <a:spAutoFit/>
            </a:bodyPr>
            <a:lstStyle/>
            <a:p>
              <a:pPr algn="l" rtl="0" fontAlgn="auto" latinLnBrk="1" hangingPunct="0">
                <a:lnSpc>
                  <a:spcPct val="130000"/>
                </a:lnSpc>
              </a:pPr>
              <a:r>
                <a:rPr lang="en-US" sz="2400">
                  <a:latin typeface="Times New Roman" panose="02020603050405020304" pitchFamily="18" charset="0"/>
                  <a:ea typeface="黑体" panose="02010609060101010101" charset="-122"/>
                  <a:cs typeface="Times New Roman" panose="02020603050405020304" pitchFamily="18" charset="0"/>
                </a:rPr>
                <a:t>       </a:t>
              </a:r>
              <a:r>
                <a:rPr lang="zh-CN" altLang="en-US" sz="2400" smtClean="0">
                  <a:latin typeface="Times New Roman" panose="02020603050405020304" pitchFamily="18" charset="0"/>
                  <a:ea typeface="黑体" panose="02010609060101010101" charset="-122"/>
                  <a:cs typeface="Times New Roman" panose="02020603050405020304" pitchFamily="18" charset="0"/>
                  <a:sym typeface="+mn-ea"/>
                </a:rPr>
                <a:t>一般</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地“若</a:t>
              </a:r>
              <a:r>
                <a:rPr lang="en-US" altLang="zh-CN" sz="2400">
                  <a:latin typeface="Times New Roman" panose="02020603050405020304" pitchFamily="18" charset="0"/>
                  <a:ea typeface="黑体" panose="02010609060101010101" charset="-122"/>
                  <a:cs typeface="Times New Roman" panose="02020603050405020304" pitchFamily="18" charset="0"/>
                  <a:sym typeface="+mn-ea"/>
                </a:rPr>
                <a:t> </a:t>
              </a:r>
              <a:r>
                <a:rPr lang="en-US" altLang="zh-CN" sz="2400" b="1" i="1">
                  <a:latin typeface="Times New Roman" panose="02020603050405020304" pitchFamily="18" charset="0"/>
                  <a:ea typeface="黑体" panose="02010609060101010101" charset="-122"/>
                  <a:cs typeface="Times New Roman" panose="02020603050405020304" pitchFamily="18" charset="0"/>
                  <a:sym typeface="+mn-ea"/>
                </a:rPr>
                <a:t>p</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，则</a:t>
              </a:r>
              <a:r>
                <a:rPr lang="en-US" altLang="zh-CN" sz="2400">
                  <a:latin typeface="Times New Roman" panose="02020603050405020304" pitchFamily="18" charset="0"/>
                  <a:ea typeface="黑体" panose="02010609060101010101" charset="-122"/>
                  <a:cs typeface="Times New Roman" panose="02020603050405020304" pitchFamily="18" charset="0"/>
                  <a:sym typeface="+mn-ea"/>
                </a:rPr>
                <a:t> </a:t>
              </a:r>
              <a:r>
                <a:rPr lang="en-US" altLang="zh-CN" sz="2400" b="1" i="1">
                  <a:latin typeface="Times New Roman" panose="02020603050405020304" pitchFamily="18" charset="0"/>
                  <a:ea typeface="黑体" panose="02010609060101010101" charset="-122"/>
                  <a:cs typeface="Times New Roman" panose="02020603050405020304" pitchFamily="18" charset="0"/>
                  <a:sym typeface="+mn-ea"/>
                </a:rPr>
                <a:t>q</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”为真命题，是指由</a:t>
              </a:r>
              <a:r>
                <a:rPr lang="en-US" altLang="zh-CN" sz="2400">
                  <a:latin typeface="Times New Roman" panose="02020603050405020304" pitchFamily="18" charset="0"/>
                  <a:ea typeface="黑体" panose="02010609060101010101" charset="-122"/>
                  <a:cs typeface="Times New Roman" panose="02020603050405020304" pitchFamily="18" charset="0"/>
                  <a:sym typeface="+mn-ea"/>
                </a:rPr>
                <a:t> </a:t>
              </a:r>
              <a:r>
                <a:rPr lang="en-US" altLang="zh-CN" sz="2400" b="1" i="1" smtClean="0">
                  <a:latin typeface="Times New Roman" panose="02020603050405020304" pitchFamily="18" charset="0"/>
                  <a:ea typeface="黑体" panose="02010609060101010101" charset="-122"/>
                  <a:cs typeface="Times New Roman" panose="02020603050405020304" pitchFamily="18" charset="0"/>
                  <a:sym typeface="+mn-ea"/>
                </a:rPr>
                <a:t>p </a:t>
              </a:r>
              <a:r>
                <a:rPr lang="zh-CN" altLang="en-US" sz="2400" smtClean="0">
                  <a:latin typeface="Times New Roman" panose="02020603050405020304" pitchFamily="18" charset="0"/>
                  <a:ea typeface="黑体" panose="02010609060101010101" charset="-122"/>
                  <a:cs typeface="Times New Roman" panose="02020603050405020304" pitchFamily="18" charset="0"/>
                  <a:sym typeface="+mn-ea"/>
                </a:rPr>
                <a:t>通过</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推理可以得出</a:t>
              </a:r>
              <a:r>
                <a:rPr lang="en-US" altLang="zh-CN" sz="2400">
                  <a:latin typeface="Times New Roman" panose="02020603050405020304" pitchFamily="18" charset="0"/>
                  <a:ea typeface="黑体" panose="02010609060101010101" charset="-122"/>
                  <a:cs typeface="Times New Roman" panose="02020603050405020304" pitchFamily="18" charset="0"/>
                  <a:sym typeface="+mn-ea"/>
                </a:rPr>
                <a:t> </a:t>
              </a:r>
              <a:r>
                <a:rPr lang="en-US" altLang="zh-CN" sz="2400" b="1" i="1">
                  <a:latin typeface="Times New Roman" panose="02020603050405020304" pitchFamily="18" charset="0"/>
                  <a:ea typeface="黑体" panose="02010609060101010101" charset="-122"/>
                  <a:cs typeface="Times New Roman" panose="02020603050405020304" pitchFamily="18" charset="0"/>
                  <a:sym typeface="+mn-ea"/>
                </a:rPr>
                <a:t>q</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endParaRPr lang="zh-CN" altLang="en-US" sz="2400">
                <a:latin typeface="Times New Roman" panose="02020603050405020304" pitchFamily="18" charset="0"/>
                <a:ea typeface="黑体" panose="02010609060101010101" charset="-122"/>
                <a:cs typeface="Times New Roman" panose="02020603050405020304" pitchFamily="18" charset="0"/>
                <a:sym typeface="+mn-ea"/>
              </a:endParaRPr>
            </a:p>
            <a:p>
              <a:pPr algn="l" rtl="0" fontAlgn="auto" latinLnBrk="1" hangingPunct="0">
                <a:lnSpc>
                  <a:spcPct val="130000"/>
                </a:lnSpc>
              </a:pPr>
              <a:r>
                <a:rPr lang="zh-CN" altLang="en-US" sz="2400">
                  <a:latin typeface="Times New Roman" panose="02020603050405020304" pitchFamily="18" charset="0"/>
                  <a:ea typeface="黑体" panose="02010609060101010101" charset="-122"/>
                  <a:cs typeface="Times New Roman" panose="02020603050405020304" pitchFamily="18" charset="0"/>
                  <a:sym typeface="+mn-ea"/>
                </a:rPr>
                <a:t>这时，我们就说，由</a:t>
              </a:r>
              <a:r>
                <a:rPr lang="en-US" altLang="zh-CN" sz="2400">
                  <a:latin typeface="Times New Roman" panose="02020603050405020304" pitchFamily="18" charset="0"/>
                  <a:ea typeface="黑体" panose="02010609060101010101" charset="-122"/>
                  <a:cs typeface="Times New Roman" panose="02020603050405020304" pitchFamily="18" charset="0"/>
                  <a:sym typeface="+mn-ea"/>
                </a:rPr>
                <a:t> </a:t>
              </a:r>
              <a:r>
                <a:rPr lang="en-US" altLang="zh-CN" sz="2400" b="1" i="1" smtClean="0">
                  <a:latin typeface="Times New Roman" panose="02020603050405020304" pitchFamily="18" charset="0"/>
                  <a:ea typeface="黑体" panose="02010609060101010101" charset="-122"/>
                  <a:cs typeface="Times New Roman" panose="02020603050405020304" pitchFamily="18" charset="0"/>
                  <a:sym typeface="+mn-ea"/>
                </a:rPr>
                <a:t>p</a:t>
              </a:r>
              <a:r>
                <a:rPr lang="en-US" altLang="zh-CN" sz="2400" i="1" smtClean="0">
                  <a:latin typeface="Times New Roman" panose="02020603050405020304" pitchFamily="18" charset="0"/>
                  <a:ea typeface="黑体" panose="02010609060101010101" charset="-122"/>
                  <a:cs typeface="Times New Roman" panose="02020603050405020304" pitchFamily="18" charset="0"/>
                  <a:sym typeface="+mn-ea"/>
                </a:rPr>
                <a:t> </a:t>
              </a:r>
              <a:r>
                <a:rPr lang="zh-CN" altLang="en-US" sz="2400" smtClean="0">
                  <a:latin typeface="Times New Roman" panose="02020603050405020304" pitchFamily="18" charset="0"/>
                  <a:ea typeface="黑体" panose="02010609060101010101" charset="-122"/>
                  <a:cs typeface="Times New Roman" panose="02020603050405020304" pitchFamily="18" charset="0"/>
                  <a:sym typeface="+mn-ea"/>
                </a:rPr>
                <a:t>可以</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推出</a:t>
              </a:r>
              <a:r>
                <a:rPr lang="en-US" altLang="zh-CN" sz="2400">
                  <a:latin typeface="Times New Roman" panose="02020603050405020304" pitchFamily="18" charset="0"/>
                  <a:ea typeface="黑体" panose="02010609060101010101" charset="-122"/>
                  <a:cs typeface="Times New Roman" panose="02020603050405020304" pitchFamily="18" charset="0"/>
                  <a:sym typeface="+mn-ea"/>
                </a:rPr>
                <a:t> </a:t>
              </a:r>
              <a:r>
                <a:rPr lang="en-US" altLang="zh-CN" sz="2400" b="1" i="1">
                  <a:latin typeface="Times New Roman" panose="02020603050405020304" pitchFamily="18" charset="0"/>
                  <a:ea typeface="黑体" panose="02010609060101010101" charset="-122"/>
                  <a:cs typeface="Times New Roman" panose="02020603050405020304" pitchFamily="18" charset="0"/>
                  <a:sym typeface="+mn-ea"/>
                </a:rPr>
                <a:t>q</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，记作</a:t>
              </a:r>
              <a:r>
                <a:rPr lang="en-US" altLang="zh-CN" sz="2400" i="1">
                  <a:latin typeface="Times New Roman" panose="02020603050405020304" pitchFamily="18" charset="0"/>
                  <a:ea typeface="黑体" panose="02010609060101010101" charset="-122"/>
                  <a:cs typeface="Times New Roman" panose="02020603050405020304" pitchFamily="18" charset="0"/>
                  <a:sym typeface="+mn-ea"/>
                </a:rPr>
                <a:t>           </a:t>
              </a:r>
              <a:r>
                <a:rPr lang="zh-CN" altLang="en-US" sz="2400" smtClean="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并且说，</a:t>
              </a:r>
              <a:r>
                <a:rPr lang="en-US" altLang="zh-CN" sz="2400" b="1" i="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p </a:t>
              </a:r>
              <a:r>
                <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是</a:t>
              </a:r>
              <a:r>
                <a:rPr lang="en-US" altLang="zh-CN"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 </a:t>
              </a:r>
              <a:r>
                <a:rPr lang="en-US" altLang="zh-CN" sz="2400" b="1" i="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q </a:t>
              </a:r>
              <a:r>
                <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的充分条件，</a:t>
              </a:r>
              <a:r>
                <a:rPr lang="en-US" altLang="zh-CN" sz="2400" b="1" i="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q </a:t>
              </a:r>
              <a:r>
                <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是</a:t>
              </a:r>
              <a:r>
                <a:rPr lang="en-US" altLang="zh-CN"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 </a:t>
              </a:r>
              <a:r>
                <a:rPr lang="en-US" altLang="zh-CN" sz="2400" b="1" i="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p </a:t>
              </a:r>
              <a:r>
                <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的必要条件</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endParaRPr lang="zh-CN" altLang="en-US" sz="2400">
                <a:latin typeface="Times New Roman" panose="02020603050405020304" pitchFamily="18" charset="0"/>
                <a:ea typeface="黑体" panose="02010609060101010101" charset="-122"/>
                <a:cs typeface="Times New Roman" panose="02020603050405020304" pitchFamily="18" charset="0"/>
              </a:endParaRPr>
            </a:p>
            <a:p>
              <a:pPr algn="l" rtl="0" fontAlgn="auto" latinLnBrk="1" hangingPunct="0">
                <a:lnSpc>
                  <a:spcPct val="130000"/>
                </a:lnSpc>
              </a:pPr>
              <a:r>
                <a:rPr lang="zh-CN" altLang="en-US" sz="2400">
                  <a:latin typeface="Times New Roman" panose="02020603050405020304" pitchFamily="18" charset="0"/>
                  <a:ea typeface="黑体" panose="02010609060101010101" charset="-122"/>
                  <a:cs typeface="Times New Roman" panose="02020603050405020304" pitchFamily="18" charset="0"/>
                  <a:sym typeface="+mn-ea"/>
                </a:rPr>
                <a:t>如果“若</a:t>
              </a:r>
              <a:r>
                <a:rPr lang="en-US" altLang="zh-CN" sz="2400">
                  <a:latin typeface="Times New Roman" panose="02020603050405020304" pitchFamily="18" charset="0"/>
                  <a:ea typeface="黑体" panose="02010609060101010101" charset="-122"/>
                  <a:cs typeface="Times New Roman" panose="02020603050405020304" pitchFamily="18" charset="0"/>
                  <a:sym typeface="+mn-ea"/>
                </a:rPr>
                <a:t> </a:t>
              </a:r>
              <a:r>
                <a:rPr lang="en-US" altLang="zh-CN" sz="2400" b="1" i="1">
                  <a:latin typeface="Times New Roman" panose="02020603050405020304" pitchFamily="18" charset="0"/>
                  <a:ea typeface="黑体" panose="02010609060101010101" charset="-122"/>
                  <a:cs typeface="Times New Roman" panose="02020603050405020304" pitchFamily="18" charset="0"/>
                  <a:sym typeface="+mn-ea"/>
                </a:rPr>
                <a:t>p</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，则</a:t>
              </a:r>
              <a:r>
                <a:rPr lang="en-US" altLang="zh-CN" sz="2400">
                  <a:latin typeface="Times New Roman" panose="02020603050405020304" pitchFamily="18" charset="0"/>
                  <a:ea typeface="黑体" panose="02010609060101010101" charset="-122"/>
                  <a:cs typeface="Times New Roman" panose="02020603050405020304" pitchFamily="18" charset="0"/>
                  <a:sym typeface="+mn-ea"/>
                </a:rPr>
                <a:t> </a:t>
              </a:r>
              <a:r>
                <a:rPr lang="en-US" altLang="zh-CN" sz="2400" b="1" i="1">
                  <a:latin typeface="Times New Roman" panose="02020603050405020304" pitchFamily="18" charset="0"/>
                  <a:ea typeface="黑体" panose="02010609060101010101" charset="-122"/>
                  <a:cs typeface="Times New Roman" panose="02020603050405020304" pitchFamily="18" charset="0"/>
                  <a:sym typeface="+mn-ea"/>
                </a:rPr>
                <a:t>q</a:t>
              </a:r>
              <a:r>
                <a:rPr lang="en-US" altLang="zh-CN" sz="2400" i="1">
                  <a:latin typeface="Times New Roman" panose="02020603050405020304" pitchFamily="18" charset="0"/>
                  <a:ea typeface="黑体" panose="02010609060101010101" charset="-122"/>
                  <a:cs typeface="Times New Roman" panose="02020603050405020304" pitchFamily="18" charset="0"/>
                  <a:sym typeface="+mn-ea"/>
                </a:rPr>
                <a:t> </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”为假命题，那么由条件</a:t>
              </a:r>
              <a:r>
                <a:rPr lang="en-US" altLang="zh-CN" sz="2400">
                  <a:latin typeface="Times New Roman" panose="02020603050405020304" pitchFamily="18" charset="0"/>
                  <a:ea typeface="黑体" panose="02010609060101010101" charset="-122"/>
                  <a:cs typeface="Times New Roman" panose="02020603050405020304" pitchFamily="18" charset="0"/>
                  <a:sym typeface="+mn-ea"/>
                </a:rPr>
                <a:t> </a:t>
              </a:r>
              <a:r>
                <a:rPr lang="en-US" altLang="zh-CN" sz="2400" b="1" i="1">
                  <a:latin typeface="Times New Roman" panose="02020603050405020304" pitchFamily="18" charset="0"/>
                  <a:ea typeface="黑体" panose="02010609060101010101" charset="-122"/>
                  <a:cs typeface="Times New Roman" panose="02020603050405020304" pitchFamily="18" charset="0"/>
                  <a:sym typeface="+mn-ea"/>
                </a:rPr>
                <a:t>p</a:t>
              </a:r>
              <a:r>
                <a:rPr lang="en-US" altLang="zh-CN" sz="2400" i="1">
                  <a:latin typeface="Times New Roman" panose="02020603050405020304" pitchFamily="18" charset="0"/>
                  <a:ea typeface="黑体" panose="02010609060101010101" charset="-122"/>
                  <a:cs typeface="Times New Roman" panose="02020603050405020304" pitchFamily="18" charset="0"/>
                  <a:sym typeface="+mn-ea"/>
                </a:rPr>
                <a:t> </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不能推出结论</a:t>
              </a:r>
              <a:r>
                <a:rPr lang="en-US" altLang="zh-CN" sz="2400">
                  <a:latin typeface="Times New Roman" panose="02020603050405020304" pitchFamily="18" charset="0"/>
                  <a:ea typeface="黑体" panose="02010609060101010101" charset="-122"/>
                  <a:cs typeface="Times New Roman" panose="02020603050405020304" pitchFamily="18" charset="0"/>
                  <a:sym typeface="+mn-ea"/>
                </a:rPr>
                <a:t> </a:t>
              </a:r>
              <a:r>
                <a:rPr lang="en-US" altLang="zh-CN" sz="2400" b="1" i="1">
                  <a:latin typeface="Times New Roman" panose="02020603050405020304" pitchFamily="18" charset="0"/>
                  <a:ea typeface="黑体" panose="02010609060101010101" charset="-122"/>
                  <a:cs typeface="Times New Roman" panose="02020603050405020304" pitchFamily="18" charset="0"/>
                  <a:sym typeface="+mn-ea"/>
                </a:rPr>
                <a:t>q</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，记作</a:t>
              </a:r>
              <a:r>
                <a:rPr lang="en-US" altLang="zh-CN" sz="2400" i="1">
                  <a:latin typeface="Times New Roman" panose="02020603050405020304" pitchFamily="18" charset="0"/>
                  <a:ea typeface="黑体" panose="02010609060101010101" charset="-122"/>
                  <a:cs typeface="Times New Roman" panose="02020603050405020304" pitchFamily="18" charset="0"/>
                  <a:sym typeface="+mn-ea"/>
                </a:rPr>
                <a:t>p     </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  </a:t>
              </a:r>
              <a:r>
                <a:rPr lang="en-US" altLang="zh-CN" sz="2400" i="1">
                  <a:latin typeface="Times New Roman" panose="02020603050405020304" pitchFamily="18" charset="0"/>
                  <a:ea typeface="黑体" panose="02010609060101010101" charset="-122"/>
                  <a:cs typeface="Times New Roman" panose="02020603050405020304" pitchFamily="18" charset="0"/>
                  <a:sym typeface="+mn-ea"/>
                </a:rPr>
                <a:t>q</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endParaRPr lang="zh-CN" altLang="en-US" sz="2400">
                <a:latin typeface="Times New Roman" panose="02020603050405020304" pitchFamily="18" charset="0"/>
                <a:ea typeface="黑体" panose="02010609060101010101" charset="-122"/>
                <a:cs typeface="Times New Roman" panose="02020603050405020304" pitchFamily="18" charset="0"/>
                <a:sym typeface="+mn-ea"/>
              </a:endParaRPr>
            </a:p>
            <a:p>
              <a:pPr algn="l" rtl="0" fontAlgn="auto" latinLnBrk="1" hangingPunct="0">
                <a:lnSpc>
                  <a:spcPct val="130000"/>
                </a:lnSpc>
              </a:pPr>
              <a:r>
                <a:rPr lang="zh-CN" altLang="en-US" sz="2400">
                  <a:latin typeface="Times New Roman" panose="02020603050405020304" pitchFamily="18" charset="0"/>
                  <a:ea typeface="黑体" panose="02010609060101010101" charset="-122"/>
                  <a:cs typeface="Times New Roman" panose="02020603050405020304" pitchFamily="18" charset="0"/>
                  <a:sym typeface="+mn-ea"/>
                </a:rPr>
                <a:t>此时，我们就说</a:t>
              </a:r>
              <a:r>
                <a:rPr lang="en-US" altLang="zh-CN" sz="2400">
                  <a:latin typeface="Times New Roman" panose="02020603050405020304" pitchFamily="18" charset="0"/>
                  <a:ea typeface="黑体" panose="02010609060101010101" charset="-122"/>
                  <a:cs typeface="Times New Roman" panose="02020603050405020304" pitchFamily="18" charset="0"/>
                  <a:sym typeface="+mn-ea"/>
                </a:rPr>
                <a:t> </a:t>
              </a:r>
              <a:r>
                <a:rPr lang="en-US" altLang="zh-CN" sz="2400" b="1" i="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p </a:t>
              </a:r>
              <a:r>
                <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不是</a:t>
              </a:r>
              <a:r>
                <a:rPr lang="en-US" altLang="zh-CN"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 </a:t>
              </a:r>
              <a:r>
                <a:rPr lang="en-US" altLang="zh-CN" sz="2400" b="1" i="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q </a:t>
              </a:r>
              <a:r>
                <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的充分条件，</a:t>
              </a:r>
              <a:r>
                <a:rPr lang="en-US" altLang="zh-CN" sz="2400" b="1" i="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q </a:t>
              </a:r>
              <a:r>
                <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不是</a:t>
              </a:r>
              <a:r>
                <a:rPr lang="en-US" altLang="zh-CN"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 </a:t>
              </a:r>
              <a:r>
                <a:rPr lang="en-US" altLang="zh-CN" sz="2400" b="1" i="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p </a:t>
              </a:r>
              <a:r>
                <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的必要条件</a:t>
              </a:r>
              <a:r>
                <a:rPr lang="zh-CN" altLang="en-US" sz="2400" smtClean="0">
                  <a:latin typeface="Times New Roman" panose="02020603050405020304" pitchFamily="18" charset="0"/>
                  <a:ea typeface="黑体" panose="02010609060101010101" charset="-122"/>
                  <a:cs typeface="Times New Roman" panose="02020603050405020304" pitchFamily="18" charset="0"/>
                  <a:sym typeface="+mn-ea"/>
                </a:rPr>
                <a:t>．</a:t>
              </a:r>
              <a:endParaRPr sz="2400">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29" name="对象 28"/>
            <p:cNvGraphicFramePr>
              <a:graphicFrameLocks noChangeAspect="1"/>
            </p:cNvGraphicFramePr>
            <p:nvPr>
              <p:custDataLst>
                <p:tags r:id="rId28"/>
              </p:custDataLst>
            </p:nvPr>
          </p:nvGraphicFramePr>
          <p:xfrm>
            <a:off x="9357" y="1817"/>
            <a:ext cx="1334" cy="567"/>
          </p:xfrm>
          <a:graphic>
            <a:graphicData uri="http://schemas.openxmlformats.org/presentationml/2006/ole">
              <mc:AlternateContent>
                <mc:Choice xmlns:v="urn:schemas-microsoft-com:vml" Requires="v">
                  <p:oleObj spid="_x0000_s1053" name="Equation" r:id="rId29" imgW="10668000" imgH="3962400" progId="Equation.DSMT4">
                    <p:embed/>
                  </p:oleObj>
                </mc:Choice>
                <mc:Fallback>
                  <p:oleObj name="Equation" r:id="rId29" imgW="10668000" imgH="3962400" progId="Equation.DSMT4">
                    <p:embed/>
                    <p:pic>
                      <p:nvPicPr>
                        <p:cNvPr id="0" name="OLE substitute image"/>
                        <p:cNvPicPr/>
                        <p:nvPr/>
                      </p:nvPicPr>
                      <p:blipFill>
                        <a:blip r:embed="rId30"/>
                        <a:stretch>
                          <a:fillRect/>
                        </a:stretch>
                      </p:blipFill>
                      <p:spPr>
                        <a:xfrm>
                          <a:off x="9357" y="1817"/>
                          <a:ext cx="1334" cy="567"/>
                        </a:xfrm>
                        <a:prstGeom prst="rect">
                          <a:avLst/>
                        </a:prstGeom>
                        <a:noFill/>
                      </p:spPr>
                    </p:pic>
                  </p:oleObj>
                </mc:Fallback>
              </mc:AlternateContent>
            </a:graphicData>
          </a:graphic>
        </p:graphicFrame>
        <p:grpSp>
          <p:nvGrpSpPr>
            <p:cNvPr id="30" name="组合 29"/>
            <p:cNvGrpSpPr/>
            <p:nvPr>
              <p:custDataLst>
                <p:tags r:id="rId31"/>
              </p:custDataLst>
            </p:nvPr>
          </p:nvGrpSpPr>
          <p:grpSpPr>
            <a:xfrm>
              <a:off x="15277" y="3156"/>
              <a:ext cx="782" cy="919"/>
              <a:chOff x="12778804" y="6180415"/>
              <a:chExt cx="496570" cy="583565"/>
            </a:xfrm>
          </p:grpSpPr>
          <p:graphicFrame>
            <p:nvGraphicFramePr>
              <p:cNvPr id="5" name="对象 4"/>
              <p:cNvGraphicFramePr>
                <a:graphicFrameLocks noChangeAspect="1"/>
              </p:cNvGraphicFramePr>
              <p:nvPr>
                <p:custDataLst>
                  <p:tags r:id="rId32"/>
                </p:custDataLst>
              </p:nvPr>
            </p:nvGraphicFramePr>
            <p:xfrm>
              <a:off x="12778804" y="6285787"/>
              <a:ext cx="496570" cy="373380"/>
            </p:xfrm>
            <a:graphic>
              <a:graphicData uri="http://schemas.openxmlformats.org/presentationml/2006/ole">
                <mc:AlternateContent>
                  <mc:Choice xmlns:v="urn:schemas-microsoft-com:vml" Requires="v">
                    <p:oleObj spid="_x0000_s1054" name="Equation" r:id="rId33" imgW="4876800" imgH="3352800" progId="Equation.DSMT4">
                      <p:embed/>
                    </p:oleObj>
                  </mc:Choice>
                  <mc:Fallback>
                    <p:oleObj name="Equation" r:id="rId33" imgW="4876800" imgH="3352800" progId="Equation.DSMT4">
                      <p:embed/>
                      <p:pic>
                        <p:nvPicPr>
                          <p:cNvPr id="0" name="OLE substitute image"/>
                          <p:cNvPicPr/>
                          <p:nvPr/>
                        </p:nvPicPr>
                        <p:blipFill>
                          <a:blip r:embed="rId34"/>
                          <a:stretch>
                            <a:fillRect/>
                          </a:stretch>
                        </p:blipFill>
                        <p:spPr>
                          <a:xfrm>
                            <a:off x="12778804" y="6285787"/>
                            <a:ext cx="496570" cy="373380"/>
                          </a:xfrm>
                          <a:prstGeom prst="rect">
                            <a:avLst/>
                          </a:prstGeom>
                        </p:spPr>
                      </p:pic>
                    </p:oleObj>
                  </mc:Fallback>
                </mc:AlternateContent>
              </a:graphicData>
            </a:graphic>
          </p:graphicFrame>
          <p:sp>
            <p:nvSpPr>
              <p:cNvPr id="31" name="矩形 30"/>
              <p:cNvSpPr/>
              <p:nvPr>
                <p:custDataLst>
                  <p:tags r:id="rId35"/>
                </p:custDataLst>
              </p:nvPr>
            </p:nvSpPr>
            <p:spPr>
              <a:xfrm>
                <a:off x="12854604" y="6180415"/>
                <a:ext cx="194395" cy="583565"/>
              </a:xfrm>
              <a:prstGeom prst="rect">
                <a:avLst/>
              </a:prstGeom>
            </p:spPr>
            <p:txBody>
              <a:bodyPr wrap="none">
                <a:spAutoFit/>
              </a:bodyPr>
              <a:lstStyle/>
              <a:p>
                <a:r>
                  <a:rPr lang="en-US" altLang="zh-CN" sz="3200" b="1">
                    <a:latin typeface="Times New Roman" panose="02020603050405020304" pitchFamily="18" charset="0"/>
                    <a:ea typeface="楷体" panose="02010609060101010101" charset="-122"/>
                    <a:cs typeface="Times New Roman" panose="02020603050405020304" pitchFamily="18" charset="0"/>
                  </a:rPr>
                  <a:t>/</a:t>
                </a:r>
                <a:endParaRPr lang="en-US" altLang="zh-CN" sz="3200" b="1">
                  <a:latin typeface="Times New Roman" panose="02020603050405020304" pitchFamily="18" charset="0"/>
                  <a:ea typeface="楷体" panose="02010609060101010101" charset="-122"/>
                  <a:cs typeface="Times New Roman" panose="02020603050405020304" pitchFamily="18" charset="0"/>
                </a:endParaRPr>
              </a:p>
            </p:txBody>
          </p:sp>
        </p:grpSp>
      </p:grpSp>
      <p:sp>
        <p:nvSpPr>
          <p:cNvPr id="38" name="矩形 37" title=""/>
          <p:cNvSpPr/>
          <p:nvPr>
            <p:custDataLst>
              <p:tags r:id="rId36"/>
            </p:custDataLst>
          </p:nvPr>
        </p:nvSpPr>
        <p:spPr>
          <a:xfrm>
            <a:off x="1330325" y="3820160"/>
            <a:ext cx="11357610" cy="645160"/>
          </a:xfrm>
          <a:prstGeom prst="rect">
            <a:avLst/>
          </a:prstGeom>
        </p:spPr>
        <p:txBody>
          <a:bodyPr wrap="square">
            <a:spAutoFit/>
          </a:bodyPr>
          <a:lstStyle/>
          <a:p>
            <a:pPr fontAlgn="auto">
              <a:lnSpc>
                <a:spcPct val="150000"/>
              </a:lnSpc>
              <a:spcBef>
                <a:spcPct val="0"/>
              </a:spcBef>
              <a:spcAft>
                <a:spcPct val="0"/>
              </a:spcAft>
              <a:defRPr/>
            </a:pPr>
            <a:r>
              <a:rPr lang="zh-CN" altLang="en-US" sz="2400" b="1" smtClean="0">
                <a:solidFill>
                  <a:srgbClr val="4175FC"/>
                </a:solidFill>
                <a:latin typeface="Times New Roman" panose="02020603050405020304" pitchFamily="18" charset="0"/>
                <a:ea typeface="黑体" panose="02010609060101010101" charset="-122"/>
                <a:cs typeface="Times New Roman" panose="02020603050405020304" pitchFamily="18" charset="0"/>
              </a:rPr>
              <a:t>注：</a:t>
            </a:r>
            <a:r>
              <a:rPr lang="zh-CN" altLang="en-US" sz="2400" smtClean="0">
                <a:solidFill>
                  <a:srgbClr val="4175FC"/>
                </a:solidFill>
                <a:latin typeface="Times New Roman" panose="02020603050405020304" pitchFamily="18" charset="0"/>
                <a:ea typeface="黑体" panose="02010609060101010101" charset="-122"/>
                <a:cs typeface="Times New Roman" panose="02020603050405020304" pitchFamily="18" charset="0"/>
              </a:rPr>
              <a:t> </a:t>
            </a:r>
            <a:r>
              <a:rPr lang="en-US" altLang="zh-CN" sz="2400" b="1" i="1" smtClean="0">
                <a:solidFill>
                  <a:srgbClr val="4175FC"/>
                </a:solidFill>
                <a:latin typeface="Times New Roman" panose="02020603050405020304" pitchFamily="18" charset="0"/>
                <a:ea typeface="黑体" panose="02010609060101010101" charset="-122"/>
                <a:cs typeface="Times New Roman" panose="02020603050405020304" pitchFamily="18" charset="0"/>
              </a:rPr>
              <a:t>p</a:t>
            </a:r>
            <a:r>
              <a:rPr lang="zh-CN" altLang="en-US" sz="2400" smtClean="0">
                <a:solidFill>
                  <a:srgbClr val="4175FC"/>
                </a:solidFill>
                <a:latin typeface="Times New Roman" panose="02020603050405020304" pitchFamily="18" charset="0"/>
                <a:ea typeface="黑体" panose="02010609060101010101" charset="-122"/>
                <a:cs typeface="Times New Roman" panose="02020603050405020304" pitchFamily="18" charset="0"/>
              </a:rPr>
              <a:t>是</a:t>
            </a:r>
            <a:r>
              <a:rPr lang="en-US" altLang="zh-CN" sz="2400" smtClean="0">
                <a:solidFill>
                  <a:srgbClr val="4175FC"/>
                </a:solidFill>
                <a:latin typeface="Times New Roman" panose="02020603050405020304" pitchFamily="18" charset="0"/>
                <a:ea typeface="黑体" panose="02010609060101010101" charset="-122"/>
                <a:cs typeface="Times New Roman" panose="02020603050405020304" pitchFamily="18" charset="0"/>
              </a:rPr>
              <a:t> </a:t>
            </a:r>
            <a:r>
              <a:rPr lang="en-US" altLang="zh-CN" sz="2400" b="1" i="1" smtClean="0">
                <a:solidFill>
                  <a:srgbClr val="4175FC"/>
                </a:solidFill>
                <a:latin typeface="Times New Roman" panose="02020603050405020304" pitchFamily="18" charset="0"/>
                <a:ea typeface="黑体" panose="02010609060101010101" charset="-122"/>
                <a:cs typeface="Times New Roman" panose="02020603050405020304" pitchFamily="18" charset="0"/>
              </a:rPr>
              <a:t>q </a:t>
            </a:r>
            <a:r>
              <a:rPr lang="zh-CN" altLang="en-US" sz="2400" smtClean="0">
                <a:solidFill>
                  <a:srgbClr val="4175FC"/>
                </a:solidFill>
                <a:latin typeface="Times New Roman" panose="02020603050405020304" pitchFamily="18" charset="0"/>
                <a:ea typeface="黑体" panose="02010609060101010101" charset="-122"/>
                <a:cs typeface="Times New Roman" panose="02020603050405020304" pitchFamily="18" charset="0"/>
              </a:rPr>
              <a:t>的充分条件，也可能</a:t>
            </a:r>
            <a:r>
              <a:rPr lang="en-US" altLang="zh-CN" sz="2400" smtClean="0">
                <a:solidFill>
                  <a:srgbClr val="4175FC"/>
                </a:solidFill>
                <a:latin typeface="Times New Roman" panose="02020603050405020304" pitchFamily="18" charset="0"/>
                <a:ea typeface="黑体" panose="02010609060101010101" charset="-122"/>
                <a:cs typeface="Times New Roman" panose="02020603050405020304" pitchFamily="18" charset="0"/>
              </a:rPr>
              <a:t> </a:t>
            </a:r>
            <a:r>
              <a:rPr lang="en-US" altLang="zh-CN" sz="2400" b="1" i="1" smtClean="0">
                <a:solidFill>
                  <a:srgbClr val="4175FC"/>
                </a:solidFill>
                <a:latin typeface="Times New Roman" panose="02020603050405020304" pitchFamily="18" charset="0"/>
                <a:ea typeface="黑体" panose="02010609060101010101" charset="-122"/>
                <a:cs typeface="Times New Roman" panose="02020603050405020304" pitchFamily="18" charset="0"/>
              </a:rPr>
              <a:t>p </a:t>
            </a:r>
            <a:r>
              <a:rPr lang="zh-CN" altLang="en-US" sz="2400" smtClean="0">
                <a:solidFill>
                  <a:srgbClr val="4175FC"/>
                </a:solidFill>
                <a:latin typeface="Times New Roman" panose="02020603050405020304" pitchFamily="18" charset="0"/>
                <a:ea typeface="黑体" panose="02010609060101010101" charset="-122"/>
                <a:cs typeface="Times New Roman" panose="02020603050405020304" pitchFamily="18" charset="0"/>
              </a:rPr>
              <a:t>是</a:t>
            </a:r>
            <a:r>
              <a:rPr lang="en-US" altLang="zh-CN" sz="2400" smtClean="0">
                <a:solidFill>
                  <a:srgbClr val="4175FC"/>
                </a:solidFill>
                <a:latin typeface="Times New Roman" panose="02020603050405020304" pitchFamily="18" charset="0"/>
                <a:ea typeface="黑体" panose="02010609060101010101" charset="-122"/>
                <a:cs typeface="Times New Roman" panose="02020603050405020304" pitchFamily="18" charset="0"/>
              </a:rPr>
              <a:t> </a:t>
            </a:r>
            <a:r>
              <a:rPr lang="en-US" altLang="zh-CN" sz="2400" b="1" i="1" smtClean="0">
                <a:solidFill>
                  <a:srgbClr val="4175FC"/>
                </a:solidFill>
                <a:latin typeface="Times New Roman" panose="02020603050405020304" pitchFamily="18" charset="0"/>
                <a:ea typeface="黑体" panose="02010609060101010101" charset="-122"/>
                <a:cs typeface="Times New Roman" panose="02020603050405020304" pitchFamily="18" charset="0"/>
              </a:rPr>
              <a:t>q </a:t>
            </a:r>
            <a:r>
              <a:rPr lang="zh-CN" altLang="en-US" sz="2400" smtClean="0">
                <a:solidFill>
                  <a:srgbClr val="4175FC"/>
                </a:solidFill>
                <a:latin typeface="Times New Roman" panose="02020603050405020304" pitchFamily="18" charset="0"/>
                <a:ea typeface="黑体" panose="02010609060101010101" charset="-122"/>
                <a:cs typeface="Times New Roman" panose="02020603050405020304" pitchFamily="18" charset="0"/>
              </a:rPr>
              <a:t>的必要条件同时成立．</a:t>
            </a:r>
            <a:endParaRPr lang="zh-CN" altLang="en-US" sz="2400" smtClean="0">
              <a:solidFill>
                <a:srgbClr val="4175FC"/>
              </a:solidFill>
              <a:latin typeface="Times New Roman" panose="02020603050405020304" pitchFamily="18" charset="0"/>
              <a:ea typeface="黑体" panose="02010609060101010101" charset="-122"/>
              <a:cs typeface="Times New Roman" panose="02020603050405020304" pitchFamily="18" charset="0"/>
            </a:endParaRPr>
          </a:p>
        </p:txBody>
      </p:sp>
      <p:sp>
        <p:nvSpPr>
          <p:cNvPr id="36" name="矩形 35" title=""/>
          <p:cNvSpPr/>
          <p:nvPr>
            <p:custDataLst>
              <p:tags r:id="rId37"/>
            </p:custDataLst>
          </p:nvPr>
        </p:nvSpPr>
        <p:spPr>
          <a:xfrm>
            <a:off x="771525" y="4433570"/>
            <a:ext cx="10624185" cy="2026285"/>
          </a:xfrm>
          <a:prstGeom prst="rect">
            <a:avLst/>
          </a:prstGeom>
          <a:ln w="31750">
            <a:noFill/>
            <a:prstDash val="dash"/>
          </a:ln>
        </p:spPr>
        <p:txBody>
          <a:bodyPr wrap="square">
            <a:noAutofit/>
          </a:bodyPr>
          <a:lstStyle/>
          <a:p>
            <a:pPr fontAlgn="auto">
              <a:lnSpc>
                <a:spcPct val="130000"/>
              </a:lnSpc>
              <a:spcBef>
                <a:spcPct val="0"/>
              </a:spcBef>
              <a:spcAft>
                <a:spcPct val="0"/>
              </a:spcAft>
              <a:defRPr/>
            </a:pPr>
            <a:r>
              <a:rPr lang="en-US" altLang="zh-CN" sz="2400">
                <a:solidFill>
                  <a:schemeClr val="tx1"/>
                </a:solidFill>
                <a:latin typeface="Times New Roman" panose="02020603050405020304" pitchFamily="18" charset="0"/>
                <a:ea typeface="黑体" panose="02010609060101010101" charset="-122"/>
                <a:cs typeface="Times New Roman" panose="02020603050405020304" pitchFamily="18" charset="0"/>
              </a:rPr>
              <a:t>        “</a:t>
            </a:r>
            <a:r>
              <a:rPr lang="zh-CN" altLang="en-US" sz="2400">
                <a:solidFill>
                  <a:schemeClr val="tx1"/>
                </a:solidFill>
                <a:latin typeface="Times New Roman" panose="02020603050405020304" pitchFamily="18" charset="0"/>
                <a:ea typeface="黑体" panose="02010609060101010101" charset="-122"/>
                <a:cs typeface="Times New Roman" panose="02020603050405020304" pitchFamily="18" charset="0"/>
              </a:rPr>
              <a:t>小范围</a:t>
            </a:r>
            <a:r>
              <a:rPr lang="en-US" altLang="zh-CN" sz="2400">
                <a:solidFill>
                  <a:schemeClr val="tx1"/>
                </a:solidFill>
                <a:latin typeface="Times New Roman" panose="02020603050405020304" pitchFamily="18" charset="0"/>
                <a:ea typeface="黑体" panose="02010609060101010101" charset="-122"/>
                <a:cs typeface="Times New Roman" panose="02020603050405020304" pitchFamily="18" charset="0"/>
              </a:rPr>
              <a:t>”</a:t>
            </a:r>
            <a:r>
              <a:rPr lang="zh-CN" altLang="en-US" sz="2400">
                <a:solidFill>
                  <a:schemeClr val="tx1"/>
                </a:solidFill>
                <a:latin typeface="Times New Roman" panose="02020603050405020304" pitchFamily="18" charset="0"/>
                <a:ea typeface="黑体" panose="02010609060101010101" charset="-122"/>
                <a:cs typeface="Times New Roman" panose="02020603050405020304" pitchFamily="18" charset="0"/>
              </a:rPr>
              <a:t>推出</a:t>
            </a:r>
            <a:r>
              <a:rPr lang="en-US" altLang="zh-CN" sz="2400">
                <a:solidFill>
                  <a:schemeClr val="tx1"/>
                </a:solidFill>
                <a:latin typeface="Times New Roman" panose="02020603050405020304" pitchFamily="18" charset="0"/>
                <a:ea typeface="黑体" panose="02010609060101010101" charset="-122"/>
                <a:cs typeface="Times New Roman" panose="02020603050405020304" pitchFamily="18" charset="0"/>
              </a:rPr>
              <a:t>“</a:t>
            </a:r>
            <a:r>
              <a:rPr lang="zh-CN" altLang="en-US" sz="2400">
                <a:solidFill>
                  <a:schemeClr val="tx1"/>
                </a:solidFill>
                <a:latin typeface="Times New Roman" panose="02020603050405020304" pitchFamily="18" charset="0"/>
                <a:ea typeface="黑体" panose="02010609060101010101" charset="-122"/>
                <a:cs typeface="Times New Roman" panose="02020603050405020304" pitchFamily="18" charset="0"/>
              </a:rPr>
              <a:t>大范围</a:t>
            </a:r>
            <a:r>
              <a:rPr lang="en-US" altLang="zh-CN" sz="2400">
                <a:solidFill>
                  <a:schemeClr val="tx1"/>
                </a:solidFill>
                <a:latin typeface="Times New Roman" panose="02020603050405020304" pitchFamily="18" charset="0"/>
                <a:ea typeface="黑体" panose="02010609060101010101" charset="-122"/>
                <a:cs typeface="Times New Roman" panose="02020603050405020304" pitchFamily="18" charset="0"/>
              </a:rPr>
              <a:t>”</a:t>
            </a:r>
            <a:r>
              <a:rPr lang="zh-CN" altLang="en-US" sz="2400" smtClean="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a:solidFill>
                  <a:schemeClr val="tx1"/>
                </a:solidFill>
                <a:latin typeface="Times New Roman" panose="02020603050405020304" pitchFamily="18" charset="0"/>
                <a:ea typeface="黑体" panose="02010609060101010101" charset="-122"/>
                <a:cs typeface="Times New Roman" panose="02020603050405020304" pitchFamily="18" charset="0"/>
              </a:rPr>
              <a:t>如果一个命题中的条件和结论是由一个变量的取值范围构成的，我们在判定充分或必要性的时候就可以看作对两个集合关系的判定设</a:t>
            </a:r>
            <a:r>
              <a:rPr lang="en-US" altLang="zh-CN" sz="2400">
                <a:solidFill>
                  <a:schemeClr val="tx1"/>
                </a:solidFill>
                <a:latin typeface="Times New Roman" panose="02020603050405020304" pitchFamily="18" charset="0"/>
                <a:ea typeface="黑体" panose="02010609060101010101" charset="-122"/>
                <a:cs typeface="Times New Roman" panose="02020603050405020304" pitchFamily="18" charset="0"/>
              </a:rPr>
              <a:t> </a:t>
            </a:r>
            <a:r>
              <a:rPr lang="en-US" altLang="zh-CN" sz="2400" b="1" i="1">
                <a:solidFill>
                  <a:schemeClr val="tx1"/>
                </a:solidFill>
                <a:latin typeface="Times New Roman" panose="02020603050405020304" pitchFamily="18" charset="0"/>
                <a:ea typeface="黑体" panose="02010609060101010101" charset="-122"/>
                <a:cs typeface="Times New Roman" panose="02020603050405020304" pitchFamily="18" charset="0"/>
              </a:rPr>
              <a:t>p </a:t>
            </a:r>
            <a:r>
              <a:rPr lang="zh-CN" altLang="en-US" sz="2400">
                <a:solidFill>
                  <a:schemeClr val="tx1"/>
                </a:solidFill>
                <a:latin typeface="Times New Roman" panose="02020603050405020304" pitchFamily="18" charset="0"/>
                <a:ea typeface="黑体" panose="02010609060101010101" charset="-122"/>
                <a:cs typeface="Times New Roman" panose="02020603050405020304" pitchFamily="18" charset="0"/>
              </a:rPr>
              <a:t>对应集合</a:t>
            </a:r>
            <a:r>
              <a:rPr lang="en-US" altLang="zh-CN" sz="2400" b="1" i="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P</a:t>
            </a:r>
            <a:r>
              <a:rPr lang="zh-CN" altLang="en-US" sz="2400">
                <a:solidFill>
                  <a:schemeClr val="tx1"/>
                </a:solidFill>
                <a:latin typeface="Times New Roman" panose="02020603050405020304" pitchFamily="18" charset="0"/>
                <a:ea typeface="黑体" panose="02010609060101010101" charset="-122"/>
                <a:cs typeface="Times New Roman" panose="02020603050405020304" pitchFamily="18" charset="0"/>
              </a:rPr>
              <a:t>，</a:t>
            </a:r>
            <a:r>
              <a:rPr lang="en-US" altLang="zh-CN" sz="2400" b="1" i="1">
                <a:solidFill>
                  <a:schemeClr val="tx1"/>
                </a:solidFill>
                <a:latin typeface="Times New Roman" panose="02020603050405020304" pitchFamily="18" charset="0"/>
                <a:ea typeface="黑体" panose="02010609060101010101" charset="-122"/>
                <a:cs typeface="Times New Roman" panose="02020603050405020304" pitchFamily="18" charset="0"/>
              </a:rPr>
              <a:t>q</a:t>
            </a:r>
            <a:r>
              <a:rPr lang="zh-CN" altLang="en-US" sz="2400">
                <a:solidFill>
                  <a:schemeClr val="tx1"/>
                </a:solidFill>
                <a:latin typeface="Times New Roman" panose="02020603050405020304" pitchFamily="18" charset="0"/>
                <a:ea typeface="黑体" panose="02010609060101010101" charset="-122"/>
                <a:cs typeface="Times New Roman" panose="02020603050405020304" pitchFamily="18" charset="0"/>
              </a:rPr>
              <a:t>对应集合</a:t>
            </a:r>
            <a:r>
              <a:rPr lang="en-US" altLang="zh-CN" sz="2400" b="1" i="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Q</a:t>
            </a:r>
            <a:r>
              <a:rPr lang="zh-CN" altLang="en-US" sz="2400">
                <a:solidFill>
                  <a:schemeClr val="tx1"/>
                </a:solidFill>
                <a:latin typeface="Times New Roman" panose="02020603050405020304" pitchFamily="18" charset="0"/>
                <a:ea typeface="黑体" panose="02010609060101010101" charset="-122"/>
                <a:cs typeface="Times New Roman" panose="02020603050405020304" pitchFamily="18" charset="0"/>
              </a:rPr>
              <a:t>，若</a:t>
            </a:r>
            <a:r>
              <a:rPr lang="en-US" altLang="zh-CN" sz="2400" b="1" i="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P</a:t>
            </a:r>
            <a:r>
              <a:rPr lang="en-US" altLang="zh-CN" sz="2400" smtClean="0">
                <a:solidFill>
                  <a:schemeClr val="tx1"/>
                </a:solidFill>
                <a:latin typeface="Times New Roman" panose="02020603050405020304" pitchFamily="18" charset="0"/>
                <a:ea typeface="黑体" panose="02010609060101010101" charset="-122"/>
                <a:cs typeface="Times New Roman" panose="02020603050405020304" pitchFamily="18" charset="0"/>
              </a:rPr>
              <a:t>⊆</a:t>
            </a:r>
            <a:r>
              <a:rPr lang="en-US" altLang="zh-CN" sz="2400" b="1" i="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Q</a:t>
            </a:r>
            <a:r>
              <a:rPr lang="zh-CN" altLang="en-US" sz="2400">
                <a:solidFill>
                  <a:schemeClr val="tx1"/>
                </a:solidFill>
                <a:latin typeface="Times New Roman" panose="02020603050405020304" pitchFamily="18" charset="0"/>
                <a:ea typeface="黑体" panose="02010609060101010101" charset="-122"/>
                <a:cs typeface="Times New Roman" panose="02020603050405020304" pitchFamily="18" charset="0"/>
              </a:rPr>
              <a:t>，则</a:t>
            </a:r>
            <a:r>
              <a:rPr lang="en-US" altLang="zh-CN" sz="2400">
                <a:solidFill>
                  <a:schemeClr val="tx1"/>
                </a:solidFill>
                <a:latin typeface="Times New Roman" panose="02020603050405020304" pitchFamily="18" charset="0"/>
                <a:ea typeface="黑体" panose="02010609060101010101" charset="-122"/>
                <a:cs typeface="Times New Roman" panose="02020603050405020304" pitchFamily="18" charset="0"/>
              </a:rPr>
              <a:t> </a:t>
            </a:r>
            <a:r>
              <a:rPr lang="en-US" altLang="zh-CN" sz="2400" b="1" i="1">
                <a:solidFill>
                  <a:schemeClr val="tx1"/>
                </a:solidFill>
                <a:latin typeface="Times New Roman" panose="02020603050405020304" pitchFamily="18" charset="0"/>
                <a:ea typeface="黑体" panose="02010609060101010101" charset="-122"/>
                <a:cs typeface="Times New Roman" panose="02020603050405020304" pitchFamily="18" charset="0"/>
              </a:rPr>
              <a:t>p </a:t>
            </a:r>
            <a:r>
              <a:rPr lang="zh-CN" altLang="en-US" sz="2400">
                <a:solidFill>
                  <a:schemeClr val="tx1"/>
                </a:solidFill>
                <a:latin typeface="Times New Roman" panose="02020603050405020304" pitchFamily="18" charset="0"/>
                <a:ea typeface="黑体" panose="02010609060101010101" charset="-122"/>
                <a:cs typeface="Times New Roman" panose="02020603050405020304" pitchFamily="18" charset="0"/>
              </a:rPr>
              <a:t>是</a:t>
            </a:r>
            <a:r>
              <a:rPr lang="en-US" altLang="zh-CN" sz="2400">
                <a:solidFill>
                  <a:schemeClr val="tx1"/>
                </a:solidFill>
                <a:latin typeface="Times New Roman" panose="02020603050405020304" pitchFamily="18" charset="0"/>
                <a:ea typeface="黑体" panose="02010609060101010101" charset="-122"/>
                <a:cs typeface="Times New Roman" panose="02020603050405020304" pitchFamily="18" charset="0"/>
              </a:rPr>
              <a:t> </a:t>
            </a:r>
            <a:r>
              <a:rPr lang="en-US" altLang="zh-CN" sz="2400" b="1" i="1">
                <a:solidFill>
                  <a:schemeClr val="tx1"/>
                </a:solidFill>
                <a:latin typeface="Times New Roman" panose="02020603050405020304" pitchFamily="18" charset="0"/>
                <a:ea typeface="黑体" panose="02010609060101010101" charset="-122"/>
                <a:cs typeface="Times New Roman" panose="02020603050405020304" pitchFamily="18" charset="0"/>
              </a:rPr>
              <a:t>q </a:t>
            </a:r>
            <a:r>
              <a:rPr lang="zh-CN" altLang="en-US" sz="2400">
                <a:solidFill>
                  <a:schemeClr val="tx1"/>
                </a:solidFill>
                <a:latin typeface="Times New Roman" panose="02020603050405020304" pitchFamily="18" charset="0"/>
                <a:ea typeface="黑体" panose="02010609060101010101" charset="-122"/>
                <a:cs typeface="Times New Roman" panose="02020603050405020304" pitchFamily="18" charset="0"/>
              </a:rPr>
              <a:t>的充分条件，同时</a:t>
            </a:r>
            <a:r>
              <a:rPr lang="en-US" altLang="zh-CN" sz="2400">
                <a:solidFill>
                  <a:schemeClr val="tx1"/>
                </a:solidFill>
                <a:latin typeface="Times New Roman" panose="02020603050405020304" pitchFamily="18" charset="0"/>
                <a:ea typeface="黑体" panose="02010609060101010101" charset="-122"/>
                <a:cs typeface="Times New Roman" panose="02020603050405020304" pitchFamily="18" charset="0"/>
              </a:rPr>
              <a:t> </a:t>
            </a:r>
            <a:r>
              <a:rPr lang="en-US" altLang="zh-CN" sz="2400" b="1" i="1">
                <a:solidFill>
                  <a:schemeClr val="tx1"/>
                </a:solidFill>
                <a:latin typeface="Times New Roman" panose="02020603050405020304" pitchFamily="18" charset="0"/>
                <a:ea typeface="黑体" panose="02010609060101010101" charset="-122"/>
                <a:cs typeface="Times New Roman" panose="02020603050405020304" pitchFamily="18" charset="0"/>
              </a:rPr>
              <a:t>q </a:t>
            </a:r>
            <a:r>
              <a:rPr lang="zh-CN" altLang="en-US" sz="2400">
                <a:solidFill>
                  <a:schemeClr val="tx1"/>
                </a:solidFill>
                <a:latin typeface="Times New Roman" panose="02020603050405020304" pitchFamily="18" charset="0"/>
                <a:ea typeface="黑体" panose="02010609060101010101" charset="-122"/>
                <a:cs typeface="Times New Roman" panose="02020603050405020304" pitchFamily="18" charset="0"/>
              </a:rPr>
              <a:t>是</a:t>
            </a:r>
            <a:r>
              <a:rPr lang="en-US" altLang="zh-CN" sz="2400">
                <a:solidFill>
                  <a:schemeClr val="tx1"/>
                </a:solidFill>
                <a:latin typeface="Times New Roman" panose="02020603050405020304" pitchFamily="18" charset="0"/>
                <a:ea typeface="黑体" panose="02010609060101010101" charset="-122"/>
                <a:cs typeface="Times New Roman" panose="02020603050405020304" pitchFamily="18" charset="0"/>
              </a:rPr>
              <a:t> </a:t>
            </a:r>
            <a:r>
              <a:rPr lang="en-US" altLang="zh-CN" sz="2400" b="1" i="1">
                <a:solidFill>
                  <a:schemeClr val="tx1"/>
                </a:solidFill>
                <a:latin typeface="Times New Roman" panose="02020603050405020304" pitchFamily="18" charset="0"/>
                <a:ea typeface="黑体" panose="02010609060101010101" charset="-122"/>
                <a:cs typeface="Times New Roman" panose="02020603050405020304" pitchFamily="18" charset="0"/>
              </a:rPr>
              <a:t>p </a:t>
            </a:r>
            <a:r>
              <a:rPr lang="zh-CN" altLang="en-US" sz="2400">
                <a:solidFill>
                  <a:schemeClr val="tx1"/>
                </a:solidFill>
                <a:latin typeface="Times New Roman" panose="02020603050405020304" pitchFamily="18" charset="0"/>
                <a:ea typeface="黑体" panose="02010609060101010101" charset="-122"/>
                <a:cs typeface="Times New Roman" panose="02020603050405020304" pitchFamily="18" charset="0"/>
              </a:rPr>
              <a:t>的必要条件</a:t>
            </a:r>
            <a:r>
              <a:rPr lang="zh-CN" altLang="en-US" sz="2400" smtClean="0">
                <a:solidFill>
                  <a:schemeClr val="tx1"/>
                </a:solidFill>
                <a:latin typeface="Times New Roman" panose="02020603050405020304" pitchFamily="18" charset="0"/>
                <a:ea typeface="黑体" panose="02010609060101010101" charset="-122"/>
                <a:cs typeface="Times New Roman" panose="02020603050405020304" pitchFamily="18" charset="0"/>
              </a:rPr>
              <a:t>．</a:t>
            </a:r>
            <a:endParaRPr lang="en-US" altLang="zh-CN" sz="2400">
              <a:solidFill>
                <a:schemeClr val="tx1"/>
              </a:solidFill>
              <a:latin typeface="Times New Roman" panose="02020603050405020304" pitchFamily="18" charset="0"/>
              <a:ea typeface="黑体" panose="02010609060101010101" charset="-122"/>
              <a:cs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250" fill="hold">
                                          <p:stCondLst>
                                            <p:cond delay="0"/>
                                          </p:stCondLst>
                                        </p:cTn>
                                        <p:tgtEl>
                                          <p:spTgt spid="38"/>
                                        </p:tgtEl>
                                        <p:attrNameLst>
                                          <p:attrName>style.visibility</p:attrName>
                                        </p:attrNameLst>
                                      </p:cBhvr>
                                      <p:to>
                                        <p:strVal val="visible"/>
                                      </p:to>
                                    </p:set>
                                    <p:animEffect transition="in" filter="fade">
                                      <p:cBhvr>
                                        <p:cTn id="7" dur="250"/>
                                        <p:tgtEl>
                                          <p:spTgt spid="38"/>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250" fill="hold">
                                          <p:stCondLst>
                                            <p:cond delay="0"/>
                                          </p:stCondLst>
                                        </p:cTn>
                                        <p:tgtEl>
                                          <p:spTgt spid="36"/>
                                        </p:tgtEl>
                                        <p:attrNameLst>
                                          <p:attrName>style.visibility</p:attrName>
                                        </p:attrNameLst>
                                      </p:cBhvr>
                                      <p:to>
                                        <p:strVal val="visible"/>
                                      </p:to>
                                    </p:set>
                                    <p:animEffect transition="in" filter="fade">
                                      <p:cBhvr>
                                        <p:cTn id="12" dur="25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6" grpId="0"/>
    </p:bldLst>
  </p:timing>
</p:sld>
</file>

<file path=ppt/slides/slide2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title=""/>
          <p:cNvGrpSpPr/>
          <p:nvPr>
            <p:custDataLst>
              <p:tags r:id="rId8"/>
            </p:custDataLst>
          </p:nvPr>
        </p:nvGrpSpPr>
        <p:grpSpPr>
          <a:xfrm>
            <a:off x="577851" y="576471"/>
            <a:ext cx="5197474" cy="521970"/>
            <a:chOff x="330201" y="576471"/>
            <a:chExt cx="5197474" cy="521970"/>
          </a:xfrm>
        </p:grpSpPr>
        <p:sp>
          <p:nvSpPr>
            <p:cNvPr id="44" name="文本框 4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总结新知</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4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grpSp>
        <p:nvGrpSpPr>
          <p:cNvPr id="10" name="组合 9" title=""/>
          <p:cNvGrpSpPr/>
          <p:nvPr>
            <p:custDataLst>
              <p:tags r:id="rId11"/>
            </p:custDataLst>
          </p:nvPr>
        </p:nvGrpSpPr>
        <p:grpSpPr>
          <a:xfrm rot="16200000" flipH="1">
            <a:off x="11319254" y="405205"/>
            <a:ext cx="176150" cy="780068"/>
            <a:chOff x="8290832" y="4887686"/>
            <a:chExt cx="296617" cy="1313542"/>
          </a:xfrm>
          <a:solidFill>
            <a:srgbClr val="4076FD"/>
          </a:solidFill>
        </p:grpSpPr>
        <p:grpSp>
          <p:nvGrpSpPr>
            <p:cNvPr id="11" name="组合 10"/>
            <p:cNvGrpSpPr/>
            <p:nvPr>
              <p:custDataLst>
                <p:tags r:id="rId12"/>
              </p:custDataLst>
            </p:nvPr>
          </p:nvGrpSpPr>
          <p:grpSpPr>
            <a:xfrm>
              <a:off x="8452757" y="5040086"/>
              <a:ext cx="134692" cy="1161142"/>
              <a:chOff x="8490857" y="4963886"/>
              <a:chExt cx="134692" cy="1161142"/>
            </a:xfrm>
            <a:grpFill/>
          </p:grpSpPr>
          <p:sp>
            <p:nvSpPr>
              <p:cNvPr id="15" name="等腰三角形 14"/>
              <p:cNvSpPr/>
              <p:nvPr>
                <p:custDataLst>
                  <p:tags r:id="rId13"/>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custDataLst>
                  <p:tags r:id="rId14"/>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p:cNvSpPr/>
              <p:nvPr>
                <p:custDataLst>
                  <p:tags r:id="rId15"/>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等腰三角形 17"/>
              <p:cNvSpPr/>
              <p:nvPr>
                <p:custDataLst>
                  <p:tags r:id="rId16"/>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等腰三角形 18"/>
              <p:cNvSpPr/>
              <p:nvPr>
                <p:custDataLst>
                  <p:tags r:id="rId17"/>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 name="组合 19"/>
            <p:cNvGrpSpPr/>
            <p:nvPr>
              <p:custDataLst>
                <p:tags r:id="rId18"/>
              </p:custDataLst>
            </p:nvPr>
          </p:nvGrpSpPr>
          <p:grpSpPr>
            <a:xfrm>
              <a:off x="8290832" y="4887686"/>
              <a:ext cx="134692" cy="1161142"/>
              <a:chOff x="8490857" y="4963886"/>
              <a:chExt cx="134692" cy="1161142"/>
            </a:xfrm>
            <a:grpFill/>
          </p:grpSpPr>
          <p:sp>
            <p:nvSpPr>
              <p:cNvPr id="21" name="等腰三角形 20"/>
              <p:cNvSpPr/>
              <p:nvPr>
                <p:custDataLst>
                  <p:tags r:id="rId19"/>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等腰三角形 21"/>
              <p:cNvSpPr/>
              <p:nvPr>
                <p:custDataLst>
                  <p:tags r:id="rId20"/>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等腰三角形 22"/>
              <p:cNvSpPr/>
              <p:nvPr>
                <p:custDataLst>
                  <p:tags r:id="rId21"/>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等腰三角形 23"/>
              <p:cNvSpPr/>
              <p:nvPr>
                <p:custDataLst>
                  <p:tags r:id="rId22"/>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等腰三角形 24"/>
              <p:cNvSpPr/>
              <p:nvPr>
                <p:custDataLst>
                  <p:tags r:id="rId23"/>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78532" name="Rectangle 42" title=""/>
          <p:cNvSpPr>
            <a:spLocks noGrp="1" noChangeArrowheads="1"/>
          </p:cNvSpPr>
          <p:nvPr>
            <p:custDataLst>
              <p:tags r:id="rId24"/>
            </p:custDataLst>
          </p:nvPr>
        </p:nvSpPr>
        <p:spPr>
          <a:xfrm>
            <a:off x="3257858" y="1003748"/>
            <a:ext cx="5676900" cy="423545"/>
          </a:xfrm>
          <a:prstGeom prst="rect">
            <a:avLst/>
          </a:prstGeom>
        </p:spPr>
        <p:txBody>
          <a:bodyPr vert="horz"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2400" b="1">
                <a:solidFill>
                  <a:schemeClr val="accent2"/>
                </a:solidFill>
                <a:latin typeface="黑体" panose="02010609060101010101" charset="-122"/>
                <a:ea typeface="黑体" panose="02010609060101010101" charset="-122"/>
              </a:rPr>
              <a:t>充分条件与必要条件</a:t>
            </a:r>
            <a:endParaRPr lang="zh-CN" altLang="en-US" sz="2400" b="1">
              <a:solidFill>
                <a:schemeClr val="accent2"/>
              </a:solidFill>
              <a:latin typeface="黑体" panose="02010609060101010101" charset="-122"/>
              <a:ea typeface="黑体" panose="02010609060101010101" charset="-122"/>
            </a:endParaRPr>
          </a:p>
        </p:txBody>
      </p:sp>
      <p:sp>
        <p:nvSpPr>
          <p:cNvPr id="26" name="圆角矩形 25" title=""/>
          <p:cNvSpPr/>
          <p:nvPr>
            <p:custDataLst>
              <p:tags r:id="rId25"/>
            </p:custDataLst>
          </p:nvPr>
        </p:nvSpPr>
        <p:spPr>
          <a:xfrm>
            <a:off x="578485" y="1456690"/>
            <a:ext cx="11014075" cy="5047615"/>
          </a:xfrm>
          <a:prstGeom prst="roundRect">
            <a:avLst>
              <a:gd name="adj" fmla="val 7935"/>
            </a:avLst>
          </a:prstGeom>
          <a:noFill/>
          <a:ln w="12700" cmpd="sng">
            <a:gradFill>
              <a:gsLst>
                <a:gs pos="4000">
                  <a:schemeClr val="accent2"/>
                </a:gs>
                <a:gs pos="100000">
                  <a:srgbClr val="5178FA"/>
                </a:gs>
              </a:gsLst>
              <a:lin ang="20940000" scaled="1"/>
            </a:gra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TextBox 8" title=""/>
          <p:cNvSpPr txBox="1"/>
          <p:nvPr>
            <p:custDataLst>
              <p:tags r:id="rId26"/>
            </p:custDataLst>
          </p:nvPr>
        </p:nvSpPr>
        <p:spPr>
          <a:xfrm>
            <a:off x="952500" y="2185035"/>
            <a:ext cx="10219055" cy="1529715"/>
          </a:xfrm>
          <a:prstGeom prst="rect">
            <a:avLst/>
          </a:prstGeom>
          <a:noFill/>
        </p:spPr>
        <p:txBody>
          <a:bodyPr wrap="square" rtlCol="0">
            <a:spAutoFit/>
          </a:bodyPr>
          <a:lstStyle/>
          <a:p>
            <a:pPr fontAlgn="auto">
              <a:lnSpc>
                <a:spcPct val="130000"/>
              </a:lnSpc>
            </a:pPr>
            <a:r>
              <a:rPr lang="en-US" altLang="zh-CN" sz="2400" smtClean="0">
                <a:latin typeface="Times New Roman" panose="02020603050405020304" pitchFamily="18" charset="0"/>
                <a:ea typeface="黑体" panose="02010609060101010101" charset="-122"/>
                <a:cs typeface="Times New Roman" panose="02020603050405020304" pitchFamily="18" charset="0"/>
              </a:rPr>
              <a:t>        </a:t>
            </a:r>
            <a:r>
              <a:rPr lang="zh-CN" altLang="en-US" sz="2400" smtClean="0">
                <a:latin typeface="Times New Roman" panose="02020603050405020304" pitchFamily="18" charset="0"/>
                <a:ea typeface="黑体" panose="02010609060101010101" charset="-122"/>
                <a:cs typeface="Times New Roman" panose="02020603050405020304" pitchFamily="18" charset="0"/>
              </a:rPr>
              <a:t>结论</a:t>
            </a:r>
            <a:r>
              <a:rPr lang="en-US" altLang="zh-CN" sz="2400" smtClean="0">
                <a:latin typeface="Times New Roman" panose="02020603050405020304" pitchFamily="18" charset="0"/>
                <a:ea typeface="黑体" panose="02010609060101010101" charset="-122"/>
                <a:cs typeface="Times New Roman" panose="02020603050405020304" pitchFamily="18" charset="0"/>
              </a:rPr>
              <a:t> </a:t>
            </a:r>
            <a:r>
              <a:rPr lang="en-US" altLang="zh-CN" sz="2400" b="1" i="1" smtClean="0">
                <a:latin typeface="Times New Roman" panose="02020603050405020304" pitchFamily="18" charset="0"/>
                <a:ea typeface="黑体" panose="02010609060101010101" charset="-122"/>
                <a:cs typeface="Times New Roman" panose="02020603050405020304" pitchFamily="18" charset="0"/>
                <a:sym typeface="+mn-ea"/>
              </a:rPr>
              <a:t>q</a:t>
            </a:r>
            <a:r>
              <a:rPr lang="en-US" altLang="zh-CN" sz="2400" i="1" smtClean="0">
                <a:latin typeface="Times New Roman" panose="02020603050405020304" pitchFamily="18" charset="0"/>
                <a:ea typeface="黑体" panose="02010609060101010101" charset="-122"/>
                <a:cs typeface="Times New Roman" panose="02020603050405020304" pitchFamily="18" charset="0"/>
                <a:sym typeface="+mn-ea"/>
              </a:rPr>
              <a:t> </a:t>
            </a:r>
            <a:r>
              <a:rPr lang="zh-CN" altLang="en-US" sz="2400" smtClean="0">
                <a:latin typeface="Times New Roman" panose="02020603050405020304" pitchFamily="18" charset="0"/>
                <a:ea typeface="黑体" panose="02010609060101010101" charset="-122"/>
                <a:cs typeface="Times New Roman" panose="02020603050405020304" pitchFamily="18" charset="0"/>
                <a:sym typeface="+mn-ea"/>
              </a:rPr>
              <a:t>的</a:t>
            </a:r>
            <a:r>
              <a:rPr lang="zh-CN" altLang="en-US" sz="2400" smtClean="0">
                <a:latin typeface="Times New Roman" panose="02020603050405020304" pitchFamily="18" charset="0"/>
                <a:ea typeface="黑体" panose="02010609060101010101" charset="-122"/>
                <a:cs typeface="Times New Roman" panose="02020603050405020304" pitchFamily="18" charset="0"/>
              </a:rPr>
              <a:t>充分条件</a:t>
            </a:r>
            <a:r>
              <a:rPr lang="en-US" altLang="zh-CN" sz="2400" smtClean="0">
                <a:latin typeface="Times New Roman" panose="02020603050405020304" pitchFamily="18" charset="0"/>
                <a:ea typeface="黑体" panose="02010609060101010101" charset="-122"/>
                <a:cs typeface="Times New Roman" panose="02020603050405020304" pitchFamily="18" charset="0"/>
              </a:rPr>
              <a:t> </a:t>
            </a:r>
            <a:r>
              <a:rPr lang="en-US" altLang="zh-CN" sz="2400" b="1" i="1" smtClean="0">
                <a:latin typeface="Times New Roman" panose="02020603050405020304" pitchFamily="18" charset="0"/>
                <a:ea typeface="黑体" panose="02010609060101010101" charset="-122"/>
                <a:cs typeface="Times New Roman" panose="02020603050405020304" pitchFamily="18" charset="0"/>
                <a:sym typeface="+mn-ea"/>
              </a:rPr>
              <a:t>p</a:t>
            </a:r>
            <a:r>
              <a:rPr lang="en-US" altLang="zh-CN" sz="2400" i="1" smtClean="0">
                <a:latin typeface="Times New Roman" panose="02020603050405020304" pitchFamily="18" charset="0"/>
                <a:ea typeface="黑体" panose="02010609060101010101" charset="-122"/>
                <a:cs typeface="Times New Roman" panose="02020603050405020304" pitchFamily="18" charset="0"/>
                <a:sym typeface="+mn-ea"/>
              </a:rPr>
              <a:t> </a:t>
            </a:r>
            <a:r>
              <a:rPr lang="zh-CN" altLang="en-US" sz="2400" smtClean="0">
                <a:latin typeface="Times New Roman" panose="02020603050405020304" pitchFamily="18" charset="0"/>
                <a:ea typeface="黑体" panose="02010609060101010101" charset="-122"/>
                <a:cs typeface="Times New Roman" panose="02020603050405020304" pitchFamily="18" charset="0"/>
              </a:rPr>
              <a:t>并不唯一，只能说</a:t>
            </a:r>
            <a:r>
              <a:rPr lang="en-US" altLang="zh-CN" sz="2400" smtClean="0">
                <a:latin typeface="Times New Roman" panose="02020603050405020304" pitchFamily="18" charset="0"/>
                <a:ea typeface="黑体" panose="02010609060101010101" charset="-122"/>
                <a:cs typeface="Times New Roman" panose="02020603050405020304" pitchFamily="18" charset="0"/>
              </a:rPr>
              <a:t> </a:t>
            </a:r>
            <a:r>
              <a:rPr lang="en-US" altLang="zh-CN" sz="2400" b="1" i="1" smtClean="0">
                <a:latin typeface="Times New Roman" panose="02020603050405020304" pitchFamily="18" charset="0"/>
                <a:ea typeface="黑体" panose="02010609060101010101" charset="-122"/>
                <a:cs typeface="Times New Roman" panose="02020603050405020304" pitchFamily="18" charset="0"/>
                <a:sym typeface="+mn-ea"/>
              </a:rPr>
              <a:t>q</a:t>
            </a:r>
            <a:r>
              <a:rPr lang="en-US" altLang="zh-CN" sz="2400" i="1" smtClean="0">
                <a:latin typeface="Times New Roman" panose="02020603050405020304" pitchFamily="18" charset="0"/>
                <a:ea typeface="黑体" panose="02010609060101010101" charset="-122"/>
                <a:cs typeface="Times New Roman" panose="02020603050405020304" pitchFamily="18" charset="0"/>
                <a:sym typeface="+mn-ea"/>
              </a:rPr>
              <a:t> </a:t>
            </a:r>
            <a:r>
              <a:rPr lang="zh-CN" altLang="en-US" sz="2400" smtClean="0">
                <a:latin typeface="Times New Roman" panose="02020603050405020304" pitchFamily="18" charset="0"/>
                <a:ea typeface="黑体" panose="02010609060101010101" charset="-122"/>
                <a:cs typeface="Times New Roman" panose="02020603050405020304" pitchFamily="18" charset="0"/>
                <a:sym typeface="+mn-ea"/>
              </a:rPr>
              <a:t>的一个充分条件是</a:t>
            </a:r>
            <a:r>
              <a:rPr lang="en-US" altLang="zh-CN" sz="2400" smtClean="0">
                <a:latin typeface="Times New Roman" panose="02020603050405020304" pitchFamily="18" charset="0"/>
                <a:ea typeface="黑体" panose="02010609060101010101" charset="-122"/>
                <a:cs typeface="Times New Roman" panose="02020603050405020304" pitchFamily="18" charset="0"/>
                <a:sym typeface="+mn-ea"/>
              </a:rPr>
              <a:t> </a:t>
            </a:r>
            <a:r>
              <a:rPr lang="en-US" altLang="zh-CN" sz="2400" b="1" i="1" smtClean="0">
                <a:latin typeface="Times New Roman" panose="02020603050405020304" pitchFamily="18" charset="0"/>
                <a:ea typeface="黑体" panose="02010609060101010101" charset="-122"/>
                <a:cs typeface="Times New Roman" panose="02020603050405020304" pitchFamily="18" charset="0"/>
                <a:sym typeface="+mn-ea"/>
              </a:rPr>
              <a:t>p</a:t>
            </a:r>
            <a:r>
              <a:rPr lang="zh-CN" altLang="en-US" sz="2400" smtClean="0">
                <a:latin typeface="Times New Roman" panose="02020603050405020304" pitchFamily="18" charset="0"/>
                <a:ea typeface="黑体" panose="02010609060101010101" charset="-122"/>
                <a:cs typeface="Times New Roman" panose="02020603050405020304" pitchFamily="18" charset="0"/>
                <a:sym typeface="+mn-ea"/>
              </a:rPr>
              <a:t>，或说</a:t>
            </a:r>
            <a:r>
              <a:rPr lang="en-US" altLang="zh-CN" sz="2400" smtClean="0">
                <a:latin typeface="Times New Roman" panose="02020603050405020304" pitchFamily="18" charset="0"/>
                <a:ea typeface="黑体" panose="02010609060101010101" charset="-122"/>
                <a:cs typeface="Times New Roman" panose="02020603050405020304" pitchFamily="18" charset="0"/>
                <a:sym typeface="+mn-ea"/>
              </a:rPr>
              <a:t> </a:t>
            </a:r>
            <a:r>
              <a:rPr lang="en-US" altLang="zh-CN" sz="2400" b="1" i="1" smtClean="0">
                <a:latin typeface="Times New Roman" panose="02020603050405020304" pitchFamily="18" charset="0"/>
                <a:ea typeface="黑体" panose="02010609060101010101" charset="-122"/>
                <a:cs typeface="Times New Roman" panose="02020603050405020304" pitchFamily="18" charset="0"/>
                <a:sym typeface="+mn-ea"/>
              </a:rPr>
              <a:t>p</a:t>
            </a:r>
            <a:r>
              <a:rPr lang="en-US" altLang="zh-CN" sz="2400" i="1" smtClean="0">
                <a:latin typeface="Times New Roman" panose="02020603050405020304" pitchFamily="18" charset="0"/>
                <a:ea typeface="黑体" panose="02010609060101010101" charset="-122"/>
                <a:cs typeface="Times New Roman" panose="02020603050405020304" pitchFamily="18" charset="0"/>
                <a:sym typeface="+mn-ea"/>
              </a:rPr>
              <a:t> </a:t>
            </a:r>
            <a:r>
              <a:rPr lang="zh-CN" altLang="en-US" sz="2400" smtClean="0">
                <a:latin typeface="Times New Roman" panose="02020603050405020304" pitchFamily="18" charset="0"/>
                <a:ea typeface="黑体" panose="02010609060101010101" charset="-122"/>
                <a:cs typeface="Times New Roman" panose="02020603050405020304" pitchFamily="18" charset="0"/>
                <a:sym typeface="+mn-ea"/>
              </a:rPr>
              <a:t>是</a:t>
            </a:r>
            <a:r>
              <a:rPr lang="en-US" altLang="zh-CN" sz="2400" smtClean="0">
                <a:latin typeface="Times New Roman" panose="02020603050405020304" pitchFamily="18" charset="0"/>
                <a:ea typeface="黑体" panose="02010609060101010101" charset="-122"/>
                <a:cs typeface="Times New Roman" panose="02020603050405020304" pitchFamily="18" charset="0"/>
                <a:sym typeface="+mn-ea"/>
              </a:rPr>
              <a:t> </a:t>
            </a:r>
            <a:r>
              <a:rPr lang="en-US" altLang="zh-CN" sz="2400" b="1" i="1" smtClean="0">
                <a:latin typeface="Times New Roman" panose="02020603050405020304" pitchFamily="18" charset="0"/>
                <a:ea typeface="黑体" panose="02010609060101010101" charset="-122"/>
                <a:cs typeface="Times New Roman" panose="02020603050405020304" pitchFamily="18" charset="0"/>
                <a:sym typeface="+mn-ea"/>
              </a:rPr>
              <a:t>q</a:t>
            </a:r>
            <a:r>
              <a:rPr lang="en-US" altLang="zh-CN" sz="2400" i="1" smtClean="0">
                <a:latin typeface="Times New Roman" panose="02020603050405020304" pitchFamily="18" charset="0"/>
                <a:ea typeface="黑体" panose="02010609060101010101" charset="-122"/>
                <a:cs typeface="Times New Roman" panose="02020603050405020304" pitchFamily="18" charset="0"/>
                <a:sym typeface="+mn-ea"/>
              </a:rPr>
              <a:t> </a:t>
            </a:r>
            <a:r>
              <a:rPr lang="zh-CN" altLang="en-US" sz="2400" smtClean="0">
                <a:latin typeface="Times New Roman" panose="02020603050405020304" pitchFamily="18" charset="0"/>
                <a:ea typeface="黑体" panose="02010609060101010101" charset="-122"/>
                <a:cs typeface="Times New Roman" panose="02020603050405020304" pitchFamily="18" charset="0"/>
                <a:sym typeface="+mn-ea"/>
              </a:rPr>
              <a:t>的一个充分条件</a:t>
            </a:r>
            <a:r>
              <a:rPr lang="zh-CN" altLang="en-US" sz="2400" smtClean="0">
                <a:latin typeface="Times New Roman" panose="02020603050405020304" pitchFamily="18" charset="0"/>
                <a:ea typeface="黑体" panose="02010609060101010101" charset="-122"/>
                <a:cs typeface="Times New Roman" panose="02020603050405020304" pitchFamily="18" charset="0"/>
              </a:rPr>
              <a:t>．</a:t>
            </a:r>
            <a:r>
              <a:rPr lang="zh-CN" altLang="en-US" sz="2400" smtClean="0">
                <a:latin typeface="Times New Roman" panose="02020603050405020304" pitchFamily="18" charset="0"/>
                <a:ea typeface="黑体" panose="02010609060101010101" charset="-122"/>
                <a:cs typeface="Times New Roman" panose="02020603050405020304" pitchFamily="18" charset="0"/>
                <a:sym typeface="+mn-ea"/>
              </a:rPr>
              <a:t>同理：</a:t>
            </a:r>
            <a:r>
              <a:rPr lang="en-US" altLang="zh-CN" sz="2400" b="1" i="1" smtClean="0">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p </a:t>
            </a:r>
            <a:r>
              <a:rPr lang="zh-CN" altLang="en-US" sz="2400" b="1" smtClean="0">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的必要条件也不唯一，只能说</a:t>
            </a:r>
            <a:r>
              <a:rPr lang="en-US" altLang="zh-CN" sz="2400" b="1" smtClean="0">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 </a:t>
            </a:r>
            <a:r>
              <a:rPr lang="en-US" altLang="zh-CN" sz="2400" b="1" i="1" smtClean="0">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p </a:t>
            </a:r>
            <a:r>
              <a:rPr lang="zh-CN" altLang="en-US" sz="2400" b="1" smtClean="0">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的一个必要条件</a:t>
            </a:r>
            <a:r>
              <a:rPr lang="en-US" altLang="zh-CN" sz="2400" b="1" smtClean="0">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 </a:t>
            </a:r>
            <a:r>
              <a:rPr lang="en-US" altLang="zh-CN" sz="2400" b="1" i="1" smtClean="0">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q</a:t>
            </a:r>
            <a:r>
              <a:rPr lang="zh-CN" altLang="en-US" sz="2400" b="1" i="1" smtClean="0">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b="1" smtClean="0">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或说</a:t>
            </a:r>
            <a:r>
              <a:rPr lang="en-US" altLang="zh-CN" sz="2400" b="1" smtClean="0">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 </a:t>
            </a:r>
            <a:r>
              <a:rPr lang="en-US" altLang="zh-CN" sz="2400" b="1" i="1" smtClean="0">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q </a:t>
            </a:r>
            <a:r>
              <a:rPr lang="zh-CN" altLang="en-US" sz="2400" b="1" smtClean="0">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是</a:t>
            </a:r>
            <a:r>
              <a:rPr lang="en-US" altLang="zh-CN" sz="2400" b="1" smtClean="0">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 </a:t>
            </a:r>
            <a:r>
              <a:rPr lang="en-US" altLang="zh-CN" sz="2400" b="1" i="1" smtClean="0">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p </a:t>
            </a:r>
            <a:r>
              <a:rPr lang="zh-CN" altLang="en-US" sz="2400" b="1" smtClean="0">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的一个必要条件</a:t>
            </a:r>
            <a:r>
              <a:rPr lang="zh-CN" altLang="en-US" sz="2400" smtClean="0">
                <a:latin typeface="Times New Roman" panose="02020603050405020304" pitchFamily="18" charset="0"/>
                <a:ea typeface="黑体" panose="02010609060101010101" charset="-122"/>
                <a:cs typeface="Times New Roman" panose="02020603050405020304" pitchFamily="18" charset="0"/>
                <a:sym typeface="+mn-ea"/>
              </a:rPr>
              <a:t>．</a:t>
            </a:r>
            <a:endParaRPr lang="en-US" altLang="zh-CN" sz="2400" smtClean="0">
              <a:latin typeface="Times New Roman" panose="02020603050405020304" pitchFamily="18" charset="0"/>
              <a:ea typeface="黑体" panose="02010609060101010101" charset="-122"/>
              <a:cs typeface="Times New Roman" panose="02020603050405020304" pitchFamily="18" charset="0"/>
            </a:endParaRPr>
          </a:p>
        </p:txBody>
      </p:sp>
      <p:sp>
        <p:nvSpPr>
          <p:cNvPr id="6" name="矩形 5" title=""/>
          <p:cNvSpPr/>
          <p:nvPr>
            <p:custDataLst>
              <p:tags r:id="rId27"/>
            </p:custDataLst>
          </p:nvPr>
        </p:nvSpPr>
        <p:spPr>
          <a:xfrm>
            <a:off x="953770" y="3820795"/>
            <a:ext cx="10217785" cy="1863725"/>
          </a:xfrm>
          <a:prstGeom prst="rect">
            <a:avLst/>
          </a:prstGeom>
          <a:ln w="31750">
            <a:noFill/>
            <a:prstDash val="dash"/>
          </a:ln>
        </p:spPr>
        <p:txBody>
          <a:bodyPr wrap="square">
            <a:spAutoFit/>
          </a:bodyPr>
          <a:lstStyle/>
          <a:p>
            <a:pPr fontAlgn="auto">
              <a:lnSpc>
                <a:spcPct val="120000"/>
              </a:lnSpc>
              <a:spcBef>
                <a:spcPct val="0"/>
              </a:spcBef>
              <a:spcAft>
                <a:spcPct val="0"/>
              </a:spcAft>
              <a:defRPr/>
            </a:pPr>
            <a:r>
              <a:rPr lang="en-US" altLang="zh-CN" sz="2400">
                <a:solidFill>
                  <a:schemeClr val="tx1"/>
                </a:solidFill>
                <a:latin typeface="Times New Roman" panose="02020603050405020304" pitchFamily="18" charset="0"/>
                <a:ea typeface="黑体" panose="02010609060101010101" charset="-122"/>
                <a:cs typeface="Times New Roman" panose="02020603050405020304" pitchFamily="18" charset="0"/>
              </a:rPr>
              <a:t>        “</a:t>
            </a:r>
            <a:r>
              <a:rPr lang="zh-CN" altLang="en-US" sz="2400">
                <a:solidFill>
                  <a:schemeClr val="tx1"/>
                </a:solidFill>
                <a:latin typeface="Times New Roman" panose="02020603050405020304" pitchFamily="18" charset="0"/>
                <a:ea typeface="黑体" panose="02010609060101010101" charset="-122"/>
                <a:cs typeface="Times New Roman" panose="02020603050405020304" pitchFamily="18" charset="0"/>
              </a:rPr>
              <a:t>小范围</a:t>
            </a:r>
            <a:r>
              <a:rPr lang="en-US" altLang="zh-CN" sz="2400">
                <a:solidFill>
                  <a:schemeClr val="tx1"/>
                </a:solidFill>
                <a:latin typeface="Times New Roman" panose="02020603050405020304" pitchFamily="18" charset="0"/>
                <a:ea typeface="黑体" panose="02010609060101010101" charset="-122"/>
                <a:cs typeface="Times New Roman" panose="02020603050405020304" pitchFamily="18" charset="0"/>
              </a:rPr>
              <a:t>”</a:t>
            </a:r>
            <a:r>
              <a:rPr lang="zh-CN" altLang="en-US" sz="2400">
                <a:solidFill>
                  <a:schemeClr val="tx1"/>
                </a:solidFill>
                <a:latin typeface="Times New Roman" panose="02020603050405020304" pitchFamily="18" charset="0"/>
                <a:ea typeface="黑体" panose="02010609060101010101" charset="-122"/>
                <a:cs typeface="Times New Roman" panose="02020603050405020304" pitchFamily="18" charset="0"/>
              </a:rPr>
              <a:t>推出</a:t>
            </a:r>
            <a:r>
              <a:rPr lang="en-US" altLang="zh-CN" sz="2400">
                <a:solidFill>
                  <a:schemeClr val="tx1"/>
                </a:solidFill>
                <a:latin typeface="Times New Roman" panose="02020603050405020304" pitchFamily="18" charset="0"/>
                <a:ea typeface="黑体" panose="02010609060101010101" charset="-122"/>
                <a:cs typeface="Times New Roman" panose="02020603050405020304" pitchFamily="18" charset="0"/>
              </a:rPr>
              <a:t>“</a:t>
            </a:r>
            <a:r>
              <a:rPr lang="zh-CN" altLang="en-US" sz="2400">
                <a:solidFill>
                  <a:schemeClr val="tx1"/>
                </a:solidFill>
                <a:latin typeface="Times New Roman" panose="02020603050405020304" pitchFamily="18" charset="0"/>
                <a:ea typeface="黑体" panose="02010609060101010101" charset="-122"/>
                <a:cs typeface="Times New Roman" panose="02020603050405020304" pitchFamily="18" charset="0"/>
              </a:rPr>
              <a:t>大范围</a:t>
            </a:r>
            <a:r>
              <a:rPr lang="en-US" altLang="zh-CN" sz="2400">
                <a:solidFill>
                  <a:schemeClr val="tx1"/>
                </a:solidFill>
                <a:latin typeface="Times New Roman" panose="02020603050405020304" pitchFamily="18" charset="0"/>
                <a:ea typeface="黑体" panose="02010609060101010101" charset="-122"/>
                <a:cs typeface="Times New Roman" panose="02020603050405020304" pitchFamily="18" charset="0"/>
              </a:rPr>
              <a:t>”</a:t>
            </a:r>
            <a:r>
              <a:rPr lang="zh-CN" altLang="en-US" sz="2400" smtClean="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a:solidFill>
                  <a:schemeClr val="tx1"/>
                </a:solidFill>
                <a:latin typeface="Times New Roman" panose="02020603050405020304" pitchFamily="18" charset="0"/>
                <a:ea typeface="黑体" panose="02010609060101010101" charset="-122"/>
                <a:cs typeface="Times New Roman" panose="02020603050405020304" pitchFamily="18" charset="0"/>
              </a:rPr>
              <a:t>如果一个命题中的条件和结论是由一个变量的取值范围构成的，我们在判定充分或必要性的时候就可以看作对两个集合关系的判定设</a:t>
            </a:r>
            <a:r>
              <a:rPr lang="en-US" altLang="zh-CN" sz="2400">
                <a:solidFill>
                  <a:schemeClr val="tx1"/>
                </a:solidFill>
                <a:latin typeface="Times New Roman" panose="02020603050405020304" pitchFamily="18" charset="0"/>
                <a:ea typeface="黑体" panose="02010609060101010101" charset="-122"/>
                <a:cs typeface="Times New Roman" panose="02020603050405020304" pitchFamily="18" charset="0"/>
              </a:rPr>
              <a:t> </a:t>
            </a:r>
            <a:r>
              <a:rPr lang="en-US" altLang="zh-CN" sz="2400" b="1" i="1">
                <a:solidFill>
                  <a:schemeClr val="tx1"/>
                </a:solidFill>
                <a:latin typeface="Times New Roman" panose="02020603050405020304" pitchFamily="18" charset="0"/>
                <a:ea typeface="黑体" panose="02010609060101010101" charset="-122"/>
                <a:cs typeface="Times New Roman" panose="02020603050405020304" pitchFamily="18" charset="0"/>
              </a:rPr>
              <a:t>p </a:t>
            </a:r>
            <a:r>
              <a:rPr lang="zh-CN" altLang="en-US" sz="2400">
                <a:solidFill>
                  <a:schemeClr val="tx1"/>
                </a:solidFill>
                <a:latin typeface="Times New Roman" panose="02020603050405020304" pitchFamily="18" charset="0"/>
                <a:ea typeface="黑体" panose="02010609060101010101" charset="-122"/>
                <a:cs typeface="Times New Roman" panose="02020603050405020304" pitchFamily="18" charset="0"/>
              </a:rPr>
              <a:t>对应集合</a:t>
            </a:r>
            <a:r>
              <a:rPr lang="en-US" altLang="zh-CN" sz="2400" b="1" i="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P</a:t>
            </a:r>
            <a:r>
              <a:rPr lang="zh-CN" altLang="en-US" sz="2400">
                <a:solidFill>
                  <a:schemeClr val="tx1"/>
                </a:solidFill>
                <a:latin typeface="Times New Roman" panose="02020603050405020304" pitchFamily="18" charset="0"/>
                <a:ea typeface="黑体" panose="02010609060101010101" charset="-122"/>
                <a:cs typeface="Times New Roman" panose="02020603050405020304" pitchFamily="18" charset="0"/>
              </a:rPr>
              <a:t>，</a:t>
            </a:r>
            <a:r>
              <a:rPr lang="en-US" altLang="zh-CN" sz="2400" b="1" i="1">
                <a:solidFill>
                  <a:schemeClr val="tx1"/>
                </a:solidFill>
                <a:latin typeface="Times New Roman" panose="02020603050405020304" pitchFamily="18" charset="0"/>
                <a:ea typeface="黑体" panose="02010609060101010101" charset="-122"/>
                <a:cs typeface="Times New Roman" panose="02020603050405020304" pitchFamily="18" charset="0"/>
              </a:rPr>
              <a:t>q </a:t>
            </a:r>
            <a:r>
              <a:rPr lang="zh-CN" altLang="en-US" sz="2400">
                <a:solidFill>
                  <a:schemeClr val="tx1"/>
                </a:solidFill>
                <a:latin typeface="Times New Roman" panose="02020603050405020304" pitchFamily="18" charset="0"/>
                <a:ea typeface="黑体" panose="02010609060101010101" charset="-122"/>
                <a:cs typeface="Times New Roman" panose="02020603050405020304" pitchFamily="18" charset="0"/>
              </a:rPr>
              <a:t>对应集合</a:t>
            </a:r>
            <a:r>
              <a:rPr lang="en-US" altLang="zh-CN" sz="2400" b="1" i="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Q</a:t>
            </a:r>
            <a:r>
              <a:rPr lang="zh-CN" altLang="en-US" sz="2400">
                <a:solidFill>
                  <a:schemeClr val="tx1"/>
                </a:solidFill>
                <a:latin typeface="Times New Roman" panose="02020603050405020304" pitchFamily="18" charset="0"/>
                <a:ea typeface="黑体" panose="02010609060101010101" charset="-122"/>
                <a:cs typeface="Times New Roman" panose="02020603050405020304" pitchFamily="18" charset="0"/>
              </a:rPr>
              <a:t>，若</a:t>
            </a:r>
            <a:r>
              <a:rPr lang="en-US" altLang="zh-CN" sz="2400" b="1" i="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P</a:t>
            </a:r>
            <a:r>
              <a:rPr lang="en-US" altLang="zh-CN" sz="2400" smtClean="0">
                <a:solidFill>
                  <a:schemeClr val="tx1"/>
                </a:solidFill>
                <a:latin typeface="Times New Roman" panose="02020603050405020304" pitchFamily="18" charset="0"/>
                <a:ea typeface="黑体" panose="02010609060101010101" charset="-122"/>
                <a:cs typeface="Times New Roman" panose="02020603050405020304" pitchFamily="18" charset="0"/>
              </a:rPr>
              <a:t>⊆</a:t>
            </a:r>
            <a:r>
              <a:rPr lang="en-US" altLang="zh-CN" sz="2400" b="1" i="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Q</a:t>
            </a:r>
            <a:r>
              <a:rPr lang="zh-CN" altLang="en-US" sz="2400">
                <a:solidFill>
                  <a:schemeClr val="tx1"/>
                </a:solidFill>
                <a:latin typeface="Times New Roman" panose="02020603050405020304" pitchFamily="18" charset="0"/>
                <a:ea typeface="黑体" panose="02010609060101010101" charset="-122"/>
                <a:cs typeface="Times New Roman" panose="02020603050405020304" pitchFamily="18" charset="0"/>
              </a:rPr>
              <a:t>，则</a:t>
            </a:r>
            <a:r>
              <a:rPr lang="en-US" altLang="zh-CN" sz="2400">
                <a:solidFill>
                  <a:schemeClr val="tx1"/>
                </a:solidFill>
                <a:latin typeface="Times New Roman" panose="02020603050405020304" pitchFamily="18" charset="0"/>
                <a:ea typeface="黑体" panose="02010609060101010101" charset="-122"/>
                <a:cs typeface="Times New Roman" panose="02020603050405020304" pitchFamily="18" charset="0"/>
              </a:rPr>
              <a:t> </a:t>
            </a:r>
            <a:r>
              <a:rPr lang="en-US" altLang="zh-CN" sz="2400" b="1" i="1">
                <a:solidFill>
                  <a:schemeClr val="tx1"/>
                </a:solidFill>
                <a:latin typeface="Times New Roman" panose="02020603050405020304" pitchFamily="18" charset="0"/>
                <a:ea typeface="黑体" panose="02010609060101010101" charset="-122"/>
                <a:cs typeface="Times New Roman" panose="02020603050405020304" pitchFamily="18" charset="0"/>
              </a:rPr>
              <a:t>p </a:t>
            </a:r>
            <a:r>
              <a:rPr lang="zh-CN" altLang="en-US" sz="2400">
                <a:solidFill>
                  <a:schemeClr val="tx1"/>
                </a:solidFill>
                <a:latin typeface="Times New Roman" panose="02020603050405020304" pitchFamily="18" charset="0"/>
                <a:ea typeface="黑体" panose="02010609060101010101" charset="-122"/>
                <a:cs typeface="Times New Roman" panose="02020603050405020304" pitchFamily="18" charset="0"/>
              </a:rPr>
              <a:t>是</a:t>
            </a:r>
            <a:r>
              <a:rPr lang="en-US" altLang="zh-CN" sz="2400">
                <a:solidFill>
                  <a:schemeClr val="tx1"/>
                </a:solidFill>
                <a:latin typeface="Times New Roman" panose="02020603050405020304" pitchFamily="18" charset="0"/>
                <a:ea typeface="黑体" panose="02010609060101010101" charset="-122"/>
                <a:cs typeface="Times New Roman" panose="02020603050405020304" pitchFamily="18" charset="0"/>
              </a:rPr>
              <a:t> </a:t>
            </a:r>
            <a:r>
              <a:rPr lang="en-US" altLang="zh-CN" sz="2400" b="1" i="1">
                <a:solidFill>
                  <a:schemeClr val="tx1"/>
                </a:solidFill>
                <a:latin typeface="Times New Roman" panose="02020603050405020304" pitchFamily="18" charset="0"/>
                <a:ea typeface="黑体" panose="02010609060101010101" charset="-122"/>
                <a:cs typeface="Times New Roman" panose="02020603050405020304" pitchFamily="18" charset="0"/>
              </a:rPr>
              <a:t>q </a:t>
            </a:r>
            <a:r>
              <a:rPr lang="zh-CN" altLang="en-US" sz="2400">
                <a:solidFill>
                  <a:schemeClr val="tx1"/>
                </a:solidFill>
                <a:latin typeface="Times New Roman" panose="02020603050405020304" pitchFamily="18" charset="0"/>
                <a:ea typeface="黑体" panose="02010609060101010101" charset="-122"/>
                <a:cs typeface="Times New Roman" panose="02020603050405020304" pitchFamily="18" charset="0"/>
              </a:rPr>
              <a:t>的充分条件，同时</a:t>
            </a:r>
            <a:r>
              <a:rPr lang="en-US" altLang="zh-CN" sz="2400">
                <a:solidFill>
                  <a:schemeClr val="tx1"/>
                </a:solidFill>
                <a:latin typeface="Times New Roman" panose="02020603050405020304" pitchFamily="18" charset="0"/>
                <a:ea typeface="黑体" panose="02010609060101010101" charset="-122"/>
                <a:cs typeface="Times New Roman" panose="02020603050405020304" pitchFamily="18" charset="0"/>
              </a:rPr>
              <a:t> </a:t>
            </a:r>
            <a:r>
              <a:rPr lang="en-US" altLang="zh-CN" sz="2400" b="1" i="1">
                <a:solidFill>
                  <a:schemeClr val="tx1"/>
                </a:solidFill>
                <a:latin typeface="Times New Roman" panose="02020603050405020304" pitchFamily="18" charset="0"/>
                <a:ea typeface="黑体" panose="02010609060101010101" charset="-122"/>
                <a:cs typeface="Times New Roman" panose="02020603050405020304" pitchFamily="18" charset="0"/>
              </a:rPr>
              <a:t>q </a:t>
            </a:r>
            <a:r>
              <a:rPr lang="zh-CN" altLang="en-US" sz="2400">
                <a:solidFill>
                  <a:schemeClr val="tx1"/>
                </a:solidFill>
                <a:latin typeface="Times New Roman" panose="02020603050405020304" pitchFamily="18" charset="0"/>
                <a:ea typeface="黑体" panose="02010609060101010101" charset="-122"/>
                <a:cs typeface="Times New Roman" panose="02020603050405020304" pitchFamily="18" charset="0"/>
              </a:rPr>
              <a:t>是</a:t>
            </a:r>
            <a:r>
              <a:rPr lang="en-US" altLang="zh-CN" sz="2400">
                <a:solidFill>
                  <a:schemeClr val="tx1"/>
                </a:solidFill>
                <a:latin typeface="Times New Roman" panose="02020603050405020304" pitchFamily="18" charset="0"/>
                <a:ea typeface="黑体" panose="02010609060101010101" charset="-122"/>
                <a:cs typeface="Times New Roman" panose="02020603050405020304" pitchFamily="18" charset="0"/>
              </a:rPr>
              <a:t> </a:t>
            </a:r>
            <a:r>
              <a:rPr lang="en-US" altLang="zh-CN" sz="2400" b="1" i="1">
                <a:solidFill>
                  <a:schemeClr val="tx1"/>
                </a:solidFill>
                <a:latin typeface="Times New Roman" panose="02020603050405020304" pitchFamily="18" charset="0"/>
                <a:ea typeface="黑体" panose="02010609060101010101" charset="-122"/>
                <a:cs typeface="Times New Roman" panose="02020603050405020304" pitchFamily="18" charset="0"/>
              </a:rPr>
              <a:t>p </a:t>
            </a:r>
            <a:r>
              <a:rPr lang="zh-CN" altLang="en-US" sz="2400">
                <a:solidFill>
                  <a:schemeClr val="tx1"/>
                </a:solidFill>
                <a:latin typeface="Times New Roman" panose="02020603050405020304" pitchFamily="18" charset="0"/>
                <a:ea typeface="黑体" panose="02010609060101010101" charset="-122"/>
                <a:cs typeface="Times New Roman" panose="02020603050405020304" pitchFamily="18" charset="0"/>
              </a:rPr>
              <a:t>的必要条件</a:t>
            </a:r>
            <a:r>
              <a:rPr lang="zh-CN" altLang="en-US" sz="2400" smtClean="0">
                <a:solidFill>
                  <a:schemeClr val="tx1"/>
                </a:solidFill>
                <a:latin typeface="Times New Roman" panose="02020603050405020304" pitchFamily="18" charset="0"/>
                <a:ea typeface="黑体" panose="02010609060101010101" charset="-122"/>
                <a:cs typeface="Times New Roman" panose="02020603050405020304" pitchFamily="18" charset="0"/>
              </a:rPr>
              <a:t>．</a:t>
            </a:r>
            <a:endParaRPr lang="en-US" altLang="zh-CN" sz="2400">
              <a:solidFill>
                <a:schemeClr val="tx1"/>
              </a:solidFill>
              <a:latin typeface="Times New Roman" panose="02020603050405020304" pitchFamily="18" charset="0"/>
              <a:ea typeface="黑体" panose="02010609060101010101" charset="-122"/>
              <a:cs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250" fill="hold">
                                          <p:stCondLst>
                                            <p:cond delay="0"/>
                                          </p:stCondLst>
                                        </p:cTn>
                                        <p:tgtEl>
                                          <p:spTgt spid="6"/>
                                        </p:tgtEl>
                                        <p:attrNameLst>
                                          <p:attrName>style.visibility</p:attrName>
                                        </p:attrNameLst>
                                      </p:cBhvr>
                                      <p:to>
                                        <p:strVal val="visible"/>
                                      </p:to>
                                    </p:set>
                                    <p:animEffect transition="in" filter="fade">
                                      <p:cBhvr>
                                        <p:cTn id="7" dur="2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7" name="组合 6" title=""/>
          <p:cNvGrpSpPr/>
          <p:nvPr>
            <p:custDataLst>
              <p:tags r:id="rId3"/>
            </p:custDataLst>
          </p:nvPr>
        </p:nvGrpSpPr>
        <p:grpSpPr>
          <a:xfrm>
            <a:off x="-587375" y="0"/>
            <a:ext cx="12779375" cy="6858000"/>
            <a:chOff x="-925" y="0"/>
            <a:chExt cx="20125" cy="10800"/>
          </a:xfrm>
        </p:grpSpPr>
        <p:pic>
          <p:nvPicPr>
            <p:cNvPr id="4" name="图片 3"/>
            <p:cNvPicPr>
              <a:picLocks noChangeAspect="1"/>
            </p:cNvPicPr>
            <p:nvPr>
              <p:custDataLst>
                <p:tags r:id="rId5"/>
              </p:custDataLst>
            </p:nvPr>
          </p:nvPicPr>
          <p:blipFill>
            <a:blip r:embed="rId4">
              <a:extLst>
                <a:ext uri="{28A0092B-C50C-407E-A947-70E740481C1C}">
                  <a14:useLocalDpi xmlns:a14="http://schemas.microsoft.com/office/drawing/2010/main" val="0"/>
                </a:ext>
              </a:extLst>
            </a:blip>
            <a:srcRect t="7813" b="7813"/>
            <a:stretch>
              <a:fillRect/>
            </a:stretch>
          </p:blipFill>
          <p:spPr>
            <a:xfrm>
              <a:off x="0" y="0"/>
              <a:ext cx="19200" cy="108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6" name="椭圆 5"/>
            <p:cNvSpPr/>
            <p:nvPr>
              <p:custDataLst>
                <p:tags r:id="rId6"/>
              </p:custDataLst>
            </p:nvPr>
          </p:nvSpPr>
          <p:spPr>
            <a:xfrm>
              <a:off x="-925" y="5963"/>
              <a:ext cx="2875" cy="2875"/>
            </a:xfrm>
            <a:prstGeom prst="ellipse">
              <a:avLst/>
            </a:prstGeom>
            <a:solidFill>
              <a:schemeClr val="accent2">
                <a:lumMod val="60000"/>
                <a:lumOff val="40000"/>
                <a:alpha val="38000"/>
              </a:schemeClr>
            </a:solidFill>
            <a:ln>
              <a:noFill/>
            </a:ln>
            <a:effectLst>
              <a:softEdge rad="4699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椭圆 4"/>
            <p:cNvSpPr/>
            <p:nvPr>
              <p:custDataLst>
                <p:tags r:id="rId7"/>
              </p:custDataLst>
            </p:nvPr>
          </p:nvSpPr>
          <p:spPr>
            <a:xfrm>
              <a:off x="9373" y="1081"/>
              <a:ext cx="2875" cy="2875"/>
            </a:xfrm>
            <a:prstGeom prst="ellipse">
              <a:avLst/>
            </a:prstGeom>
            <a:solidFill>
              <a:schemeClr val="accent2">
                <a:alpha val="38000"/>
              </a:schemeClr>
            </a:solidFill>
            <a:ln>
              <a:noFill/>
            </a:ln>
            <a:effectLst>
              <a:softEdge rad="4699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矩形: 圆角 13"/>
            <p:cNvSpPr/>
            <p:nvPr>
              <p:custDataLst>
                <p:tags r:id="rId8"/>
              </p:custDataLst>
            </p:nvPr>
          </p:nvSpPr>
          <p:spPr>
            <a:xfrm>
              <a:off x="1180" y="780"/>
              <a:ext cx="5400" cy="540"/>
            </a:xfrm>
            <a:prstGeom prst="roundRect">
              <a:avLst>
                <a:gd name="adj" fmla="val 50000"/>
              </a:avLst>
            </a:prstGeom>
            <a:gradFill flip="none" rotWithShape="1">
              <a:gsLst>
                <a:gs pos="0">
                  <a:srgbClr val="4076FD"/>
                </a:gs>
                <a:gs pos="100000">
                  <a:schemeClr val="accent2">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圆角 14"/>
            <p:cNvSpPr/>
            <p:nvPr>
              <p:custDataLst>
                <p:tags r:id="rId9"/>
              </p:custDataLst>
            </p:nvPr>
          </p:nvSpPr>
          <p:spPr>
            <a:xfrm>
              <a:off x="7592" y="9205"/>
              <a:ext cx="7020" cy="634"/>
            </a:xfrm>
            <a:prstGeom prst="roundRect">
              <a:avLst>
                <a:gd name="adj" fmla="val 50000"/>
              </a:avLst>
            </a:prstGeom>
            <a:gradFill flip="none" rotWithShape="1">
              <a:gsLst>
                <a:gs pos="0">
                  <a:srgbClr val="4076FD"/>
                </a:gs>
                <a:gs pos="100000">
                  <a:schemeClr val="accent2">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15"/>
            <p:cNvSpPr/>
            <p:nvPr>
              <p:custDataLst>
                <p:tags r:id="rId10"/>
              </p:custDataLst>
            </p:nvPr>
          </p:nvSpPr>
          <p:spPr>
            <a:xfrm>
              <a:off x="13364" y="10320"/>
              <a:ext cx="4800" cy="180"/>
            </a:xfrm>
            <a:prstGeom prst="roundRect">
              <a:avLst>
                <a:gd name="adj" fmla="val 50000"/>
              </a:avLst>
            </a:prstGeom>
            <a:gradFill flip="none" rotWithShape="1">
              <a:gsLst>
                <a:gs pos="0">
                  <a:srgbClr val="4076FD"/>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title=""/>
          <p:cNvGrpSpPr/>
          <p:nvPr>
            <p:custDataLst>
              <p:tags r:id="rId11"/>
            </p:custDataLst>
          </p:nvPr>
        </p:nvGrpSpPr>
        <p:grpSpPr>
          <a:xfrm flipH="1">
            <a:off x="914400" y="1318230"/>
            <a:ext cx="10363200" cy="4221540"/>
            <a:chOff x="838200" y="1460500"/>
            <a:chExt cx="9664700" cy="3937000"/>
          </a:xfrm>
        </p:grpSpPr>
        <p:sp>
          <p:nvSpPr>
            <p:cNvPr id="13" name="矩形: 圆角 12"/>
            <p:cNvSpPr/>
            <p:nvPr>
              <p:custDataLst>
                <p:tags r:id="rId12"/>
              </p:custDataLst>
            </p:nvPr>
          </p:nvSpPr>
          <p:spPr>
            <a:xfrm>
              <a:off x="838200" y="1460500"/>
              <a:ext cx="9664700" cy="3937000"/>
            </a:xfrm>
            <a:prstGeom prst="roundRect">
              <a:avLst>
                <a:gd name="adj" fmla="val 9794"/>
              </a:avLst>
            </a:prstGeom>
            <a:solidFill>
              <a:schemeClr val="bg1">
                <a:alpha val="8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custDataLst>
                <p:tags r:id="rId13"/>
              </p:custDataLst>
            </p:nvPr>
          </p:nvSpPr>
          <p:spPr>
            <a:xfrm>
              <a:off x="7683500" y="1460500"/>
              <a:ext cx="2819400" cy="2565400"/>
            </a:xfrm>
            <a:custGeom>
              <a:gdLst>
                <a:gd name="connsiteX0" fmla="*/ 29127 w 2819400"/>
                <a:gd name="connsiteY0" fmla="*/ 0 h 2565400"/>
                <a:gd name="connsiteX1" fmla="*/ 2433810 w 2819400"/>
                <a:gd name="connsiteY1" fmla="*/ 0 h 2565400"/>
                <a:gd name="connsiteX2" fmla="*/ 2819400 w 2819400"/>
                <a:gd name="connsiteY2" fmla="*/ 385590 h 2565400"/>
                <a:gd name="connsiteX3" fmla="*/ 2819400 w 2819400"/>
                <a:gd name="connsiteY3" fmla="*/ 2481938 h 2565400"/>
                <a:gd name="connsiteX4" fmla="*/ 2670411 w 2819400"/>
                <a:gd name="connsiteY4" fmla="*/ 2520247 h 2565400"/>
                <a:gd name="connsiteX5" fmla="*/ 2222500 w 2819400"/>
                <a:gd name="connsiteY5" fmla="*/ 2565400 h 2565400"/>
                <a:gd name="connsiteX6" fmla="*/ 0 w 2819400"/>
                <a:gd name="connsiteY6" fmla="*/ 342900 h 2565400"/>
                <a:gd name="connsiteX7" fmla="*/ 11475 w 2819400"/>
                <a:gd name="connsiteY7" fmla="*/ 115662 h 2565400"/>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19400" h="2565400">
                  <a:moveTo>
                    <a:pt x="29127" y="0"/>
                  </a:moveTo>
                  <a:lnTo>
                    <a:pt x="2433810" y="0"/>
                  </a:lnTo>
                  <a:cubicBezTo>
                    <a:pt x="2646765" y="0"/>
                    <a:pt x="2819400" y="172635"/>
                    <a:pt x="2819400" y="385590"/>
                  </a:cubicBezTo>
                  <a:lnTo>
                    <a:pt x="2819400" y="2481938"/>
                  </a:lnTo>
                  <a:lnTo>
                    <a:pt x="2670411" y="2520247"/>
                  </a:lnTo>
                  <a:cubicBezTo>
                    <a:pt x="2525732" y="2549852"/>
                    <a:pt x="2375932" y="2565400"/>
                    <a:pt x="2222500" y="2565400"/>
                  </a:cubicBezTo>
                  <a:cubicBezTo>
                    <a:pt x="995047" y="2565400"/>
                    <a:pt x="0" y="1570353"/>
                    <a:pt x="0" y="342900"/>
                  </a:cubicBezTo>
                  <a:cubicBezTo>
                    <a:pt x="0" y="266184"/>
                    <a:pt x="3887" y="190376"/>
                    <a:pt x="11475" y="115662"/>
                  </a:cubicBezTo>
                  <a:close/>
                </a:path>
              </a:pathLst>
            </a:custGeom>
            <a:gradFill flip="none" rotWithShape="1">
              <a:gsLst>
                <a:gs pos="0">
                  <a:srgbClr val="4076FD">
                    <a:alpha val="22000"/>
                  </a:srgbClr>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p:cNvSpPr/>
            <p:nvPr>
              <p:custDataLst>
                <p:tags r:id="rId14"/>
              </p:custDataLst>
            </p:nvPr>
          </p:nvSpPr>
          <p:spPr>
            <a:xfrm flipH="1" flipV="1">
              <a:off x="838200" y="3918350"/>
              <a:ext cx="1625600" cy="1479150"/>
            </a:xfrm>
            <a:custGeom>
              <a:gdLst>
                <a:gd name="connsiteX0" fmla="*/ 29127 w 2819400"/>
                <a:gd name="connsiteY0" fmla="*/ 0 h 2565400"/>
                <a:gd name="connsiteX1" fmla="*/ 2433810 w 2819400"/>
                <a:gd name="connsiteY1" fmla="*/ 0 h 2565400"/>
                <a:gd name="connsiteX2" fmla="*/ 2819400 w 2819400"/>
                <a:gd name="connsiteY2" fmla="*/ 385590 h 2565400"/>
                <a:gd name="connsiteX3" fmla="*/ 2819400 w 2819400"/>
                <a:gd name="connsiteY3" fmla="*/ 2481938 h 2565400"/>
                <a:gd name="connsiteX4" fmla="*/ 2670411 w 2819400"/>
                <a:gd name="connsiteY4" fmla="*/ 2520247 h 2565400"/>
                <a:gd name="connsiteX5" fmla="*/ 2222500 w 2819400"/>
                <a:gd name="connsiteY5" fmla="*/ 2565400 h 2565400"/>
                <a:gd name="connsiteX6" fmla="*/ 0 w 2819400"/>
                <a:gd name="connsiteY6" fmla="*/ 342900 h 2565400"/>
                <a:gd name="connsiteX7" fmla="*/ 11475 w 2819400"/>
                <a:gd name="connsiteY7" fmla="*/ 115662 h 2565400"/>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19400" h="2565400">
                  <a:moveTo>
                    <a:pt x="29127" y="0"/>
                  </a:moveTo>
                  <a:lnTo>
                    <a:pt x="2433810" y="0"/>
                  </a:lnTo>
                  <a:cubicBezTo>
                    <a:pt x="2646765" y="0"/>
                    <a:pt x="2819400" y="172635"/>
                    <a:pt x="2819400" y="385590"/>
                  </a:cubicBezTo>
                  <a:lnTo>
                    <a:pt x="2819400" y="2481938"/>
                  </a:lnTo>
                  <a:lnTo>
                    <a:pt x="2670411" y="2520247"/>
                  </a:lnTo>
                  <a:cubicBezTo>
                    <a:pt x="2525732" y="2549852"/>
                    <a:pt x="2375932" y="2565400"/>
                    <a:pt x="2222500" y="2565400"/>
                  </a:cubicBezTo>
                  <a:cubicBezTo>
                    <a:pt x="995047" y="2565400"/>
                    <a:pt x="0" y="1570353"/>
                    <a:pt x="0" y="342900"/>
                  </a:cubicBezTo>
                  <a:cubicBezTo>
                    <a:pt x="0" y="266184"/>
                    <a:pt x="3887" y="190376"/>
                    <a:pt x="11475" y="115662"/>
                  </a:cubicBezTo>
                  <a:close/>
                </a:path>
              </a:pathLst>
            </a:custGeom>
            <a:gradFill flip="none" rotWithShape="1">
              <a:gsLst>
                <a:gs pos="0">
                  <a:srgbClr val="4076FD">
                    <a:alpha val="61000"/>
                  </a:srgbClr>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2" name="组合 31" title=""/>
          <p:cNvGrpSpPr/>
          <p:nvPr>
            <p:custDataLst>
              <p:tags r:id="rId15"/>
            </p:custDataLst>
          </p:nvPr>
        </p:nvGrpSpPr>
        <p:grpSpPr>
          <a:xfrm flipH="1">
            <a:off x="10644249" y="2030170"/>
            <a:ext cx="176150" cy="780068"/>
            <a:chOff x="8290832" y="4887686"/>
            <a:chExt cx="296617" cy="1313542"/>
          </a:xfrm>
          <a:solidFill>
            <a:srgbClr val="4076FD"/>
          </a:solidFill>
        </p:grpSpPr>
        <p:grpSp>
          <p:nvGrpSpPr>
            <p:cNvPr id="33" name="组合 32"/>
            <p:cNvGrpSpPr/>
            <p:nvPr>
              <p:custDataLst>
                <p:tags r:id="rId16"/>
              </p:custDataLst>
            </p:nvPr>
          </p:nvGrpSpPr>
          <p:grpSpPr>
            <a:xfrm>
              <a:off x="8452757" y="5040086"/>
              <a:ext cx="134692" cy="1161142"/>
              <a:chOff x="8490857" y="4963886"/>
              <a:chExt cx="134692" cy="1161142"/>
            </a:xfrm>
            <a:grpFill/>
          </p:grpSpPr>
          <p:sp>
            <p:nvSpPr>
              <p:cNvPr id="40" name="等腰三角形 39"/>
              <p:cNvSpPr/>
              <p:nvPr>
                <p:custDataLst>
                  <p:tags r:id="rId17"/>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等腰三角形 40"/>
              <p:cNvSpPr/>
              <p:nvPr>
                <p:custDataLst>
                  <p:tags r:id="rId18"/>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等腰三角形 41"/>
              <p:cNvSpPr/>
              <p:nvPr>
                <p:custDataLst>
                  <p:tags r:id="rId19"/>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等腰三角形 42"/>
              <p:cNvSpPr/>
              <p:nvPr>
                <p:custDataLst>
                  <p:tags r:id="rId20"/>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等腰三角形 43"/>
              <p:cNvSpPr/>
              <p:nvPr>
                <p:custDataLst>
                  <p:tags r:id="rId21"/>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4" name="组合 33"/>
            <p:cNvGrpSpPr/>
            <p:nvPr>
              <p:custDataLst>
                <p:tags r:id="rId22"/>
              </p:custDataLst>
            </p:nvPr>
          </p:nvGrpSpPr>
          <p:grpSpPr>
            <a:xfrm>
              <a:off x="8290832" y="4887686"/>
              <a:ext cx="134692" cy="1161142"/>
              <a:chOff x="8490857" y="4963886"/>
              <a:chExt cx="134692" cy="1161142"/>
            </a:xfrm>
            <a:grpFill/>
          </p:grpSpPr>
          <p:sp>
            <p:nvSpPr>
              <p:cNvPr id="35" name="等腰三角形 34"/>
              <p:cNvSpPr/>
              <p:nvPr>
                <p:custDataLst>
                  <p:tags r:id="rId23"/>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custDataLst>
                  <p:tags r:id="rId24"/>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custDataLst>
                  <p:tags r:id="rId25"/>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等腰三角形 37"/>
              <p:cNvSpPr/>
              <p:nvPr>
                <p:custDataLst>
                  <p:tags r:id="rId26"/>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等腰三角形 38"/>
              <p:cNvSpPr/>
              <p:nvPr>
                <p:custDataLst>
                  <p:tags r:id="rId27"/>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45" name="组合 44" title=""/>
          <p:cNvGrpSpPr/>
          <p:nvPr>
            <p:custDataLst>
              <p:tags r:id="rId28"/>
            </p:custDataLst>
          </p:nvPr>
        </p:nvGrpSpPr>
        <p:grpSpPr>
          <a:xfrm flipH="1">
            <a:off x="1424049" y="4303470"/>
            <a:ext cx="176150" cy="780068"/>
            <a:chOff x="8290832" y="4887686"/>
            <a:chExt cx="296617" cy="1313542"/>
          </a:xfrm>
          <a:solidFill>
            <a:srgbClr val="4076FD"/>
          </a:solidFill>
        </p:grpSpPr>
        <p:grpSp>
          <p:nvGrpSpPr>
            <p:cNvPr id="46" name="组合 45"/>
            <p:cNvGrpSpPr/>
            <p:nvPr>
              <p:custDataLst>
                <p:tags r:id="rId29"/>
              </p:custDataLst>
            </p:nvPr>
          </p:nvGrpSpPr>
          <p:grpSpPr>
            <a:xfrm>
              <a:off x="8452757" y="5040086"/>
              <a:ext cx="134692" cy="1161142"/>
              <a:chOff x="8490857" y="4963886"/>
              <a:chExt cx="134692" cy="1161142"/>
            </a:xfrm>
            <a:grpFill/>
          </p:grpSpPr>
          <p:sp>
            <p:nvSpPr>
              <p:cNvPr id="53" name="等腰三角形 52"/>
              <p:cNvSpPr/>
              <p:nvPr>
                <p:custDataLst>
                  <p:tags r:id="rId30"/>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等腰三角形 53"/>
              <p:cNvSpPr/>
              <p:nvPr>
                <p:custDataLst>
                  <p:tags r:id="rId31"/>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p:custDataLst>
                  <p:tags r:id="rId32"/>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custDataLst>
                  <p:tags r:id="rId33"/>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等腰三角形 56"/>
              <p:cNvSpPr/>
              <p:nvPr>
                <p:custDataLst>
                  <p:tags r:id="rId34"/>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7" name="组合 46"/>
            <p:cNvGrpSpPr/>
            <p:nvPr>
              <p:custDataLst>
                <p:tags r:id="rId35"/>
              </p:custDataLst>
            </p:nvPr>
          </p:nvGrpSpPr>
          <p:grpSpPr>
            <a:xfrm>
              <a:off x="8290832" y="4887686"/>
              <a:ext cx="134692" cy="1161142"/>
              <a:chOff x="8490857" y="4963886"/>
              <a:chExt cx="134692" cy="1161142"/>
            </a:xfrm>
            <a:grpFill/>
          </p:grpSpPr>
          <p:sp>
            <p:nvSpPr>
              <p:cNvPr id="48" name="等腰三角形 47"/>
              <p:cNvSpPr/>
              <p:nvPr>
                <p:custDataLst>
                  <p:tags r:id="rId36"/>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等腰三角形 48"/>
              <p:cNvSpPr/>
              <p:nvPr>
                <p:custDataLst>
                  <p:tags r:id="rId37"/>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等腰三角形 49"/>
              <p:cNvSpPr/>
              <p:nvPr>
                <p:custDataLst>
                  <p:tags r:id="rId38"/>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等腰三角形 50"/>
              <p:cNvSpPr/>
              <p:nvPr>
                <p:custDataLst>
                  <p:tags r:id="rId39"/>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等腰三角形 51"/>
              <p:cNvSpPr/>
              <p:nvPr>
                <p:custDataLst>
                  <p:tags r:id="rId40"/>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 name="文本框 1" title=""/>
          <p:cNvSpPr txBox="1"/>
          <p:nvPr>
            <p:custDataLst>
              <p:tags r:id="rId41"/>
            </p:custDataLst>
          </p:nvPr>
        </p:nvSpPr>
        <p:spPr>
          <a:xfrm>
            <a:off x="2225040" y="2222500"/>
            <a:ext cx="4807585" cy="2861310"/>
          </a:xfrm>
          <a:prstGeom prst="rect">
            <a:avLst/>
          </a:prstGeom>
          <a:noFill/>
        </p:spPr>
        <p:txBody>
          <a:bodyPr wrap="square" rtlCol="0">
            <a:spAutoFit/>
          </a:bodyPr>
          <a:lstStyle/>
          <a:p>
            <a:r>
              <a:rPr lang="en-US" altLang="zh-CN" sz="18000">
                <a:gradFill>
                  <a:gsLst>
                    <a:gs pos="0">
                      <a:srgbClr val="4479FD"/>
                    </a:gs>
                    <a:gs pos="100000">
                      <a:srgbClr val="4175FC"/>
                    </a:gs>
                  </a:gsLst>
                  <a:lin ang="10800000" scaled="0"/>
                </a:gradFill>
                <a:latin typeface="黑体" panose="02010609060101010101" charset="-122"/>
                <a:ea typeface="黑体" panose="02010609060101010101" charset="-122"/>
              </a:rPr>
              <a:t>03</a:t>
            </a:r>
            <a:endParaRPr lang="zh-CN" altLang="en-US" sz="18000">
              <a:gradFill>
                <a:gsLst>
                  <a:gs pos="0">
                    <a:srgbClr val="4479FD"/>
                  </a:gs>
                  <a:gs pos="100000">
                    <a:srgbClr val="4175FC"/>
                  </a:gs>
                </a:gsLst>
                <a:lin ang="10800000" scaled="0"/>
              </a:gradFill>
              <a:latin typeface="黑体" panose="02010609060101010101" charset="-122"/>
              <a:ea typeface="黑体" panose="02010609060101010101" charset="-122"/>
            </a:endParaRPr>
          </a:p>
        </p:txBody>
      </p:sp>
      <p:sp>
        <p:nvSpPr>
          <p:cNvPr id="60" name="文本框 59" title=""/>
          <p:cNvSpPr txBox="1"/>
          <p:nvPr>
            <p:custDataLst>
              <p:tags r:id="rId42"/>
            </p:custDataLst>
          </p:nvPr>
        </p:nvSpPr>
        <p:spPr>
          <a:xfrm>
            <a:off x="5263515" y="3123565"/>
            <a:ext cx="4137660" cy="829945"/>
          </a:xfrm>
          <a:prstGeom prst="rect">
            <a:avLst/>
          </a:prstGeom>
          <a:noFill/>
        </p:spPr>
        <p:txBody>
          <a:bodyPr wrap="square" rtlCol="0">
            <a:spAutoFit/>
          </a:bodyPr>
          <a:lstStyle/>
          <a:p>
            <a:r>
              <a:rPr lang="zh-CN" altLang="en-US" sz="4800" b="1">
                <a:solidFill>
                  <a:schemeClr val="tx1">
                    <a:lumMod val="95000"/>
                    <a:lumOff val="5000"/>
                  </a:schemeClr>
                </a:solidFill>
                <a:latin typeface="微软雅黑" panose="020b0503020204020204" charset="-122"/>
                <a:ea typeface="微软雅黑" panose="020b0503020204020204" charset="-122"/>
              </a:rPr>
              <a:t>典</a:t>
            </a:r>
            <a:r>
              <a:rPr lang="zh-CN" altLang="en-US" sz="4800" b="1">
                <a:solidFill>
                  <a:srgbClr val="4378FD"/>
                </a:solidFill>
                <a:latin typeface="微软雅黑" panose="020b0503020204020204" charset="-122"/>
                <a:ea typeface="微软雅黑" panose="020b0503020204020204" charset="-122"/>
              </a:rPr>
              <a:t>型</a:t>
            </a:r>
            <a:r>
              <a:rPr lang="zh-CN" altLang="en-US" sz="4800" b="1">
                <a:solidFill>
                  <a:schemeClr val="tx1">
                    <a:lumMod val="95000"/>
                    <a:lumOff val="5000"/>
                  </a:schemeClr>
                </a:solidFill>
                <a:latin typeface="微软雅黑" panose="020b0503020204020204" charset="-122"/>
                <a:ea typeface="微软雅黑" panose="020b0503020204020204" charset="-122"/>
              </a:rPr>
              <a:t>例</a:t>
            </a:r>
            <a:r>
              <a:rPr lang="zh-CN" altLang="en-US" sz="4800" b="1">
                <a:solidFill>
                  <a:srgbClr val="4378FD"/>
                </a:solidFill>
                <a:latin typeface="微软雅黑" panose="020b0503020204020204" charset="-122"/>
                <a:ea typeface="微软雅黑" panose="020b0503020204020204" charset="-122"/>
              </a:rPr>
              <a:t>题</a:t>
            </a:r>
            <a:r>
              <a:rPr lang="zh-CN" altLang="en-US" sz="4800" b="1">
                <a:solidFill>
                  <a:schemeClr val="tx1">
                    <a:lumMod val="95000"/>
                    <a:lumOff val="5000"/>
                  </a:schemeClr>
                </a:solidFill>
                <a:latin typeface="微软雅黑" panose="020b0503020204020204" charset="-122"/>
                <a:ea typeface="微软雅黑" panose="020b0503020204020204" charset="-122"/>
              </a:rPr>
              <a:t>分</a:t>
            </a:r>
            <a:r>
              <a:rPr lang="zh-CN" altLang="en-US" sz="4800" b="1">
                <a:solidFill>
                  <a:srgbClr val="4378FD"/>
                </a:solidFill>
                <a:latin typeface="微软雅黑" panose="020b0503020204020204" charset="-122"/>
                <a:ea typeface="微软雅黑" panose="020b0503020204020204" charset="-122"/>
              </a:rPr>
              <a:t>析</a:t>
            </a:r>
            <a:endParaRPr lang="zh-CN" altLang="en-US" sz="4800" b="1">
              <a:solidFill>
                <a:srgbClr val="4378FD"/>
              </a:solidFill>
              <a:latin typeface="微软雅黑" panose="020b0503020204020204" charset="-122"/>
              <a:ea typeface="微软雅黑" panose="020b0503020204020204" charset="-122"/>
            </a:endParaRPr>
          </a:p>
        </p:txBody>
      </p:sp>
      <p:sp>
        <p:nvSpPr>
          <p:cNvPr id="11" name="文本框 10" title=""/>
          <p:cNvSpPr txBox="1"/>
          <p:nvPr>
            <p:custDataLst>
              <p:tags r:id="rId43"/>
            </p:custDataLst>
          </p:nvPr>
        </p:nvSpPr>
        <p:spPr>
          <a:xfrm>
            <a:off x="3700780" y="1657350"/>
            <a:ext cx="4791075" cy="405765"/>
          </a:xfrm>
          <a:prstGeom prst="rect">
            <a:avLst/>
          </a:prstGeom>
          <a:noFill/>
        </p:spPr>
        <p:txBody>
          <a:bodyPr wrap="square" rtlCol="0">
            <a:noAutofit/>
          </a:bodyPr>
          <a:lstStyle/>
          <a:p>
            <a:pPr algn="dist"/>
            <a:r>
              <a:rPr lang="en-US" altLang="zh-CN">
                <a:latin typeface="黑体" panose="02010609060101010101" charset="-122"/>
                <a:ea typeface="黑体" panose="02010609060101010101" charset="-122"/>
              </a:rPr>
              <a:t>充分条件与必要条件</a:t>
            </a:r>
            <a:endParaRPr lang="en-US" altLang="zh-CN">
              <a:latin typeface="黑体" panose="02010609060101010101" charset="-122"/>
              <a:ea typeface="黑体" panose="0201060906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2" presetClass="entr" presetSubtype="4" fill="hold" grpId="0" nodeType="afterEffect">
                                  <p:stCondLst>
                                    <p:cond delay="0"/>
                                  </p:stCondLst>
                                  <p:childTnLst>
                                    <p:set>
                                      <p:cBhvr>
                                        <p:cTn id="6" dur="250" fill="hold">
                                          <p:stCondLst>
                                            <p:cond delay="0"/>
                                          </p:stCondLst>
                                        </p:cTn>
                                        <p:tgtEl>
                                          <p:spTgt spid="60"/>
                                        </p:tgtEl>
                                        <p:attrNameLst>
                                          <p:attrName>style.visibility</p:attrName>
                                        </p:attrNameLst>
                                      </p:cBhvr>
                                      <p:to>
                                        <p:strVal val="visible"/>
                                      </p:to>
                                    </p:set>
                                    <p:anim calcmode="lin" valueType="num">
                                      <p:cBhvr additive="base">
                                        <p:cTn id="7" dur="250"/>
                                        <p:tgtEl>
                                          <p:spTgt spid="60"/>
                                        </p:tgtEl>
                                        <p:attrNameLst>
                                          <p:attrName>ppt_y</p:attrName>
                                        </p:attrNameLst>
                                      </p:cBhvr>
                                      <p:tavLst>
                                        <p:tav tm="0">
                                          <p:val>
                                            <p:strVal val="#ppt_y+#ppt_h*1.125000"/>
                                          </p:val>
                                        </p:tav>
                                        <p:tav tm="100000">
                                          <p:val>
                                            <p:strVal val="#ppt_y"/>
                                          </p:val>
                                        </p:tav>
                                      </p:tavLst>
                                    </p:anim>
                                    <p:animEffect transition="in" filter="wipe(up)">
                                      <p:cBhvr>
                                        <p:cTn id="8" dur="25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p:sld>
</file>

<file path=ppt/slides/slide2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BFCFE"/>
        </a:solidFill>
        <a:effectLst/>
      </p:bgPr>
    </p:bg>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title=""/>
          <p:cNvGrpSpPr/>
          <p:nvPr>
            <p:custDataLst>
              <p:tags r:id="rId8"/>
            </p:custDataLst>
          </p:nvPr>
        </p:nvGrpSpPr>
        <p:grpSpPr>
          <a:xfrm>
            <a:off x="577851" y="576471"/>
            <a:ext cx="5197474" cy="521970"/>
            <a:chOff x="330201" y="576471"/>
            <a:chExt cx="5197474" cy="521970"/>
          </a:xfrm>
        </p:grpSpPr>
        <p:sp>
          <p:nvSpPr>
            <p:cNvPr id="44" name="文本框 4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能力提升</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4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grpSp>
        <p:nvGrpSpPr>
          <p:cNvPr id="31" name="组合 30" title=""/>
          <p:cNvGrpSpPr/>
          <p:nvPr>
            <p:custDataLst>
              <p:tags r:id="rId11"/>
            </p:custDataLst>
          </p:nvPr>
        </p:nvGrpSpPr>
        <p:grpSpPr>
          <a:xfrm>
            <a:off x="578541" y="1147445"/>
            <a:ext cx="10951679" cy="2451735"/>
            <a:chOff x="904" y="1807"/>
            <a:chExt cx="17649" cy="3861"/>
          </a:xfrm>
        </p:grpSpPr>
        <p:sp>
          <p:nvSpPr>
            <p:cNvPr id="2" name="圆角矩形 1"/>
            <p:cNvSpPr/>
            <p:nvPr>
              <p:custDataLst>
                <p:tags r:id="rId12"/>
              </p:custDataLst>
            </p:nvPr>
          </p:nvSpPr>
          <p:spPr>
            <a:xfrm>
              <a:off x="904" y="2115"/>
              <a:ext cx="17649" cy="3553"/>
            </a:xfrm>
            <a:prstGeom prst="roundRect">
              <a:avLst/>
            </a:prstGeom>
            <a:noFill/>
            <a:ln w="12700" cmpd="sng">
              <a:gradFill>
                <a:gsLst>
                  <a:gs pos="4000">
                    <a:schemeClr val="accent2"/>
                  </a:gs>
                  <a:gs pos="100000">
                    <a:srgbClr val="5178FA"/>
                  </a:gs>
                </a:gsLst>
                <a:lin ang="20940000" scaled="1"/>
              </a:gra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4" name="圆角矩形 13"/>
            <p:cNvSpPr/>
            <p:nvPr>
              <p:custDataLst>
                <p:tags r:id="rId13"/>
              </p:custDataLst>
            </p:nvPr>
          </p:nvSpPr>
          <p:spPr>
            <a:xfrm>
              <a:off x="1463" y="1807"/>
              <a:ext cx="8163" cy="812"/>
            </a:xfrm>
            <a:prstGeom prst="roundRect">
              <a:avLst>
                <a:gd name="adj" fmla="val 50000"/>
              </a:avLst>
            </a:prstGeom>
            <a:gradFill>
              <a:gsLst>
                <a:gs pos="0">
                  <a:srgbClr val="4076FD"/>
                </a:gs>
                <a:gs pos="100000">
                  <a:srgbClr val="ED9466"/>
                </a:gs>
              </a:gsLst>
              <a:lin ang="144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400" b="1">
                  <a:latin typeface="黑体" panose="02010609060101010101" charset="-122"/>
                  <a:ea typeface="黑体" panose="02010609060101010101" charset="-122"/>
                  <a:cs typeface="黑体" panose="02010609060101010101" charset="-122"/>
                  <a:sym typeface="+mn-ea"/>
                </a:rPr>
                <a:t>题型一：</a:t>
              </a:r>
              <a:r>
                <a:rPr lang="en-US" altLang="zh-CN" sz="2400" b="1">
                  <a:latin typeface="黑体" panose="02010609060101010101" charset="-122"/>
                  <a:ea typeface="黑体" panose="02010609060101010101" charset="-122"/>
                  <a:cs typeface="黑体" panose="02010609060101010101" charset="-122"/>
                  <a:sym typeface="+mn-ea"/>
                </a:rPr>
                <a:t> </a:t>
              </a:r>
              <a:r>
                <a:rPr lang="zh-CN" altLang="en-US" sz="2400" b="1">
                  <a:latin typeface="黑体" panose="02010609060101010101" charset="-122"/>
                  <a:ea typeface="黑体" panose="02010609060101010101" charset="-122"/>
                  <a:cs typeface="黑体" panose="02010609060101010101" charset="-122"/>
                  <a:sym typeface="+mn-ea"/>
                </a:rPr>
                <a:t>充分条件的判断与探求</a:t>
              </a:r>
              <a:endParaRPr lang="zh-CN" altLang="en-US" sz="2400" b="1">
                <a:latin typeface="黑体" panose="02010609060101010101" charset="-122"/>
                <a:ea typeface="黑体" panose="02010609060101010101" charset="-122"/>
                <a:cs typeface="黑体" panose="02010609060101010101" charset="-122"/>
                <a:sym typeface="+mn-ea"/>
              </a:endParaRPr>
            </a:p>
          </p:txBody>
        </p:sp>
      </p:grpSp>
      <p:grpSp>
        <p:nvGrpSpPr>
          <p:cNvPr id="6" name="组合 5" title=""/>
          <p:cNvGrpSpPr/>
          <p:nvPr>
            <p:custDataLst>
              <p:tags r:id="rId14"/>
            </p:custDataLst>
          </p:nvPr>
        </p:nvGrpSpPr>
        <p:grpSpPr>
          <a:xfrm rot="5400000" flipH="1">
            <a:off x="11361799" y="426795"/>
            <a:ext cx="176150" cy="780068"/>
            <a:chOff x="8290832" y="4887686"/>
            <a:chExt cx="296617" cy="1313542"/>
          </a:xfrm>
          <a:solidFill>
            <a:srgbClr val="4076FD"/>
          </a:solidFill>
        </p:grpSpPr>
        <p:grpSp>
          <p:nvGrpSpPr>
            <p:cNvPr id="7" name="组合 6"/>
            <p:cNvGrpSpPr/>
            <p:nvPr>
              <p:custDataLst>
                <p:tags r:id="rId15"/>
              </p:custDataLst>
            </p:nvPr>
          </p:nvGrpSpPr>
          <p:grpSpPr>
            <a:xfrm>
              <a:off x="8452757" y="5040086"/>
              <a:ext cx="134692" cy="1161142"/>
              <a:chOff x="8490857" y="4963886"/>
              <a:chExt cx="134692" cy="1161142"/>
            </a:xfrm>
            <a:grpFill/>
          </p:grpSpPr>
          <p:sp>
            <p:nvSpPr>
              <p:cNvPr id="8" name="等腰三角形 7"/>
              <p:cNvSpPr/>
              <p:nvPr>
                <p:custDataLst>
                  <p:tags r:id="rId16"/>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等腰三角形 31"/>
              <p:cNvSpPr/>
              <p:nvPr>
                <p:custDataLst>
                  <p:tags r:id="rId17"/>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等腰三角形 32"/>
              <p:cNvSpPr/>
              <p:nvPr>
                <p:custDataLst>
                  <p:tags r:id="rId18"/>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custDataLst>
                  <p:tags r:id="rId19"/>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custDataLst>
                  <p:tags r:id="rId20"/>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6" name="组合 35"/>
            <p:cNvGrpSpPr/>
            <p:nvPr>
              <p:custDataLst>
                <p:tags r:id="rId21"/>
              </p:custDataLst>
            </p:nvPr>
          </p:nvGrpSpPr>
          <p:grpSpPr>
            <a:xfrm>
              <a:off x="8290832" y="4887686"/>
              <a:ext cx="134692" cy="1161142"/>
              <a:chOff x="8490857" y="4963886"/>
              <a:chExt cx="134692" cy="1161142"/>
            </a:xfrm>
            <a:grpFill/>
          </p:grpSpPr>
          <p:sp>
            <p:nvSpPr>
              <p:cNvPr id="37" name="等腰三角形 36"/>
              <p:cNvSpPr/>
              <p:nvPr>
                <p:custDataLst>
                  <p:tags r:id="rId22"/>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等腰三角形 37"/>
              <p:cNvSpPr/>
              <p:nvPr>
                <p:custDataLst>
                  <p:tags r:id="rId23"/>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等腰三角形 38"/>
              <p:cNvSpPr/>
              <p:nvPr>
                <p:custDataLst>
                  <p:tags r:id="rId24"/>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等腰三角形 39"/>
              <p:cNvSpPr/>
              <p:nvPr>
                <p:custDataLst>
                  <p:tags r:id="rId25"/>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等腰三角形 40"/>
              <p:cNvSpPr/>
              <p:nvPr>
                <p:custDataLst>
                  <p:tags r:id="rId26"/>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aphicFrame>
        <p:nvGraphicFramePr>
          <p:cNvPr id="10" name="对象 9" title="">
            <a:hlinkClick action="ppaction://ole?verb="/>
          </p:cNvPr>
          <p:cNvGraphicFramePr>
            <a:graphicFrameLocks noChangeAspect="1"/>
          </p:cNvGraphicFramePr>
          <p:nvPr>
            <p:custDataLst>
              <p:tags r:id="rId27"/>
            </p:custDataLst>
          </p:nvPr>
        </p:nvGraphicFramePr>
        <p:xfrm>
          <a:off x="659448" y="1680845"/>
          <a:ext cx="10658475" cy="1943735"/>
        </p:xfrm>
        <a:graphic>
          <a:graphicData uri="http://schemas.openxmlformats.org/presentationml/2006/ole">
            <mc:AlternateContent>
              <mc:Choice xmlns:v="urn:schemas-microsoft-com:vml" Requires="v">
                <p:oleObj spid="_x0000_s1055" r:id="rId28" imgW="5286375" imgH="962025" progId="Word.Document.12">
                  <p:embed/>
                </p:oleObj>
              </mc:Choice>
              <mc:Fallback>
                <p:oleObj r:id="rId28" imgW="5286375" imgH="962025" progId="Word.Document.12">
                  <p:embed/>
                  <p:pic>
                    <p:nvPicPr>
                      <p:cNvPr id="0" name="OLE substitute image"/>
                      <p:cNvPicPr/>
                      <p:nvPr/>
                    </p:nvPicPr>
                    <p:blipFill>
                      <a:blip r:embed="rId29"/>
                      <a:stretch>
                        <a:fillRect/>
                      </a:stretch>
                    </p:blipFill>
                    <p:spPr>
                      <a:xfrm>
                        <a:off x="659448" y="1680845"/>
                        <a:ext cx="10658475" cy="1943735"/>
                      </a:xfrm>
                      <a:prstGeom prst="rect">
                        <a:avLst/>
                      </a:prstGeom>
                    </p:spPr>
                  </p:pic>
                </p:oleObj>
              </mc:Fallback>
            </mc:AlternateContent>
          </a:graphicData>
        </a:graphic>
      </p:graphicFrame>
      <p:grpSp>
        <p:nvGrpSpPr>
          <p:cNvPr id="18" name="组合 17" title=""/>
          <p:cNvGrpSpPr/>
          <p:nvPr>
            <p:custDataLst>
              <p:tags r:id="rId30"/>
            </p:custDataLst>
          </p:nvPr>
        </p:nvGrpSpPr>
        <p:grpSpPr>
          <a:xfrm>
            <a:off x="815975" y="3719830"/>
            <a:ext cx="10658475" cy="2907030"/>
            <a:chOff x="1483" y="5858"/>
            <a:chExt cx="16785" cy="4578"/>
          </a:xfrm>
        </p:grpSpPr>
        <p:graphicFrame>
          <p:nvGraphicFramePr>
            <p:cNvPr id="15" name="对象 14">
              <a:hlinkClick action="ppaction://ole?verb="/>
            </p:cNvPr>
            <p:cNvGraphicFramePr>
              <a:graphicFrameLocks noChangeAspect="1"/>
            </p:cNvGraphicFramePr>
            <p:nvPr>
              <p:custDataLst>
                <p:tags r:id="rId31"/>
              </p:custDataLst>
            </p:nvPr>
          </p:nvGraphicFramePr>
          <p:xfrm>
            <a:off x="1483" y="5858"/>
            <a:ext cx="16785" cy="4578"/>
          </p:xfrm>
          <a:graphic>
            <a:graphicData uri="http://schemas.openxmlformats.org/presentationml/2006/ole">
              <mc:AlternateContent>
                <mc:Choice xmlns:v="urn:schemas-microsoft-com:vml" Requires="v">
                  <p:oleObj spid="_x0000_s1056" r:id="rId32" imgW="5286375" imgH="1438275" progId="Word.Document.12">
                    <p:embed/>
                  </p:oleObj>
                </mc:Choice>
                <mc:Fallback>
                  <p:oleObj r:id="rId32" imgW="5286375" imgH="1438275" progId="Word.Document.12">
                    <p:embed/>
                    <p:pic>
                      <p:nvPicPr>
                        <p:cNvPr id="0" name="OLE substitute image"/>
                        <p:cNvPicPr/>
                        <p:nvPr/>
                      </p:nvPicPr>
                      <p:blipFill>
                        <a:blip r:embed="rId33"/>
                        <a:stretch>
                          <a:fillRect/>
                        </a:stretch>
                      </p:blipFill>
                      <p:spPr>
                        <a:xfrm>
                          <a:off x="1483" y="5858"/>
                          <a:ext cx="16785" cy="4578"/>
                        </a:xfrm>
                        <a:prstGeom prst="rect">
                          <a:avLst/>
                        </a:prstGeom>
                      </p:spPr>
                    </p:pic>
                  </p:oleObj>
                </mc:Fallback>
              </mc:AlternateContent>
            </a:graphicData>
          </a:graphic>
        </p:graphicFrame>
        <p:cxnSp>
          <p:nvCxnSpPr>
            <p:cNvPr id="17" name="直接连接符 16"/>
            <p:cNvCxnSpPr/>
            <p:nvPr>
              <p:custDataLst>
                <p:tags r:id="rId34"/>
              </p:custDataLst>
            </p:nvPr>
          </p:nvCxnSpPr>
          <p:spPr>
            <a:xfrm flipH="1">
              <a:off x="5340" y="8298"/>
              <a:ext cx="144" cy="336"/>
            </a:xfrm>
            <a:prstGeom prst="line">
              <a:avLst/>
            </a:prstGeom>
            <a:ln w="19050">
              <a:solidFill>
                <a:schemeClr val="tx1"/>
              </a:solidFill>
            </a:ln>
          </p:spPr>
          <p:style>
            <a:lnRef idx="2">
              <a:schemeClr val="accent1"/>
            </a:lnRef>
            <a:fillRef idx="0">
              <a:srgbClr val="FFFFFF"/>
            </a:fillRef>
            <a:effectRef idx="0">
              <a:srgbClr val="FFFFFF"/>
            </a:effectRef>
            <a:fontRef idx="minor">
              <a:schemeClr val="tx1"/>
            </a:fontRef>
          </p:style>
        </p:cxnSp>
      </p:grpSp>
      <p:grpSp>
        <p:nvGrpSpPr>
          <p:cNvPr id="21" name="组合 20" title=""/>
          <p:cNvGrpSpPr/>
          <p:nvPr>
            <p:custDataLst>
              <p:tags r:id="rId35"/>
            </p:custDataLst>
          </p:nvPr>
        </p:nvGrpSpPr>
        <p:grpSpPr>
          <a:xfrm>
            <a:off x="577850" y="3719830"/>
            <a:ext cx="10952480" cy="2823845"/>
            <a:chOff x="910" y="5878"/>
            <a:chExt cx="17248" cy="4447"/>
          </a:xfrm>
        </p:grpSpPr>
        <p:sp>
          <p:nvSpPr>
            <p:cNvPr id="20" name="圆角矩形 19"/>
            <p:cNvSpPr/>
            <p:nvPr>
              <p:custDataLst>
                <p:tags r:id="rId36"/>
              </p:custDataLst>
            </p:nvPr>
          </p:nvSpPr>
          <p:spPr>
            <a:xfrm>
              <a:off x="910" y="5878"/>
              <a:ext cx="17241" cy="4447"/>
            </a:xfrm>
            <a:prstGeom prst="roundRect">
              <a:avLst>
                <a:gd name="adj" fmla="val 20087"/>
              </a:avLst>
            </a:prstGeom>
            <a:solidFill>
              <a:srgbClr val="F8FAFF"/>
            </a:solidFill>
            <a:ln>
              <a:gradFill>
                <a:gsLst>
                  <a:gs pos="0">
                    <a:schemeClr val="accent2"/>
                  </a:gs>
                  <a:gs pos="100000">
                    <a:srgbClr val="537AFA"/>
                  </a:gs>
                </a:gsLst>
                <a:lin ang="12600000" scaled="0"/>
              </a:gra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9" name="文本框 18"/>
            <p:cNvSpPr txBox="1"/>
            <p:nvPr>
              <p:custDataLst>
                <p:tags r:id="rId37"/>
              </p:custDataLst>
            </p:nvPr>
          </p:nvSpPr>
          <p:spPr>
            <a:xfrm>
              <a:off x="912" y="6378"/>
              <a:ext cx="17246" cy="3585"/>
            </a:xfrm>
            <a:prstGeom prst="rect">
              <a:avLst/>
            </a:prstGeom>
            <a:noFill/>
            <a:ln>
              <a:noFill/>
              <a:prstDash val="dash"/>
            </a:ln>
          </p:spPr>
          <p:txBody>
            <a:bodyPr wrap="square" rtlCol="0" anchor="ctr" anchorCtr="0">
              <a:noAutofit/>
            </a:bodyPr>
            <a:lstStyle/>
            <a:p>
              <a:pPr algn="ctr"/>
              <a:r>
                <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rPr>
                <a:t>定义法判断充分条件的步骤：</a:t>
              </a:r>
              <a:endParaRPr lang="zh-CN" altLang="en-US" sz="2400">
                <a:latin typeface="Times New Roman" panose="02020603050405020304" pitchFamily="18" charset="0"/>
                <a:ea typeface="黑体" panose="02010609060101010101" charset="-122"/>
                <a:cs typeface="Times New Roman" panose="02020603050405020304" pitchFamily="18" charset="0"/>
              </a:endParaRPr>
            </a:p>
            <a:p>
              <a:pPr indent="528955" fontAlgn="auto"/>
              <a:r>
                <a:rPr lang="zh-CN" altLang="en-US" sz="2400">
                  <a:latin typeface="Times New Roman" panose="02020603050405020304" pitchFamily="18" charset="0"/>
                  <a:ea typeface="黑体" panose="02010609060101010101" charset="-122"/>
                  <a:cs typeface="Times New Roman" panose="02020603050405020304" pitchFamily="18" charset="0"/>
                </a:rPr>
                <a:t>(1)分清“条件”与“结论”.</a:t>
              </a:r>
              <a:endParaRPr lang="zh-CN" altLang="en-US" sz="2400">
                <a:latin typeface="Times New Roman" panose="02020603050405020304" pitchFamily="18" charset="0"/>
                <a:ea typeface="黑体" panose="02010609060101010101" charset="-122"/>
                <a:cs typeface="Times New Roman" panose="02020603050405020304" pitchFamily="18" charset="0"/>
              </a:endParaRPr>
            </a:p>
            <a:p>
              <a:pPr indent="528955" fontAlgn="auto"/>
              <a:r>
                <a:rPr lang="zh-CN" altLang="en-US" sz="2400">
                  <a:latin typeface="Times New Roman" panose="02020603050405020304" pitchFamily="18" charset="0"/>
                  <a:ea typeface="黑体" panose="02010609060101010101" charset="-122"/>
                  <a:cs typeface="Times New Roman" panose="02020603050405020304" pitchFamily="18" charset="0"/>
                </a:rPr>
                <a:t>(2)判断条件能否推出结论.</a:t>
              </a:r>
              <a:endParaRPr lang="zh-CN" altLang="en-US" sz="2400">
                <a:latin typeface="Times New Roman" panose="02020603050405020304" pitchFamily="18" charset="0"/>
                <a:ea typeface="黑体" panose="02010609060101010101" charset="-122"/>
                <a:cs typeface="Times New Roman" panose="02020603050405020304" pitchFamily="18" charset="0"/>
              </a:endParaRPr>
            </a:p>
            <a:p>
              <a:pPr indent="528955" fontAlgn="auto"/>
              <a:r>
                <a:rPr lang="zh-CN" altLang="en-US" sz="2400">
                  <a:latin typeface="Times New Roman" panose="02020603050405020304" pitchFamily="18" charset="0"/>
                  <a:ea typeface="黑体" panose="02010609060101010101" charset="-122"/>
                  <a:cs typeface="Times New Roman" panose="02020603050405020304" pitchFamily="18" charset="0"/>
                </a:rPr>
                <a:t>(3)下结论：若“条件结论”，则是的充分条件；若“条件结论”，则不是的充分条件.</a:t>
              </a:r>
              <a:endParaRPr lang="zh-CN" altLang="en-US" sz="2400">
                <a:latin typeface="Times New Roman" panose="02020603050405020304" pitchFamily="18" charset="0"/>
                <a:ea typeface="黑体" panose="02010609060101010101" charset="-122"/>
                <a:cs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250" fill="hold">
                                          <p:stCondLst>
                                            <p:cond delay="0"/>
                                          </p:stCondLst>
                                        </p:cTn>
                                        <p:tgtEl>
                                          <p:spTgt spid="18"/>
                                        </p:tgtEl>
                                        <p:attrNameLst>
                                          <p:attrName>style.visibility</p:attrName>
                                        </p:attrNameLst>
                                      </p:cBhvr>
                                      <p:to>
                                        <p:strVal val="visible"/>
                                      </p:to>
                                    </p:set>
                                    <p:animEffect transition="in" filter="strips(downRight)">
                                      <p:cBhvr>
                                        <p:cTn id="7" dur="250"/>
                                        <p:tgtEl>
                                          <p:spTgt spid="18"/>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 presetClass="exit" presetSubtype="0" fill="hold" nodeType="clickEffect">
                                  <p:stCondLst>
                                    <p:cond delay="0"/>
                                  </p:stCondLst>
                                  <p:childTnLst>
                                    <p:set>
                                      <p:cBhvr>
                                        <p:cTn id="11" dur="1" fill="hold">
                                          <p:stCondLst>
                                            <p:cond delay="0"/>
                                          </p:stCondLst>
                                        </p:cTn>
                                        <p:tgtEl>
                                          <p:spTgt spid="18"/>
                                        </p:tgtEl>
                                        <p:attrNameLst>
                                          <p:attrName>style.visibility</p:attrName>
                                        </p:attrNameLst>
                                      </p:cBhvr>
                                      <p:to>
                                        <p:strVal val="hidden"/>
                                      </p:to>
                                    </p:set>
                                  </p:childTnLst>
                                </p:cTn>
                              </p:par>
                              <p:par>
                                <p:cTn id="12" presetID="18" presetClass="entr" presetSubtype="6" fill="hold" nodeType="withEffect">
                                  <p:stCondLst>
                                    <p:cond delay="0"/>
                                  </p:stCondLst>
                                  <p:childTnLst>
                                    <p:set>
                                      <p:cBhvr>
                                        <p:cTn id="13" dur="250" fill="hold">
                                          <p:stCondLst>
                                            <p:cond delay="0"/>
                                          </p:stCondLst>
                                        </p:cTn>
                                        <p:tgtEl>
                                          <p:spTgt spid="21"/>
                                        </p:tgtEl>
                                        <p:attrNameLst>
                                          <p:attrName>style.visibility</p:attrName>
                                        </p:attrNameLst>
                                      </p:cBhvr>
                                      <p:to>
                                        <p:strVal val="visible"/>
                                      </p:to>
                                    </p:set>
                                    <p:animEffect transition="in" filter="strips(downRight)">
                                      <p:cBhvr>
                                        <p:cTn id="14"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BFCFE"/>
        </a:solidFill>
        <a:effectLst/>
      </p:bgPr>
    </p:bg>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title=""/>
          <p:cNvGrpSpPr/>
          <p:nvPr>
            <p:custDataLst>
              <p:tags r:id="rId8"/>
            </p:custDataLst>
          </p:nvPr>
        </p:nvGrpSpPr>
        <p:grpSpPr>
          <a:xfrm>
            <a:off x="577851" y="576471"/>
            <a:ext cx="5197474" cy="521970"/>
            <a:chOff x="330201" y="576471"/>
            <a:chExt cx="5197474" cy="521970"/>
          </a:xfrm>
        </p:grpSpPr>
        <p:sp>
          <p:nvSpPr>
            <p:cNvPr id="44" name="文本框 4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能力提升</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4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grpSp>
        <p:nvGrpSpPr>
          <p:cNvPr id="31" name="组合 30" title=""/>
          <p:cNvGrpSpPr/>
          <p:nvPr>
            <p:custDataLst>
              <p:tags r:id="rId11"/>
            </p:custDataLst>
          </p:nvPr>
        </p:nvGrpSpPr>
        <p:grpSpPr>
          <a:xfrm>
            <a:off x="578541" y="1147445"/>
            <a:ext cx="10951679" cy="2009140"/>
            <a:chOff x="904" y="1807"/>
            <a:chExt cx="17649" cy="3164"/>
          </a:xfrm>
        </p:grpSpPr>
        <p:sp>
          <p:nvSpPr>
            <p:cNvPr id="2" name="圆角矩形 1"/>
            <p:cNvSpPr/>
            <p:nvPr>
              <p:custDataLst>
                <p:tags r:id="rId12"/>
              </p:custDataLst>
            </p:nvPr>
          </p:nvSpPr>
          <p:spPr>
            <a:xfrm>
              <a:off x="904" y="2115"/>
              <a:ext cx="17649" cy="2856"/>
            </a:xfrm>
            <a:prstGeom prst="roundRect">
              <a:avLst/>
            </a:prstGeom>
            <a:noFill/>
            <a:ln w="12700" cmpd="sng">
              <a:gradFill>
                <a:gsLst>
                  <a:gs pos="4000">
                    <a:schemeClr val="accent2"/>
                  </a:gs>
                  <a:gs pos="100000">
                    <a:srgbClr val="5178FA"/>
                  </a:gs>
                </a:gsLst>
                <a:lin ang="20940000" scaled="1"/>
              </a:gra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4" name="圆角矩形 13"/>
            <p:cNvSpPr/>
            <p:nvPr>
              <p:custDataLst>
                <p:tags r:id="rId13"/>
              </p:custDataLst>
            </p:nvPr>
          </p:nvSpPr>
          <p:spPr>
            <a:xfrm>
              <a:off x="1463" y="1807"/>
              <a:ext cx="8163" cy="812"/>
            </a:xfrm>
            <a:prstGeom prst="roundRect">
              <a:avLst>
                <a:gd name="adj" fmla="val 50000"/>
              </a:avLst>
            </a:prstGeom>
            <a:gradFill>
              <a:gsLst>
                <a:gs pos="0">
                  <a:srgbClr val="4076FD"/>
                </a:gs>
                <a:gs pos="100000">
                  <a:srgbClr val="ED9466"/>
                </a:gs>
              </a:gsLst>
              <a:lin ang="144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400" b="1">
                  <a:latin typeface="黑体" panose="02010609060101010101" charset="-122"/>
                  <a:ea typeface="黑体" panose="02010609060101010101" charset="-122"/>
                  <a:cs typeface="黑体" panose="02010609060101010101" charset="-122"/>
                  <a:sym typeface="+mn-ea"/>
                </a:rPr>
                <a:t>题型二：</a:t>
              </a:r>
              <a:r>
                <a:rPr lang="en-US" altLang="zh-CN" sz="2400" b="1">
                  <a:latin typeface="黑体" panose="02010609060101010101" charset="-122"/>
                  <a:ea typeface="黑体" panose="02010609060101010101" charset="-122"/>
                  <a:cs typeface="黑体" panose="02010609060101010101" charset="-122"/>
                  <a:sym typeface="+mn-ea"/>
                </a:rPr>
                <a:t> </a:t>
              </a:r>
              <a:r>
                <a:rPr lang="zh-CN" altLang="en-US" sz="2400" b="1">
                  <a:latin typeface="黑体" panose="02010609060101010101" charset="-122"/>
                  <a:ea typeface="黑体" panose="02010609060101010101" charset="-122"/>
                  <a:cs typeface="黑体" panose="02010609060101010101" charset="-122"/>
                  <a:sym typeface="+mn-ea"/>
                </a:rPr>
                <a:t>必要条件的判断与探求</a:t>
              </a:r>
              <a:endParaRPr lang="zh-CN" altLang="en-US" sz="2400" b="1">
                <a:latin typeface="黑体" panose="02010609060101010101" charset="-122"/>
                <a:ea typeface="黑体" panose="02010609060101010101" charset="-122"/>
                <a:cs typeface="黑体" panose="02010609060101010101" charset="-122"/>
                <a:sym typeface="+mn-ea"/>
              </a:endParaRPr>
            </a:p>
          </p:txBody>
        </p:sp>
      </p:grpSp>
      <p:grpSp>
        <p:nvGrpSpPr>
          <p:cNvPr id="6" name="组合 5" title=""/>
          <p:cNvGrpSpPr/>
          <p:nvPr>
            <p:custDataLst>
              <p:tags r:id="rId14"/>
            </p:custDataLst>
          </p:nvPr>
        </p:nvGrpSpPr>
        <p:grpSpPr>
          <a:xfrm rot="5400000" flipH="1">
            <a:off x="11361799" y="426795"/>
            <a:ext cx="176150" cy="780068"/>
            <a:chOff x="8290832" y="4887686"/>
            <a:chExt cx="296617" cy="1313542"/>
          </a:xfrm>
          <a:solidFill>
            <a:srgbClr val="4076FD"/>
          </a:solidFill>
        </p:grpSpPr>
        <p:grpSp>
          <p:nvGrpSpPr>
            <p:cNvPr id="7" name="组合 6"/>
            <p:cNvGrpSpPr/>
            <p:nvPr>
              <p:custDataLst>
                <p:tags r:id="rId15"/>
              </p:custDataLst>
            </p:nvPr>
          </p:nvGrpSpPr>
          <p:grpSpPr>
            <a:xfrm>
              <a:off x="8452757" y="5040086"/>
              <a:ext cx="134692" cy="1161142"/>
              <a:chOff x="8490857" y="4963886"/>
              <a:chExt cx="134692" cy="1161142"/>
            </a:xfrm>
            <a:grpFill/>
          </p:grpSpPr>
          <p:sp>
            <p:nvSpPr>
              <p:cNvPr id="8" name="等腰三角形 7"/>
              <p:cNvSpPr/>
              <p:nvPr>
                <p:custDataLst>
                  <p:tags r:id="rId16"/>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等腰三角形 31"/>
              <p:cNvSpPr/>
              <p:nvPr>
                <p:custDataLst>
                  <p:tags r:id="rId17"/>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等腰三角形 32"/>
              <p:cNvSpPr/>
              <p:nvPr>
                <p:custDataLst>
                  <p:tags r:id="rId18"/>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custDataLst>
                  <p:tags r:id="rId19"/>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custDataLst>
                  <p:tags r:id="rId20"/>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6" name="组合 35"/>
            <p:cNvGrpSpPr/>
            <p:nvPr>
              <p:custDataLst>
                <p:tags r:id="rId21"/>
              </p:custDataLst>
            </p:nvPr>
          </p:nvGrpSpPr>
          <p:grpSpPr>
            <a:xfrm>
              <a:off x="8290832" y="4887686"/>
              <a:ext cx="134692" cy="1161142"/>
              <a:chOff x="8490857" y="4963886"/>
              <a:chExt cx="134692" cy="1161142"/>
            </a:xfrm>
            <a:grpFill/>
          </p:grpSpPr>
          <p:sp>
            <p:nvSpPr>
              <p:cNvPr id="37" name="等腰三角形 36"/>
              <p:cNvSpPr/>
              <p:nvPr>
                <p:custDataLst>
                  <p:tags r:id="rId22"/>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等腰三角形 37"/>
              <p:cNvSpPr/>
              <p:nvPr>
                <p:custDataLst>
                  <p:tags r:id="rId23"/>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等腰三角形 38"/>
              <p:cNvSpPr/>
              <p:nvPr>
                <p:custDataLst>
                  <p:tags r:id="rId24"/>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等腰三角形 39"/>
              <p:cNvSpPr/>
              <p:nvPr>
                <p:custDataLst>
                  <p:tags r:id="rId25"/>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等腰三角形 40"/>
              <p:cNvSpPr/>
              <p:nvPr>
                <p:custDataLst>
                  <p:tags r:id="rId26"/>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aphicFrame>
        <p:nvGraphicFramePr>
          <p:cNvPr id="3" name="对象 2" title="">
            <a:hlinkClick action="ppaction://ole?verb="/>
          </p:cNvPr>
          <p:cNvGraphicFramePr>
            <a:graphicFrameLocks noChangeAspect="1"/>
          </p:cNvGraphicFramePr>
          <p:nvPr>
            <p:custDataLst>
              <p:tags r:id="rId27"/>
            </p:custDataLst>
          </p:nvPr>
        </p:nvGraphicFramePr>
        <p:xfrm>
          <a:off x="841693" y="1713230"/>
          <a:ext cx="10658475" cy="1463675"/>
        </p:xfrm>
        <a:graphic>
          <a:graphicData uri="http://schemas.openxmlformats.org/presentationml/2006/ole">
            <mc:AlternateContent>
              <mc:Choice xmlns:v="urn:schemas-microsoft-com:vml" Requires="v">
                <p:oleObj spid="_x0000_s1057" r:id="rId28" imgW="5286375" imgH="723900" progId="Word.Document.12">
                  <p:embed/>
                </p:oleObj>
              </mc:Choice>
              <mc:Fallback>
                <p:oleObj r:id="rId28" imgW="5286375" imgH="723900" progId="Word.Document.12">
                  <p:embed/>
                  <p:pic>
                    <p:nvPicPr>
                      <p:cNvPr id="0" name="OLE substitute image"/>
                      <p:cNvPicPr/>
                      <p:nvPr/>
                    </p:nvPicPr>
                    <p:blipFill>
                      <a:blip r:embed="rId29"/>
                      <a:stretch>
                        <a:fillRect/>
                      </a:stretch>
                    </p:blipFill>
                    <p:spPr>
                      <a:xfrm>
                        <a:off x="841693" y="1713230"/>
                        <a:ext cx="10658475" cy="1463675"/>
                      </a:xfrm>
                      <a:prstGeom prst="rect">
                        <a:avLst/>
                      </a:prstGeom>
                    </p:spPr>
                  </p:pic>
                </p:oleObj>
              </mc:Fallback>
            </mc:AlternateContent>
          </a:graphicData>
        </a:graphic>
      </p:graphicFrame>
      <p:grpSp>
        <p:nvGrpSpPr>
          <p:cNvPr id="24" name="组合 23" title=""/>
          <p:cNvGrpSpPr/>
          <p:nvPr>
            <p:custDataLst>
              <p:tags r:id="rId30"/>
            </p:custDataLst>
          </p:nvPr>
        </p:nvGrpSpPr>
        <p:grpSpPr>
          <a:xfrm>
            <a:off x="780415" y="3291205"/>
            <a:ext cx="10657840" cy="3578860"/>
            <a:chOff x="1229" y="5183"/>
            <a:chExt cx="16784" cy="5636"/>
          </a:xfrm>
        </p:grpSpPr>
        <p:graphicFrame>
          <p:nvGraphicFramePr>
            <p:cNvPr id="5" name="对象 4">
              <a:hlinkClick action="ppaction://ole?verb="/>
            </p:cNvPr>
            <p:cNvGraphicFramePr>
              <a:graphicFrameLocks noChangeAspect="1"/>
            </p:cNvGraphicFramePr>
            <p:nvPr>
              <p:custDataLst>
                <p:tags r:id="rId31"/>
              </p:custDataLst>
            </p:nvPr>
          </p:nvGraphicFramePr>
          <p:xfrm>
            <a:off x="1229" y="5183"/>
            <a:ext cx="16785" cy="5637"/>
          </p:xfrm>
          <a:graphic>
            <a:graphicData uri="http://schemas.openxmlformats.org/presentationml/2006/ole">
              <mc:AlternateContent>
                <mc:Choice xmlns:v="urn:schemas-microsoft-com:vml" Requires="v">
                  <p:oleObj spid="_x0000_s1058" r:id="rId32" imgW="5286375" imgH="1771650" progId="Word.Document.12">
                    <p:embed/>
                  </p:oleObj>
                </mc:Choice>
                <mc:Fallback>
                  <p:oleObj r:id="rId32" imgW="5286375" imgH="1771650" progId="Word.Document.12">
                    <p:embed/>
                    <p:pic>
                      <p:nvPicPr>
                        <p:cNvPr id="0" name="OLE substitute image"/>
                        <p:cNvPicPr/>
                        <p:nvPr/>
                      </p:nvPicPr>
                      <p:blipFill>
                        <a:blip r:embed="rId33"/>
                        <a:stretch>
                          <a:fillRect/>
                        </a:stretch>
                      </p:blipFill>
                      <p:spPr>
                        <a:xfrm>
                          <a:off x="1229" y="5183"/>
                          <a:ext cx="16785" cy="5637"/>
                        </a:xfrm>
                        <a:prstGeom prst="rect">
                          <a:avLst/>
                        </a:prstGeom>
                      </p:spPr>
                    </p:pic>
                  </p:oleObj>
                </mc:Fallback>
              </mc:AlternateContent>
            </a:graphicData>
          </a:graphic>
        </p:graphicFrame>
        <p:sp>
          <p:nvSpPr>
            <p:cNvPr id="23" name="文本框 22"/>
            <p:cNvSpPr txBox="1"/>
            <p:nvPr>
              <p:custDataLst>
                <p:tags r:id="rId34"/>
              </p:custDataLst>
            </p:nvPr>
          </p:nvSpPr>
          <p:spPr>
            <a:xfrm>
              <a:off x="11380" y="6136"/>
              <a:ext cx="1008" cy="1016"/>
            </a:xfrm>
            <a:prstGeom prst="rect">
              <a:avLst/>
            </a:prstGeom>
            <a:noFill/>
          </p:spPr>
          <p:txBody>
            <a:bodyPr wrap="none" rtlCol="0" anchor="t">
              <a:spAutoFit/>
            </a:bodyPr>
            <a:lstStyle/>
            <a:p>
              <a:r>
                <a:rPr lang="zh-CN" altLang="en-US" sz="3600" b="1">
                  <a:latin typeface="黑体" panose="02010609060101010101" charset="-122"/>
                  <a:ea typeface="黑体" panose="02010609060101010101" charset="-122"/>
                </a:rPr>
                <a:t>∅</a:t>
              </a:r>
              <a:endParaRPr lang="zh-CN" altLang="en-US" sz="3600" b="1">
                <a:latin typeface="黑体" panose="02010609060101010101" charset="-122"/>
                <a:ea typeface="黑体" panose="02010609060101010101" charset="-122"/>
              </a:endParaRPr>
            </a:p>
          </p:txBody>
        </p:sp>
      </p:grpSp>
      <p:grpSp>
        <p:nvGrpSpPr>
          <p:cNvPr id="21" name="组合 20" title=""/>
          <p:cNvGrpSpPr/>
          <p:nvPr>
            <p:custDataLst>
              <p:tags r:id="rId35"/>
            </p:custDataLst>
          </p:nvPr>
        </p:nvGrpSpPr>
        <p:grpSpPr>
          <a:xfrm>
            <a:off x="577850" y="3291205"/>
            <a:ext cx="10952480" cy="3164840"/>
            <a:chOff x="910" y="5503"/>
            <a:chExt cx="17248" cy="4984"/>
          </a:xfrm>
        </p:grpSpPr>
        <p:sp>
          <p:nvSpPr>
            <p:cNvPr id="20" name="圆角矩形 19"/>
            <p:cNvSpPr/>
            <p:nvPr>
              <p:custDataLst>
                <p:tags r:id="rId36"/>
              </p:custDataLst>
            </p:nvPr>
          </p:nvSpPr>
          <p:spPr>
            <a:xfrm>
              <a:off x="910" y="5503"/>
              <a:ext cx="17241" cy="4984"/>
            </a:xfrm>
            <a:prstGeom prst="roundRect">
              <a:avLst>
                <a:gd name="adj" fmla="val 20087"/>
              </a:avLst>
            </a:prstGeom>
            <a:solidFill>
              <a:srgbClr val="F8FAFF"/>
            </a:solidFill>
            <a:ln>
              <a:gradFill>
                <a:gsLst>
                  <a:gs pos="0">
                    <a:schemeClr val="accent2"/>
                  </a:gs>
                  <a:gs pos="100000">
                    <a:srgbClr val="537AFA"/>
                  </a:gs>
                </a:gsLst>
                <a:lin ang="12600000" scaled="0"/>
              </a:gra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9" name="文本框 18"/>
            <p:cNvSpPr txBox="1"/>
            <p:nvPr>
              <p:custDataLst>
                <p:tags r:id="rId37"/>
              </p:custDataLst>
            </p:nvPr>
          </p:nvSpPr>
          <p:spPr>
            <a:xfrm>
              <a:off x="912" y="6291"/>
              <a:ext cx="17246" cy="3254"/>
            </a:xfrm>
            <a:prstGeom prst="rect">
              <a:avLst/>
            </a:prstGeom>
            <a:noFill/>
            <a:ln>
              <a:noFill/>
              <a:prstDash val="dash"/>
            </a:ln>
          </p:spPr>
          <p:txBody>
            <a:bodyPr wrap="square" rtlCol="0" anchor="ctr" anchorCtr="0">
              <a:noAutofit/>
            </a:bodyPr>
            <a:lstStyle/>
            <a:p>
              <a:pPr algn="ctr"/>
              <a:r>
                <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rPr>
                <a:t>充分条件与必要条件的应用技巧</a:t>
              </a:r>
              <a:endPar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endParaRPr>
            </a:p>
            <a:p>
              <a:pPr indent="528955" fontAlgn="auto"/>
              <a:r>
                <a:rPr lang="zh-CN" altLang="en-US" sz="2400">
                  <a:latin typeface="Times New Roman" panose="02020603050405020304" pitchFamily="18" charset="0"/>
                  <a:ea typeface="黑体" panose="02010609060101010101" charset="-122"/>
                  <a:cs typeface="Times New Roman" panose="02020603050405020304" pitchFamily="18" charset="0"/>
                </a:rPr>
                <a:t>(1)应用：可利用充分性与必要性进行相关问题的求解，特别是求参数的值或取值范围问题．</a:t>
              </a:r>
              <a:endParaRPr lang="zh-CN" altLang="en-US" sz="2400">
                <a:latin typeface="Times New Roman" panose="02020603050405020304" pitchFamily="18" charset="0"/>
                <a:ea typeface="黑体" panose="02010609060101010101" charset="-122"/>
                <a:cs typeface="Times New Roman" panose="02020603050405020304" pitchFamily="18" charset="0"/>
              </a:endParaRPr>
            </a:p>
            <a:p>
              <a:pPr indent="528955" fontAlgn="auto"/>
              <a:r>
                <a:rPr lang="zh-CN" altLang="en-US" sz="2400">
                  <a:latin typeface="Times New Roman" panose="02020603050405020304" pitchFamily="18" charset="0"/>
                  <a:ea typeface="黑体" panose="02010609060101010101" charset="-122"/>
                  <a:cs typeface="Times New Roman" panose="02020603050405020304" pitchFamily="18" charset="0"/>
                </a:rPr>
                <a:t>(2)求解步骤：先把</a:t>
              </a:r>
              <a:r>
                <a:rPr lang="zh-CN" altLang="en-US" sz="2400" i="1">
                  <a:latin typeface="Times New Roman" panose="02020603050405020304" pitchFamily="18" charset="0"/>
                  <a:ea typeface="黑体" panose="02010609060101010101" charset="-122"/>
                  <a:cs typeface="Times New Roman" panose="02020603050405020304" pitchFamily="18" charset="0"/>
                </a:rPr>
                <a:t>p</a:t>
              </a:r>
              <a:r>
                <a:rPr lang="zh-CN" altLang="en-US" sz="2400">
                  <a:latin typeface="Times New Roman" panose="02020603050405020304" pitchFamily="18" charset="0"/>
                  <a:ea typeface="黑体" panose="02010609060101010101" charset="-122"/>
                  <a:cs typeface="Times New Roman" panose="02020603050405020304" pitchFamily="18" charset="0"/>
                </a:rPr>
                <a:t>，</a:t>
              </a:r>
              <a:r>
                <a:rPr lang="zh-CN" altLang="en-US" sz="2400" i="1">
                  <a:latin typeface="Times New Roman" panose="02020603050405020304" pitchFamily="18" charset="0"/>
                  <a:ea typeface="黑体" panose="02010609060101010101" charset="-122"/>
                  <a:cs typeface="Times New Roman" panose="02020603050405020304" pitchFamily="18" charset="0"/>
                </a:rPr>
                <a:t>q</a:t>
              </a:r>
              <a:r>
                <a:rPr lang="zh-CN" altLang="en-US" sz="2400">
                  <a:latin typeface="Times New Roman" panose="02020603050405020304" pitchFamily="18" charset="0"/>
                  <a:ea typeface="黑体" panose="02010609060101010101" charset="-122"/>
                  <a:cs typeface="Times New Roman" panose="02020603050405020304" pitchFamily="18" charset="0"/>
                </a:rPr>
                <a:t>等价转化，利用充分条件、必要条件与集合间的包含关系，建立关于参数的不等式(组)进行求解．</a:t>
              </a:r>
              <a:endParaRPr lang="zh-CN" altLang="en-US" sz="2400">
                <a:latin typeface="Times New Roman" panose="02020603050405020304" pitchFamily="18" charset="0"/>
                <a:ea typeface="黑体" panose="02010609060101010101" charset="-122"/>
                <a:cs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250" fill="hold">
                                          <p:stCondLst>
                                            <p:cond delay="0"/>
                                          </p:stCondLst>
                                        </p:cTn>
                                        <p:tgtEl>
                                          <p:spTgt spid="24"/>
                                        </p:tgtEl>
                                        <p:attrNameLst>
                                          <p:attrName>style.visibility</p:attrName>
                                        </p:attrNameLst>
                                      </p:cBhvr>
                                      <p:to>
                                        <p:strVal val="visible"/>
                                      </p:to>
                                    </p:set>
                                    <p:animEffect transition="in" filter="strips(downRight)">
                                      <p:cBhvr>
                                        <p:cTn id="7" dur="250"/>
                                        <p:tgtEl>
                                          <p:spTgt spid="24"/>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 presetClass="exit" presetSubtype="0" fill="hold" nodeType="clickEffect">
                                  <p:stCondLst>
                                    <p:cond delay="0"/>
                                  </p:stCondLst>
                                  <p:childTnLst>
                                    <p:set>
                                      <p:cBhvr>
                                        <p:cTn id="11" dur="1" fill="hold">
                                          <p:stCondLst>
                                            <p:cond delay="0"/>
                                          </p:stCondLst>
                                        </p:cTn>
                                        <p:tgtEl>
                                          <p:spTgt spid="24"/>
                                        </p:tgtEl>
                                        <p:attrNameLst>
                                          <p:attrName>style.visibility</p:attrName>
                                        </p:attrNameLst>
                                      </p:cBhvr>
                                      <p:to>
                                        <p:strVal val="hidden"/>
                                      </p:to>
                                    </p:set>
                                  </p:childTnLst>
                                </p:cTn>
                              </p:par>
                              <p:par>
                                <p:cTn id="12" presetID="18" presetClass="entr" presetSubtype="6" fill="hold" nodeType="withEffect">
                                  <p:stCondLst>
                                    <p:cond delay="0"/>
                                  </p:stCondLst>
                                  <p:childTnLst>
                                    <p:set>
                                      <p:cBhvr>
                                        <p:cTn id="13" dur="250" fill="hold">
                                          <p:stCondLst>
                                            <p:cond delay="0"/>
                                          </p:stCondLst>
                                        </p:cTn>
                                        <p:tgtEl>
                                          <p:spTgt spid="21"/>
                                        </p:tgtEl>
                                        <p:attrNameLst>
                                          <p:attrName>style.visibility</p:attrName>
                                        </p:attrNameLst>
                                      </p:cBhvr>
                                      <p:to>
                                        <p:strVal val="visible"/>
                                      </p:to>
                                    </p:set>
                                    <p:animEffect transition="in" filter="strips(downRight)">
                                      <p:cBhvr>
                                        <p:cTn id="14"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BFCFE"/>
        </a:solidFill>
        <a:effectLst/>
      </p:bgPr>
    </p:bg>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title=""/>
          <p:cNvGrpSpPr/>
          <p:nvPr>
            <p:custDataLst>
              <p:tags r:id="rId8"/>
            </p:custDataLst>
          </p:nvPr>
        </p:nvGrpSpPr>
        <p:grpSpPr>
          <a:xfrm>
            <a:off x="577851" y="576471"/>
            <a:ext cx="5197474" cy="521970"/>
            <a:chOff x="330201" y="576471"/>
            <a:chExt cx="5197474" cy="521970"/>
          </a:xfrm>
        </p:grpSpPr>
        <p:sp>
          <p:nvSpPr>
            <p:cNvPr id="44" name="文本框 4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能力提升</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4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grpSp>
        <p:nvGrpSpPr>
          <p:cNvPr id="31" name="组合 30" title=""/>
          <p:cNvGrpSpPr/>
          <p:nvPr>
            <p:custDataLst>
              <p:tags r:id="rId11"/>
            </p:custDataLst>
          </p:nvPr>
        </p:nvGrpSpPr>
        <p:grpSpPr>
          <a:xfrm>
            <a:off x="578541" y="1147445"/>
            <a:ext cx="10951679" cy="1551940"/>
            <a:chOff x="904" y="1807"/>
            <a:chExt cx="17649" cy="2444"/>
          </a:xfrm>
        </p:grpSpPr>
        <p:sp>
          <p:nvSpPr>
            <p:cNvPr id="2" name="圆角矩形 1"/>
            <p:cNvSpPr/>
            <p:nvPr>
              <p:custDataLst>
                <p:tags r:id="rId12"/>
              </p:custDataLst>
            </p:nvPr>
          </p:nvSpPr>
          <p:spPr>
            <a:xfrm>
              <a:off x="904" y="2115"/>
              <a:ext cx="17649" cy="2136"/>
            </a:xfrm>
            <a:prstGeom prst="roundRect">
              <a:avLst/>
            </a:prstGeom>
            <a:noFill/>
            <a:ln w="12700" cmpd="sng">
              <a:gradFill>
                <a:gsLst>
                  <a:gs pos="4000">
                    <a:schemeClr val="accent2"/>
                  </a:gs>
                  <a:gs pos="100000">
                    <a:srgbClr val="5178FA"/>
                  </a:gs>
                </a:gsLst>
                <a:lin ang="20940000" scaled="1"/>
              </a:gra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4" name="圆角矩形 13"/>
            <p:cNvSpPr/>
            <p:nvPr>
              <p:custDataLst>
                <p:tags r:id="rId13"/>
              </p:custDataLst>
            </p:nvPr>
          </p:nvSpPr>
          <p:spPr>
            <a:xfrm>
              <a:off x="1463" y="1807"/>
              <a:ext cx="11185" cy="812"/>
            </a:xfrm>
            <a:prstGeom prst="roundRect">
              <a:avLst>
                <a:gd name="adj" fmla="val 50000"/>
              </a:avLst>
            </a:prstGeom>
            <a:gradFill>
              <a:gsLst>
                <a:gs pos="0">
                  <a:srgbClr val="4076FD"/>
                </a:gs>
                <a:gs pos="100000">
                  <a:srgbClr val="ED9466"/>
                </a:gs>
              </a:gsLst>
              <a:lin ang="144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400" b="1">
                  <a:latin typeface="黑体" panose="02010609060101010101" charset="-122"/>
                  <a:ea typeface="黑体" panose="02010609060101010101" charset="-122"/>
                  <a:cs typeface="黑体" panose="02010609060101010101" charset="-122"/>
                  <a:sym typeface="+mn-ea"/>
                </a:rPr>
                <a:t>题型三：</a:t>
              </a:r>
              <a:r>
                <a:rPr lang="en-US" altLang="zh-CN" sz="2400" b="1">
                  <a:latin typeface="黑体" panose="02010609060101010101" charset="-122"/>
                  <a:ea typeface="黑体" panose="02010609060101010101" charset="-122"/>
                  <a:cs typeface="黑体" panose="02010609060101010101" charset="-122"/>
                  <a:sym typeface="+mn-ea"/>
                </a:rPr>
                <a:t> </a:t>
              </a:r>
              <a:r>
                <a:rPr lang="zh-CN" altLang="en-US" sz="2400" b="1">
                  <a:latin typeface="黑体" panose="02010609060101010101" charset="-122"/>
                  <a:ea typeface="黑体" panose="02010609060101010101" charset="-122"/>
                  <a:cs typeface="黑体" panose="02010609060101010101" charset="-122"/>
                  <a:sym typeface="+mn-ea"/>
                </a:rPr>
                <a:t>利用充分条件与必要条件求参数范围</a:t>
              </a:r>
              <a:endParaRPr lang="zh-CN" altLang="en-US" sz="2400" b="1">
                <a:latin typeface="黑体" panose="02010609060101010101" charset="-122"/>
                <a:ea typeface="黑体" panose="02010609060101010101" charset="-122"/>
                <a:cs typeface="黑体" panose="02010609060101010101" charset="-122"/>
                <a:sym typeface="+mn-ea"/>
              </a:endParaRPr>
            </a:p>
          </p:txBody>
        </p:sp>
      </p:grpSp>
      <p:grpSp>
        <p:nvGrpSpPr>
          <p:cNvPr id="6" name="组合 5" title=""/>
          <p:cNvGrpSpPr/>
          <p:nvPr>
            <p:custDataLst>
              <p:tags r:id="rId14"/>
            </p:custDataLst>
          </p:nvPr>
        </p:nvGrpSpPr>
        <p:grpSpPr>
          <a:xfrm rot="5400000" flipH="1">
            <a:off x="11361799" y="426795"/>
            <a:ext cx="176150" cy="780068"/>
            <a:chOff x="8290832" y="4887686"/>
            <a:chExt cx="296617" cy="1313542"/>
          </a:xfrm>
          <a:solidFill>
            <a:srgbClr val="4076FD"/>
          </a:solidFill>
        </p:grpSpPr>
        <p:grpSp>
          <p:nvGrpSpPr>
            <p:cNvPr id="7" name="组合 6"/>
            <p:cNvGrpSpPr/>
            <p:nvPr>
              <p:custDataLst>
                <p:tags r:id="rId15"/>
              </p:custDataLst>
            </p:nvPr>
          </p:nvGrpSpPr>
          <p:grpSpPr>
            <a:xfrm>
              <a:off x="8452757" y="5040086"/>
              <a:ext cx="134692" cy="1161142"/>
              <a:chOff x="8490857" y="4963886"/>
              <a:chExt cx="134692" cy="1161142"/>
            </a:xfrm>
            <a:grpFill/>
          </p:grpSpPr>
          <p:sp>
            <p:nvSpPr>
              <p:cNvPr id="8" name="等腰三角形 7"/>
              <p:cNvSpPr/>
              <p:nvPr>
                <p:custDataLst>
                  <p:tags r:id="rId16"/>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等腰三角形 31"/>
              <p:cNvSpPr/>
              <p:nvPr>
                <p:custDataLst>
                  <p:tags r:id="rId17"/>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等腰三角形 32"/>
              <p:cNvSpPr/>
              <p:nvPr>
                <p:custDataLst>
                  <p:tags r:id="rId18"/>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custDataLst>
                  <p:tags r:id="rId19"/>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custDataLst>
                  <p:tags r:id="rId20"/>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6" name="组合 35"/>
            <p:cNvGrpSpPr/>
            <p:nvPr>
              <p:custDataLst>
                <p:tags r:id="rId21"/>
              </p:custDataLst>
            </p:nvPr>
          </p:nvGrpSpPr>
          <p:grpSpPr>
            <a:xfrm>
              <a:off x="8290832" y="4887686"/>
              <a:ext cx="134692" cy="1161142"/>
              <a:chOff x="8490857" y="4963886"/>
              <a:chExt cx="134692" cy="1161142"/>
            </a:xfrm>
            <a:grpFill/>
          </p:grpSpPr>
          <p:sp>
            <p:nvSpPr>
              <p:cNvPr id="37" name="等腰三角形 36"/>
              <p:cNvSpPr/>
              <p:nvPr>
                <p:custDataLst>
                  <p:tags r:id="rId22"/>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等腰三角形 37"/>
              <p:cNvSpPr/>
              <p:nvPr>
                <p:custDataLst>
                  <p:tags r:id="rId23"/>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等腰三角形 38"/>
              <p:cNvSpPr/>
              <p:nvPr>
                <p:custDataLst>
                  <p:tags r:id="rId24"/>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等腰三角形 39"/>
              <p:cNvSpPr/>
              <p:nvPr>
                <p:custDataLst>
                  <p:tags r:id="rId25"/>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等腰三角形 40"/>
              <p:cNvSpPr/>
              <p:nvPr>
                <p:custDataLst>
                  <p:tags r:id="rId26"/>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aphicFrame>
        <p:nvGraphicFramePr>
          <p:cNvPr id="10" name="对象 9" title="">
            <a:hlinkClick action="ppaction://ole?verb="/>
          </p:cNvPr>
          <p:cNvGraphicFramePr>
            <a:graphicFrameLocks noChangeAspect="1"/>
          </p:cNvGraphicFramePr>
          <p:nvPr>
            <p:custDataLst>
              <p:tags r:id="rId27"/>
            </p:custDataLst>
          </p:nvPr>
        </p:nvGraphicFramePr>
        <p:xfrm>
          <a:off x="784543" y="1713865"/>
          <a:ext cx="10658475" cy="982345"/>
        </p:xfrm>
        <a:graphic>
          <a:graphicData uri="http://schemas.openxmlformats.org/presentationml/2006/ole">
            <mc:AlternateContent>
              <mc:Choice xmlns:v="urn:schemas-microsoft-com:vml" Requires="v">
                <p:oleObj spid="_x0000_s1059" r:id="rId28" imgW="5286375" imgH="485775" progId="Word.Document.12">
                  <p:embed/>
                </p:oleObj>
              </mc:Choice>
              <mc:Fallback>
                <p:oleObj r:id="rId28" imgW="5286375" imgH="485775" progId="Word.Document.12">
                  <p:embed/>
                  <p:pic>
                    <p:nvPicPr>
                      <p:cNvPr id="0" name="OLE substitute image"/>
                      <p:cNvPicPr/>
                      <p:nvPr/>
                    </p:nvPicPr>
                    <p:blipFill>
                      <a:blip r:embed="rId29"/>
                      <a:stretch>
                        <a:fillRect/>
                      </a:stretch>
                    </p:blipFill>
                    <p:spPr>
                      <a:xfrm>
                        <a:off x="784543" y="1713865"/>
                        <a:ext cx="10658475" cy="982345"/>
                      </a:xfrm>
                      <a:prstGeom prst="rect">
                        <a:avLst/>
                      </a:prstGeom>
                    </p:spPr>
                  </p:pic>
                </p:oleObj>
              </mc:Fallback>
            </mc:AlternateContent>
          </a:graphicData>
        </a:graphic>
      </p:graphicFrame>
      <p:graphicFrame>
        <p:nvGraphicFramePr>
          <p:cNvPr id="15" name="对象 14" title="">
            <a:hlinkClick action="ppaction://ole?verb="/>
          </p:cNvPr>
          <p:cNvGraphicFramePr>
            <a:graphicFrameLocks noChangeAspect="1"/>
          </p:cNvGraphicFramePr>
          <p:nvPr>
            <p:custDataLst>
              <p:tags r:id="rId30"/>
            </p:custDataLst>
          </p:nvPr>
        </p:nvGraphicFramePr>
        <p:xfrm>
          <a:off x="801688" y="2924811"/>
          <a:ext cx="10658475" cy="3636645"/>
        </p:xfrm>
        <a:graphic>
          <a:graphicData uri="http://schemas.openxmlformats.org/presentationml/2006/ole">
            <mc:AlternateContent>
              <mc:Choice xmlns:v="urn:schemas-microsoft-com:vml" Requires="v">
                <p:oleObj spid="_x0000_s1060" r:id="rId31" imgW="5286375" imgH="1800225" progId="Word.Document.12">
                  <p:embed/>
                </p:oleObj>
              </mc:Choice>
              <mc:Fallback>
                <p:oleObj r:id="rId31" imgW="5286375" imgH="1800225" progId="Word.Document.12">
                  <p:embed/>
                  <p:pic>
                    <p:nvPicPr>
                      <p:cNvPr id="0" name="OLE substitute image"/>
                      <p:cNvPicPr/>
                      <p:nvPr/>
                    </p:nvPicPr>
                    <p:blipFill>
                      <a:blip r:embed="rId32"/>
                      <a:stretch>
                        <a:fillRect/>
                      </a:stretch>
                    </p:blipFill>
                    <p:spPr>
                      <a:xfrm>
                        <a:off x="801688" y="2924811"/>
                        <a:ext cx="10658475" cy="3636645"/>
                      </a:xfrm>
                      <a:prstGeom prst="rect">
                        <a:avLst/>
                      </a:prstGeom>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250" fill="hold">
                                          <p:stCondLst>
                                            <p:cond delay="0"/>
                                          </p:stCondLst>
                                        </p:cTn>
                                        <p:tgtEl>
                                          <p:spTgt spid="15"/>
                                        </p:tgtEl>
                                        <p:attrNameLst>
                                          <p:attrName>style.visibility</p:attrName>
                                        </p:attrNameLst>
                                      </p:cBhvr>
                                      <p:to>
                                        <p:strVal val="visible"/>
                                      </p:to>
                                    </p:set>
                                    <p:animEffect transition="in" filter="strips(downRight)">
                                      <p:cBhvr>
                                        <p:cTn id="7" dur="2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title=""/>
          <p:cNvGrpSpPr/>
          <p:nvPr>
            <p:custDataLst>
              <p:tags r:id="rId8"/>
            </p:custDataLst>
          </p:nvPr>
        </p:nvGrpSpPr>
        <p:grpSpPr>
          <a:xfrm>
            <a:off x="577851" y="576471"/>
            <a:ext cx="5197474" cy="521970"/>
            <a:chOff x="330201" y="576471"/>
            <a:chExt cx="5197474" cy="521970"/>
          </a:xfrm>
        </p:grpSpPr>
        <p:sp>
          <p:nvSpPr>
            <p:cNvPr id="44" name="文本框 4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方法技巧</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4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grpSp>
        <p:nvGrpSpPr>
          <p:cNvPr id="10" name="组合 9" title=""/>
          <p:cNvGrpSpPr/>
          <p:nvPr>
            <p:custDataLst>
              <p:tags r:id="rId11"/>
            </p:custDataLst>
          </p:nvPr>
        </p:nvGrpSpPr>
        <p:grpSpPr>
          <a:xfrm rot="16200000" flipH="1">
            <a:off x="11319254" y="405205"/>
            <a:ext cx="176150" cy="780068"/>
            <a:chOff x="8290832" y="4887686"/>
            <a:chExt cx="296617" cy="1313542"/>
          </a:xfrm>
          <a:solidFill>
            <a:srgbClr val="4076FD"/>
          </a:solidFill>
        </p:grpSpPr>
        <p:grpSp>
          <p:nvGrpSpPr>
            <p:cNvPr id="11" name="组合 10"/>
            <p:cNvGrpSpPr/>
            <p:nvPr>
              <p:custDataLst>
                <p:tags r:id="rId12"/>
              </p:custDataLst>
            </p:nvPr>
          </p:nvGrpSpPr>
          <p:grpSpPr>
            <a:xfrm>
              <a:off x="8452757" y="5040086"/>
              <a:ext cx="134692" cy="1161142"/>
              <a:chOff x="8490857" y="4963886"/>
              <a:chExt cx="134692" cy="1161142"/>
            </a:xfrm>
            <a:grpFill/>
          </p:grpSpPr>
          <p:sp>
            <p:nvSpPr>
              <p:cNvPr id="15" name="等腰三角形 14"/>
              <p:cNvSpPr/>
              <p:nvPr>
                <p:custDataLst>
                  <p:tags r:id="rId13"/>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custDataLst>
                  <p:tags r:id="rId14"/>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p:cNvSpPr/>
              <p:nvPr>
                <p:custDataLst>
                  <p:tags r:id="rId15"/>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等腰三角形 17"/>
              <p:cNvSpPr/>
              <p:nvPr>
                <p:custDataLst>
                  <p:tags r:id="rId16"/>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等腰三角形 18"/>
              <p:cNvSpPr/>
              <p:nvPr>
                <p:custDataLst>
                  <p:tags r:id="rId17"/>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 name="组合 19"/>
            <p:cNvGrpSpPr/>
            <p:nvPr>
              <p:custDataLst>
                <p:tags r:id="rId18"/>
              </p:custDataLst>
            </p:nvPr>
          </p:nvGrpSpPr>
          <p:grpSpPr>
            <a:xfrm>
              <a:off x="8290832" y="4887686"/>
              <a:ext cx="134692" cy="1161142"/>
              <a:chOff x="8490857" y="4963886"/>
              <a:chExt cx="134692" cy="1161142"/>
            </a:xfrm>
            <a:grpFill/>
          </p:grpSpPr>
          <p:sp>
            <p:nvSpPr>
              <p:cNvPr id="21" name="等腰三角形 20"/>
              <p:cNvSpPr/>
              <p:nvPr>
                <p:custDataLst>
                  <p:tags r:id="rId19"/>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等腰三角形 21"/>
              <p:cNvSpPr/>
              <p:nvPr>
                <p:custDataLst>
                  <p:tags r:id="rId20"/>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等腰三角形 22"/>
              <p:cNvSpPr/>
              <p:nvPr>
                <p:custDataLst>
                  <p:tags r:id="rId21"/>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等腰三角形 23"/>
              <p:cNvSpPr/>
              <p:nvPr>
                <p:custDataLst>
                  <p:tags r:id="rId22"/>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等腰三角形 24"/>
              <p:cNvSpPr/>
              <p:nvPr>
                <p:custDataLst>
                  <p:tags r:id="rId23"/>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72" name="圆角矩形 71" title=""/>
          <p:cNvSpPr/>
          <p:nvPr>
            <p:custDataLst>
              <p:tags r:id="rId24"/>
            </p:custDataLst>
          </p:nvPr>
        </p:nvSpPr>
        <p:spPr>
          <a:xfrm>
            <a:off x="518795" y="1934210"/>
            <a:ext cx="11123295" cy="557530"/>
          </a:xfrm>
          <a:prstGeom prst="roundRect">
            <a:avLst/>
          </a:prstGeom>
          <a:gradFill>
            <a:gsLst>
              <a:gs pos="0">
                <a:srgbClr val="4175FC"/>
              </a:gs>
              <a:gs pos="100000">
                <a:schemeClr val="accent2">
                  <a:alpha val="63000"/>
                </a:schemeClr>
              </a:gs>
            </a:gsLst>
            <a:lin ang="2160000" scaled="0"/>
          </a:gra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a:outerShdw blurRad="101600" dist="76200" dir="2700000" algn="tl" rotWithShape="0">
              <a:srgbClr val="4175FC">
                <a:alpha val="3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sz="2400" b="1">
              <a:solidFill>
                <a:schemeClr val="bg1"/>
              </a:solidFill>
              <a:latin typeface="Times New Roman" panose="02020603050405020304" pitchFamily="18" charset="0"/>
              <a:ea typeface="黑体" panose="02010609060101010101" charset="-122"/>
              <a:cs typeface="Times New Roman" panose="02020603050405020304" pitchFamily="18" charset="0"/>
              <a:sym typeface="+mn-ea"/>
            </a:endParaRPr>
          </a:p>
        </p:txBody>
      </p:sp>
      <mc:AlternateContent>
        <mc:Choice Requires="a14">
          <p:sp>
            <p:nvSpPr>
              <p:cNvPr id="278532" name="Rectangle 42" title=""/>
              <p:cNvSpPr>
                <a:spLocks noGrp="1" noChangeArrowheads="1"/>
              </p:cNvSpPr>
              <p:nvPr>
                <p:custDataLst>
                  <p:tags r:id="rId25"/>
                </p:custDataLst>
              </p:nvPr>
            </p:nvSpPr>
            <p:spPr>
              <a:xfrm>
                <a:off x="518160" y="1512570"/>
                <a:ext cx="11210290" cy="3987165"/>
              </a:xfrm>
              <a:prstGeom prst="rect">
                <a:avLst/>
              </a:prstGeom>
            </p:spPr>
            <p:txBody>
              <a:bodyPr vert="horz" wrap="square"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r>
                  <a:rPr lang="zh-CN" altLang="en-US" sz="2400" b="1">
                    <a:solidFill>
                      <a:schemeClr val="bg1"/>
                    </a:solidFill>
                    <a:latin typeface="黑体" panose="02010609060101010101" charset="-122"/>
                    <a:ea typeface="黑体" panose="02010609060101010101" charset="-122"/>
                  </a:rPr>
                  <a:t>利用充分条件与必要条件求参数的取值范围问题，常用集合法求解，其步骤如下：</a:t>
                </a:r>
                <a:endParaRPr lang="zh-CN" altLang="en-US" sz="2400" b="1">
                  <a:solidFill>
                    <a:schemeClr val="bg1"/>
                  </a:solidFill>
                  <a:latin typeface="黑体" panose="02010609060101010101" charset="-122"/>
                  <a:ea typeface="黑体" panose="02010609060101010101" charset="-122"/>
                </a:endParaRPr>
              </a:p>
              <a:p>
                <a:pPr algn="l"/>
                <a:endParaRPr lang="zh-CN" altLang="en-US" sz="2400" b="1">
                  <a:solidFill>
                    <a:schemeClr val="bg1"/>
                  </a:solidFill>
                  <a:latin typeface="黑体" panose="02010609060101010101" charset="-122"/>
                  <a:ea typeface="黑体" panose="02010609060101010101" charset="-122"/>
                </a:endParaRPr>
              </a:p>
              <a:p>
                <a:pPr marL="342900" indent="-342900" algn="l">
                  <a:lnSpc>
                    <a:spcPct val="150000"/>
                  </a:lnSpc>
                  <a:buClr>
                    <a:srgbClr val="ED7D31"/>
                  </a:buClr>
                  <a:buSzPct val="80000"/>
                  <a:buFont typeface="Wingdings" panose="05000000000000000000" charset="0"/>
                  <a:buChar char="l"/>
                </a:pPr>
                <a:r>
                  <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化简集合</a:t>
                </a:r>
                <a14:m>
                  <m:oMathPara>
                    <m:oMathParaPr>
                      <m:jc/>
                    </m:oMathParaPr>
                    <m:oMath>
                      <m:r>
                        <m:rPr>
                          <m:sty m:val="bi"/>
                        </m:rPr>
                        <a:rPr lang="en-US" altLang="zh-CN" sz="2400" b="1" i="1">
                          <a:solidFill>
                            <a:schemeClr val="tx1"/>
                          </a:solidFill>
                          <a:latin typeface="Cambria Math" panose="02040503050406030204" charset="0"/>
                          <a:ea typeface="黑体" panose="02010609060101010101" charset="-122"/>
                          <a:cs typeface="Cambria Math" panose="02040503050406030204" charset="0"/>
                          <a:sym typeface="+mn-ea"/>
                        </a:rPr>
                        <m:t> </m:t>
                      </m:r>
                      <m:r>
                        <m:rPr>
                          <m:sty m:val="bi"/>
                        </m:rPr>
                        <a:rPr lang="en-US" altLang="zh-CN" sz="2400" b="1" i="1">
                          <a:solidFill>
                            <a:schemeClr val="tx1"/>
                          </a:solidFill>
                          <a:latin typeface="Cambria Math" panose="02040503050406030204" charset="0"/>
                          <a:ea typeface="黑体" panose="02010609060101010101" charset="-122"/>
                          <a:cs typeface="Cambria Math" panose="02040503050406030204" charset="0"/>
                          <a:sym typeface="+mn-ea"/>
                        </a:rPr>
                        <m:t>𝑨</m:t>
                      </m:r>
                      <m:r>
                        <m:rPr>
                          <m:sty m:val="bi"/>
                        </m:rPr>
                        <a:rPr lang="en-US" altLang="zh-CN" sz="2400" b="1" i="1">
                          <a:solidFill>
                            <a:schemeClr val="tx1"/>
                          </a:solidFill>
                          <a:latin typeface="Cambria Math" panose="02040503050406030204" charset="0"/>
                          <a:ea typeface="MS Mincho" charset="0"/>
                          <a:cs typeface="Cambria Math" panose="02040503050406030204" charset="0"/>
                          <a:sym typeface="+mn-ea"/>
                        </a:rPr>
                        <m:t>={</m:t>
                      </m:r>
                      <m:r>
                        <m:rPr>
                          <m:sty m:val="bi"/>
                        </m:rPr>
                        <a:rPr lang="en-US" altLang="zh-CN" sz="2400" b="1" i="1">
                          <a:solidFill>
                            <a:schemeClr val="tx1"/>
                          </a:solidFill>
                          <a:latin typeface="Cambria Math" panose="02040503050406030204" charset="0"/>
                          <a:ea typeface="黑体" panose="02010609060101010101" charset="-122"/>
                          <a:cs typeface="Cambria Math" panose="02040503050406030204" charset="0"/>
                          <a:sym typeface="+mn-ea"/>
                        </a:rPr>
                        <m:t>𝒙</m:t>
                      </m:r>
                      <m:r>
                        <m:rPr>
                          <m:sty m:val="bi"/>
                        </m:rPr>
                        <a:rPr lang="en-US" altLang="zh-CN" sz="2400" b="1" i="1">
                          <a:solidFill>
                            <a:schemeClr val="tx1"/>
                          </a:solidFill>
                          <a:latin typeface="Cambria Math" panose="02040503050406030204" charset="0"/>
                          <a:ea typeface="MS Mincho" charset="0"/>
                          <a:cs typeface="Cambria Math" panose="02040503050406030204" charset="0"/>
                          <a:sym typeface="+mn-ea"/>
                        </a:rPr>
                        <m:t>|</m:t>
                      </m:r>
                      <m:r>
                        <m:rPr>
                          <m:sty m:val="bi"/>
                        </m:rPr>
                        <a:rPr lang="en-US" altLang="zh-CN" sz="2400" b="1" i="1">
                          <a:solidFill>
                            <a:schemeClr val="tx1"/>
                          </a:solidFill>
                          <a:latin typeface="Cambria Math" panose="02040503050406030204" charset="0"/>
                          <a:ea typeface="黑体" panose="02010609060101010101" charset="-122"/>
                          <a:cs typeface="Cambria Math" panose="02040503050406030204" charset="0"/>
                          <a:sym typeface="+mn-ea"/>
                        </a:rPr>
                        <m:t>𝒑</m:t>
                      </m:r>
                      <m:r>
                        <m:rPr>
                          <m:sty m:val="bi"/>
                        </m:rPr>
                        <a:rPr lang="en-US" altLang="zh-CN" sz="2400" b="1" i="1">
                          <a:solidFill>
                            <a:schemeClr val="tx1"/>
                          </a:solidFill>
                          <a:latin typeface="Cambria Math" panose="02040503050406030204" charset="0"/>
                          <a:ea typeface="MS Mincho" charset="0"/>
                          <a:cs typeface="Cambria Math" panose="02040503050406030204" charset="0"/>
                          <a:sym typeface="+mn-ea"/>
                        </a:rPr>
                        <m:t>(</m:t>
                      </m:r>
                      <m:r>
                        <m:rPr>
                          <m:sty m:val="bi"/>
                        </m:rPr>
                        <a:rPr lang="en-US" altLang="zh-CN" sz="2400" b="1" i="1">
                          <a:solidFill>
                            <a:schemeClr val="tx1"/>
                          </a:solidFill>
                          <a:latin typeface="Cambria Math" panose="02040503050406030204" charset="0"/>
                          <a:ea typeface="黑体" panose="02010609060101010101" charset="-122"/>
                          <a:cs typeface="Cambria Math" panose="02040503050406030204" charset="0"/>
                          <a:sym typeface="+mn-ea"/>
                        </a:rPr>
                        <m:t>𝒙</m:t>
                      </m:r>
                      <m:r>
                        <m:rPr>
                          <m:sty m:val="bi"/>
                        </m:rPr>
                        <a:rPr lang="en-US" altLang="zh-CN" sz="2400" b="1" i="1">
                          <a:solidFill>
                            <a:schemeClr val="tx1"/>
                          </a:solidFill>
                          <a:latin typeface="Cambria Math" panose="02040503050406030204" charset="0"/>
                          <a:ea typeface="MS Mincho" charset="0"/>
                          <a:cs typeface="Cambria Math" panose="02040503050406030204" charset="0"/>
                          <a:sym typeface="+mn-ea"/>
                        </a:rPr>
                        <m:t>)}</m:t>
                      </m:r>
                    </m:oMath>
                  </m:oMathPara>
                </a14:m>
                <a:r>
                  <a:rPr lang="zh-CN" altLang="en-US" sz="2400" b="1">
                    <a:latin typeface="Times New Roman" panose="02020603050405020304" pitchFamily="18" charset="0"/>
                    <a:ea typeface="黑体" panose="02010609060101010101" charset="-122"/>
                    <a:cs typeface="Times New Roman" panose="02020603050405020304" pitchFamily="18" charset="0"/>
                    <a:sym typeface="+mn-ea"/>
                  </a:rPr>
                  <a:t>和</a:t>
                </a:r>
                <a14:m>
                  <m:oMathPara>
                    <m:oMathParaPr>
                      <m:jc/>
                    </m:oMathParaPr>
                    <m:oMath>
                      <m:r>
                        <m:rPr>
                          <m:sty m:val="bi"/>
                        </m:rPr>
                        <a:rPr lang="en-US" altLang="zh-CN" sz="2400" b="1" i="1">
                          <a:solidFill>
                            <a:schemeClr val="tx1"/>
                          </a:solidFill>
                          <a:latin typeface="Cambria Math" panose="02040503050406030204" charset="0"/>
                          <a:ea typeface="黑体" panose="02010609060101010101" charset="-122"/>
                          <a:cs typeface="Cambria Math" panose="02040503050406030204" charset="0"/>
                          <a:sym typeface="+mn-ea"/>
                        </a:rPr>
                        <m:t> </m:t>
                      </m:r>
                      <m:r>
                        <m:rPr>
                          <m:sty m:val="bi"/>
                        </m:rPr>
                        <a:rPr lang="en-US" altLang="zh-CN" sz="2400" b="1" i="1">
                          <a:solidFill>
                            <a:schemeClr val="tx1"/>
                          </a:solidFill>
                          <a:latin typeface="Cambria Math" panose="02040503050406030204" charset="0"/>
                          <a:ea typeface="黑体" panose="02010609060101010101" charset="-122"/>
                          <a:cs typeface="Cambria Math" panose="02040503050406030204" charset="0"/>
                          <a:sym typeface="+mn-ea"/>
                        </a:rPr>
                        <m:t>𝑩</m:t>
                      </m:r>
                      <m:r>
                        <m:rPr>
                          <m:sty m:val="bi"/>
                        </m:rPr>
                        <a:rPr lang="en-US" altLang="zh-CN" sz="2400" b="1" i="1">
                          <a:solidFill>
                            <a:schemeClr val="tx1"/>
                          </a:solidFill>
                          <a:latin typeface="Cambria Math" panose="02040503050406030204" charset="0"/>
                          <a:ea typeface="MS Mincho" charset="0"/>
                          <a:cs typeface="Cambria Math" panose="02040503050406030204" charset="0"/>
                          <a:sym typeface="+mn-ea"/>
                        </a:rPr>
                        <m:t>={</m:t>
                      </m:r>
                      <m:r>
                        <m:rPr>
                          <m:sty m:val="bi"/>
                        </m:rPr>
                        <a:rPr lang="en-US" altLang="zh-CN" sz="2400" b="1" i="1">
                          <a:solidFill>
                            <a:schemeClr val="tx1"/>
                          </a:solidFill>
                          <a:latin typeface="Cambria Math" panose="02040503050406030204" charset="0"/>
                          <a:ea typeface="黑体" panose="02010609060101010101" charset="-122"/>
                          <a:cs typeface="Cambria Math" panose="02040503050406030204" charset="0"/>
                          <a:sym typeface="+mn-ea"/>
                        </a:rPr>
                        <m:t>𝒙</m:t>
                      </m:r>
                      <m:r>
                        <m:rPr>
                          <m:sty m:val="bi"/>
                        </m:rPr>
                        <a:rPr lang="en-US" altLang="zh-CN" sz="2400" b="1" i="1">
                          <a:solidFill>
                            <a:schemeClr val="tx1"/>
                          </a:solidFill>
                          <a:latin typeface="Cambria Math" panose="02040503050406030204" charset="0"/>
                          <a:ea typeface="MS Mincho" charset="0"/>
                          <a:cs typeface="Cambria Math" panose="02040503050406030204" charset="0"/>
                          <a:sym typeface="+mn-ea"/>
                        </a:rPr>
                        <m:t>|</m:t>
                      </m:r>
                      <m:r>
                        <m:rPr>
                          <m:sty m:val="bi"/>
                        </m:rPr>
                        <a:rPr lang="en-US" altLang="zh-CN" sz="2400" b="1" i="1">
                          <a:solidFill>
                            <a:schemeClr val="tx1"/>
                          </a:solidFill>
                          <a:latin typeface="Cambria Math" panose="02040503050406030204" charset="0"/>
                          <a:ea typeface="黑体" panose="02010609060101010101" charset="-122"/>
                          <a:cs typeface="Cambria Math" panose="02040503050406030204" charset="0"/>
                          <a:sym typeface="+mn-ea"/>
                        </a:rPr>
                        <m:t>𝒒</m:t>
                      </m:r>
                      <m:r>
                        <m:rPr>
                          <m:sty m:val="bi"/>
                        </m:rPr>
                        <a:rPr lang="en-US" altLang="zh-CN" sz="2400" b="1" i="1">
                          <a:solidFill>
                            <a:schemeClr val="tx1"/>
                          </a:solidFill>
                          <a:latin typeface="Cambria Math" panose="02040503050406030204" charset="0"/>
                          <a:ea typeface="MS Mincho" charset="0"/>
                          <a:cs typeface="Cambria Math" panose="02040503050406030204" charset="0"/>
                          <a:sym typeface="+mn-ea"/>
                        </a:rPr>
                        <m:t>(</m:t>
                      </m:r>
                      <m:r>
                        <m:rPr>
                          <m:sty m:val="bi"/>
                        </m:rPr>
                        <a:rPr lang="en-US" altLang="zh-CN" sz="2400" b="1" i="1">
                          <a:solidFill>
                            <a:schemeClr val="tx1"/>
                          </a:solidFill>
                          <a:latin typeface="Cambria Math" panose="02040503050406030204" charset="0"/>
                          <a:ea typeface="黑体" panose="02010609060101010101" charset="-122"/>
                          <a:cs typeface="Cambria Math" panose="02040503050406030204" charset="0"/>
                          <a:sym typeface="+mn-ea"/>
                        </a:rPr>
                        <m:t>𝒙</m:t>
                      </m:r>
                      <m:r>
                        <m:rPr>
                          <m:sty m:val="bi"/>
                        </m:rPr>
                        <a:rPr lang="en-US" altLang="zh-CN" sz="2400" b="1" i="1">
                          <a:solidFill>
                            <a:schemeClr val="tx1"/>
                          </a:solidFill>
                          <a:latin typeface="Cambria Math" panose="02040503050406030204" charset="0"/>
                          <a:ea typeface="MS Mincho" charset="0"/>
                          <a:cs typeface="Cambria Math" panose="02040503050406030204" charset="0"/>
                          <a:sym typeface="+mn-ea"/>
                        </a:rPr>
                        <m:t>)}</m:t>
                      </m:r>
                    </m:oMath>
                  </m:oMathPara>
                </a14:m>
                <a:r>
                  <a:rPr lang="zh-CN" sz="2400" b="1">
                    <a:latin typeface="Times New Roman" panose="02020603050405020304" pitchFamily="18" charset="0"/>
                    <a:ea typeface="黑体" panose="02010609060101010101" charset="-122"/>
                    <a:cs typeface="Times New Roman" panose="02020603050405020304" pitchFamily="18" charset="0"/>
                    <a:sym typeface="+mn-ea"/>
                  </a:rPr>
                  <a:t>；</a:t>
                </a:r>
                <a:endParaRPr lang="zh-CN" sz="2400" b="1">
                  <a:solidFill>
                    <a:schemeClr val="tx1"/>
                  </a:solidFill>
                  <a:latin typeface="Times New Roman" panose="02020603050405020304" pitchFamily="18" charset="0"/>
                  <a:ea typeface="黑体" panose="02010609060101010101" charset="-122"/>
                  <a:cs typeface="Times New Roman" panose="02020603050405020304" pitchFamily="18" charset="0"/>
                  <a:sym typeface="+mn-ea"/>
                </a:endParaRPr>
              </a:p>
              <a:p>
                <a:pPr marL="342900" indent="-342900" algn="l">
                  <a:lnSpc>
                    <a:spcPct val="150000"/>
                  </a:lnSpc>
                  <a:buClr>
                    <a:srgbClr val="ED7D31"/>
                  </a:buClr>
                  <a:buSzPct val="80000"/>
                  <a:buFont typeface="Wingdings" panose="05000000000000000000" charset="0"/>
                  <a:buChar char="l"/>
                </a:pPr>
                <a:r>
                  <a:rPr lang="zh-CN" altLang="en-US" sz="2400" b="1">
                    <a:latin typeface="Times New Roman" panose="02020603050405020304" pitchFamily="18" charset="0"/>
                    <a:ea typeface="黑体" panose="02010609060101010101" charset="-122"/>
                    <a:cs typeface="Times New Roman" panose="02020603050405020304" pitchFamily="18" charset="0"/>
                    <a:sym typeface="+mn-ea"/>
                  </a:rPr>
                  <a:t>根据</a:t>
                </a:r>
                <a14:m>
                  <m:oMathPara>
                    <m:oMathParaPr>
                      <m:jc/>
                    </m:oMathParaPr>
                    <m:oMath>
                      <m:r>
                        <m:rPr>
                          <m:sty m:val="bi"/>
                        </m:rPr>
                        <a:rPr lang="en-US" altLang="zh-CN" sz="2400" b="1" i="1">
                          <a:solidFill>
                            <a:schemeClr val="tx1"/>
                          </a:solidFill>
                          <a:latin typeface="Cambria Math" panose="02040503050406030204" charset="0"/>
                          <a:ea typeface="黑体" panose="02010609060101010101" charset="-122"/>
                          <a:cs typeface="Cambria Math" panose="02040503050406030204" charset="0"/>
                          <a:sym typeface="+mn-ea"/>
                        </a:rPr>
                        <m:t> </m:t>
                      </m:r>
                      <m:r>
                        <m:rPr>
                          <m:sty m:val="bi"/>
                        </m:rPr>
                        <a:rPr lang="en-US" altLang="zh-CN" sz="2400" b="1" i="1">
                          <a:solidFill>
                            <a:schemeClr val="tx1"/>
                          </a:solidFill>
                          <a:latin typeface="Cambria Math" panose="02040503050406030204" charset="0"/>
                          <a:ea typeface="黑体" panose="02010609060101010101" charset="-122"/>
                          <a:cs typeface="Cambria Math" panose="02040503050406030204" charset="0"/>
                          <a:sym typeface="+mn-ea"/>
                        </a:rPr>
                        <m:t>𝒑</m:t>
                      </m:r>
                    </m:oMath>
                  </m:oMathPara>
                </a14:m>
                <a:r>
                  <a:rPr lang="en-US" altLang="zh-CN" sz="2400" b="1">
                    <a:latin typeface="Times New Roman" panose="02020603050405020304" pitchFamily="18" charset="0"/>
                    <a:ea typeface="黑体" panose="02010609060101010101" charset="-122"/>
                    <a:cs typeface="Times New Roman" panose="02020603050405020304" pitchFamily="18" charset="0"/>
                    <a:sym typeface="+mn-ea"/>
                  </a:rPr>
                  <a:t> </a:t>
                </a:r>
                <a:r>
                  <a:rPr lang="zh-CN" altLang="en-US" sz="2400" b="1">
                    <a:latin typeface="Times New Roman" panose="02020603050405020304" pitchFamily="18" charset="0"/>
                    <a:ea typeface="黑体" panose="02010609060101010101" charset="-122"/>
                    <a:cs typeface="Times New Roman" panose="02020603050405020304" pitchFamily="18" charset="0"/>
                    <a:sym typeface="+mn-ea"/>
                  </a:rPr>
                  <a:t>与</a:t>
                </a:r>
                <a14:m>
                  <m:oMathPara>
                    <m:oMathParaPr>
                      <m:jc/>
                    </m:oMathParaPr>
                    <m:oMath>
                      <m:r>
                        <m:rPr>
                          <m:sty m:val="bi"/>
                        </m:rPr>
                        <a:rPr lang="en-US" altLang="zh-CN" sz="2400" b="1" i="1">
                          <a:solidFill>
                            <a:schemeClr val="tx1"/>
                          </a:solidFill>
                          <a:latin typeface="Cambria Math" panose="02040503050406030204" charset="0"/>
                          <a:ea typeface="黑体" panose="02010609060101010101" charset="-122"/>
                          <a:cs typeface="Cambria Math" panose="02040503050406030204" charset="0"/>
                          <a:sym typeface="+mn-ea"/>
                        </a:rPr>
                        <m:t> </m:t>
                      </m:r>
                      <m:r>
                        <m:rPr>
                          <m:sty m:val="bi"/>
                        </m:rPr>
                        <a:rPr lang="en-US" altLang="zh-CN" sz="2400" b="1" i="1">
                          <a:solidFill>
                            <a:schemeClr val="tx1"/>
                          </a:solidFill>
                          <a:latin typeface="Cambria Math" panose="02040503050406030204" charset="0"/>
                          <a:ea typeface="黑体" panose="02010609060101010101" charset="-122"/>
                          <a:cs typeface="Cambria Math" panose="02040503050406030204" charset="0"/>
                          <a:sym typeface="+mn-ea"/>
                        </a:rPr>
                        <m:t>𝒒</m:t>
                      </m:r>
                      <m:r>
                        <m:rPr>
                          <m:sty m:val="bi"/>
                        </m:rPr>
                        <a:rPr lang="en-US" altLang="zh-CN" sz="2400" b="1" i="1">
                          <a:solidFill>
                            <a:schemeClr val="tx1"/>
                          </a:solidFill>
                          <a:latin typeface="Cambria Math" panose="02040503050406030204" charset="0"/>
                          <a:ea typeface="黑体" panose="02010609060101010101" charset="-122"/>
                          <a:cs typeface="Cambria Math" panose="02040503050406030204" charset="0"/>
                          <a:sym typeface="+mn-ea"/>
                        </a:rPr>
                        <m:t> </m:t>
                      </m:r>
                    </m:oMath>
                  </m:oMathPara>
                </a14:m>
                <a:r>
                  <a:rPr lang="zh-CN" sz="2400" b="1">
                    <a:latin typeface="Times New Roman" panose="02020603050405020304" pitchFamily="18" charset="0"/>
                    <a:ea typeface="黑体" panose="02010609060101010101" charset="-122"/>
                    <a:cs typeface="Times New Roman" panose="02020603050405020304" pitchFamily="18" charset="0"/>
                    <a:sym typeface="+mn-ea"/>
                  </a:rPr>
                  <a:t>的关系</a:t>
                </a:r>
                <a:r>
                  <a:rPr lang="en-US" altLang="zh-CN" sz="2400" b="1">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b="1">
                    <a:latin typeface="Times New Roman" panose="02020603050405020304" pitchFamily="18" charset="0"/>
                    <a:ea typeface="黑体" panose="02010609060101010101" charset="-122"/>
                    <a:cs typeface="Times New Roman" panose="02020603050405020304" pitchFamily="18" charset="0"/>
                    <a:sym typeface="+mn-ea"/>
                  </a:rPr>
                  <a:t>充分条件、必要条件等</a:t>
                </a:r>
                <a:r>
                  <a:rPr lang="en-US" altLang="zh-CN" sz="2400" b="1">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b="1">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得出集合</a:t>
                </a:r>
                <a:r>
                  <a:rPr lang="en-US" altLang="zh-CN"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 </a:t>
                </a:r>
                <a14:m>
                  <m:oMathPara>
                    <m:oMathParaPr>
                      <m:jc/>
                    </m:oMathParaPr>
                    <m:oMath>
                      <m:r>
                        <m:rPr>
                          <m:sty m:val="bi"/>
                        </m:rPr>
                        <a:rPr lang="en-US" altLang="zh-CN" sz="2400" b="1" i="1">
                          <a:solidFill>
                            <a:schemeClr val="accent2"/>
                          </a:solidFill>
                          <a:latin typeface="Cambria Math" panose="02040503050406030204" charset="0"/>
                          <a:ea typeface="黑体" panose="02010609060101010101" charset="-122"/>
                          <a:cs typeface="Cambria Math" panose="02040503050406030204" charset="0"/>
                          <a:sym typeface="+mn-ea"/>
                        </a:rPr>
                        <m:t>𝑨</m:t>
                      </m:r>
                      <m:r>
                        <m:rPr>
                          <m:sty m:val="bi"/>
                        </m:rPr>
                        <a:rPr lang="en-US" altLang="zh-CN" sz="2400" b="1" i="1">
                          <a:solidFill>
                            <a:schemeClr val="accent2"/>
                          </a:solidFill>
                          <a:latin typeface="Cambria Math" panose="02040503050406030204" charset="0"/>
                          <a:ea typeface="黑体" panose="02010609060101010101" charset="-122"/>
                          <a:cs typeface="Cambria Math" panose="02040503050406030204" charset="0"/>
                          <a:sym typeface="+mn-ea"/>
                        </a:rPr>
                        <m:t> </m:t>
                      </m:r>
                    </m:oMath>
                  </m:oMathPara>
                </a14:m>
                <a:r>
                  <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与</a:t>
                </a:r>
                <a:r>
                  <a:rPr lang="en-US" altLang="zh-CN"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 </a:t>
                </a:r>
                <a14:m>
                  <m:oMathPara>
                    <m:oMathParaPr>
                      <m:jc/>
                    </m:oMathParaPr>
                    <m:oMath>
                      <m:r>
                        <m:rPr>
                          <m:sty m:val="bi"/>
                        </m:rPr>
                        <a:rPr lang="en-US" altLang="zh-CN" sz="2400" b="1" i="1">
                          <a:solidFill>
                            <a:schemeClr val="accent2"/>
                          </a:solidFill>
                          <a:latin typeface="Cambria Math" panose="02040503050406030204" charset="0"/>
                          <a:ea typeface="黑体" panose="02010609060101010101" charset="-122"/>
                          <a:cs typeface="Cambria Math" panose="02040503050406030204" charset="0"/>
                          <a:sym typeface="+mn-ea"/>
                        </a:rPr>
                        <m:t>𝑩</m:t>
                      </m:r>
                    </m:oMath>
                  </m:oMathPara>
                </a14:m>
                <a:r>
                  <a:rPr lang="en-US" altLang="zh-CN"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 </a:t>
                </a:r>
                <a:r>
                  <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之间的包含关系；</a:t>
                </a:r>
                <a:endParaRPr lang="en-US" altLang="zh-CN" sz="2400" b="1">
                  <a:solidFill>
                    <a:schemeClr val="tx1"/>
                  </a:solidFill>
                  <a:latin typeface="Times New Roman" panose="02020603050405020304" pitchFamily="18" charset="0"/>
                  <a:ea typeface="黑体" panose="02010609060101010101" charset="-122"/>
                  <a:cs typeface="Times New Roman" panose="02020603050405020304" pitchFamily="18" charset="0"/>
                  <a:sym typeface="+mn-ea"/>
                </a:endParaRPr>
              </a:p>
              <a:p>
                <a:pPr marL="342900" indent="-342900" algn="l">
                  <a:lnSpc>
                    <a:spcPct val="150000"/>
                  </a:lnSpc>
                  <a:buClr>
                    <a:srgbClr val="ED7D31"/>
                  </a:buClr>
                  <a:buSzPct val="80000"/>
                  <a:buFont typeface="Wingdings" panose="05000000000000000000" charset="0"/>
                  <a:buChar char="l"/>
                </a:pPr>
                <a:r>
                  <a:rPr lang="zh-CN"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列出相关不等式</a:t>
                </a:r>
                <a:r>
                  <a:rPr lang="en-US" altLang="zh-CN"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组</a:t>
                </a:r>
                <a:r>
                  <a:rPr lang="en-US" altLang="zh-CN"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也可借助数轴</a:t>
                </a:r>
                <a:r>
                  <a:rPr lang="en-US" altLang="zh-CN"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a:t>
                </a:r>
                <a:endParaRPr lang="en-US" sz="2400" b="1">
                  <a:solidFill>
                    <a:schemeClr val="tx1"/>
                  </a:solidFill>
                  <a:latin typeface="Times New Roman" panose="02020603050405020304" pitchFamily="18" charset="0"/>
                  <a:ea typeface="黑体" panose="02010609060101010101" charset="-122"/>
                  <a:cs typeface="Times New Roman" panose="02020603050405020304" pitchFamily="18" charset="0"/>
                  <a:sym typeface="+mn-ea"/>
                </a:endParaRPr>
              </a:p>
              <a:p>
                <a:pPr marL="342900" indent="-342900" algn="l">
                  <a:lnSpc>
                    <a:spcPct val="150000"/>
                  </a:lnSpc>
                  <a:buClr>
                    <a:srgbClr val="ED7D31"/>
                  </a:buClr>
                  <a:buSzPct val="80000"/>
                  <a:buFont typeface="Wingdings" panose="05000000000000000000" charset="0"/>
                  <a:buChar char="l"/>
                </a:pPr>
                <a:r>
                  <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化简，求出参数的取值范围</a:t>
                </a:r>
                <a:r>
                  <a:rPr lang="en-US" altLang="zh-CN"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a:t>
                </a:r>
                <a:endParaRPr lang="en-US" altLang="zh-CN"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endParaRPr>
              </a:p>
            </p:txBody>
          </p:sp>
        </mc:Choice>
        <mc:Fallback>
          <p:sp>
            <p:nvSpPr>
              <p:cNvPr id="278532" name="Rectangle 42"/>
              <p:cNvSpPr>
                <a:spLocks noRot="1" noChangeAspect="1" noMove="1" noResize="1" noEditPoints="1" noAdjustHandles="1" noChangeArrowheads="1" noChangeShapeType="1" noTextEdit="1"/>
              </p:cNvSpPr>
              <p:nvPr>
                <p:custDataLst>
                  <p:tags r:id="rId26"/>
                </p:custDataLst>
              </p:nvPr>
            </p:nvSpPr>
            <p:spPr>
              <a:xfrm>
                <a:off x="518160" y="1512570"/>
                <a:ext cx="11210290" cy="3987165"/>
              </a:xfrm>
              <a:prstGeom prst="rect">
                <a:avLst/>
              </a:prstGeom>
              <a:blipFill rotWithShape="1">
                <a:blip r:embed="rId27"/>
                <a:stretch>
                  <a:fillRect/>
                </a:stretch>
              </a:blipFill>
            </p:spPr>
            <p:txBody>
              <a:bodyPr/>
              <a:lstStyle/>
              <a:p>
                <a:r>
                  <a:rPr lang="zh-CN" altLang="en-US">
                    <a:noFill/>
                  </a:rPr>
                  <a:t> </a:t>
                </a:r>
              </a:p>
            </p:txBody>
          </p:sp>
        </mc:Fallback>
      </mc:AlternateContent>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250" fill="hold">
                                          <p:stCondLst>
                                            <p:cond delay="0"/>
                                          </p:stCondLst>
                                        </p:cTn>
                                        <p:tgtEl>
                                          <p:spTgt spid="278532">
                                            <p:txEl>
                                              <p:pRg st="2" end="2"/>
                                            </p:txEl>
                                          </p:spTgt>
                                        </p:tgtEl>
                                        <p:attrNameLst>
                                          <p:attrName>style.visibility</p:attrName>
                                        </p:attrNameLst>
                                      </p:cBhvr>
                                      <p:to>
                                        <p:strVal val="visible"/>
                                      </p:to>
                                    </p:set>
                                    <p:animEffect transition="in" filter="fade">
                                      <p:cBhvr>
                                        <p:cTn id="7" dur="250"/>
                                        <p:tgtEl>
                                          <p:spTgt spid="278532">
                                            <p:txEl>
                                              <p:pRg st="2" end="2"/>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250" fill="hold">
                                          <p:stCondLst>
                                            <p:cond delay="0"/>
                                          </p:stCondLst>
                                        </p:cTn>
                                        <p:tgtEl>
                                          <p:spTgt spid="278532">
                                            <p:txEl>
                                              <p:pRg st="3" end="3"/>
                                            </p:txEl>
                                          </p:spTgt>
                                        </p:tgtEl>
                                        <p:attrNameLst>
                                          <p:attrName>style.visibility</p:attrName>
                                        </p:attrNameLst>
                                      </p:cBhvr>
                                      <p:to>
                                        <p:strVal val="visible"/>
                                      </p:to>
                                    </p:set>
                                    <p:animEffect transition="in" filter="fade">
                                      <p:cBhvr>
                                        <p:cTn id="12" dur="250"/>
                                        <p:tgtEl>
                                          <p:spTgt spid="278532">
                                            <p:txEl>
                                              <p:pRg st="3" end="3"/>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250" fill="hold">
                                          <p:stCondLst>
                                            <p:cond delay="0"/>
                                          </p:stCondLst>
                                        </p:cTn>
                                        <p:tgtEl>
                                          <p:spTgt spid="278532">
                                            <p:txEl>
                                              <p:pRg st="4" end="4"/>
                                            </p:txEl>
                                          </p:spTgt>
                                        </p:tgtEl>
                                        <p:attrNameLst>
                                          <p:attrName>style.visibility</p:attrName>
                                        </p:attrNameLst>
                                      </p:cBhvr>
                                      <p:to>
                                        <p:strVal val="visible"/>
                                      </p:to>
                                    </p:set>
                                    <p:animEffect transition="in" filter="fade">
                                      <p:cBhvr>
                                        <p:cTn id="17" dur="250"/>
                                        <p:tgtEl>
                                          <p:spTgt spid="278532">
                                            <p:txEl>
                                              <p:pRg st="4" end="4"/>
                                            </p:txEl>
                                          </p:spTgt>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250" fill="hold">
                                          <p:stCondLst>
                                            <p:cond delay="0"/>
                                          </p:stCondLst>
                                        </p:cTn>
                                        <p:tgtEl>
                                          <p:spTgt spid="278532">
                                            <p:txEl>
                                              <p:pRg st="5" end="5"/>
                                            </p:txEl>
                                          </p:spTgt>
                                        </p:tgtEl>
                                        <p:attrNameLst>
                                          <p:attrName>style.visibility</p:attrName>
                                        </p:attrNameLst>
                                      </p:cBhvr>
                                      <p:to>
                                        <p:strVal val="visible"/>
                                      </p:to>
                                    </p:set>
                                    <p:animEffect transition="in" filter="fade">
                                      <p:cBhvr>
                                        <p:cTn id="22" dur="250"/>
                                        <p:tgtEl>
                                          <p:spTgt spid="27853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7" name="组合 6" title=""/>
          <p:cNvGrpSpPr/>
          <p:nvPr>
            <p:custDataLst>
              <p:tags r:id="rId3"/>
            </p:custDataLst>
          </p:nvPr>
        </p:nvGrpSpPr>
        <p:grpSpPr>
          <a:xfrm>
            <a:off x="-587375" y="0"/>
            <a:ext cx="12779375" cy="6858000"/>
            <a:chOff x="-925" y="0"/>
            <a:chExt cx="20125" cy="10800"/>
          </a:xfrm>
        </p:grpSpPr>
        <p:pic>
          <p:nvPicPr>
            <p:cNvPr id="4" name="图片 3"/>
            <p:cNvPicPr>
              <a:picLocks noChangeAspect="1"/>
            </p:cNvPicPr>
            <p:nvPr>
              <p:custDataLst>
                <p:tags r:id="rId5"/>
              </p:custDataLst>
            </p:nvPr>
          </p:nvPicPr>
          <p:blipFill>
            <a:blip r:embed="rId4">
              <a:extLst>
                <a:ext uri="{28A0092B-C50C-407E-A947-70E740481C1C}">
                  <a14:useLocalDpi xmlns:a14="http://schemas.microsoft.com/office/drawing/2010/main" val="0"/>
                </a:ext>
              </a:extLst>
            </a:blip>
            <a:srcRect t="7813" b="7813"/>
            <a:stretch>
              <a:fillRect/>
            </a:stretch>
          </p:blipFill>
          <p:spPr>
            <a:xfrm>
              <a:off x="0" y="0"/>
              <a:ext cx="19200" cy="108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6" name="椭圆 5"/>
            <p:cNvSpPr/>
            <p:nvPr>
              <p:custDataLst>
                <p:tags r:id="rId6"/>
              </p:custDataLst>
            </p:nvPr>
          </p:nvSpPr>
          <p:spPr>
            <a:xfrm>
              <a:off x="-925" y="5963"/>
              <a:ext cx="2875" cy="2875"/>
            </a:xfrm>
            <a:prstGeom prst="ellipse">
              <a:avLst/>
            </a:prstGeom>
            <a:solidFill>
              <a:schemeClr val="accent2">
                <a:lumMod val="60000"/>
                <a:lumOff val="40000"/>
                <a:alpha val="38000"/>
              </a:schemeClr>
            </a:solidFill>
            <a:ln>
              <a:noFill/>
            </a:ln>
            <a:effectLst>
              <a:softEdge rad="4699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椭圆 4"/>
            <p:cNvSpPr/>
            <p:nvPr>
              <p:custDataLst>
                <p:tags r:id="rId7"/>
              </p:custDataLst>
            </p:nvPr>
          </p:nvSpPr>
          <p:spPr>
            <a:xfrm>
              <a:off x="9373" y="1081"/>
              <a:ext cx="2875" cy="2875"/>
            </a:xfrm>
            <a:prstGeom prst="ellipse">
              <a:avLst/>
            </a:prstGeom>
            <a:solidFill>
              <a:schemeClr val="accent2">
                <a:alpha val="38000"/>
              </a:schemeClr>
            </a:solidFill>
            <a:ln>
              <a:noFill/>
            </a:ln>
            <a:effectLst>
              <a:softEdge rad="4699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矩形: 圆角 13"/>
            <p:cNvSpPr/>
            <p:nvPr>
              <p:custDataLst>
                <p:tags r:id="rId8"/>
              </p:custDataLst>
            </p:nvPr>
          </p:nvSpPr>
          <p:spPr>
            <a:xfrm>
              <a:off x="1180" y="780"/>
              <a:ext cx="5400" cy="540"/>
            </a:xfrm>
            <a:prstGeom prst="roundRect">
              <a:avLst>
                <a:gd name="adj" fmla="val 50000"/>
              </a:avLst>
            </a:prstGeom>
            <a:gradFill flip="none" rotWithShape="1">
              <a:gsLst>
                <a:gs pos="0">
                  <a:srgbClr val="4076FD"/>
                </a:gs>
                <a:gs pos="100000">
                  <a:schemeClr val="accent2">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圆角 14"/>
            <p:cNvSpPr/>
            <p:nvPr>
              <p:custDataLst>
                <p:tags r:id="rId9"/>
              </p:custDataLst>
            </p:nvPr>
          </p:nvSpPr>
          <p:spPr>
            <a:xfrm>
              <a:off x="7592" y="9205"/>
              <a:ext cx="7020" cy="634"/>
            </a:xfrm>
            <a:prstGeom prst="roundRect">
              <a:avLst>
                <a:gd name="adj" fmla="val 50000"/>
              </a:avLst>
            </a:prstGeom>
            <a:gradFill flip="none" rotWithShape="1">
              <a:gsLst>
                <a:gs pos="0">
                  <a:srgbClr val="4076FD"/>
                </a:gs>
                <a:gs pos="100000">
                  <a:schemeClr val="accent2">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15"/>
            <p:cNvSpPr/>
            <p:nvPr>
              <p:custDataLst>
                <p:tags r:id="rId10"/>
              </p:custDataLst>
            </p:nvPr>
          </p:nvSpPr>
          <p:spPr>
            <a:xfrm>
              <a:off x="13364" y="10320"/>
              <a:ext cx="4800" cy="180"/>
            </a:xfrm>
            <a:prstGeom prst="roundRect">
              <a:avLst>
                <a:gd name="adj" fmla="val 50000"/>
              </a:avLst>
            </a:prstGeom>
            <a:gradFill flip="none" rotWithShape="1">
              <a:gsLst>
                <a:gs pos="0">
                  <a:srgbClr val="4076FD"/>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title=""/>
          <p:cNvGrpSpPr/>
          <p:nvPr>
            <p:custDataLst>
              <p:tags r:id="rId11"/>
            </p:custDataLst>
          </p:nvPr>
        </p:nvGrpSpPr>
        <p:grpSpPr>
          <a:xfrm flipH="1">
            <a:off x="914400" y="1318230"/>
            <a:ext cx="10363200" cy="4221540"/>
            <a:chOff x="838200" y="1460500"/>
            <a:chExt cx="9664700" cy="3937000"/>
          </a:xfrm>
        </p:grpSpPr>
        <p:sp>
          <p:nvSpPr>
            <p:cNvPr id="13" name="矩形: 圆角 12"/>
            <p:cNvSpPr/>
            <p:nvPr>
              <p:custDataLst>
                <p:tags r:id="rId12"/>
              </p:custDataLst>
            </p:nvPr>
          </p:nvSpPr>
          <p:spPr>
            <a:xfrm>
              <a:off x="838200" y="1460500"/>
              <a:ext cx="9664700" cy="3937000"/>
            </a:xfrm>
            <a:prstGeom prst="roundRect">
              <a:avLst>
                <a:gd name="adj" fmla="val 9794"/>
              </a:avLst>
            </a:prstGeom>
            <a:solidFill>
              <a:schemeClr val="bg1">
                <a:alpha val="8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custDataLst>
                <p:tags r:id="rId13"/>
              </p:custDataLst>
            </p:nvPr>
          </p:nvSpPr>
          <p:spPr>
            <a:xfrm>
              <a:off x="7683500" y="1460500"/>
              <a:ext cx="2819400" cy="2565400"/>
            </a:xfrm>
            <a:custGeom>
              <a:gdLst>
                <a:gd name="connsiteX0" fmla="*/ 29127 w 2819400"/>
                <a:gd name="connsiteY0" fmla="*/ 0 h 2565400"/>
                <a:gd name="connsiteX1" fmla="*/ 2433810 w 2819400"/>
                <a:gd name="connsiteY1" fmla="*/ 0 h 2565400"/>
                <a:gd name="connsiteX2" fmla="*/ 2819400 w 2819400"/>
                <a:gd name="connsiteY2" fmla="*/ 385590 h 2565400"/>
                <a:gd name="connsiteX3" fmla="*/ 2819400 w 2819400"/>
                <a:gd name="connsiteY3" fmla="*/ 2481938 h 2565400"/>
                <a:gd name="connsiteX4" fmla="*/ 2670411 w 2819400"/>
                <a:gd name="connsiteY4" fmla="*/ 2520247 h 2565400"/>
                <a:gd name="connsiteX5" fmla="*/ 2222500 w 2819400"/>
                <a:gd name="connsiteY5" fmla="*/ 2565400 h 2565400"/>
                <a:gd name="connsiteX6" fmla="*/ 0 w 2819400"/>
                <a:gd name="connsiteY6" fmla="*/ 342900 h 2565400"/>
                <a:gd name="connsiteX7" fmla="*/ 11475 w 2819400"/>
                <a:gd name="connsiteY7" fmla="*/ 115662 h 2565400"/>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19400" h="2565400">
                  <a:moveTo>
                    <a:pt x="29127" y="0"/>
                  </a:moveTo>
                  <a:lnTo>
                    <a:pt x="2433810" y="0"/>
                  </a:lnTo>
                  <a:cubicBezTo>
                    <a:pt x="2646765" y="0"/>
                    <a:pt x="2819400" y="172635"/>
                    <a:pt x="2819400" y="385590"/>
                  </a:cubicBezTo>
                  <a:lnTo>
                    <a:pt x="2819400" y="2481938"/>
                  </a:lnTo>
                  <a:lnTo>
                    <a:pt x="2670411" y="2520247"/>
                  </a:lnTo>
                  <a:cubicBezTo>
                    <a:pt x="2525732" y="2549852"/>
                    <a:pt x="2375932" y="2565400"/>
                    <a:pt x="2222500" y="2565400"/>
                  </a:cubicBezTo>
                  <a:cubicBezTo>
                    <a:pt x="995047" y="2565400"/>
                    <a:pt x="0" y="1570353"/>
                    <a:pt x="0" y="342900"/>
                  </a:cubicBezTo>
                  <a:cubicBezTo>
                    <a:pt x="0" y="266184"/>
                    <a:pt x="3887" y="190376"/>
                    <a:pt x="11475" y="115662"/>
                  </a:cubicBezTo>
                  <a:close/>
                </a:path>
              </a:pathLst>
            </a:custGeom>
            <a:gradFill flip="none" rotWithShape="1">
              <a:gsLst>
                <a:gs pos="0">
                  <a:srgbClr val="4076FD">
                    <a:alpha val="22000"/>
                  </a:srgbClr>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p:cNvSpPr/>
            <p:nvPr>
              <p:custDataLst>
                <p:tags r:id="rId14"/>
              </p:custDataLst>
            </p:nvPr>
          </p:nvSpPr>
          <p:spPr>
            <a:xfrm flipH="1" flipV="1">
              <a:off x="838200" y="3918350"/>
              <a:ext cx="1625600" cy="1479150"/>
            </a:xfrm>
            <a:custGeom>
              <a:gdLst>
                <a:gd name="connsiteX0" fmla="*/ 29127 w 2819400"/>
                <a:gd name="connsiteY0" fmla="*/ 0 h 2565400"/>
                <a:gd name="connsiteX1" fmla="*/ 2433810 w 2819400"/>
                <a:gd name="connsiteY1" fmla="*/ 0 h 2565400"/>
                <a:gd name="connsiteX2" fmla="*/ 2819400 w 2819400"/>
                <a:gd name="connsiteY2" fmla="*/ 385590 h 2565400"/>
                <a:gd name="connsiteX3" fmla="*/ 2819400 w 2819400"/>
                <a:gd name="connsiteY3" fmla="*/ 2481938 h 2565400"/>
                <a:gd name="connsiteX4" fmla="*/ 2670411 w 2819400"/>
                <a:gd name="connsiteY4" fmla="*/ 2520247 h 2565400"/>
                <a:gd name="connsiteX5" fmla="*/ 2222500 w 2819400"/>
                <a:gd name="connsiteY5" fmla="*/ 2565400 h 2565400"/>
                <a:gd name="connsiteX6" fmla="*/ 0 w 2819400"/>
                <a:gd name="connsiteY6" fmla="*/ 342900 h 2565400"/>
                <a:gd name="connsiteX7" fmla="*/ 11475 w 2819400"/>
                <a:gd name="connsiteY7" fmla="*/ 115662 h 2565400"/>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19400" h="2565400">
                  <a:moveTo>
                    <a:pt x="29127" y="0"/>
                  </a:moveTo>
                  <a:lnTo>
                    <a:pt x="2433810" y="0"/>
                  </a:lnTo>
                  <a:cubicBezTo>
                    <a:pt x="2646765" y="0"/>
                    <a:pt x="2819400" y="172635"/>
                    <a:pt x="2819400" y="385590"/>
                  </a:cubicBezTo>
                  <a:lnTo>
                    <a:pt x="2819400" y="2481938"/>
                  </a:lnTo>
                  <a:lnTo>
                    <a:pt x="2670411" y="2520247"/>
                  </a:lnTo>
                  <a:cubicBezTo>
                    <a:pt x="2525732" y="2549852"/>
                    <a:pt x="2375932" y="2565400"/>
                    <a:pt x="2222500" y="2565400"/>
                  </a:cubicBezTo>
                  <a:cubicBezTo>
                    <a:pt x="995047" y="2565400"/>
                    <a:pt x="0" y="1570353"/>
                    <a:pt x="0" y="342900"/>
                  </a:cubicBezTo>
                  <a:cubicBezTo>
                    <a:pt x="0" y="266184"/>
                    <a:pt x="3887" y="190376"/>
                    <a:pt x="11475" y="115662"/>
                  </a:cubicBezTo>
                  <a:close/>
                </a:path>
              </a:pathLst>
            </a:custGeom>
            <a:gradFill flip="none" rotWithShape="1">
              <a:gsLst>
                <a:gs pos="0">
                  <a:srgbClr val="4076FD">
                    <a:alpha val="61000"/>
                  </a:srgbClr>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2" name="组合 31" title=""/>
          <p:cNvGrpSpPr/>
          <p:nvPr>
            <p:custDataLst>
              <p:tags r:id="rId15"/>
            </p:custDataLst>
          </p:nvPr>
        </p:nvGrpSpPr>
        <p:grpSpPr>
          <a:xfrm flipH="1">
            <a:off x="10644249" y="2030170"/>
            <a:ext cx="176150" cy="780068"/>
            <a:chOff x="8290832" y="4887686"/>
            <a:chExt cx="296617" cy="1313542"/>
          </a:xfrm>
          <a:solidFill>
            <a:srgbClr val="4076FD"/>
          </a:solidFill>
        </p:grpSpPr>
        <p:grpSp>
          <p:nvGrpSpPr>
            <p:cNvPr id="33" name="组合 32"/>
            <p:cNvGrpSpPr/>
            <p:nvPr>
              <p:custDataLst>
                <p:tags r:id="rId16"/>
              </p:custDataLst>
            </p:nvPr>
          </p:nvGrpSpPr>
          <p:grpSpPr>
            <a:xfrm>
              <a:off x="8452757" y="5040086"/>
              <a:ext cx="134692" cy="1161142"/>
              <a:chOff x="8490857" y="4963886"/>
              <a:chExt cx="134692" cy="1161142"/>
            </a:xfrm>
            <a:grpFill/>
          </p:grpSpPr>
          <p:sp>
            <p:nvSpPr>
              <p:cNvPr id="40" name="等腰三角形 39"/>
              <p:cNvSpPr/>
              <p:nvPr>
                <p:custDataLst>
                  <p:tags r:id="rId17"/>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等腰三角形 40"/>
              <p:cNvSpPr/>
              <p:nvPr>
                <p:custDataLst>
                  <p:tags r:id="rId18"/>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等腰三角形 41"/>
              <p:cNvSpPr/>
              <p:nvPr>
                <p:custDataLst>
                  <p:tags r:id="rId19"/>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等腰三角形 42"/>
              <p:cNvSpPr/>
              <p:nvPr>
                <p:custDataLst>
                  <p:tags r:id="rId20"/>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等腰三角形 43"/>
              <p:cNvSpPr/>
              <p:nvPr>
                <p:custDataLst>
                  <p:tags r:id="rId21"/>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4" name="组合 33"/>
            <p:cNvGrpSpPr/>
            <p:nvPr>
              <p:custDataLst>
                <p:tags r:id="rId22"/>
              </p:custDataLst>
            </p:nvPr>
          </p:nvGrpSpPr>
          <p:grpSpPr>
            <a:xfrm>
              <a:off x="8290832" y="4887686"/>
              <a:ext cx="134692" cy="1161142"/>
              <a:chOff x="8490857" y="4963886"/>
              <a:chExt cx="134692" cy="1161142"/>
            </a:xfrm>
            <a:grpFill/>
          </p:grpSpPr>
          <p:sp>
            <p:nvSpPr>
              <p:cNvPr id="35" name="等腰三角形 34"/>
              <p:cNvSpPr/>
              <p:nvPr>
                <p:custDataLst>
                  <p:tags r:id="rId23"/>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custDataLst>
                  <p:tags r:id="rId24"/>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custDataLst>
                  <p:tags r:id="rId25"/>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等腰三角形 37"/>
              <p:cNvSpPr/>
              <p:nvPr>
                <p:custDataLst>
                  <p:tags r:id="rId26"/>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等腰三角形 38"/>
              <p:cNvSpPr/>
              <p:nvPr>
                <p:custDataLst>
                  <p:tags r:id="rId27"/>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45" name="组合 44" title=""/>
          <p:cNvGrpSpPr/>
          <p:nvPr>
            <p:custDataLst>
              <p:tags r:id="rId28"/>
            </p:custDataLst>
          </p:nvPr>
        </p:nvGrpSpPr>
        <p:grpSpPr>
          <a:xfrm flipH="1">
            <a:off x="1424049" y="4303470"/>
            <a:ext cx="176150" cy="780068"/>
            <a:chOff x="8290832" y="4887686"/>
            <a:chExt cx="296617" cy="1313542"/>
          </a:xfrm>
          <a:solidFill>
            <a:srgbClr val="4076FD"/>
          </a:solidFill>
        </p:grpSpPr>
        <p:grpSp>
          <p:nvGrpSpPr>
            <p:cNvPr id="46" name="组合 45"/>
            <p:cNvGrpSpPr/>
            <p:nvPr>
              <p:custDataLst>
                <p:tags r:id="rId29"/>
              </p:custDataLst>
            </p:nvPr>
          </p:nvGrpSpPr>
          <p:grpSpPr>
            <a:xfrm>
              <a:off x="8452757" y="5040086"/>
              <a:ext cx="134692" cy="1161142"/>
              <a:chOff x="8490857" y="4963886"/>
              <a:chExt cx="134692" cy="1161142"/>
            </a:xfrm>
            <a:grpFill/>
          </p:grpSpPr>
          <p:sp>
            <p:nvSpPr>
              <p:cNvPr id="53" name="等腰三角形 52"/>
              <p:cNvSpPr/>
              <p:nvPr>
                <p:custDataLst>
                  <p:tags r:id="rId30"/>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等腰三角形 53"/>
              <p:cNvSpPr/>
              <p:nvPr>
                <p:custDataLst>
                  <p:tags r:id="rId31"/>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p:custDataLst>
                  <p:tags r:id="rId32"/>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custDataLst>
                  <p:tags r:id="rId33"/>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等腰三角形 56"/>
              <p:cNvSpPr/>
              <p:nvPr>
                <p:custDataLst>
                  <p:tags r:id="rId34"/>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7" name="组合 46"/>
            <p:cNvGrpSpPr/>
            <p:nvPr>
              <p:custDataLst>
                <p:tags r:id="rId35"/>
              </p:custDataLst>
            </p:nvPr>
          </p:nvGrpSpPr>
          <p:grpSpPr>
            <a:xfrm>
              <a:off x="8290832" y="4887686"/>
              <a:ext cx="134692" cy="1161142"/>
              <a:chOff x="8490857" y="4963886"/>
              <a:chExt cx="134692" cy="1161142"/>
            </a:xfrm>
            <a:grpFill/>
          </p:grpSpPr>
          <p:sp>
            <p:nvSpPr>
              <p:cNvPr id="48" name="等腰三角形 47"/>
              <p:cNvSpPr/>
              <p:nvPr>
                <p:custDataLst>
                  <p:tags r:id="rId36"/>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等腰三角形 48"/>
              <p:cNvSpPr/>
              <p:nvPr>
                <p:custDataLst>
                  <p:tags r:id="rId37"/>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等腰三角形 49"/>
              <p:cNvSpPr/>
              <p:nvPr>
                <p:custDataLst>
                  <p:tags r:id="rId38"/>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等腰三角形 50"/>
              <p:cNvSpPr/>
              <p:nvPr>
                <p:custDataLst>
                  <p:tags r:id="rId39"/>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等腰三角形 51"/>
              <p:cNvSpPr/>
              <p:nvPr>
                <p:custDataLst>
                  <p:tags r:id="rId40"/>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 name="文本框 1" title=""/>
          <p:cNvSpPr txBox="1"/>
          <p:nvPr>
            <p:custDataLst>
              <p:tags r:id="rId41"/>
            </p:custDataLst>
          </p:nvPr>
        </p:nvSpPr>
        <p:spPr>
          <a:xfrm>
            <a:off x="2225040" y="2222500"/>
            <a:ext cx="5393055" cy="2861310"/>
          </a:xfrm>
          <a:prstGeom prst="rect">
            <a:avLst/>
          </a:prstGeom>
          <a:noFill/>
        </p:spPr>
        <p:txBody>
          <a:bodyPr wrap="square" rtlCol="0">
            <a:spAutoFit/>
          </a:bodyPr>
          <a:lstStyle/>
          <a:p>
            <a:r>
              <a:rPr lang="en-US" altLang="zh-CN" sz="18000">
                <a:gradFill>
                  <a:gsLst>
                    <a:gs pos="0">
                      <a:srgbClr val="4479FD"/>
                    </a:gs>
                    <a:gs pos="100000">
                      <a:srgbClr val="4175FC"/>
                    </a:gs>
                  </a:gsLst>
                  <a:lin ang="10800000" scaled="0"/>
                </a:gradFill>
                <a:latin typeface="黑体" panose="02010609060101010101" charset="-122"/>
                <a:ea typeface="黑体" panose="02010609060101010101" charset="-122"/>
              </a:rPr>
              <a:t>04</a:t>
            </a:r>
            <a:endParaRPr lang="zh-CN" altLang="en-US" sz="18000">
              <a:gradFill>
                <a:gsLst>
                  <a:gs pos="0">
                    <a:srgbClr val="4479FD"/>
                  </a:gs>
                  <a:gs pos="100000">
                    <a:srgbClr val="4175FC"/>
                  </a:gs>
                </a:gsLst>
                <a:lin ang="10800000" scaled="0"/>
              </a:gradFill>
              <a:latin typeface="黑体" panose="02010609060101010101" charset="-122"/>
              <a:ea typeface="黑体" panose="02010609060101010101" charset="-122"/>
            </a:endParaRPr>
          </a:p>
        </p:txBody>
      </p:sp>
      <p:sp>
        <p:nvSpPr>
          <p:cNvPr id="60" name="文本框 59" title=""/>
          <p:cNvSpPr txBox="1"/>
          <p:nvPr>
            <p:custDataLst>
              <p:tags r:id="rId42"/>
            </p:custDataLst>
          </p:nvPr>
        </p:nvSpPr>
        <p:spPr>
          <a:xfrm>
            <a:off x="5263515" y="3123565"/>
            <a:ext cx="4746625" cy="829945"/>
          </a:xfrm>
          <a:prstGeom prst="rect">
            <a:avLst/>
          </a:prstGeom>
          <a:noFill/>
        </p:spPr>
        <p:txBody>
          <a:bodyPr wrap="square" rtlCol="0">
            <a:spAutoFit/>
          </a:bodyPr>
          <a:lstStyle/>
          <a:p>
            <a:r>
              <a:rPr lang="zh-CN" altLang="en-US" sz="4800" b="1">
                <a:solidFill>
                  <a:schemeClr val="tx1">
                    <a:lumMod val="95000"/>
                    <a:lumOff val="5000"/>
                  </a:schemeClr>
                </a:solidFill>
                <a:latin typeface="微软雅黑" panose="020b0503020204020204" charset="-122"/>
                <a:ea typeface="微软雅黑" panose="020b0503020204020204" charset="-122"/>
              </a:rPr>
              <a:t>小</a:t>
            </a:r>
            <a:r>
              <a:rPr lang="zh-CN" altLang="en-US" sz="4800" b="1">
                <a:solidFill>
                  <a:srgbClr val="4378FD"/>
                </a:solidFill>
                <a:latin typeface="微软雅黑" panose="020b0503020204020204" charset="-122"/>
                <a:ea typeface="微软雅黑" panose="020b0503020204020204" charset="-122"/>
              </a:rPr>
              <a:t>结</a:t>
            </a:r>
            <a:r>
              <a:rPr lang="zh-CN" altLang="en-US" sz="4800" b="1">
                <a:solidFill>
                  <a:schemeClr val="tx1">
                    <a:lumMod val="95000"/>
                    <a:lumOff val="5000"/>
                  </a:schemeClr>
                </a:solidFill>
                <a:latin typeface="微软雅黑" panose="020b0503020204020204" charset="-122"/>
                <a:ea typeface="微软雅黑" panose="020b0503020204020204" charset="-122"/>
              </a:rPr>
              <a:t>及</a:t>
            </a:r>
            <a:r>
              <a:rPr lang="zh-CN" altLang="en-US" sz="4800" b="1">
                <a:solidFill>
                  <a:srgbClr val="4378FD"/>
                </a:solidFill>
                <a:latin typeface="微软雅黑" panose="020b0503020204020204" charset="-122"/>
                <a:ea typeface="微软雅黑" panose="020b0503020204020204" charset="-122"/>
              </a:rPr>
              <a:t>随</a:t>
            </a:r>
            <a:r>
              <a:rPr lang="zh-CN" altLang="en-US" sz="4800" b="1">
                <a:solidFill>
                  <a:schemeClr val="tx1">
                    <a:lumMod val="95000"/>
                    <a:lumOff val="5000"/>
                  </a:schemeClr>
                </a:solidFill>
                <a:latin typeface="微软雅黑" panose="020b0503020204020204" charset="-122"/>
                <a:ea typeface="微软雅黑" panose="020b0503020204020204" charset="-122"/>
              </a:rPr>
              <a:t>堂</a:t>
            </a:r>
            <a:r>
              <a:rPr lang="zh-CN" altLang="en-US" sz="4800" b="1">
                <a:solidFill>
                  <a:srgbClr val="4378FD"/>
                </a:solidFill>
                <a:latin typeface="微软雅黑" panose="020b0503020204020204" charset="-122"/>
                <a:ea typeface="微软雅黑" panose="020b0503020204020204" charset="-122"/>
              </a:rPr>
              <a:t>练</a:t>
            </a:r>
            <a:r>
              <a:rPr lang="zh-CN" altLang="en-US" sz="4800" b="1">
                <a:solidFill>
                  <a:schemeClr val="tx1"/>
                </a:solidFill>
                <a:latin typeface="微软雅黑" panose="020b0503020204020204" charset="-122"/>
                <a:ea typeface="微软雅黑" panose="020b0503020204020204" charset="-122"/>
              </a:rPr>
              <a:t>习</a:t>
            </a:r>
            <a:endParaRPr lang="zh-CN" altLang="en-US" sz="4800" b="1">
              <a:solidFill>
                <a:schemeClr val="tx1"/>
              </a:solidFill>
              <a:latin typeface="微软雅黑" panose="020b0503020204020204" charset="-122"/>
              <a:ea typeface="微软雅黑" panose="020b0503020204020204" charset="-122"/>
            </a:endParaRPr>
          </a:p>
        </p:txBody>
      </p:sp>
      <p:sp>
        <p:nvSpPr>
          <p:cNvPr id="11" name="文本框 10" title=""/>
          <p:cNvSpPr txBox="1"/>
          <p:nvPr>
            <p:custDataLst>
              <p:tags r:id="rId43"/>
            </p:custDataLst>
          </p:nvPr>
        </p:nvSpPr>
        <p:spPr>
          <a:xfrm>
            <a:off x="3700780" y="1657350"/>
            <a:ext cx="4791075" cy="405765"/>
          </a:xfrm>
          <a:prstGeom prst="rect">
            <a:avLst/>
          </a:prstGeom>
          <a:noFill/>
        </p:spPr>
        <p:txBody>
          <a:bodyPr wrap="square" rtlCol="0">
            <a:noAutofit/>
          </a:bodyPr>
          <a:lstStyle/>
          <a:p>
            <a:pPr algn="dist"/>
            <a:r>
              <a:rPr lang="en-US" altLang="zh-CN">
                <a:latin typeface="黑体" panose="02010609060101010101" charset="-122"/>
                <a:ea typeface="黑体" panose="02010609060101010101" charset="-122"/>
              </a:rPr>
              <a:t>充分条件与必要条件</a:t>
            </a:r>
            <a:endParaRPr lang="en-US" altLang="zh-CN">
              <a:latin typeface="黑体" panose="02010609060101010101" charset="-122"/>
              <a:ea typeface="黑体" panose="0201060906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2" presetClass="entr" presetSubtype="4" fill="hold" grpId="0" nodeType="afterEffect">
                                  <p:stCondLst>
                                    <p:cond delay="0"/>
                                  </p:stCondLst>
                                  <p:childTnLst>
                                    <p:set>
                                      <p:cBhvr>
                                        <p:cTn id="6" dur="250" fill="hold">
                                          <p:stCondLst>
                                            <p:cond delay="0"/>
                                          </p:stCondLst>
                                        </p:cTn>
                                        <p:tgtEl>
                                          <p:spTgt spid="60"/>
                                        </p:tgtEl>
                                        <p:attrNameLst>
                                          <p:attrName>style.visibility</p:attrName>
                                        </p:attrNameLst>
                                      </p:cBhvr>
                                      <p:to>
                                        <p:strVal val="visible"/>
                                      </p:to>
                                    </p:set>
                                    <p:anim calcmode="lin" valueType="num">
                                      <p:cBhvr additive="base">
                                        <p:cTn id="7" dur="250"/>
                                        <p:tgtEl>
                                          <p:spTgt spid="60"/>
                                        </p:tgtEl>
                                        <p:attrNameLst>
                                          <p:attrName>ppt_y</p:attrName>
                                        </p:attrNameLst>
                                      </p:cBhvr>
                                      <p:tavLst>
                                        <p:tav tm="0">
                                          <p:val>
                                            <p:strVal val="#ppt_y+#ppt_h*1.125000"/>
                                          </p:val>
                                        </p:tav>
                                        <p:tav tm="100000">
                                          <p:val>
                                            <p:strVal val="#ppt_y"/>
                                          </p:val>
                                        </p:tav>
                                      </p:tavLst>
                                    </p:anim>
                                    <p:animEffect transition="in" filter="wipe(up)">
                                      <p:cBhvr>
                                        <p:cTn id="8" dur="25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p:sld>
</file>

<file path=ppt/slides/slide2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solidFill>
              <a:schemeClr val="bg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 name="组合 5" title=""/>
          <p:cNvGrpSpPr/>
          <p:nvPr>
            <p:custDataLst>
              <p:tags r:id="rId8"/>
            </p:custDataLst>
          </p:nvPr>
        </p:nvGrpSpPr>
        <p:grpSpPr>
          <a:xfrm>
            <a:off x="660400" y="1223645"/>
            <a:ext cx="10934700" cy="5398770"/>
            <a:chOff x="1040" y="1927"/>
            <a:chExt cx="17220" cy="8502"/>
          </a:xfrm>
        </p:grpSpPr>
        <p:pic>
          <p:nvPicPr>
            <p:cNvPr id="5" name="图片 4" descr="充分条件与必要条件"/>
            <p:cNvPicPr>
              <a:picLocks noChangeAspect="1"/>
            </p:cNvPicPr>
            <p:nvPr>
              <p:custDataLst>
                <p:tags r:id="rId10"/>
              </p:custDataLst>
            </p:nvPr>
          </p:nvPicPr>
          <p:blipFill>
            <a:blip r:embed="rId9">
              <a:clrChange>
                <a:clrFrom>
                  <a:srgbClr val="FFFFFF">
                    <a:alpha val="100000"/>
                  </a:srgbClr>
                </a:clrFrom>
                <a:clrTo>
                  <a:srgbClr val="FFFFFF">
                    <a:alpha val="100000"/>
                    <a:alpha val="0"/>
                  </a:srgbClr>
                </a:clrTo>
              </a:clrChange>
            </a:blip>
            <a:srcRect t="4091" b="3416"/>
            <a:stretch>
              <a:fillRect/>
            </a:stretch>
          </p:blipFill>
          <p:spPr>
            <a:xfrm>
              <a:off x="1040" y="1927"/>
              <a:ext cx="17220" cy="8502"/>
            </a:xfrm>
            <a:prstGeom prst="rect">
              <a:avLst/>
            </a:prstGeom>
          </p:spPr>
        </p:pic>
        <p:sp>
          <p:nvSpPr>
            <p:cNvPr id="14" name="圆角矩形 13"/>
            <p:cNvSpPr/>
            <p:nvPr>
              <p:custDataLst>
                <p:tags r:id="rId11"/>
              </p:custDataLst>
            </p:nvPr>
          </p:nvSpPr>
          <p:spPr>
            <a:xfrm>
              <a:off x="8081" y="4791"/>
              <a:ext cx="3593" cy="1758"/>
            </a:xfrm>
            <a:prstGeom prst="roundRect">
              <a:avLst>
                <a:gd name="adj" fmla="val 23947"/>
              </a:avLst>
            </a:prstGeom>
            <a:gradFill>
              <a:gsLst>
                <a:gs pos="0">
                  <a:srgbClr val="4076FD"/>
                </a:gs>
                <a:gs pos="100000">
                  <a:srgbClr val="ED9468"/>
                </a:gs>
              </a:gsLst>
              <a:lin ang="144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400" b="1">
                  <a:latin typeface="黑体" panose="02010609060101010101" charset="-122"/>
                  <a:ea typeface="黑体" panose="02010609060101010101" charset="-122"/>
                  <a:cs typeface="黑体" panose="02010609060101010101" charset="-122"/>
                  <a:sym typeface="+mn-ea"/>
                </a:rPr>
                <a:t>充分条件与必要条件</a:t>
              </a:r>
              <a:endParaRPr lang="en-US" altLang="zh-CN" sz="2400" b="1">
                <a:latin typeface="黑体" panose="02010609060101010101" charset="-122"/>
                <a:ea typeface="黑体" panose="02010609060101010101" charset="-122"/>
                <a:cs typeface="黑体" panose="02010609060101010101" charset="-122"/>
                <a:sym typeface="+mn-ea"/>
              </a:endParaRPr>
            </a:p>
          </p:txBody>
        </p:sp>
      </p:grpSp>
      <p:grpSp>
        <p:nvGrpSpPr>
          <p:cNvPr id="43" name="组合 42" title=""/>
          <p:cNvGrpSpPr/>
          <p:nvPr>
            <p:custDataLst>
              <p:tags r:id="rId12"/>
            </p:custDataLst>
          </p:nvPr>
        </p:nvGrpSpPr>
        <p:grpSpPr>
          <a:xfrm>
            <a:off x="577851" y="576471"/>
            <a:ext cx="5197474" cy="521970"/>
            <a:chOff x="330201" y="576471"/>
            <a:chExt cx="5197474" cy="521970"/>
          </a:xfrm>
        </p:grpSpPr>
        <p:sp>
          <p:nvSpPr>
            <p:cNvPr id="44" name="文本框 43"/>
            <p:cNvSpPr txBox="1"/>
            <p:nvPr>
              <p:custDataLst>
                <p:tags r:id="rId13"/>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课堂总结</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45" name="矩形: 圆角 15"/>
            <p:cNvSpPr/>
            <p:nvPr>
              <p:custDataLst>
                <p:tags r:id="rId14"/>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grpSp>
        <p:nvGrpSpPr>
          <p:cNvPr id="10" name="组合 9" title=""/>
          <p:cNvGrpSpPr/>
          <p:nvPr>
            <p:custDataLst>
              <p:tags r:id="rId15"/>
            </p:custDataLst>
          </p:nvPr>
        </p:nvGrpSpPr>
        <p:grpSpPr>
          <a:xfrm rot="16200000" flipH="1">
            <a:off x="11362434" y="392505"/>
            <a:ext cx="176150" cy="780068"/>
            <a:chOff x="8290832" y="4887686"/>
            <a:chExt cx="296617" cy="1313542"/>
          </a:xfrm>
          <a:solidFill>
            <a:srgbClr val="4076FD"/>
          </a:solidFill>
        </p:grpSpPr>
        <p:grpSp>
          <p:nvGrpSpPr>
            <p:cNvPr id="11" name="组合 10"/>
            <p:cNvGrpSpPr/>
            <p:nvPr>
              <p:custDataLst>
                <p:tags r:id="rId16"/>
              </p:custDataLst>
            </p:nvPr>
          </p:nvGrpSpPr>
          <p:grpSpPr>
            <a:xfrm>
              <a:off x="8452757" y="5040086"/>
              <a:ext cx="134692" cy="1161142"/>
              <a:chOff x="8490857" y="4963886"/>
              <a:chExt cx="134692" cy="1161142"/>
            </a:xfrm>
            <a:grpFill/>
          </p:grpSpPr>
          <p:sp>
            <p:nvSpPr>
              <p:cNvPr id="15" name="等腰三角形 14"/>
              <p:cNvSpPr/>
              <p:nvPr>
                <p:custDataLst>
                  <p:tags r:id="rId17"/>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custDataLst>
                  <p:tags r:id="rId18"/>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p:cNvSpPr/>
              <p:nvPr>
                <p:custDataLst>
                  <p:tags r:id="rId19"/>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等腰三角形 17"/>
              <p:cNvSpPr/>
              <p:nvPr>
                <p:custDataLst>
                  <p:tags r:id="rId20"/>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等腰三角形 18"/>
              <p:cNvSpPr/>
              <p:nvPr>
                <p:custDataLst>
                  <p:tags r:id="rId21"/>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 name="组合 19"/>
            <p:cNvGrpSpPr/>
            <p:nvPr>
              <p:custDataLst>
                <p:tags r:id="rId22"/>
              </p:custDataLst>
            </p:nvPr>
          </p:nvGrpSpPr>
          <p:grpSpPr>
            <a:xfrm>
              <a:off x="8290832" y="4887686"/>
              <a:ext cx="134692" cy="1161142"/>
              <a:chOff x="8490857" y="4963886"/>
              <a:chExt cx="134692" cy="1161142"/>
            </a:xfrm>
            <a:grpFill/>
          </p:grpSpPr>
          <p:sp>
            <p:nvSpPr>
              <p:cNvPr id="21" name="等腰三角形 20"/>
              <p:cNvSpPr/>
              <p:nvPr>
                <p:custDataLst>
                  <p:tags r:id="rId23"/>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等腰三角形 21"/>
              <p:cNvSpPr/>
              <p:nvPr>
                <p:custDataLst>
                  <p:tags r:id="rId24"/>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等腰三角形 22"/>
              <p:cNvSpPr/>
              <p:nvPr>
                <p:custDataLst>
                  <p:tags r:id="rId25"/>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等腰三角形 23"/>
              <p:cNvSpPr/>
              <p:nvPr>
                <p:custDataLst>
                  <p:tags r:id="rId26"/>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等腰三角形 24"/>
              <p:cNvSpPr/>
              <p:nvPr>
                <p:custDataLst>
                  <p:tags r:id="rId27"/>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p:transition/>
  <p:timing/>
</p:sld>
</file>

<file path=ppt/slides/slide2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title=""/>
          <p:cNvGrpSpPr/>
          <p:nvPr>
            <p:custDataLst>
              <p:tags r:id="rId8"/>
            </p:custDataLst>
          </p:nvPr>
        </p:nvGrpSpPr>
        <p:grpSpPr>
          <a:xfrm>
            <a:off x="577851" y="576471"/>
            <a:ext cx="5197474" cy="521970"/>
            <a:chOff x="330201" y="576471"/>
            <a:chExt cx="5197474" cy="521970"/>
          </a:xfrm>
        </p:grpSpPr>
        <p:sp>
          <p:nvSpPr>
            <p:cNvPr id="44" name="文本框 4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总结新知</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4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grpSp>
        <p:nvGrpSpPr>
          <p:cNvPr id="10" name="组合 9" title=""/>
          <p:cNvGrpSpPr/>
          <p:nvPr>
            <p:custDataLst>
              <p:tags r:id="rId11"/>
            </p:custDataLst>
          </p:nvPr>
        </p:nvGrpSpPr>
        <p:grpSpPr>
          <a:xfrm rot="16200000" flipH="1">
            <a:off x="11319254" y="405205"/>
            <a:ext cx="176150" cy="780068"/>
            <a:chOff x="8290832" y="4887686"/>
            <a:chExt cx="296617" cy="1313542"/>
          </a:xfrm>
          <a:solidFill>
            <a:srgbClr val="4076FD"/>
          </a:solidFill>
        </p:grpSpPr>
        <p:grpSp>
          <p:nvGrpSpPr>
            <p:cNvPr id="11" name="组合 10"/>
            <p:cNvGrpSpPr/>
            <p:nvPr>
              <p:custDataLst>
                <p:tags r:id="rId12"/>
              </p:custDataLst>
            </p:nvPr>
          </p:nvGrpSpPr>
          <p:grpSpPr>
            <a:xfrm>
              <a:off x="8452757" y="5040086"/>
              <a:ext cx="134692" cy="1161142"/>
              <a:chOff x="8490857" y="4963886"/>
              <a:chExt cx="134692" cy="1161142"/>
            </a:xfrm>
            <a:grpFill/>
          </p:grpSpPr>
          <p:sp>
            <p:nvSpPr>
              <p:cNvPr id="15" name="等腰三角形 14"/>
              <p:cNvSpPr/>
              <p:nvPr>
                <p:custDataLst>
                  <p:tags r:id="rId13"/>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custDataLst>
                  <p:tags r:id="rId14"/>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p:cNvSpPr/>
              <p:nvPr>
                <p:custDataLst>
                  <p:tags r:id="rId15"/>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等腰三角形 17"/>
              <p:cNvSpPr/>
              <p:nvPr>
                <p:custDataLst>
                  <p:tags r:id="rId16"/>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等腰三角形 18"/>
              <p:cNvSpPr/>
              <p:nvPr>
                <p:custDataLst>
                  <p:tags r:id="rId17"/>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 name="组合 19"/>
            <p:cNvGrpSpPr/>
            <p:nvPr>
              <p:custDataLst>
                <p:tags r:id="rId18"/>
              </p:custDataLst>
            </p:nvPr>
          </p:nvGrpSpPr>
          <p:grpSpPr>
            <a:xfrm>
              <a:off x="8290832" y="4887686"/>
              <a:ext cx="134692" cy="1161142"/>
              <a:chOff x="8490857" y="4963886"/>
              <a:chExt cx="134692" cy="1161142"/>
            </a:xfrm>
            <a:grpFill/>
          </p:grpSpPr>
          <p:sp>
            <p:nvSpPr>
              <p:cNvPr id="21" name="等腰三角形 20"/>
              <p:cNvSpPr/>
              <p:nvPr>
                <p:custDataLst>
                  <p:tags r:id="rId19"/>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等腰三角形 21"/>
              <p:cNvSpPr/>
              <p:nvPr>
                <p:custDataLst>
                  <p:tags r:id="rId20"/>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等腰三角形 22"/>
              <p:cNvSpPr/>
              <p:nvPr>
                <p:custDataLst>
                  <p:tags r:id="rId21"/>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等腰三角形 23"/>
              <p:cNvSpPr/>
              <p:nvPr>
                <p:custDataLst>
                  <p:tags r:id="rId22"/>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等腰三角形 24"/>
              <p:cNvSpPr/>
              <p:nvPr>
                <p:custDataLst>
                  <p:tags r:id="rId23"/>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78532" name="Rectangle 42" title=""/>
          <p:cNvSpPr>
            <a:spLocks noGrp="1" noChangeArrowheads="1"/>
          </p:cNvSpPr>
          <p:nvPr>
            <p:custDataLst>
              <p:tags r:id="rId24"/>
            </p:custDataLst>
          </p:nvPr>
        </p:nvSpPr>
        <p:spPr>
          <a:xfrm>
            <a:off x="3257858" y="997398"/>
            <a:ext cx="5676900" cy="478155"/>
          </a:xfrm>
          <a:prstGeom prst="rect">
            <a:avLst/>
          </a:prstGeom>
        </p:spPr>
        <p:txBody>
          <a:bodyPr vert="horz"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2800" b="1">
                <a:gradFill>
                  <a:gsLst>
                    <a:gs pos="0">
                      <a:schemeClr val="accent2"/>
                    </a:gs>
                    <a:gs pos="100000">
                      <a:srgbClr val="4175FC"/>
                    </a:gs>
                  </a:gsLst>
                  <a:lin ang="11760000" scaled="0"/>
                </a:gradFill>
                <a:latin typeface="黑体" panose="02010609060101010101" charset="-122"/>
                <a:ea typeface="黑体" panose="02010609060101010101" charset="-122"/>
              </a:rPr>
              <a:t>本课须掌握的两大问题</a:t>
            </a:r>
            <a:endParaRPr lang="zh-CN" altLang="en-US" sz="2800" b="1">
              <a:gradFill>
                <a:gsLst>
                  <a:gs pos="0">
                    <a:schemeClr val="accent2"/>
                  </a:gs>
                  <a:gs pos="100000">
                    <a:srgbClr val="4175FC"/>
                  </a:gs>
                </a:gsLst>
                <a:lin ang="11760000" scaled="0"/>
              </a:gradFill>
              <a:latin typeface="黑体" panose="02010609060101010101" charset="-122"/>
              <a:ea typeface="黑体" panose="02010609060101010101" charset="-122"/>
            </a:endParaRPr>
          </a:p>
        </p:txBody>
      </p:sp>
      <p:sp>
        <p:nvSpPr>
          <p:cNvPr id="26" name="圆角矩形 25" title=""/>
          <p:cNvSpPr/>
          <p:nvPr>
            <p:custDataLst>
              <p:tags r:id="rId25"/>
            </p:custDataLst>
          </p:nvPr>
        </p:nvSpPr>
        <p:spPr>
          <a:xfrm>
            <a:off x="578485" y="1594485"/>
            <a:ext cx="11014075" cy="4665980"/>
          </a:xfrm>
          <a:prstGeom prst="roundRect">
            <a:avLst>
              <a:gd name="adj" fmla="val 7935"/>
            </a:avLst>
          </a:prstGeom>
          <a:noFill/>
          <a:ln w="12700" cmpd="sng">
            <a:gradFill>
              <a:gsLst>
                <a:gs pos="4000">
                  <a:schemeClr val="accent2"/>
                </a:gs>
                <a:gs pos="100000">
                  <a:srgbClr val="5178FA"/>
                </a:gs>
              </a:gsLst>
              <a:lin ang="20940000" scaled="1"/>
            </a:gra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0" name="文本框 99" title=""/>
          <p:cNvSpPr txBox="1"/>
          <p:nvPr>
            <p:custDataLst>
              <p:tags r:id="rId26"/>
            </p:custDataLst>
          </p:nvPr>
        </p:nvSpPr>
        <p:spPr>
          <a:xfrm>
            <a:off x="1070610" y="2418715"/>
            <a:ext cx="10192385" cy="2889885"/>
          </a:xfrm>
          <a:prstGeom prst="rect">
            <a:avLst/>
          </a:prstGeom>
          <a:noFill/>
          <a:ln w="9525">
            <a:noFill/>
          </a:ln>
        </p:spPr>
        <p:txBody>
          <a:bodyPr wrap="square">
            <a:spAutoFit/>
          </a:bodyPr>
          <a:lstStyle/>
          <a:p>
            <a:pPr indent="528955" fontAlgn="auto">
              <a:lnSpc>
                <a:spcPct val="130000"/>
              </a:lnSpc>
            </a:pPr>
            <a:r>
              <a:rPr lang="en-US" sz="2800" b="1">
                <a:solidFill>
                  <a:schemeClr val="accent2"/>
                </a:solidFill>
                <a:latin typeface="Times New Roman" panose="02020603050405020304" pitchFamily="18" charset="0"/>
                <a:ea typeface="黑体" panose="02010609060101010101" charset="-122"/>
                <a:cs typeface="Times New Roman" panose="02020603050405020304" pitchFamily="18" charset="0"/>
              </a:rPr>
              <a:t>1</a:t>
            </a:r>
            <a:r>
              <a:rPr lang="zh-CN" sz="2800" b="1">
                <a:solidFill>
                  <a:schemeClr val="accent2"/>
                </a:solidFill>
                <a:latin typeface="Times New Roman" panose="02020603050405020304" pitchFamily="18" charset="0"/>
                <a:ea typeface="黑体" panose="02010609060101010101" charset="-122"/>
                <a:cs typeface="Times New Roman" panose="02020603050405020304" pitchFamily="18" charset="0"/>
              </a:rPr>
              <a:t>．充分理解</a:t>
            </a:r>
            <a:r>
              <a:rPr lang="en-US" sz="2800" b="1">
                <a:solidFill>
                  <a:schemeClr val="accent2"/>
                </a:solidFill>
                <a:latin typeface="Times New Roman" panose="02020603050405020304" pitchFamily="18" charset="0"/>
                <a:ea typeface="黑体" panose="02010609060101010101" charset="-122"/>
                <a:cs typeface="Times New Roman" panose="02020603050405020304" pitchFamily="18" charset="0"/>
              </a:rPr>
              <a:t>“</a:t>
            </a:r>
            <a:r>
              <a:rPr lang="zh-CN" sz="2800" b="1">
                <a:solidFill>
                  <a:schemeClr val="accent2"/>
                </a:solidFill>
                <a:latin typeface="Times New Roman" panose="02020603050405020304" pitchFamily="18" charset="0"/>
                <a:ea typeface="黑体" panose="02010609060101010101" charset="-122"/>
                <a:cs typeface="Times New Roman" panose="02020603050405020304" pitchFamily="18" charset="0"/>
              </a:rPr>
              <a:t>充分条件</a:t>
            </a:r>
            <a:r>
              <a:rPr lang="en-US" sz="2800" b="1">
                <a:solidFill>
                  <a:schemeClr val="accent2"/>
                </a:solidFill>
                <a:latin typeface="Times New Roman" panose="02020603050405020304" pitchFamily="18" charset="0"/>
                <a:ea typeface="黑体" panose="02010609060101010101" charset="-122"/>
                <a:cs typeface="Times New Roman" panose="02020603050405020304" pitchFamily="18" charset="0"/>
              </a:rPr>
              <a:t>”</a:t>
            </a:r>
            <a:r>
              <a:rPr lang="zh-CN" sz="2800" b="1">
                <a:solidFill>
                  <a:schemeClr val="accent2"/>
                </a:solidFill>
                <a:latin typeface="Times New Roman" panose="02020603050405020304" pitchFamily="18" charset="0"/>
                <a:ea typeface="黑体" panose="02010609060101010101" charset="-122"/>
                <a:cs typeface="Times New Roman" panose="02020603050405020304" pitchFamily="18" charset="0"/>
              </a:rPr>
              <a:t>与</a:t>
            </a:r>
            <a:r>
              <a:rPr lang="en-US" sz="2800" b="1">
                <a:solidFill>
                  <a:schemeClr val="accent2"/>
                </a:solidFill>
                <a:latin typeface="Times New Roman" panose="02020603050405020304" pitchFamily="18" charset="0"/>
                <a:ea typeface="黑体" panose="02010609060101010101" charset="-122"/>
                <a:cs typeface="Times New Roman" panose="02020603050405020304" pitchFamily="18" charset="0"/>
              </a:rPr>
              <a:t>“</a:t>
            </a:r>
            <a:r>
              <a:rPr lang="zh-CN" sz="2800" b="1">
                <a:solidFill>
                  <a:schemeClr val="accent2"/>
                </a:solidFill>
                <a:latin typeface="Times New Roman" panose="02020603050405020304" pitchFamily="18" charset="0"/>
                <a:ea typeface="黑体" panose="02010609060101010101" charset="-122"/>
                <a:cs typeface="Times New Roman" panose="02020603050405020304" pitchFamily="18" charset="0"/>
              </a:rPr>
              <a:t>必要条件</a:t>
            </a:r>
            <a:r>
              <a:rPr lang="en-US" sz="2800" b="1">
                <a:solidFill>
                  <a:schemeClr val="accent2"/>
                </a:solidFill>
                <a:latin typeface="Times New Roman" panose="02020603050405020304" pitchFamily="18" charset="0"/>
                <a:ea typeface="黑体" panose="02010609060101010101" charset="-122"/>
                <a:cs typeface="Times New Roman" panose="02020603050405020304" pitchFamily="18" charset="0"/>
              </a:rPr>
              <a:t>”</a:t>
            </a:r>
            <a:r>
              <a:rPr lang="zh-CN" sz="2800" b="1">
                <a:solidFill>
                  <a:schemeClr val="accent2"/>
                </a:solidFill>
                <a:latin typeface="Times New Roman" panose="02020603050405020304" pitchFamily="18" charset="0"/>
                <a:ea typeface="黑体" panose="02010609060101010101" charset="-122"/>
                <a:cs typeface="Times New Roman" panose="02020603050405020304" pitchFamily="18" charset="0"/>
              </a:rPr>
              <a:t>的概念：</a:t>
            </a:r>
            <a:endParaRPr lang="zh-CN" sz="2800" b="1">
              <a:solidFill>
                <a:schemeClr val="accent2"/>
              </a:solidFill>
              <a:latin typeface="Times New Roman" panose="02020603050405020304" pitchFamily="18" charset="0"/>
              <a:ea typeface="黑体" panose="02010609060101010101" charset="-122"/>
              <a:cs typeface="Times New Roman" panose="02020603050405020304" pitchFamily="18" charset="0"/>
            </a:endParaRPr>
          </a:p>
          <a:p>
            <a:pPr indent="528955" fontAlgn="auto">
              <a:lnSpc>
                <a:spcPct val="130000"/>
              </a:lnSpc>
            </a:pPr>
            <a:r>
              <a:rPr lang="en-US" sz="2800">
                <a:latin typeface="Times New Roman" panose="02020603050405020304" pitchFamily="18" charset="0"/>
                <a:ea typeface="黑体" panose="02010609060101010101" charset="-122"/>
                <a:cs typeface="Times New Roman" panose="02020603050405020304" pitchFamily="18" charset="0"/>
                <a:sym typeface="+mn-ea"/>
              </a:rPr>
              <a:t>(1)“ </a:t>
            </a:r>
            <a:r>
              <a:rPr lang="en-US" sz="2800" i="1">
                <a:latin typeface="Times New Roman" panose="02020603050405020304" pitchFamily="18" charset="0"/>
                <a:ea typeface="黑体" panose="02010609060101010101" charset="-122"/>
                <a:cs typeface="Times New Roman" panose="02020603050405020304" pitchFamily="18" charset="0"/>
                <a:sym typeface="+mn-ea"/>
              </a:rPr>
              <a:t>p </a:t>
            </a:r>
            <a:r>
              <a:rPr lang="zh-CN" sz="2800">
                <a:latin typeface="Times New Roman" panose="02020603050405020304" pitchFamily="18" charset="0"/>
                <a:ea typeface="黑体" panose="02010609060101010101" charset="-122"/>
                <a:cs typeface="Times New Roman" panose="02020603050405020304" pitchFamily="18" charset="0"/>
                <a:sym typeface="+mn-ea"/>
              </a:rPr>
              <a:t>是</a:t>
            </a:r>
            <a:r>
              <a:rPr lang="en-US" altLang="zh-CN" sz="2800">
                <a:latin typeface="Times New Roman" panose="02020603050405020304" pitchFamily="18" charset="0"/>
                <a:ea typeface="黑体" panose="02010609060101010101" charset="-122"/>
                <a:cs typeface="Times New Roman" panose="02020603050405020304" pitchFamily="18" charset="0"/>
                <a:sym typeface="+mn-ea"/>
              </a:rPr>
              <a:t> </a:t>
            </a:r>
            <a:r>
              <a:rPr lang="en-US" sz="2800" i="1">
                <a:latin typeface="Times New Roman" panose="02020603050405020304" pitchFamily="18" charset="0"/>
                <a:ea typeface="黑体" panose="02010609060101010101" charset="-122"/>
                <a:cs typeface="Times New Roman" panose="02020603050405020304" pitchFamily="18" charset="0"/>
                <a:sym typeface="+mn-ea"/>
              </a:rPr>
              <a:t>q </a:t>
            </a:r>
            <a:r>
              <a:rPr lang="zh-CN" sz="2800">
                <a:latin typeface="Times New Roman" panose="02020603050405020304" pitchFamily="18" charset="0"/>
                <a:ea typeface="黑体" panose="02010609060101010101" charset="-122"/>
                <a:cs typeface="Times New Roman" panose="02020603050405020304" pitchFamily="18" charset="0"/>
                <a:sym typeface="+mn-ea"/>
              </a:rPr>
              <a:t>的充分条件</a:t>
            </a:r>
            <a:r>
              <a:rPr lang="en-US" sz="2800">
                <a:latin typeface="Times New Roman" panose="02020603050405020304" pitchFamily="18" charset="0"/>
                <a:ea typeface="黑体" panose="02010609060101010101" charset="-122"/>
                <a:cs typeface="Times New Roman" panose="02020603050405020304" pitchFamily="18" charset="0"/>
                <a:sym typeface="+mn-ea"/>
              </a:rPr>
              <a:t>”</a:t>
            </a:r>
            <a:r>
              <a:rPr lang="zh-CN" sz="2800">
                <a:latin typeface="Times New Roman" panose="02020603050405020304" pitchFamily="18" charset="0"/>
                <a:ea typeface="黑体" panose="02010609060101010101" charset="-122"/>
                <a:cs typeface="Times New Roman" panose="02020603050405020304" pitchFamily="18" charset="0"/>
                <a:sym typeface="+mn-ea"/>
              </a:rPr>
              <a:t>反映了</a:t>
            </a:r>
            <a:r>
              <a:rPr lang="en-US" altLang="zh-CN" sz="2800">
                <a:latin typeface="Times New Roman" panose="02020603050405020304" pitchFamily="18" charset="0"/>
                <a:ea typeface="黑体" panose="02010609060101010101" charset="-122"/>
                <a:cs typeface="Times New Roman" panose="02020603050405020304" pitchFamily="18" charset="0"/>
                <a:sym typeface="+mn-ea"/>
              </a:rPr>
              <a:t> </a:t>
            </a:r>
            <a:r>
              <a:rPr lang="en-US" sz="2800" i="1">
                <a:latin typeface="Times New Roman" panose="02020603050405020304" pitchFamily="18" charset="0"/>
                <a:ea typeface="黑体" panose="02010609060101010101" charset="-122"/>
                <a:cs typeface="Times New Roman" panose="02020603050405020304" pitchFamily="18" charset="0"/>
                <a:sym typeface="+mn-ea"/>
              </a:rPr>
              <a:t>p</a:t>
            </a:r>
            <a:r>
              <a:rPr lang="en-US" sz="2800">
                <a:latin typeface="Times New Roman" panose="02020603050405020304" pitchFamily="18" charset="0"/>
                <a:ea typeface="黑体" panose="02010609060101010101" charset="-122"/>
                <a:cs typeface="Times New Roman" panose="02020603050405020304" pitchFamily="18" charset="0"/>
                <a:sym typeface="+mn-ea"/>
              </a:rPr>
              <a:t>⇒</a:t>
            </a:r>
            <a:r>
              <a:rPr lang="en-US" sz="2800" i="1">
                <a:latin typeface="Times New Roman" panose="02020603050405020304" pitchFamily="18" charset="0"/>
                <a:ea typeface="黑体" panose="02010609060101010101" charset="-122"/>
                <a:cs typeface="Times New Roman" panose="02020603050405020304" pitchFamily="18" charset="0"/>
                <a:sym typeface="+mn-ea"/>
              </a:rPr>
              <a:t>q</a:t>
            </a:r>
            <a:r>
              <a:rPr lang="zh-CN" sz="2800">
                <a:latin typeface="Times New Roman" panose="02020603050405020304" pitchFamily="18" charset="0"/>
                <a:ea typeface="黑体" panose="02010609060101010101" charset="-122"/>
                <a:cs typeface="Times New Roman" panose="02020603050405020304" pitchFamily="18" charset="0"/>
                <a:sym typeface="+mn-ea"/>
              </a:rPr>
              <a:t>，而</a:t>
            </a:r>
            <a:r>
              <a:rPr lang="en-US" sz="2800">
                <a:latin typeface="Times New Roman" panose="02020603050405020304" pitchFamily="18" charset="0"/>
                <a:ea typeface="黑体" panose="02010609060101010101" charset="-122"/>
                <a:cs typeface="Times New Roman" panose="02020603050405020304" pitchFamily="18" charset="0"/>
                <a:sym typeface="+mn-ea"/>
              </a:rPr>
              <a:t>“ </a:t>
            </a:r>
            <a:r>
              <a:rPr lang="en-US" sz="2800" i="1">
                <a:latin typeface="Times New Roman" panose="02020603050405020304" pitchFamily="18" charset="0"/>
                <a:ea typeface="黑体" panose="02010609060101010101" charset="-122"/>
                <a:cs typeface="Times New Roman" panose="02020603050405020304" pitchFamily="18" charset="0"/>
                <a:sym typeface="+mn-ea"/>
              </a:rPr>
              <a:t>q </a:t>
            </a:r>
            <a:r>
              <a:rPr lang="zh-CN" sz="2800">
                <a:latin typeface="Times New Roman" panose="02020603050405020304" pitchFamily="18" charset="0"/>
                <a:ea typeface="黑体" panose="02010609060101010101" charset="-122"/>
                <a:cs typeface="Times New Roman" panose="02020603050405020304" pitchFamily="18" charset="0"/>
                <a:sym typeface="+mn-ea"/>
              </a:rPr>
              <a:t>是</a:t>
            </a:r>
            <a:r>
              <a:rPr lang="en-US" altLang="zh-CN" sz="2800">
                <a:latin typeface="Times New Roman" panose="02020603050405020304" pitchFamily="18" charset="0"/>
                <a:ea typeface="黑体" panose="02010609060101010101" charset="-122"/>
                <a:cs typeface="Times New Roman" panose="02020603050405020304" pitchFamily="18" charset="0"/>
                <a:sym typeface="+mn-ea"/>
              </a:rPr>
              <a:t> </a:t>
            </a:r>
            <a:r>
              <a:rPr lang="en-US" sz="2800" i="1">
                <a:latin typeface="Times New Roman" panose="02020603050405020304" pitchFamily="18" charset="0"/>
                <a:ea typeface="黑体" panose="02010609060101010101" charset="-122"/>
                <a:cs typeface="Times New Roman" panose="02020603050405020304" pitchFamily="18" charset="0"/>
                <a:sym typeface="+mn-ea"/>
              </a:rPr>
              <a:t>p </a:t>
            </a:r>
            <a:r>
              <a:rPr lang="zh-CN" sz="2800">
                <a:latin typeface="Times New Roman" panose="02020603050405020304" pitchFamily="18" charset="0"/>
                <a:ea typeface="黑体" panose="02010609060101010101" charset="-122"/>
                <a:cs typeface="Times New Roman" panose="02020603050405020304" pitchFamily="18" charset="0"/>
                <a:sym typeface="+mn-ea"/>
              </a:rPr>
              <a:t>的必要条件</a:t>
            </a:r>
            <a:r>
              <a:rPr lang="en-US" sz="2800">
                <a:latin typeface="Times New Roman" panose="02020603050405020304" pitchFamily="18" charset="0"/>
                <a:ea typeface="黑体" panose="02010609060101010101" charset="-122"/>
                <a:cs typeface="Times New Roman" panose="02020603050405020304" pitchFamily="18" charset="0"/>
                <a:sym typeface="+mn-ea"/>
              </a:rPr>
              <a:t>”</a:t>
            </a:r>
            <a:r>
              <a:rPr lang="zh-CN" sz="2800">
                <a:latin typeface="Times New Roman" panose="02020603050405020304" pitchFamily="18" charset="0"/>
                <a:ea typeface="黑体" panose="02010609060101010101" charset="-122"/>
                <a:cs typeface="Times New Roman" panose="02020603050405020304" pitchFamily="18" charset="0"/>
                <a:sym typeface="+mn-ea"/>
              </a:rPr>
              <a:t>也反映了</a:t>
            </a:r>
            <a:r>
              <a:rPr lang="en-US" altLang="zh-CN" sz="2800">
                <a:latin typeface="Times New Roman" panose="02020603050405020304" pitchFamily="18" charset="0"/>
                <a:ea typeface="黑体" panose="02010609060101010101" charset="-122"/>
                <a:cs typeface="Times New Roman" panose="02020603050405020304" pitchFamily="18" charset="0"/>
                <a:sym typeface="+mn-ea"/>
              </a:rPr>
              <a:t> </a:t>
            </a:r>
            <a:r>
              <a:rPr lang="en-US" sz="2800" i="1">
                <a:latin typeface="Times New Roman" panose="02020603050405020304" pitchFamily="18" charset="0"/>
                <a:ea typeface="黑体" panose="02010609060101010101" charset="-122"/>
                <a:cs typeface="Times New Roman" panose="02020603050405020304" pitchFamily="18" charset="0"/>
                <a:sym typeface="+mn-ea"/>
              </a:rPr>
              <a:t>p</a:t>
            </a:r>
            <a:r>
              <a:rPr lang="en-US" sz="2800">
                <a:latin typeface="Times New Roman" panose="02020603050405020304" pitchFamily="18" charset="0"/>
                <a:ea typeface="黑体" panose="02010609060101010101" charset="-122"/>
                <a:cs typeface="Times New Roman" panose="02020603050405020304" pitchFamily="18" charset="0"/>
                <a:sym typeface="+mn-ea"/>
              </a:rPr>
              <a:t>⇒</a:t>
            </a:r>
            <a:r>
              <a:rPr lang="en-US" sz="2800" i="1">
                <a:latin typeface="Times New Roman" panose="02020603050405020304" pitchFamily="18" charset="0"/>
                <a:ea typeface="黑体" panose="02010609060101010101" charset="-122"/>
                <a:cs typeface="Times New Roman" panose="02020603050405020304" pitchFamily="18" charset="0"/>
                <a:sym typeface="+mn-ea"/>
              </a:rPr>
              <a:t>q</a:t>
            </a:r>
            <a:r>
              <a:rPr lang="zh-CN" sz="2800">
                <a:latin typeface="Times New Roman" panose="02020603050405020304" pitchFamily="18" charset="0"/>
                <a:ea typeface="黑体" panose="02010609060101010101" charset="-122"/>
                <a:cs typeface="Times New Roman" panose="02020603050405020304" pitchFamily="18" charset="0"/>
                <a:sym typeface="+mn-ea"/>
              </a:rPr>
              <a:t>，所以</a:t>
            </a:r>
            <a:r>
              <a:rPr lang="en-US" sz="2800">
                <a:latin typeface="Times New Roman" panose="02020603050405020304" pitchFamily="18" charset="0"/>
                <a:ea typeface="黑体" panose="02010609060101010101" charset="-122"/>
                <a:cs typeface="Times New Roman" panose="02020603050405020304" pitchFamily="18" charset="0"/>
                <a:sym typeface="+mn-ea"/>
              </a:rPr>
              <a:t>“ </a:t>
            </a:r>
            <a:r>
              <a:rPr lang="en-US" sz="2800" i="1">
                <a:latin typeface="Times New Roman" panose="02020603050405020304" pitchFamily="18" charset="0"/>
                <a:ea typeface="黑体" panose="02010609060101010101" charset="-122"/>
                <a:cs typeface="Times New Roman" panose="02020603050405020304" pitchFamily="18" charset="0"/>
                <a:sym typeface="+mn-ea"/>
              </a:rPr>
              <a:t>p </a:t>
            </a:r>
            <a:r>
              <a:rPr lang="zh-CN" sz="2800">
                <a:latin typeface="Times New Roman" panose="02020603050405020304" pitchFamily="18" charset="0"/>
                <a:ea typeface="黑体" panose="02010609060101010101" charset="-122"/>
                <a:cs typeface="Times New Roman" panose="02020603050405020304" pitchFamily="18" charset="0"/>
                <a:sym typeface="+mn-ea"/>
              </a:rPr>
              <a:t>是</a:t>
            </a:r>
            <a:r>
              <a:rPr lang="en-US" altLang="zh-CN" sz="2800">
                <a:latin typeface="Times New Roman" panose="02020603050405020304" pitchFamily="18" charset="0"/>
                <a:ea typeface="黑体" panose="02010609060101010101" charset="-122"/>
                <a:cs typeface="Times New Roman" panose="02020603050405020304" pitchFamily="18" charset="0"/>
                <a:sym typeface="+mn-ea"/>
              </a:rPr>
              <a:t> </a:t>
            </a:r>
            <a:r>
              <a:rPr lang="en-US" sz="2800" i="1">
                <a:latin typeface="Times New Roman" panose="02020603050405020304" pitchFamily="18" charset="0"/>
                <a:ea typeface="黑体" panose="02010609060101010101" charset="-122"/>
                <a:cs typeface="Times New Roman" panose="02020603050405020304" pitchFamily="18" charset="0"/>
                <a:sym typeface="+mn-ea"/>
              </a:rPr>
              <a:t>q </a:t>
            </a:r>
            <a:r>
              <a:rPr lang="zh-CN" sz="2800">
                <a:latin typeface="Times New Roman" panose="02020603050405020304" pitchFamily="18" charset="0"/>
                <a:ea typeface="黑体" panose="02010609060101010101" charset="-122"/>
                <a:cs typeface="Times New Roman" panose="02020603050405020304" pitchFamily="18" charset="0"/>
                <a:sym typeface="+mn-ea"/>
              </a:rPr>
              <a:t>的充分条件</a:t>
            </a:r>
            <a:r>
              <a:rPr lang="en-US" sz="2800">
                <a:latin typeface="Times New Roman" panose="02020603050405020304" pitchFamily="18" charset="0"/>
                <a:ea typeface="黑体" panose="02010609060101010101" charset="-122"/>
                <a:cs typeface="Times New Roman" panose="02020603050405020304" pitchFamily="18" charset="0"/>
                <a:sym typeface="+mn-ea"/>
              </a:rPr>
              <a:t>”</a:t>
            </a:r>
            <a:r>
              <a:rPr lang="zh-CN" sz="2800">
                <a:latin typeface="Times New Roman" panose="02020603050405020304" pitchFamily="18" charset="0"/>
                <a:ea typeface="黑体" panose="02010609060101010101" charset="-122"/>
                <a:cs typeface="Times New Roman" panose="02020603050405020304" pitchFamily="18" charset="0"/>
                <a:sym typeface="+mn-ea"/>
              </a:rPr>
              <a:t>与</a:t>
            </a:r>
            <a:r>
              <a:rPr lang="en-US" sz="2800">
                <a:latin typeface="Times New Roman" panose="02020603050405020304" pitchFamily="18" charset="0"/>
                <a:ea typeface="黑体" panose="02010609060101010101" charset="-122"/>
                <a:cs typeface="Times New Roman" panose="02020603050405020304" pitchFamily="18" charset="0"/>
                <a:sym typeface="+mn-ea"/>
              </a:rPr>
              <a:t>“ </a:t>
            </a:r>
            <a:r>
              <a:rPr lang="en-US" sz="2800" i="1">
                <a:latin typeface="Times New Roman" panose="02020603050405020304" pitchFamily="18" charset="0"/>
                <a:ea typeface="黑体" panose="02010609060101010101" charset="-122"/>
                <a:cs typeface="Times New Roman" panose="02020603050405020304" pitchFamily="18" charset="0"/>
                <a:sym typeface="+mn-ea"/>
              </a:rPr>
              <a:t>q </a:t>
            </a:r>
            <a:r>
              <a:rPr lang="zh-CN" sz="2800">
                <a:latin typeface="Times New Roman" panose="02020603050405020304" pitchFamily="18" charset="0"/>
                <a:ea typeface="黑体" panose="02010609060101010101" charset="-122"/>
                <a:cs typeface="Times New Roman" panose="02020603050405020304" pitchFamily="18" charset="0"/>
                <a:sym typeface="+mn-ea"/>
              </a:rPr>
              <a:t>是</a:t>
            </a:r>
            <a:r>
              <a:rPr lang="en-US" altLang="zh-CN" sz="2800">
                <a:latin typeface="Times New Roman" panose="02020603050405020304" pitchFamily="18" charset="0"/>
                <a:ea typeface="黑体" panose="02010609060101010101" charset="-122"/>
                <a:cs typeface="Times New Roman" panose="02020603050405020304" pitchFamily="18" charset="0"/>
                <a:sym typeface="+mn-ea"/>
              </a:rPr>
              <a:t> </a:t>
            </a:r>
            <a:r>
              <a:rPr lang="en-US" sz="2800" i="1">
                <a:latin typeface="Times New Roman" panose="02020603050405020304" pitchFamily="18" charset="0"/>
                <a:ea typeface="黑体" panose="02010609060101010101" charset="-122"/>
                <a:cs typeface="Times New Roman" panose="02020603050405020304" pitchFamily="18" charset="0"/>
                <a:sym typeface="+mn-ea"/>
              </a:rPr>
              <a:t>p </a:t>
            </a:r>
            <a:r>
              <a:rPr lang="zh-CN" sz="2800">
                <a:latin typeface="Times New Roman" panose="02020603050405020304" pitchFamily="18" charset="0"/>
                <a:ea typeface="黑体" panose="02010609060101010101" charset="-122"/>
                <a:cs typeface="Times New Roman" panose="02020603050405020304" pitchFamily="18" charset="0"/>
                <a:sym typeface="+mn-ea"/>
              </a:rPr>
              <a:t>的必要条件</a:t>
            </a:r>
            <a:r>
              <a:rPr lang="en-US" sz="2800">
                <a:latin typeface="Times New Roman" panose="02020603050405020304" pitchFamily="18" charset="0"/>
                <a:ea typeface="黑体" panose="02010609060101010101" charset="-122"/>
                <a:cs typeface="Times New Roman" panose="02020603050405020304" pitchFamily="18" charset="0"/>
                <a:sym typeface="+mn-ea"/>
              </a:rPr>
              <a:t>”</a:t>
            </a:r>
            <a:r>
              <a:rPr lang="zh-CN" sz="2800">
                <a:latin typeface="Times New Roman" panose="02020603050405020304" pitchFamily="18" charset="0"/>
                <a:ea typeface="黑体" panose="02010609060101010101" charset="-122"/>
                <a:cs typeface="Times New Roman" panose="02020603050405020304" pitchFamily="18" charset="0"/>
                <a:sym typeface="+mn-ea"/>
              </a:rPr>
              <a:t>表述的是同一个逻辑关系，只是说法不同．</a:t>
            </a:r>
            <a:r>
              <a:rPr lang="en-US" sz="2800">
                <a:latin typeface="Times New Roman" panose="02020603050405020304" pitchFamily="18" charset="0"/>
                <a:ea typeface="黑体" panose="02010609060101010101" charset="-122"/>
                <a:cs typeface="Times New Roman" panose="02020603050405020304" pitchFamily="18" charset="0"/>
                <a:sym typeface="+mn-ea"/>
              </a:rPr>
              <a:t>“ </a:t>
            </a:r>
            <a:r>
              <a:rPr lang="en-US" sz="2800" i="1">
                <a:latin typeface="Times New Roman" panose="02020603050405020304" pitchFamily="18" charset="0"/>
                <a:ea typeface="黑体" panose="02010609060101010101" charset="-122"/>
                <a:cs typeface="Times New Roman" panose="02020603050405020304" pitchFamily="18" charset="0"/>
                <a:sym typeface="+mn-ea"/>
              </a:rPr>
              <a:t>p </a:t>
            </a:r>
            <a:r>
              <a:rPr lang="zh-CN" sz="2800">
                <a:latin typeface="Times New Roman" panose="02020603050405020304" pitchFamily="18" charset="0"/>
                <a:ea typeface="黑体" panose="02010609060101010101" charset="-122"/>
                <a:cs typeface="Times New Roman" panose="02020603050405020304" pitchFamily="18" charset="0"/>
                <a:sym typeface="+mn-ea"/>
              </a:rPr>
              <a:t>是</a:t>
            </a:r>
            <a:r>
              <a:rPr lang="en-US" altLang="zh-CN" sz="2800">
                <a:latin typeface="Times New Roman" panose="02020603050405020304" pitchFamily="18" charset="0"/>
                <a:ea typeface="黑体" panose="02010609060101010101" charset="-122"/>
                <a:cs typeface="Times New Roman" panose="02020603050405020304" pitchFamily="18" charset="0"/>
                <a:sym typeface="+mn-ea"/>
              </a:rPr>
              <a:t> </a:t>
            </a:r>
            <a:r>
              <a:rPr lang="en-US" sz="2800" i="1">
                <a:latin typeface="Times New Roman" panose="02020603050405020304" pitchFamily="18" charset="0"/>
                <a:ea typeface="黑体" panose="02010609060101010101" charset="-122"/>
                <a:cs typeface="Times New Roman" panose="02020603050405020304" pitchFamily="18" charset="0"/>
                <a:sym typeface="+mn-ea"/>
              </a:rPr>
              <a:t>q </a:t>
            </a:r>
            <a:r>
              <a:rPr lang="zh-CN" sz="2800">
                <a:latin typeface="Times New Roman" panose="02020603050405020304" pitchFamily="18" charset="0"/>
                <a:ea typeface="黑体" panose="02010609060101010101" charset="-122"/>
                <a:cs typeface="Times New Roman" panose="02020603050405020304" pitchFamily="18" charset="0"/>
                <a:sym typeface="+mn-ea"/>
              </a:rPr>
              <a:t>的充分条件</a:t>
            </a:r>
            <a:r>
              <a:rPr lang="en-US" sz="2800">
                <a:latin typeface="Times New Roman" panose="02020603050405020304" pitchFamily="18" charset="0"/>
                <a:ea typeface="黑体" panose="02010609060101010101" charset="-122"/>
                <a:cs typeface="Times New Roman" panose="02020603050405020304" pitchFamily="18" charset="0"/>
                <a:sym typeface="+mn-ea"/>
              </a:rPr>
              <a:t>”</a:t>
            </a:r>
            <a:r>
              <a:rPr lang="zh-CN" sz="2800">
                <a:latin typeface="Times New Roman" panose="02020603050405020304" pitchFamily="18" charset="0"/>
                <a:ea typeface="黑体" panose="02010609060101010101" charset="-122"/>
                <a:cs typeface="Times New Roman" panose="02020603050405020304" pitchFamily="18" charset="0"/>
                <a:sym typeface="+mn-ea"/>
              </a:rPr>
              <a:t>只反映了</a:t>
            </a:r>
            <a:r>
              <a:rPr lang="en-US" altLang="zh-CN" sz="2800">
                <a:latin typeface="Times New Roman" panose="02020603050405020304" pitchFamily="18" charset="0"/>
                <a:ea typeface="黑体" panose="02010609060101010101" charset="-122"/>
                <a:cs typeface="Times New Roman" panose="02020603050405020304" pitchFamily="18" charset="0"/>
                <a:sym typeface="+mn-ea"/>
              </a:rPr>
              <a:t> </a:t>
            </a:r>
            <a:r>
              <a:rPr lang="en-US" sz="2800" i="1">
                <a:latin typeface="Times New Roman" panose="02020603050405020304" pitchFamily="18" charset="0"/>
                <a:ea typeface="黑体" panose="02010609060101010101" charset="-122"/>
                <a:cs typeface="Times New Roman" panose="02020603050405020304" pitchFamily="18" charset="0"/>
                <a:sym typeface="+mn-ea"/>
              </a:rPr>
              <a:t>p</a:t>
            </a:r>
            <a:r>
              <a:rPr lang="en-US" sz="2800">
                <a:latin typeface="Times New Roman" panose="02020603050405020304" pitchFamily="18" charset="0"/>
                <a:ea typeface="黑体" panose="02010609060101010101" charset="-122"/>
                <a:cs typeface="Times New Roman" panose="02020603050405020304" pitchFamily="18" charset="0"/>
                <a:sym typeface="+mn-ea"/>
              </a:rPr>
              <a:t>⇒</a:t>
            </a:r>
            <a:r>
              <a:rPr lang="en-US" sz="2800" i="1">
                <a:latin typeface="Times New Roman" panose="02020603050405020304" pitchFamily="18" charset="0"/>
                <a:ea typeface="黑体" panose="02010609060101010101" charset="-122"/>
                <a:cs typeface="Times New Roman" panose="02020603050405020304" pitchFamily="18" charset="0"/>
                <a:sym typeface="+mn-ea"/>
              </a:rPr>
              <a:t>q</a:t>
            </a:r>
            <a:r>
              <a:rPr lang="zh-CN" sz="2800">
                <a:latin typeface="Times New Roman" panose="02020603050405020304" pitchFamily="18" charset="0"/>
                <a:ea typeface="黑体" panose="02010609060101010101" charset="-122"/>
                <a:cs typeface="Times New Roman" panose="02020603050405020304" pitchFamily="18" charset="0"/>
                <a:sym typeface="+mn-ea"/>
              </a:rPr>
              <a:t>，与</a:t>
            </a:r>
            <a:r>
              <a:rPr lang="en-US" altLang="zh-CN" sz="2800">
                <a:latin typeface="Times New Roman" panose="02020603050405020304" pitchFamily="18" charset="0"/>
                <a:ea typeface="黑体" panose="02010609060101010101" charset="-122"/>
                <a:cs typeface="Times New Roman" panose="02020603050405020304" pitchFamily="18" charset="0"/>
                <a:sym typeface="+mn-ea"/>
              </a:rPr>
              <a:t> </a:t>
            </a:r>
            <a:r>
              <a:rPr lang="en-US" sz="2800" i="1">
                <a:latin typeface="Times New Roman" panose="02020603050405020304" pitchFamily="18" charset="0"/>
                <a:ea typeface="黑体" panose="02010609060101010101" charset="-122"/>
                <a:cs typeface="Times New Roman" panose="02020603050405020304" pitchFamily="18" charset="0"/>
                <a:sym typeface="+mn-ea"/>
              </a:rPr>
              <a:t>q </a:t>
            </a:r>
            <a:r>
              <a:rPr lang="zh-CN" sz="2800">
                <a:latin typeface="Times New Roman" panose="02020603050405020304" pitchFamily="18" charset="0"/>
                <a:ea typeface="黑体" panose="02010609060101010101" charset="-122"/>
                <a:cs typeface="Times New Roman" panose="02020603050405020304" pitchFamily="18" charset="0"/>
                <a:sym typeface="+mn-ea"/>
              </a:rPr>
              <a:t>能否推出</a:t>
            </a:r>
            <a:r>
              <a:rPr lang="en-US" altLang="zh-CN" sz="2800">
                <a:latin typeface="Times New Roman" panose="02020603050405020304" pitchFamily="18" charset="0"/>
                <a:ea typeface="黑体" panose="02010609060101010101" charset="-122"/>
                <a:cs typeface="Times New Roman" panose="02020603050405020304" pitchFamily="18" charset="0"/>
                <a:sym typeface="+mn-ea"/>
              </a:rPr>
              <a:t> </a:t>
            </a:r>
            <a:r>
              <a:rPr lang="en-US" sz="2800" i="1">
                <a:latin typeface="Times New Roman" panose="02020603050405020304" pitchFamily="18" charset="0"/>
                <a:ea typeface="黑体" panose="02010609060101010101" charset="-122"/>
                <a:cs typeface="Times New Roman" panose="02020603050405020304" pitchFamily="18" charset="0"/>
                <a:sym typeface="+mn-ea"/>
              </a:rPr>
              <a:t>p </a:t>
            </a:r>
            <a:r>
              <a:rPr lang="zh-CN" sz="2800">
                <a:latin typeface="Times New Roman" panose="02020603050405020304" pitchFamily="18" charset="0"/>
                <a:ea typeface="黑体" panose="02010609060101010101" charset="-122"/>
                <a:cs typeface="Times New Roman" panose="02020603050405020304" pitchFamily="18" charset="0"/>
                <a:sym typeface="+mn-ea"/>
              </a:rPr>
              <a:t>没有任何关系．</a:t>
            </a:r>
            <a:endParaRPr lang="en-US" altLang="en-US" b="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250" fill="hold">
                                          <p:stCondLst>
                                            <p:cond delay="0"/>
                                          </p:stCondLst>
                                        </p:cTn>
                                        <p:tgtEl>
                                          <p:spTgt spid="100"/>
                                        </p:tgtEl>
                                        <p:attrNameLst>
                                          <p:attrName>style.visibility</p:attrName>
                                        </p:attrNameLst>
                                      </p:cBhvr>
                                      <p:to>
                                        <p:strVal val="visible"/>
                                      </p:to>
                                    </p:set>
                                    <p:animEffect transition="in" filter="fade">
                                      <p:cBhvr>
                                        <p:cTn id="7" dur="250"/>
                                        <p:tgtEl>
                                          <p:spTgt spid="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p:bldLst>
  </p:timing>
</p:sld>
</file>

<file path=ppt/slides/slide2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title=""/>
          <p:cNvGrpSpPr/>
          <p:nvPr>
            <p:custDataLst>
              <p:tags r:id="rId8"/>
            </p:custDataLst>
          </p:nvPr>
        </p:nvGrpSpPr>
        <p:grpSpPr>
          <a:xfrm>
            <a:off x="577851" y="576471"/>
            <a:ext cx="5197474" cy="521970"/>
            <a:chOff x="330201" y="576471"/>
            <a:chExt cx="5197474" cy="521970"/>
          </a:xfrm>
        </p:grpSpPr>
        <p:sp>
          <p:nvSpPr>
            <p:cNvPr id="44" name="文本框 4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总结新知</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4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grpSp>
        <p:nvGrpSpPr>
          <p:cNvPr id="10" name="组合 9" title=""/>
          <p:cNvGrpSpPr/>
          <p:nvPr>
            <p:custDataLst>
              <p:tags r:id="rId11"/>
            </p:custDataLst>
          </p:nvPr>
        </p:nvGrpSpPr>
        <p:grpSpPr>
          <a:xfrm rot="16200000" flipH="1">
            <a:off x="11319254" y="405205"/>
            <a:ext cx="176150" cy="780068"/>
            <a:chOff x="8290832" y="4887686"/>
            <a:chExt cx="296617" cy="1313542"/>
          </a:xfrm>
          <a:solidFill>
            <a:srgbClr val="4076FD"/>
          </a:solidFill>
        </p:grpSpPr>
        <p:grpSp>
          <p:nvGrpSpPr>
            <p:cNvPr id="11" name="组合 10"/>
            <p:cNvGrpSpPr/>
            <p:nvPr>
              <p:custDataLst>
                <p:tags r:id="rId12"/>
              </p:custDataLst>
            </p:nvPr>
          </p:nvGrpSpPr>
          <p:grpSpPr>
            <a:xfrm>
              <a:off x="8452757" y="5040086"/>
              <a:ext cx="134692" cy="1161142"/>
              <a:chOff x="8490857" y="4963886"/>
              <a:chExt cx="134692" cy="1161142"/>
            </a:xfrm>
            <a:grpFill/>
          </p:grpSpPr>
          <p:sp>
            <p:nvSpPr>
              <p:cNvPr id="15" name="等腰三角形 14"/>
              <p:cNvSpPr/>
              <p:nvPr>
                <p:custDataLst>
                  <p:tags r:id="rId13"/>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custDataLst>
                  <p:tags r:id="rId14"/>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p:cNvSpPr/>
              <p:nvPr>
                <p:custDataLst>
                  <p:tags r:id="rId15"/>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等腰三角形 17"/>
              <p:cNvSpPr/>
              <p:nvPr>
                <p:custDataLst>
                  <p:tags r:id="rId16"/>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等腰三角形 18"/>
              <p:cNvSpPr/>
              <p:nvPr>
                <p:custDataLst>
                  <p:tags r:id="rId17"/>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 name="组合 19"/>
            <p:cNvGrpSpPr/>
            <p:nvPr>
              <p:custDataLst>
                <p:tags r:id="rId18"/>
              </p:custDataLst>
            </p:nvPr>
          </p:nvGrpSpPr>
          <p:grpSpPr>
            <a:xfrm>
              <a:off x="8290832" y="4887686"/>
              <a:ext cx="134692" cy="1161142"/>
              <a:chOff x="8490857" y="4963886"/>
              <a:chExt cx="134692" cy="1161142"/>
            </a:xfrm>
            <a:grpFill/>
          </p:grpSpPr>
          <p:sp>
            <p:nvSpPr>
              <p:cNvPr id="21" name="等腰三角形 20"/>
              <p:cNvSpPr/>
              <p:nvPr>
                <p:custDataLst>
                  <p:tags r:id="rId19"/>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等腰三角形 21"/>
              <p:cNvSpPr/>
              <p:nvPr>
                <p:custDataLst>
                  <p:tags r:id="rId20"/>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等腰三角形 22"/>
              <p:cNvSpPr/>
              <p:nvPr>
                <p:custDataLst>
                  <p:tags r:id="rId21"/>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等腰三角形 23"/>
              <p:cNvSpPr/>
              <p:nvPr>
                <p:custDataLst>
                  <p:tags r:id="rId22"/>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等腰三角形 24"/>
              <p:cNvSpPr/>
              <p:nvPr>
                <p:custDataLst>
                  <p:tags r:id="rId23"/>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78532" name="Rectangle 42" title=""/>
          <p:cNvSpPr>
            <a:spLocks noGrp="1" noChangeArrowheads="1"/>
          </p:cNvSpPr>
          <p:nvPr>
            <p:custDataLst>
              <p:tags r:id="rId24"/>
            </p:custDataLst>
          </p:nvPr>
        </p:nvSpPr>
        <p:spPr>
          <a:xfrm>
            <a:off x="3257858" y="997398"/>
            <a:ext cx="5676900" cy="478155"/>
          </a:xfrm>
          <a:prstGeom prst="rect">
            <a:avLst/>
          </a:prstGeom>
        </p:spPr>
        <p:txBody>
          <a:bodyPr vert="horz"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2800" b="1">
                <a:gradFill>
                  <a:gsLst>
                    <a:gs pos="0">
                      <a:schemeClr val="accent2"/>
                    </a:gs>
                    <a:gs pos="100000">
                      <a:srgbClr val="4175FC"/>
                    </a:gs>
                  </a:gsLst>
                  <a:lin ang="11760000" scaled="0"/>
                </a:gradFill>
                <a:latin typeface="黑体" panose="02010609060101010101" charset="-122"/>
                <a:ea typeface="黑体" panose="02010609060101010101" charset="-122"/>
              </a:rPr>
              <a:t>本课须掌握的两大问题</a:t>
            </a:r>
            <a:endParaRPr lang="zh-CN" altLang="en-US" sz="2800" b="1">
              <a:gradFill>
                <a:gsLst>
                  <a:gs pos="0">
                    <a:schemeClr val="accent2"/>
                  </a:gs>
                  <a:gs pos="100000">
                    <a:srgbClr val="4175FC"/>
                  </a:gs>
                </a:gsLst>
                <a:lin ang="11760000" scaled="0"/>
              </a:gradFill>
              <a:latin typeface="黑体" panose="02010609060101010101" charset="-122"/>
              <a:ea typeface="黑体" panose="02010609060101010101" charset="-122"/>
            </a:endParaRPr>
          </a:p>
        </p:txBody>
      </p:sp>
      <p:sp>
        <p:nvSpPr>
          <p:cNvPr id="26" name="圆角矩形 25" title=""/>
          <p:cNvSpPr/>
          <p:nvPr>
            <p:custDataLst>
              <p:tags r:id="rId25"/>
            </p:custDataLst>
          </p:nvPr>
        </p:nvSpPr>
        <p:spPr>
          <a:xfrm>
            <a:off x="578485" y="1594485"/>
            <a:ext cx="11014075" cy="4665980"/>
          </a:xfrm>
          <a:prstGeom prst="roundRect">
            <a:avLst>
              <a:gd name="adj" fmla="val 7935"/>
            </a:avLst>
          </a:prstGeom>
          <a:noFill/>
          <a:ln w="12700" cmpd="sng">
            <a:gradFill>
              <a:gsLst>
                <a:gs pos="4000">
                  <a:schemeClr val="accent2"/>
                </a:gs>
                <a:gs pos="100000">
                  <a:srgbClr val="5178FA"/>
                </a:gs>
              </a:gsLst>
              <a:lin ang="20940000" scaled="1"/>
            </a:gra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 name="文本框 1" title=""/>
          <p:cNvSpPr txBox="1"/>
          <p:nvPr>
            <p:custDataLst>
              <p:tags r:id="rId26"/>
            </p:custDataLst>
          </p:nvPr>
        </p:nvSpPr>
        <p:spPr>
          <a:xfrm>
            <a:off x="1017270" y="1750695"/>
            <a:ext cx="10625455" cy="4785360"/>
          </a:xfrm>
          <a:prstGeom prst="rect">
            <a:avLst/>
          </a:prstGeom>
          <a:noFill/>
          <a:ln w="9525">
            <a:noFill/>
          </a:ln>
        </p:spPr>
        <p:txBody>
          <a:bodyPr wrap="square">
            <a:noAutofit/>
          </a:bodyPr>
          <a:lstStyle/>
          <a:p>
            <a:pPr indent="609600">
              <a:lnSpc>
                <a:spcPct val="120000"/>
              </a:lnSpc>
            </a:pPr>
            <a:r>
              <a:rPr sz="2800" b="0">
                <a:latin typeface="Times New Roman" panose="02020603050405020304" pitchFamily="18" charset="0"/>
                <a:ea typeface="黑体" panose="02010609060101010101" charset="-122"/>
                <a:cs typeface="Times New Roman" panose="02020603050405020304" pitchFamily="18" charset="0"/>
              </a:rPr>
              <a:t>(2)注意以下等价的表述形式：</a:t>
            </a:r>
            <a:endParaRPr sz="2800" b="0">
              <a:latin typeface="Times New Roman" panose="02020603050405020304" pitchFamily="18" charset="0"/>
              <a:ea typeface="黑体" panose="02010609060101010101" charset="-122"/>
              <a:cs typeface="Times New Roman" panose="02020603050405020304" pitchFamily="18" charset="0"/>
            </a:endParaRPr>
          </a:p>
          <a:p>
            <a:pPr indent="609600">
              <a:lnSpc>
                <a:spcPct val="120000"/>
              </a:lnSpc>
            </a:pPr>
            <a:r>
              <a:rPr sz="2800" b="0">
                <a:latin typeface="Times New Roman" panose="02020603050405020304" pitchFamily="18" charset="0"/>
                <a:ea typeface="黑体" panose="02010609060101010101" charset="-122"/>
                <a:cs typeface="Times New Roman" panose="02020603050405020304" pitchFamily="18" charset="0"/>
              </a:rPr>
              <a:t>①</a:t>
            </a:r>
            <a:r>
              <a:rPr lang="en-US" sz="2800" b="0">
                <a:latin typeface="Times New Roman" panose="02020603050405020304" pitchFamily="18" charset="0"/>
                <a:ea typeface="黑体" panose="02010609060101010101" charset="-122"/>
                <a:cs typeface="Times New Roman" panose="02020603050405020304" pitchFamily="18" charset="0"/>
              </a:rPr>
              <a:t> </a:t>
            </a:r>
            <a:r>
              <a:rPr sz="2800" b="0" i="1">
                <a:latin typeface="Times New Roman" panose="02020603050405020304" pitchFamily="18" charset="0"/>
                <a:ea typeface="黑体" panose="02010609060101010101" charset="-122"/>
                <a:cs typeface="Times New Roman" panose="02020603050405020304" pitchFamily="18" charset="0"/>
              </a:rPr>
              <a:t>p</a:t>
            </a:r>
            <a:r>
              <a:rPr sz="2800" b="0">
                <a:latin typeface="Times New Roman" panose="02020603050405020304" pitchFamily="18" charset="0"/>
                <a:ea typeface="黑体" panose="02010609060101010101" charset="-122"/>
                <a:cs typeface="Times New Roman" panose="02020603050405020304" pitchFamily="18" charset="0"/>
              </a:rPr>
              <a:t>⇒</a:t>
            </a:r>
            <a:r>
              <a:rPr sz="2800" b="0" i="1">
                <a:latin typeface="Times New Roman" panose="02020603050405020304" pitchFamily="18" charset="0"/>
                <a:ea typeface="黑体" panose="02010609060101010101" charset="-122"/>
                <a:cs typeface="Times New Roman" panose="02020603050405020304" pitchFamily="18" charset="0"/>
              </a:rPr>
              <a:t>q</a:t>
            </a:r>
            <a:r>
              <a:rPr sz="2800" b="0">
                <a:latin typeface="Times New Roman" panose="02020603050405020304" pitchFamily="18" charset="0"/>
                <a:ea typeface="黑体" panose="02010609060101010101" charset="-122"/>
                <a:cs typeface="Times New Roman" panose="02020603050405020304" pitchFamily="18" charset="0"/>
              </a:rPr>
              <a:t>；</a:t>
            </a:r>
            <a:endParaRPr sz="2800" b="0">
              <a:latin typeface="Times New Roman" panose="02020603050405020304" pitchFamily="18" charset="0"/>
              <a:ea typeface="黑体" panose="02010609060101010101" charset="-122"/>
              <a:cs typeface="Times New Roman" panose="02020603050405020304" pitchFamily="18" charset="0"/>
            </a:endParaRPr>
          </a:p>
          <a:p>
            <a:pPr indent="609600">
              <a:lnSpc>
                <a:spcPct val="120000"/>
              </a:lnSpc>
            </a:pPr>
            <a:r>
              <a:rPr sz="2800" b="0">
                <a:latin typeface="Times New Roman" panose="02020603050405020304" pitchFamily="18" charset="0"/>
                <a:ea typeface="黑体" panose="02010609060101010101" charset="-122"/>
                <a:cs typeface="Times New Roman" panose="02020603050405020304" pitchFamily="18" charset="0"/>
              </a:rPr>
              <a:t>②</a:t>
            </a:r>
            <a:r>
              <a:rPr lang="en-US" sz="2800" b="0">
                <a:latin typeface="Times New Roman" panose="02020603050405020304" pitchFamily="18" charset="0"/>
                <a:ea typeface="黑体" panose="02010609060101010101" charset="-122"/>
                <a:cs typeface="Times New Roman" panose="02020603050405020304" pitchFamily="18" charset="0"/>
              </a:rPr>
              <a:t> </a:t>
            </a:r>
            <a:r>
              <a:rPr sz="2800" b="0" i="1">
                <a:latin typeface="Times New Roman" panose="02020603050405020304" pitchFamily="18" charset="0"/>
                <a:ea typeface="黑体" panose="02010609060101010101" charset="-122"/>
                <a:cs typeface="Times New Roman" panose="02020603050405020304" pitchFamily="18" charset="0"/>
              </a:rPr>
              <a:t>p</a:t>
            </a:r>
            <a:r>
              <a:rPr lang="en-US" sz="2800" b="0" i="1">
                <a:latin typeface="Times New Roman" panose="02020603050405020304" pitchFamily="18" charset="0"/>
                <a:ea typeface="黑体" panose="02010609060101010101" charset="-122"/>
                <a:cs typeface="Times New Roman" panose="02020603050405020304" pitchFamily="18" charset="0"/>
              </a:rPr>
              <a:t> </a:t>
            </a:r>
            <a:r>
              <a:rPr sz="2800" b="0">
                <a:latin typeface="Times New Roman" panose="02020603050405020304" pitchFamily="18" charset="0"/>
                <a:ea typeface="黑体" panose="02010609060101010101" charset="-122"/>
                <a:cs typeface="Times New Roman" panose="02020603050405020304" pitchFamily="18" charset="0"/>
              </a:rPr>
              <a:t>是</a:t>
            </a:r>
            <a:r>
              <a:rPr lang="en-US" sz="2800" b="0">
                <a:latin typeface="Times New Roman" panose="02020603050405020304" pitchFamily="18" charset="0"/>
                <a:ea typeface="黑体" panose="02010609060101010101" charset="-122"/>
                <a:cs typeface="Times New Roman" panose="02020603050405020304" pitchFamily="18" charset="0"/>
              </a:rPr>
              <a:t> </a:t>
            </a:r>
            <a:r>
              <a:rPr sz="2800" b="0" i="1">
                <a:latin typeface="Times New Roman" panose="02020603050405020304" pitchFamily="18" charset="0"/>
                <a:ea typeface="黑体" panose="02010609060101010101" charset="-122"/>
                <a:cs typeface="Times New Roman" panose="02020603050405020304" pitchFamily="18" charset="0"/>
              </a:rPr>
              <a:t>q</a:t>
            </a:r>
            <a:r>
              <a:rPr lang="en-US" sz="2800" b="0" i="1">
                <a:latin typeface="Times New Roman" panose="02020603050405020304" pitchFamily="18" charset="0"/>
                <a:ea typeface="黑体" panose="02010609060101010101" charset="-122"/>
                <a:cs typeface="Times New Roman" panose="02020603050405020304" pitchFamily="18" charset="0"/>
              </a:rPr>
              <a:t> </a:t>
            </a:r>
            <a:r>
              <a:rPr sz="2800" b="0">
                <a:latin typeface="Times New Roman" panose="02020603050405020304" pitchFamily="18" charset="0"/>
                <a:ea typeface="黑体" panose="02010609060101010101" charset="-122"/>
                <a:cs typeface="Times New Roman" panose="02020603050405020304" pitchFamily="18" charset="0"/>
              </a:rPr>
              <a:t>的充分条件；</a:t>
            </a:r>
            <a:endParaRPr sz="2800" b="0">
              <a:latin typeface="Times New Roman" panose="02020603050405020304" pitchFamily="18" charset="0"/>
              <a:ea typeface="黑体" panose="02010609060101010101" charset="-122"/>
              <a:cs typeface="Times New Roman" panose="02020603050405020304" pitchFamily="18" charset="0"/>
            </a:endParaRPr>
          </a:p>
          <a:p>
            <a:pPr indent="609600">
              <a:lnSpc>
                <a:spcPct val="120000"/>
              </a:lnSpc>
            </a:pPr>
            <a:r>
              <a:rPr sz="2800" b="0">
                <a:latin typeface="Times New Roman" panose="02020603050405020304" pitchFamily="18" charset="0"/>
                <a:ea typeface="黑体" panose="02010609060101010101" charset="-122"/>
                <a:cs typeface="Times New Roman" panose="02020603050405020304" pitchFamily="18" charset="0"/>
              </a:rPr>
              <a:t>③</a:t>
            </a:r>
            <a:r>
              <a:rPr lang="en-US" sz="2800" b="0">
                <a:latin typeface="Times New Roman" panose="02020603050405020304" pitchFamily="18" charset="0"/>
                <a:ea typeface="黑体" panose="02010609060101010101" charset="-122"/>
                <a:cs typeface="Times New Roman" panose="02020603050405020304" pitchFamily="18" charset="0"/>
              </a:rPr>
              <a:t> </a:t>
            </a:r>
            <a:r>
              <a:rPr sz="2800" b="0" i="1">
                <a:latin typeface="Times New Roman" panose="02020603050405020304" pitchFamily="18" charset="0"/>
                <a:ea typeface="黑体" panose="02010609060101010101" charset="-122"/>
                <a:cs typeface="Times New Roman" panose="02020603050405020304" pitchFamily="18" charset="0"/>
              </a:rPr>
              <a:t>q</a:t>
            </a:r>
            <a:r>
              <a:rPr lang="en-US" sz="2800" b="0" i="1">
                <a:latin typeface="Times New Roman" panose="02020603050405020304" pitchFamily="18" charset="0"/>
                <a:ea typeface="黑体" panose="02010609060101010101" charset="-122"/>
                <a:cs typeface="Times New Roman" panose="02020603050405020304" pitchFamily="18" charset="0"/>
              </a:rPr>
              <a:t> </a:t>
            </a:r>
            <a:r>
              <a:rPr sz="2800" b="0">
                <a:latin typeface="Times New Roman" panose="02020603050405020304" pitchFamily="18" charset="0"/>
                <a:ea typeface="黑体" panose="02010609060101010101" charset="-122"/>
                <a:cs typeface="Times New Roman" panose="02020603050405020304" pitchFamily="18" charset="0"/>
              </a:rPr>
              <a:t>的充分条件是</a:t>
            </a:r>
            <a:r>
              <a:rPr lang="en-US" sz="2800" b="0">
                <a:latin typeface="Times New Roman" panose="02020603050405020304" pitchFamily="18" charset="0"/>
                <a:ea typeface="黑体" panose="02010609060101010101" charset="-122"/>
                <a:cs typeface="Times New Roman" panose="02020603050405020304" pitchFamily="18" charset="0"/>
              </a:rPr>
              <a:t> </a:t>
            </a:r>
            <a:r>
              <a:rPr sz="2800" b="0" i="1">
                <a:latin typeface="Times New Roman" panose="02020603050405020304" pitchFamily="18" charset="0"/>
                <a:ea typeface="黑体" panose="02010609060101010101" charset="-122"/>
                <a:cs typeface="Times New Roman" panose="02020603050405020304" pitchFamily="18" charset="0"/>
              </a:rPr>
              <a:t>p</a:t>
            </a:r>
            <a:r>
              <a:rPr sz="2800" b="0">
                <a:latin typeface="Times New Roman" panose="02020603050405020304" pitchFamily="18" charset="0"/>
                <a:ea typeface="黑体" panose="02010609060101010101" charset="-122"/>
                <a:cs typeface="Times New Roman" panose="02020603050405020304" pitchFamily="18" charset="0"/>
              </a:rPr>
              <a:t>；</a:t>
            </a:r>
            <a:endParaRPr sz="2800" b="0">
              <a:latin typeface="Times New Roman" panose="02020603050405020304" pitchFamily="18" charset="0"/>
              <a:ea typeface="黑体" panose="02010609060101010101" charset="-122"/>
              <a:cs typeface="Times New Roman" panose="02020603050405020304" pitchFamily="18" charset="0"/>
            </a:endParaRPr>
          </a:p>
          <a:p>
            <a:pPr indent="609600">
              <a:lnSpc>
                <a:spcPct val="120000"/>
              </a:lnSpc>
            </a:pPr>
            <a:r>
              <a:rPr sz="2800" b="0">
                <a:latin typeface="Times New Roman" panose="02020603050405020304" pitchFamily="18" charset="0"/>
                <a:ea typeface="黑体" panose="02010609060101010101" charset="-122"/>
                <a:cs typeface="Times New Roman" panose="02020603050405020304" pitchFamily="18" charset="0"/>
              </a:rPr>
              <a:t>④</a:t>
            </a:r>
            <a:r>
              <a:rPr lang="en-US" sz="2800" b="0">
                <a:latin typeface="Times New Roman" panose="02020603050405020304" pitchFamily="18" charset="0"/>
                <a:ea typeface="黑体" panose="02010609060101010101" charset="-122"/>
                <a:cs typeface="Times New Roman" panose="02020603050405020304" pitchFamily="18" charset="0"/>
              </a:rPr>
              <a:t> </a:t>
            </a:r>
            <a:r>
              <a:rPr sz="2800" b="0" i="1">
                <a:latin typeface="Times New Roman" panose="02020603050405020304" pitchFamily="18" charset="0"/>
                <a:ea typeface="黑体" panose="02010609060101010101" charset="-122"/>
                <a:cs typeface="Times New Roman" panose="02020603050405020304" pitchFamily="18" charset="0"/>
              </a:rPr>
              <a:t>q</a:t>
            </a:r>
            <a:r>
              <a:rPr lang="en-US" sz="2800" b="0" i="1">
                <a:latin typeface="Times New Roman" panose="02020603050405020304" pitchFamily="18" charset="0"/>
                <a:ea typeface="黑体" panose="02010609060101010101" charset="-122"/>
                <a:cs typeface="Times New Roman" panose="02020603050405020304" pitchFamily="18" charset="0"/>
              </a:rPr>
              <a:t> </a:t>
            </a:r>
            <a:r>
              <a:rPr sz="2800" b="0">
                <a:latin typeface="Times New Roman" panose="02020603050405020304" pitchFamily="18" charset="0"/>
                <a:ea typeface="黑体" panose="02010609060101010101" charset="-122"/>
                <a:cs typeface="Times New Roman" panose="02020603050405020304" pitchFamily="18" charset="0"/>
              </a:rPr>
              <a:t>是</a:t>
            </a:r>
            <a:r>
              <a:rPr lang="en-US" sz="2800" b="0">
                <a:latin typeface="Times New Roman" panose="02020603050405020304" pitchFamily="18" charset="0"/>
                <a:ea typeface="黑体" panose="02010609060101010101" charset="-122"/>
                <a:cs typeface="Times New Roman" panose="02020603050405020304" pitchFamily="18" charset="0"/>
              </a:rPr>
              <a:t> </a:t>
            </a:r>
            <a:r>
              <a:rPr sz="2800" b="0" i="1">
                <a:latin typeface="Times New Roman" panose="02020603050405020304" pitchFamily="18" charset="0"/>
                <a:ea typeface="黑体" panose="02010609060101010101" charset="-122"/>
                <a:cs typeface="Times New Roman" panose="02020603050405020304" pitchFamily="18" charset="0"/>
              </a:rPr>
              <a:t>p</a:t>
            </a:r>
            <a:r>
              <a:rPr lang="en-US" sz="2800" b="0" i="1">
                <a:latin typeface="Times New Roman" panose="02020603050405020304" pitchFamily="18" charset="0"/>
                <a:ea typeface="黑体" panose="02010609060101010101" charset="-122"/>
                <a:cs typeface="Times New Roman" panose="02020603050405020304" pitchFamily="18" charset="0"/>
              </a:rPr>
              <a:t> </a:t>
            </a:r>
            <a:r>
              <a:rPr sz="2800" b="0">
                <a:latin typeface="Times New Roman" panose="02020603050405020304" pitchFamily="18" charset="0"/>
                <a:ea typeface="黑体" panose="02010609060101010101" charset="-122"/>
                <a:cs typeface="Times New Roman" panose="02020603050405020304" pitchFamily="18" charset="0"/>
              </a:rPr>
              <a:t>的必要条件；</a:t>
            </a:r>
            <a:endParaRPr sz="2800" b="0">
              <a:latin typeface="Times New Roman" panose="02020603050405020304" pitchFamily="18" charset="0"/>
              <a:ea typeface="黑体" panose="02010609060101010101" charset="-122"/>
              <a:cs typeface="Times New Roman" panose="02020603050405020304" pitchFamily="18" charset="0"/>
            </a:endParaRPr>
          </a:p>
          <a:p>
            <a:pPr indent="609600">
              <a:lnSpc>
                <a:spcPct val="120000"/>
              </a:lnSpc>
            </a:pPr>
            <a:r>
              <a:rPr sz="2800" b="0">
                <a:latin typeface="Times New Roman" panose="02020603050405020304" pitchFamily="18" charset="0"/>
                <a:ea typeface="黑体" panose="02010609060101010101" charset="-122"/>
                <a:cs typeface="Times New Roman" panose="02020603050405020304" pitchFamily="18" charset="0"/>
              </a:rPr>
              <a:t>⑤</a:t>
            </a:r>
            <a:r>
              <a:rPr lang="en-US" sz="2800" b="0">
                <a:latin typeface="Times New Roman" panose="02020603050405020304" pitchFamily="18" charset="0"/>
                <a:ea typeface="黑体" panose="02010609060101010101" charset="-122"/>
                <a:cs typeface="Times New Roman" panose="02020603050405020304" pitchFamily="18" charset="0"/>
              </a:rPr>
              <a:t> </a:t>
            </a:r>
            <a:r>
              <a:rPr sz="2800" b="0" i="1">
                <a:latin typeface="Times New Roman" panose="02020603050405020304" pitchFamily="18" charset="0"/>
                <a:ea typeface="黑体" panose="02010609060101010101" charset="-122"/>
                <a:cs typeface="Times New Roman" panose="02020603050405020304" pitchFamily="18" charset="0"/>
              </a:rPr>
              <a:t>p</a:t>
            </a:r>
            <a:r>
              <a:rPr lang="en-US" sz="2800" b="0" i="1">
                <a:latin typeface="Times New Roman" panose="02020603050405020304" pitchFamily="18" charset="0"/>
                <a:ea typeface="黑体" panose="02010609060101010101" charset="-122"/>
                <a:cs typeface="Times New Roman" panose="02020603050405020304" pitchFamily="18" charset="0"/>
              </a:rPr>
              <a:t> </a:t>
            </a:r>
            <a:r>
              <a:rPr sz="2800" b="0">
                <a:latin typeface="Times New Roman" panose="02020603050405020304" pitchFamily="18" charset="0"/>
                <a:ea typeface="黑体" panose="02010609060101010101" charset="-122"/>
                <a:cs typeface="Times New Roman" panose="02020603050405020304" pitchFamily="18" charset="0"/>
              </a:rPr>
              <a:t>的必要条件是</a:t>
            </a:r>
            <a:r>
              <a:rPr lang="en-US" sz="2800" b="0">
                <a:latin typeface="Times New Roman" panose="02020603050405020304" pitchFamily="18" charset="0"/>
                <a:ea typeface="黑体" panose="02010609060101010101" charset="-122"/>
                <a:cs typeface="Times New Roman" panose="02020603050405020304" pitchFamily="18" charset="0"/>
              </a:rPr>
              <a:t> </a:t>
            </a:r>
            <a:r>
              <a:rPr sz="2800" b="0" i="1">
                <a:latin typeface="Times New Roman" panose="02020603050405020304" pitchFamily="18" charset="0"/>
                <a:ea typeface="黑体" panose="02010609060101010101" charset="-122"/>
                <a:cs typeface="Times New Roman" panose="02020603050405020304" pitchFamily="18" charset="0"/>
              </a:rPr>
              <a:t>q</a:t>
            </a:r>
            <a:r>
              <a:rPr sz="2800" b="0">
                <a:latin typeface="Times New Roman" panose="02020603050405020304" pitchFamily="18" charset="0"/>
                <a:ea typeface="黑体" panose="02010609060101010101" charset="-122"/>
                <a:cs typeface="Times New Roman" panose="02020603050405020304" pitchFamily="18" charset="0"/>
              </a:rPr>
              <a:t>.</a:t>
            </a:r>
            <a:endParaRPr sz="2800" b="0">
              <a:latin typeface="Times New Roman" panose="02020603050405020304" pitchFamily="18" charset="0"/>
              <a:ea typeface="黑体" panose="02010609060101010101" charset="-122"/>
              <a:cs typeface="Times New Roman" panose="02020603050405020304" pitchFamily="18" charset="0"/>
            </a:endParaRPr>
          </a:p>
          <a:p>
            <a:pPr indent="609600">
              <a:lnSpc>
                <a:spcPct val="120000"/>
              </a:lnSpc>
            </a:pPr>
            <a:r>
              <a:rPr sz="2800" b="0">
                <a:latin typeface="Times New Roman" panose="02020603050405020304" pitchFamily="18" charset="0"/>
                <a:ea typeface="黑体" panose="02010609060101010101" charset="-122"/>
                <a:cs typeface="Times New Roman" panose="02020603050405020304" pitchFamily="18" charset="0"/>
              </a:rPr>
              <a:t>(3)判断充分条件(或必要条件)的实质是判断命题“若</a:t>
            </a:r>
            <a:r>
              <a:rPr lang="en-US" sz="2800" b="0">
                <a:latin typeface="Times New Roman" panose="02020603050405020304" pitchFamily="18" charset="0"/>
                <a:ea typeface="黑体" panose="02010609060101010101" charset="-122"/>
                <a:cs typeface="Times New Roman" panose="02020603050405020304" pitchFamily="18" charset="0"/>
              </a:rPr>
              <a:t> </a:t>
            </a:r>
            <a:r>
              <a:rPr sz="2800" b="0" i="1">
                <a:latin typeface="Times New Roman" panose="02020603050405020304" pitchFamily="18" charset="0"/>
                <a:ea typeface="黑体" panose="02010609060101010101" charset="-122"/>
                <a:cs typeface="Times New Roman" panose="02020603050405020304" pitchFamily="18" charset="0"/>
              </a:rPr>
              <a:t>p</a:t>
            </a:r>
            <a:r>
              <a:rPr lang="en-US" sz="2800" b="0" i="1">
                <a:latin typeface="Times New Roman" panose="02020603050405020304" pitchFamily="18" charset="0"/>
                <a:ea typeface="黑体" panose="02010609060101010101" charset="-122"/>
                <a:cs typeface="Times New Roman" panose="02020603050405020304" pitchFamily="18" charset="0"/>
              </a:rPr>
              <a:t> </a:t>
            </a:r>
            <a:r>
              <a:rPr sz="2800" b="0">
                <a:latin typeface="Times New Roman" panose="02020603050405020304" pitchFamily="18" charset="0"/>
                <a:ea typeface="黑体" panose="02010609060101010101" charset="-122"/>
                <a:cs typeface="Times New Roman" panose="02020603050405020304" pitchFamily="18" charset="0"/>
              </a:rPr>
              <a:t>，则</a:t>
            </a:r>
            <a:r>
              <a:rPr lang="en-US" sz="2800" b="0">
                <a:latin typeface="Times New Roman" panose="02020603050405020304" pitchFamily="18" charset="0"/>
                <a:ea typeface="黑体" panose="02010609060101010101" charset="-122"/>
                <a:cs typeface="Times New Roman" panose="02020603050405020304" pitchFamily="18" charset="0"/>
              </a:rPr>
              <a:t> </a:t>
            </a:r>
            <a:r>
              <a:rPr sz="2800" b="0" i="1">
                <a:latin typeface="Times New Roman" panose="02020603050405020304" pitchFamily="18" charset="0"/>
                <a:ea typeface="黑体" panose="02010609060101010101" charset="-122"/>
                <a:cs typeface="Times New Roman" panose="02020603050405020304" pitchFamily="18" charset="0"/>
              </a:rPr>
              <a:t>q</a:t>
            </a:r>
            <a:r>
              <a:rPr lang="en-US" sz="2800" b="0" i="1">
                <a:latin typeface="Times New Roman" panose="02020603050405020304" pitchFamily="18" charset="0"/>
                <a:ea typeface="黑体" panose="02010609060101010101" charset="-122"/>
                <a:cs typeface="Times New Roman" panose="02020603050405020304" pitchFamily="18" charset="0"/>
              </a:rPr>
              <a:t> </a:t>
            </a:r>
            <a:r>
              <a:rPr sz="2800" b="0">
                <a:latin typeface="Times New Roman" panose="02020603050405020304" pitchFamily="18" charset="0"/>
                <a:ea typeface="黑体" panose="02010609060101010101" charset="-122"/>
                <a:cs typeface="Times New Roman" panose="02020603050405020304" pitchFamily="18" charset="0"/>
              </a:rPr>
              <a:t>”(或“若</a:t>
            </a:r>
            <a:r>
              <a:rPr lang="en-US" sz="2800" b="0">
                <a:latin typeface="Times New Roman" panose="02020603050405020304" pitchFamily="18" charset="0"/>
                <a:ea typeface="黑体" panose="02010609060101010101" charset="-122"/>
                <a:cs typeface="Times New Roman" panose="02020603050405020304" pitchFamily="18" charset="0"/>
              </a:rPr>
              <a:t> </a:t>
            </a:r>
            <a:r>
              <a:rPr sz="2800" b="0" i="1">
                <a:latin typeface="Times New Roman" panose="02020603050405020304" pitchFamily="18" charset="0"/>
                <a:ea typeface="黑体" panose="02010609060101010101" charset="-122"/>
                <a:cs typeface="Times New Roman" panose="02020603050405020304" pitchFamily="18" charset="0"/>
              </a:rPr>
              <a:t>p</a:t>
            </a:r>
            <a:r>
              <a:rPr lang="en-US" sz="2800" b="0" i="1">
                <a:latin typeface="Times New Roman" panose="02020603050405020304" pitchFamily="18" charset="0"/>
                <a:ea typeface="黑体" panose="02010609060101010101" charset="-122"/>
                <a:cs typeface="Times New Roman" panose="02020603050405020304" pitchFamily="18" charset="0"/>
              </a:rPr>
              <a:t> </a:t>
            </a:r>
            <a:r>
              <a:rPr sz="2800" b="0">
                <a:latin typeface="Times New Roman" panose="02020603050405020304" pitchFamily="18" charset="0"/>
                <a:ea typeface="黑体" panose="02010609060101010101" charset="-122"/>
                <a:cs typeface="Times New Roman" panose="02020603050405020304" pitchFamily="18" charset="0"/>
              </a:rPr>
              <a:t>，则</a:t>
            </a:r>
            <a:r>
              <a:rPr lang="en-US" sz="2800" b="0">
                <a:latin typeface="Times New Roman" panose="02020603050405020304" pitchFamily="18" charset="0"/>
                <a:ea typeface="黑体" panose="02010609060101010101" charset="-122"/>
                <a:cs typeface="Times New Roman" panose="02020603050405020304" pitchFamily="18" charset="0"/>
              </a:rPr>
              <a:t> </a:t>
            </a:r>
            <a:r>
              <a:rPr sz="2800" b="0" i="1">
                <a:latin typeface="Times New Roman" panose="02020603050405020304" pitchFamily="18" charset="0"/>
                <a:ea typeface="黑体" panose="02010609060101010101" charset="-122"/>
                <a:cs typeface="Times New Roman" panose="02020603050405020304" pitchFamily="18" charset="0"/>
              </a:rPr>
              <a:t>q</a:t>
            </a:r>
            <a:r>
              <a:rPr lang="en-US" sz="2800" b="0" i="1">
                <a:latin typeface="Times New Roman" panose="02020603050405020304" pitchFamily="18" charset="0"/>
                <a:ea typeface="黑体" panose="02010609060101010101" charset="-122"/>
                <a:cs typeface="Times New Roman" panose="02020603050405020304" pitchFamily="18" charset="0"/>
              </a:rPr>
              <a:t> </a:t>
            </a:r>
            <a:r>
              <a:rPr sz="2800" b="0">
                <a:latin typeface="Times New Roman" panose="02020603050405020304" pitchFamily="18" charset="0"/>
                <a:ea typeface="黑体" panose="02010609060101010101" charset="-122"/>
                <a:cs typeface="Times New Roman" panose="02020603050405020304" pitchFamily="18" charset="0"/>
              </a:rPr>
              <a:t>”的逆命题)的真假．</a:t>
            </a:r>
            <a:endParaRPr sz="2800" b="0">
              <a:latin typeface="Times New Roman" panose="02020603050405020304" pitchFamily="18" charset="0"/>
              <a:ea typeface="黑体" panose="02010609060101010101" charset="-122"/>
              <a:cs typeface="Times New Roman" panose="02020603050405020304" pitchFamily="18" charset="0"/>
            </a:endParaRPr>
          </a:p>
        </p:txBody>
      </p:sp>
    </p:spTree>
  </p:cSld>
  <p:clrMapOvr>
    <a:masterClrMapping/>
  </p:clrMapOvr>
  <p:transition/>
  <p:timing/>
</p:sld>
</file>

<file path=ppt/slides/slide3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title=""/>
          <p:cNvGrpSpPr/>
          <p:nvPr>
            <p:custDataLst>
              <p:tags r:id="rId8"/>
            </p:custDataLst>
          </p:nvPr>
        </p:nvGrpSpPr>
        <p:grpSpPr>
          <a:xfrm>
            <a:off x="577851" y="576471"/>
            <a:ext cx="5197474" cy="521970"/>
            <a:chOff x="330201" y="576471"/>
            <a:chExt cx="5197474" cy="521970"/>
          </a:xfrm>
        </p:grpSpPr>
        <p:sp>
          <p:nvSpPr>
            <p:cNvPr id="44" name="文本框 4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总结新知</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4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grpSp>
        <p:nvGrpSpPr>
          <p:cNvPr id="10" name="组合 9" title=""/>
          <p:cNvGrpSpPr/>
          <p:nvPr>
            <p:custDataLst>
              <p:tags r:id="rId11"/>
            </p:custDataLst>
          </p:nvPr>
        </p:nvGrpSpPr>
        <p:grpSpPr>
          <a:xfrm rot="16200000" flipH="1">
            <a:off x="11319254" y="405205"/>
            <a:ext cx="176150" cy="780068"/>
            <a:chOff x="8290832" y="4887686"/>
            <a:chExt cx="296617" cy="1313542"/>
          </a:xfrm>
          <a:solidFill>
            <a:srgbClr val="4076FD"/>
          </a:solidFill>
        </p:grpSpPr>
        <p:grpSp>
          <p:nvGrpSpPr>
            <p:cNvPr id="11" name="组合 10"/>
            <p:cNvGrpSpPr/>
            <p:nvPr>
              <p:custDataLst>
                <p:tags r:id="rId12"/>
              </p:custDataLst>
            </p:nvPr>
          </p:nvGrpSpPr>
          <p:grpSpPr>
            <a:xfrm>
              <a:off x="8452757" y="5040086"/>
              <a:ext cx="134692" cy="1161142"/>
              <a:chOff x="8490857" y="4963886"/>
              <a:chExt cx="134692" cy="1161142"/>
            </a:xfrm>
            <a:grpFill/>
          </p:grpSpPr>
          <p:sp>
            <p:nvSpPr>
              <p:cNvPr id="15" name="等腰三角形 14"/>
              <p:cNvSpPr/>
              <p:nvPr>
                <p:custDataLst>
                  <p:tags r:id="rId13"/>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custDataLst>
                  <p:tags r:id="rId14"/>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p:cNvSpPr/>
              <p:nvPr>
                <p:custDataLst>
                  <p:tags r:id="rId15"/>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等腰三角形 17"/>
              <p:cNvSpPr/>
              <p:nvPr>
                <p:custDataLst>
                  <p:tags r:id="rId16"/>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等腰三角形 18"/>
              <p:cNvSpPr/>
              <p:nvPr>
                <p:custDataLst>
                  <p:tags r:id="rId17"/>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 name="组合 19"/>
            <p:cNvGrpSpPr/>
            <p:nvPr>
              <p:custDataLst>
                <p:tags r:id="rId18"/>
              </p:custDataLst>
            </p:nvPr>
          </p:nvGrpSpPr>
          <p:grpSpPr>
            <a:xfrm>
              <a:off x="8290832" y="4887686"/>
              <a:ext cx="134692" cy="1161142"/>
              <a:chOff x="8490857" y="4963886"/>
              <a:chExt cx="134692" cy="1161142"/>
            </a:xfrm>
            <a:grpFill/>
          </p:grpSpPr>
          <p:sp>
            <p:nvSpPr>
              <p:cNvPr id="21" name="等腰三角形 20"/>
              <p:cNvSpPr/>
              <p:nvPr>
                <p:custDataLst>
                  <p:tags r:id="rId19"/>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等腰三角形 21"/>
              <p:cNvSpPr/>
              <p:nvPr>
                <p:custDataLst>
                  <p:tags r:id="rId20"/>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等腰三角形 22"/>
              <p:cNvSpPr/>
              <p:nvPr>
                <p:custDataLst>
                  <p:tags r:id="rId21"/>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等腰三角形 23"/>
              <p:cNvSpPr/>
              <p:nvPr>
                <p:custDataLst>
                  <p:tags r:id="rId22"/>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等腰三角形 24"/>
              <p:cNvSpPr/>
              <p:nvPr>
                <p:custDataLst>
                  <p:tags r:id="rId23"/>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78532" name="Rectangle 42" title=""/>
          <p:cNvSpPr>
            <a:spLocks noGrp="1" noChangeArrowheads="1"/>
          </p:cNvSpPr>
          <p:nvPr>
            <p:custDataLst>
              <p:tags r:id="rId24"/>
            </p:custDataLst>
          </p:nvPr>
        </p:nvSpPr>
        <p:spPr>
          <a:xfrm>
            <a:off x="3257858" y="997398"/>
            <a:ext cx="5676900" cy="478155"/>
          </a:xfrm>
          <a:prstGeom prst="rect">
            <a:avLst/>
          </a:prstGeom>
        </p:spPr>
        <p:txBody>
          <a:bodyPr vert="horz"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2800" b="1">
                <a:gradFill>
                  <a:gsLst>
                    <a:gs pos="0">
                      <a:schemeClr val="accent2"/>
                    </a:gs>
                    <a:gs pos="100000">
                      <a:srgbClr val="4175FC"/>
                    </a:gs>
                  </a:gsLst>
                  <a:lin ang="11760000" scaled="0"/>
                </a:gradFill>
                <a:latin typeface="黑体" panose="02010609060101010101" charset="-122"/>
                <a:ea typeface="黑体" panose="02010609060101010101" charset="-122"/>
              </a:rPr>
              <a:t>本课须掌握的两大问题</a:t>
            </a:r>
            <a:endParaRPr lang="zh-CN" altLang="en-US" sz="2800" b="1">
              <a:gradFill>
                <a:gsLst>
                  <a:gs pos="0">
                    <a:schemeClr val="accent2"/>
                  </a:gs>
                  <a:gs pos="100000">
                    <a:srgbClr val="4175FC"/>
                  </a:gs>
                </a:gsLst>
                <a:lin ang="11760000" scaled="0"/>
              </a:gradFill>
              <a:latin typeface="黑体" panose="02010609060101010101" charset="-122"/>
              <a:ea typeface="黑体" panose="02010609060101010101" charset="-122"/>
            </a:endParaRPr>
          </a:p>
        </p:txBody>
      </p:sp>
      <p:sp>
        <p:nvSpPr>
          <p:cNvPr id="26" name="圆角矩形 25" title=""/>
          <p:cNvSpPr/>
          <p:nvPr>
            <p:custDataLst>
              <p:tags r:id="rId25"/>
            </p:custDataLst>
          </p:nvPr>
        </p:nvSpPr>
        <p:spPr>
          <a:xfrm>
            <a:off x="578485" y="1594485"/>
            <a:ext cx="11014075" cy="4665980"/>
          </a:xfrm>
          <a:prstGeom prst="roundRect">
            <a:avLst>
              <a:gd name="adj" fmla="val 7935"/>
            </a:avLst>
          </a:prstGeom>
          <a:noFill/>
          <a:ln w="12700" cmpd="sng">
            <a:gradFill>
              <a:gsLst>
                <a:gs pos="4000">
                  <a:schemeClr val="accent2"/>
                </a:gs>
                <a:gs pos="100000">
                  <a:srgbClr val="5178FA"/>
                </a:gs>
              </a:gsLst>
              <a:lin ang="20940000" scaled="1"/>
            </a:gra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0" name="文本框 99" title=""/>
          <p:cNvSpPr txBox="1"/>
          <p:nvPr>
            <p:custDataLst>
              <p:tags r:id="rId26"/>
            </p:custDataLst>
          </p:nvPr>
        </p:nvSpPr>
        <p:spPr>
          <a:xfrm>
            <a:off x="584200" y="1705610"/>
            <a:ext cx="11144250" cy="4356100"/>
          </a:xfrm>
          <a:prstGeom prst="rect">
            <a:avLst/>
          </a:prstGeom>
          <a:noFill/>
          <a:ln w="9525">
            <a:noFill/>
          </a:ln>
        </p:spPr>
        <p:txBody>
          <a:bodyPr wrap="square">
            <a:spAutoFit/>
          </a:bodyPr>
          <a:lstStyle/>
          <a:p>
            <a:pPr indent="609600">
              <a:lnSpc>
                <a:spcPct val="110000"/>
              </a:lnSpc>
            </a:pPr>
            <a:r>
              <a:rPr sz="2800" b="1">
                <a:solidFill>
                  <a:schemeClr val="accent2"/>
                </a:solidFill>
                <a:latin typeface="Times New Roman" panose="02020603050405020304" pitchFamily="18" charset="0"/>
                <a:ea typeface="黑体" panose="02010609060101010101" charset="-122"/>
                <a:cs typeface="Times New Roman" panose="02020603050405020304" pitchFamily="18" charset="0"/>
              </a:rPr>
              <a:t>2．熟练掌握充分条件与必要条件的判断方法：</a:t>
            </a:r>
            <a:endParaRPr sz="2800" b="0">
              <a:latin typeface="Times New Roman" panose="02020603050405020304" pitchFamily="18" charset="0"/>
              <a:ea typeface="黑体" panose="02010609060101010101" charset="-122"/>
              <a:cs typeface="Times New Roman" panose="02020603050405020304" pitchFamily="18" charset="0"/>
            </a:endParaRPr>
          </a:p>
          <a:p>
            <a:pPr indent="609600">
              <a:lnSpc>
                <a:spcPct val="110000"/>
              </a:lnSpc>
            </a:pPr>
            <a:r>
              <a:rPr sz="2800" b="1">
                <a:solidFill>
                  <a:srgbClr val="437AFC"/>
                </a:solidFill>
                <a:latin typeface="Times New Roman" panose="02020603050405020304" pitchFamily="18" charset="0"/>
                <a:ea typeface="黑体" panose="02010609060101010101" charset="-122"/>
                <a:cs typeface="Times New Roman" panose="02020603050405020304" pitchFamily="18" charset="0"/>
              </a:rPr>
              <a:t>(1)定义法：</a:t>
            </a:r>
            <a:endParaRPr sz="2800" b="1">
              <a:solidFill>
                <a:srgbClr val="437AFC"/>
              </a:solidFill>
              <a:latin typeface="Times New Roman" panose="02020603050405020304" pitchFamily="18" charset="0"/>
              <a:ea typeface="黑体" panose="02010609060101010101" charset="-122"/>
              <a:cs typeface="Times New Roman" panose="02020603050405020304" pitchFamily="18" charset="0"/>
            </a:endParaRPr>
          </a:p>
          <a:p>
            <a:pPr indent="609600">
              <a:lnSpc>
                <a:spcPct val="110000"/>
              </a:lnSpc>
            </a:pPr>
            <a:r>
              <a:rPr sz="2800" b="0">
                <a:latin typeface="Times New Roman" panose="02020603050405020304" pitchFamily="18" charset="0"/>
                <a:ea typeface="黑体" panose="02010609060101010101" charset="-122"/>
                <a:cs typeface="Times New Roman" panose="02020603050405020304" pitchFamily="18" charset="0"/>
              </a:rPr>
              <a:t>①分清条件和结论：分清哪个是条件，哪个是结论；</a:t>
            </a:r>
            <a:endParaRPr sz="2800" b="0">
              <a:latin typeface="Times New Roman" panose="02020603050405020304" pitchFamily="18" charset="0"/>
              <a:ea typeface="黑体" panose="02010609060101010101" charset="-122"/>
              <a:cs typeface="Times New Roman" panose="02020603050405020304" pitchFamily="18" charset="0"/>
            </a:endParaRPr>
          </a:p>
          <a:p>
            <a:pPr indent="609600">
              <a:lnSpc>
                <a:spcPct val="110000"/>
              </a:lnSpc>
            </a:pPr>
            <a:r>
              <a:rPr sz="2800" b="0">
                <a:latin typeface="Times New Roman" panose="02020603050405020304" pitchFamily="18" charset="0"/>
                <a:ea typeface="黑体" panose="02010609060101010101" charset="-122"/>
                <a:cs typeface="Times New Roman" panose="02020603050405020304" pitchFamily="18" charset="0"/>
              </a:rPr>
              <a:t>②找推式：判断“</a:t>
            </a:r>
            <a:r>
              <a:rPr lang="en-US" sz="2800" b="0">
                <a:latin typeface="Times New Roman" panose="02020603050405020304" pitchFamily="18" charset="0"/>
                <a:ea typeface="黑体" panose="02010609060101010101" charset="-122"/>
                <a:cs typeface="Times New Roman" panose="02020603050405020304" pitchFamily="18" charset="0"/>
              </a:rPr>
              <a:t> </a:t>
            </a:r>
            <a:r>
              <a:rPr sz="2800" b="0" i="1">
                <a:latin typeface="Times New Roman" panose="02020603050405020304" pitchFamily="18" charset="0"/>
                <a:ea typeface="黑体" panose="02010609060101010101" charset="-122"/>
                <a:cs typeface="Times New Roman" panose="02020603050405020304" pitchFamily="18" charset="0"/>
              </a:rPr>
              <a:t>p</a:t>
            </a:r>
            <a:r>
              <a:rPr sz="2800" b="0">
                <a:latin typeface="Times New Roman" panose="02020603050405020304" pitchFamily="18" charset="0"/>
                <a:ea typeface="黑体" panose="02010609060101010101" charset="-122"/>
                <a:cs typeface="Times New Roman" panose="02020603050405020304" pitchFamily="18" charset="0"/>
              </a:rPr>
              <a:t>⇒</a:t>
            </a:r>
            <a:r>
              <a:rPr sz="2800" b="0" i="1">
                <a:latin typeface="Times New Roman" panose="02020603050405020304" pitchFamily="18" charset="0"/>
                <a:ea typeface="黑体" panose="02010609060101010101" charset="-122"/>
                <a:cs typeface="Times New Roman" panose="02020603050405020304" pitchFamily="18" charset="0"/>
              </a:rPr>
              <a:t>q</a:t>
            </a:r>
            <a:r>
              <a:rPr lang="en-US" sz="2800" b="0">
                <a:latin typeface="Times New Roman" panose="02020603050405020304" pitchFamily="18" charset="0"/>
                <a:ea typeface="黑体" panose="02010609060101010101" charset="-122"/>
                <a:cs typeface="Times New Roman" panose="02020603050405020304" pitchFamily="18" charset="0"/>
              </a:rPr>
              <a:t> </a:t>
            </a:r>
            <a:r>
              <a:rPr sz="2800" b="0">
                <a:latin typeface="Times New Roman" panose="02020603050405020304" pitchFamily="18" charset="0"/>
                <a:ea typeface="黑体" panose="02010609060101010101" charset="-122"/>
                <a:cs typeface="Times New Roman" panose="02020603050405020304" pitchFamily="18" charset="0"/>
              </a:rPr>
              <a:t>”及“</a:t>
            </a:r>
            <a:r>
              <a:rPr lang="en-US" sz="2800" b="0">
                <a:latin typeface="Times New Roman" panose="02020603050405020304" pitchFamily="18" charset="0"/>
                <a:ea typeface="黑体" panose="02010609060101010101" charset="-122"/>
                <a:cs typeface="Times New Roman" panose="02020603050405020304" pitchFamily="18" charset="0"/>
              </a:rPr>
              <a:t> </a:t>
            </a:r>
            <a:r>
              <a:rPr sz="2800" b="0" i="1">
                <a:latin typeface="Times New Roman" panose="02020603050405020304" pitchFamily="18" charset="0"/>
                <a:ea typeface="黑体" panose="02010609060101010101" charset="-122"/>
                <a:cs typeface="Times New Roman" panose="02020603050405020304" pitchFamily="18" charset="0"/>
              </a:rPr>
              <a:t>q</a:t>
            </a:r>
            <a:r>
              <a:rPr sz="2800" b="0">
                <a:latin typeface="Times New Roman" panose="02020603050405020304" pitchFamily="18" charset="0"/>
                <a:ea typeface="黑体" panose="02010609060101010101" charset="-122"/>
                <a:cs typeface="Times New Roman" panose="02020603050405020304" pitchFamily="18" charset="0"/>
              </a:rPr>
              <a:t>⇒</a:t>
            </a:r>
            <a:r>
              <a:rPr sz="2800" b="0" i="1">
                <a:latin typeface="Times New Roman" panose="02020603050405020304" pitchFamily="18" charset="0"/>
                <a:ea typeface="黑体" panose="02010609060101010101" charset="-122"/>
                <a:cs typeface="Times New Roman" panose="02020603050405020304" pitchFamily="18" charset="0"/>
              </a:rPr>
              <a:t>p</a:t>
            </a:r>
            <a:r>
              <a:rPr lang="en-US" sz="2800" b="0">
                <a:latin typeface="Times New Roman" panose="02020603050405020304" pitchFamily="18" charset="0"/>
                <a:ea typeface="黑体" panose="02010609060101010101" charset="-122"/>
                <a:cs typeface="Times New Roman" panose="02020603050405020304" pitchFamily="18" charset="0"/>
              </a:rPr>
              <a:t> </a:t>
            </a:r>
            <a:r>
              <a:rPr sz="2800" b="0">
                <a:latin typeface="Times New Roman" panose="02020603050405020304" pitchFamily="18" charset="0"/>
                <a:ea typeface="黑体" panose="02010609060101010101" charset="-122"/>
                <a:cs typeface="Times New Roman" panose="02020603050405020304" pitchFamily="18" charset="0"/>
              </a:rPr>
              <a:t>”的真假；</a:t>
            </a:r>
            <a:endParaRPr sz="2800" b="0">
              <a:latin typeface="Times New Roman" panose="02020603050405020304" pitchFamily="18" charset="0"/>
              <a:ea typeface="黑体" panose="02010609060101010101" charset="-122"/>
              <a:cs typeface="Times New Roman" panose="02020603050405020304" pitchFamily="18" charset="0"/>
            </a:endParaRPr>
          </a:p>
          <a:p>
            <a:pPr indent="609600">
              <a:lnSpc>
                <a:spcPct val="110000"/>
              </a:lnSpc>
            </a:pPr>
            <a:r>
              <a:rPr sz="2800" b="0">
                <a:latin typeface="Times New Roman" panose="02020603050405020304" pitchFamily="18" charset="0"/>
                <a:ea typeface="黑体" panose="02010609060101010101" charset="-122"/>
                <a:cs typeface="Times New Roman" panose="02020603050405020304" pitchFamily="18" charset="0"/>
              </a:rPr>
              <a:t>③下结论：根据推式及定义下结论．</a:t>
            </a:r>
            <a:endParaRPr sz="2800" b="0">
              <a:latin typeface="Times New Roman" panose="02020603050405020304" pitchFamily="18" charset="0"/>
              <a:ea typeface="黑体" panose="02010609060101010101" charset="-122"/>
              <a:cs typeface="Times New Roman" panose="02020603050405020304" pitchFamily="18" charset="0"/>
            </a:endParaRPr>
          </a:p>
          <a:p>
            <a:pPr indent="609600">
              <a:lnSpc>
                <a:spcPct val="110000"/>
              </a:lnSpc>
            </a:pPr>
            <a:r>
              <a:rPr sz="2800" b="1">
                <a:solidFill>
                  <a:srgbClr val="437AFC"/>
                </a:solidFill>
                <a:latin typeface="Times New Roman" panose="02020603050405020304" pitchFamily="18" charset="0"/>
                <a:ea typeface="黑体" panose="02010609060101010101" charset="-122"/>
                <a:cs typeface="Times New Roman" panose="02020603050405020304" pitchFamily="18" charset="0"/>
              </a:rPr>
              <a:t>(2)命题判断法：</a:t>
            </a:r>
            <a:r>
              <a:rPr sz="2800" b="0">
                <a:latin typeface="Times New Roman" panose="02020603050405020304" pitchFamily="18" charset="0"/>
                <a:ea typeface="黑体" panose="02010609060101010101" charset="-122"/>
                <a:cs typeface="Times New Roman" panose="02020603050405020304" pitchFamily="18" charset="0"/>
              </a:rPr>
              <a:t>①如果命题：“若</a:t>
            </a:r>
            <a:r>
              <a:rPr lang="en-US" sz="2800" b="0">
                <a:latin typeface="Times New Roman" panose="02020603050405020304" pitchFamily="18" charset="0"/>
                <a:ea typeface="黑体" panose="02010609060101010101" charset="-122"/>
                <a:cs typeface="Times New Roman" panose="02020603050405020304" pitchFamily="18" charset="0"/>
              </a:rPr>
              <a:t> </a:t>
            </a:r>
            <a:r>
              <a:rPr sz="2800" b="0" i="1">
                <a:latin typeface="Times New Roman" panose="02020603050405020304" pitchFamily="18" charset="0"/>
                <a:ea typeface="黑体" panose="02010609060101010101" charset="-122"/>
                <a:cs typeface="Times New Roman" panose="02020603050405020304" pitchFamily="18" charset="0"/>
              </a:rPr>
              <a:t>p</a:t>
            </a:r>
            <a:r>
              <a:rPr lang="en-US" sz="2800" b="0" i="1">
                <a:latin typeface="Times New Roman" panose="02020603050405020304" pitchFamily="18" charset="0"/>
                <a:ea typeface="黑体" panose="02010609060101010101" charset="-122"/>
                <a:cs typeface="Times New Roman" panose="02020603050405020304" pitchFamily="18" charset="0"/>
              </a:rPr>
              <a:t> </a:t>
            </a:r>
            <a:r>
              <a:rPr sz="2800" b="0">
                <a:latin typeface="Times New Roman" panose="02020603050405020304" pitchFamily="18" charset="0"/>
                <a:ea typeface="黑体" panose="02010609060101010101" charset="-122"/>
                <a:cs typeface="Times New Roman" panose="02020603050405020304" pitchFamily="18" charset="0"/>
              </a:rPr>
              <a:t>，则</a:t>
            </a:r>
            <a:r>
              <a:rPr lang="en-US" sz="2800" b="0">
                <a:latin typeface="Times New Roman" panose="02020603050405020304" pitchFamily="18" charset="0"/>
                <a:ea typeface="黑体" panose="02010609060101010101" charset="-122"/>
                <a:cs typeface="Times New Roman" panose="02020603050405020304" pitchFamily="18" charset="0"/>
              </a:rPr>
              <a:t> </a:t>
            </a:r>
            <a:r>
              <a:rPr sz="2800" b="0" i="1">
                <a:latin typeface="Times New Roman" panose="02020603050405020304" pitchFamily="18" charset="0"/>
                <a:ea typeface="黑体" panose="02010609060101010101" charset="-122"/>
                <a:cs typeface="Times New Roman" panose="02020603050405020304" pitchFamily="18" charset="0"/>
              </a:rPr>
              <a:t>q</a:t>
            </a:r>
            <a:r>
              <a:rPr lang="en-US" sz="2800" b="0">
                <a:latin typeface="Times New Roman" panose="02020603050405020304" pitchFamily="18" charset="0"/>
                <a:ea typeface="黑体" panose="02010609060101010101" charset="-122"/>
                <a:cs typeface="Times New Roman" panose="02020603050405020304" pitchFamily="18" charset="0"/>
              </a:rPr>
              <a:t> </a:t>
            </a:r>
            <a:r>
              <a:rPr sz="2800" b="0">
                <a:latin typeface="Times New Roman" panose="02020603050405020304" pitchFamily="18" charset="0"/>
                <a:ea typeface="黑体" panose="02010609060101010101" charset="-122"/>
                <a:cs typeface="Times New Roman" panose="02020603050405020304" pitchFamily="18" charset="0"/>
              </a:rPr>
              <a:t>”为真命题，那么</a:t>
            </a:r>
            <a:r>
              <a:rPr lang="en-US" sz="2800" b="0">
                <a:latin typeface="Times New Roman" panose="02020603050405020304" pitchFamily="18" charset="0"/>
                <a:ea typeface="黑体" panose="02010609060101010101" charset="-122"/>
                <a:cs typeface="Times New Roman" panose="02020603050405020304" pitchFamily="18" charset="0"/>
              </a:rPr>
              <a:t> </a:t>
            </a:r>
            <a:r>
              <a:rPr sz="2800" b="0" i="1">
                <a:latin typeface="Times New Roman" panose="02020603050405020304" pitchFamily="18" charset="0"/>
                <a:ea typeface="黑体" panose="02010609060101010101" charset="-122"/>
                <a:cs typeface="Times New Roman" panose="02020603050405020304" pitchFamily="18" charset="0"/>
              </a:rPr>
              <a:t>p</a:t>
            </a:r>
            <a:r>
              <a:rPr lang="en-US" sz="2800" b="0">
                <a:latin typeface="Times New Roman" panose="02020603050405020304" pitchFamily="18" charset="0"/>
                <a:ea typeface="黑体" panose="02010609060101010101" charset="-122"/>
                <a:cs typeface="Times New Roman" panose="02020603050405020304" pitchFamily="18" charset="0"/>
              </a:rPr>
              <a:t> </a:t>
            </a:r>
            <a:r>
              <a:rPr sz="2800" b="0">
                <a:latin typeface="Times New Roman" panose="02020603050405020304" pitchFamily="18" charset="0"/>
                <a:ea typeface="黑体" panose="02010609060101010101" charset="-122"/>
                <a:cs typeface="Times New Roman" panose="02020603050405020304" pitchFamily="18" charset="0"/>
              </a:rPr>
              <a:t>是</a:t>
            </a:r>
            <a:r>
              <a:rPr lang="en-US" sz="2800" b="0">
                <a:latin typeface="Times New Roman" panose="02020603050405020304" pitchFamily="18" charset="0"/>
                <a:ea typeface="黑体" panose="02010609060101010101" charset="-122"/>
                <a:cs typeface="Times New Roman" panose="02020603050405020304" pitchFamily="18" charset="0"/>
              </a:rPr>
              <a:t> </a:t>
            </a:r>
            <a:r>
              <a:rPr sz="2800" b="0" i="1">
                <a:latin typeface="Times New Roman" panose="02020603050405020304" pitchFamily="18" charset="0"/>
                <a:ea typeface="黑体" panose="02010609060101010101" charset="-122"/>
                <a:cs typeface="Times New Roman" panose="02020603050405020304" pitchFamily="18" charset="0"/>
              </a:rPr>
              <a:t>q</a:t>
            </a:r>
            <a:r>
              <a:rPr lang="en-US" sz="2800" b="0" i="1">
                <a:latin typeface="Times New Roman" panose="02020603050405020304" pitchFamily="18" charset="0"/>
                <a:ea typeface="黑体" panose="02010609060101010101" charset="-122"/>
                <a:cs typeface="Times New Roman" panose="02020603050405020304" pitchFamily="18" charset="0"/>
              </a:rPr>
              <a:t> </a:t>
            </a:r>
            <a:r>
              <a:rPr sz="2800" b="0">
                <a:latin typeface="Times New Roman" panose="02020603050405020304" pitchFamily="18" charset="0"/>
                <a:ea typeface="黑体" panose="02010609060101010101" charset="-122"/>
                <a:cs typeface="Times New Roman" panose="02020603050405020304" pitchFamily="18" charset="0"/>
              </a:rPr>
              <a:t>的充分条件，同时</a:t>
            </a:r>
            <a:r>
              <a:rPr lang="en-US" sz="2800" b="0">
                <a:latin typeface="Times New Roman" panose="02020603050405020304" pitchFamily="18" charset="0"/>
                <a:ea typeface="黑体" panose="02010609060101010101" charset="-122"/>
                <a:cs typeface="Times New Roman" panose="02020603050405020304" pitchFamily="18" charset="0"/>
              </a:rPr>
              <a:t> </a:t>
            </a:r>
            <a:r>
              <a:rPr sz="2800" b="0" i="1">
                <a:latin typeface="Times New Roman" panose="02020603050405020304" pitchFamily="18" charset="0"/>
                <a:ea typeface="黑体" panose="02010609060101010101" charset="-122"/>
                <a:cs typeface="Times New Roman" panose="02020603050405020304" pitchFamily="18" charset="0"/>
              </a:rPr>
              <a:t>q</a:t>
            </a:r>
            <a:r>
              <a:rPr lang="en-US" sz="2800" b="0" i="1">
                <a:latin typeface="Times New Roman" panose="02020603050405020304" pitchFamily="18" charset="0"/>
                <a:ea typeface="黑体" panose="02010609060101010101" charset="-122"/>
                <a:cs typeface="Times New Roman" panose="02020603050405020304" pitchFamily="18" charset="0"/>
              </a:rPr>
              <a:t> </a:t>
            </a:r>
            <a:r>
              <a:rPr sz="2800" b="0">
                <a:latin typeface="Times New Roman" panose="02020603050405020304" pitchFamily="18" charset="0"/>
                <a:ea typeface="黑体" panose="02010609060101010101" charset="-122"/>
                <a:cs typeface="Times New Roman" panose="02020603050405020304" pitchFamily="18" charset="0"/>
              </a:rPr>
              <a:t>是</a:t>
            </a:r>
            <a:r>
              <a:rPr lang="en-US" sz="2800" b="0">
                <a:latin typeface="Times New Roman" panose="02020603050405020304" pitchFamily="18" charset="0"/>
                <a:ea typeface="黑体" panose="02010609060101010101" charset="-122"/>
                <a:cs typeface="Times New Roman" panose="02020603050405020304" pitchFamily="18" charset="0"/>
              </a:rPr>
              <a:t> </a:t>
            </a:r>
            <a:r>
              <a:rPr sz="2800" b="0" i="1">
                <a:latin typeface="Times New Roman" panose="02020603050405020304" pitchFamily="18" charset="0"/>
                <a:ea typeface="黑体" panose="02010609060101010101" charset="-122"/>
                <a:cs typeface="Times New Roman" panose="02020603050405020304" pitchFamily="18" charset="0"/>
              </a:rPr>
              <a:t>p</a:t>
            </a:r>
            <a:r>
              <a:rPr lang="en-US" sz="2800" b="0" i="1">
                <a:latin typeface="Times New Roman" panose="02020603050405020304" pitchFamily="18" charset="0"/>
                <a:ea typeface="黑体" panose="02010609060101010101" charset="-122"/>
                <a:cs typeface="Times New Roman" panose="02020603050405020304" pitchFamily="18" charset="0"/>
              </a:rPr>
              <a:t> </a:t>
            </a:r>
            <a:r>
              <a:rPr sz="2800" b="0">
                <a:latin typeface="Times New Roman" panose="02020603050405020304" pitchFamily="18" charset="0"/>
                <a:ea typeface="黑体" panose="02010609060101010101" charset="-122"/>
                <a:cs typeface="Times New Roman" panose="02020603050405020304" pitchFamily="18" charset="0"/>
              </a:rPr>
              <a:t>的必要条件．</a:t>
            </a:r>
            <a:endParaRPr sz="2800" b="0">
              <a:latin typeface="Times New Roman" panose="02020603050405020304" pitchFamily="18" charset="0"/>
              <a:ea typeface="黑体" panose="02010609060101010101" charset="-122"/>
              <a:cs typeface="Times New Roman" panose="02020603050405020304" pitchFamily="18" charset="0"/>
            </a:endParaRPr>
          </a:p>
          <a:p>
            <a:pPr indent="609600">
              <a:lnSpc>
                <a:spcPct val="110000"/>
              </a:lnSpc>
            </a:pPr>
            <a:r>
              <a:rPr sz="2800" b="0">
                <a:latin typeface="Times New Roman" panose="02020603050405020304" pitchFamily="18" charset="0"/>
                <a:ea typeface="黑体" panose="02010609060101010101" charset="-122"/>
                <a:cs typeface="Times New Roman" panose="02020603050405020304" pitchFamily="18" charset="0"/>
              </a:rPr>
              <a:t>②如果命题：“若</a:t>
            </a:r>
            <a:r>
              <a:rPr lang="en-US" sz="2800" b="0">
                <a:latin typeface="Times New Roman" panose="02020603050405020304" pitchFamily="18" charset="0"/>
                <a:ea typeface="黑体" panose="02010609060101010101" charset="-122"/>
                <a:cs typeface="Times New Roman" panose="02020603050405020304" pitchFamily="18" charset="0"/>
              </a:rPr>
              <a:t> </a:t>
            </a:r>
            <a:r>
              <a:rPr sz="2800" b="0" i="1">
                <a:latin typeface="Times New Roman" panose="02020603050405020304" pitchFamily="18" charset="0"/>
                <a:ea typeface="黑体" panose="02010609060101010101" charset="-122"/>
                <a:cs typeface="Times New Roman" panose="02020603050405020304" pitchFamily="18" charset="0"/>
              </a:rPr>
              <a:t>p</a:t>
            </a:r>
            <a:r>
              <a:rPr sz="2800" b="0">
                <a:latin typeface="Times New Roman" panose="02020603050405020304" pitchFamily="18" charset="0"/>
                <a:ea typeface="黑体" panose="02010609060101010101" charset="-122"/>
                <a:cs typeface="Times New Roman" panose="02020603050405020304" pitchFamily="18" charset="0"/>
              </a:rPr>
              <a:t>，则</a:t>
            </a:r>
            <a:r>
              <a:rPr lang="en-US" sz="2800" b="0">
                <a:latin typeface="Times New Roman" panose="02020603050405020304" pitchFamily="18" charset="0"/>
                <a:ea typeface="黑体" panose="02010609060101010101" charset="-122"/>
                <a:cs typeface="Times New Roman" panose="02020603050405020304" pitchFamily="18" charset="0"/>
              </a:rPr>
              <a:t> </a:t>
            </a:r>
            <a:r>
              <a:rPr sz="2800" b="0" i="1">
                <a:latin typeface="Times New Roman" panose="02020603050405020304" pitchFamily="18" charset="0"/>
                <a:ea typeface="黑体" panose="02010609060101010101" charset="-122"/>
                <a:cs typeface="Times New Roman" panose="02020603050405020304" pitchFamily="18" charset="0"/>
              </a:rPr>
              <a:t>q</a:t>
            </a:r>
            <a:r>
              <a:rPr lang="en-US" sz="2800" b="0">
                <a:latin typeface="Times New Roman" panose="02020603050405020304" pitchFamily="18" charset="0"/>
                <a:ea typeface="黑体" panose="02010609060101010101" charset="-122"/>
                <a:cs typeface="Times New Roman" panose="02020603050405020304" pitchFamily="18" charset="0"/>
              </a:rPr>
              <a:t> </a:t>
            </a:r>
            <a:r>
              <a:rPr sz="2800" b="0">
                <a:latin typeface="Times New Roman" panose="02020603050405020304" pitchFamily="18" charset="0"/>
                <a:ea typeface="黑体" panose="02010609060101010101" charset="-122"/>
                <a:cs typeface="Times New Roman" panose="02020603050405020304" pitchFamily="18" charset="0"/>
              </a:rPr>
              <a:t>”为假命题，那么</a:t>
            </a:r>
            <a:r>
              <a:rPr lang="en-US" sz="2800" b="0">
                <a:latin typeface="Times New Roman" panose="02020603050405020304" pitchFamily="18" charset="0"/>
                <a:ea typeface="黑体" panose="02010609060101010101" charset="-122"/>
                <a:cs typeface="Times New Roman" panose="02020603050405020304" pitchFamily="18" charset="0"/>
              </a:rPr>
              <a:t> </a:t>
            </a:r>
            <a:r>
              <a:rPr sz="2800" b="0" i="1">
                <a:latin typeface="Times New Roman" panose="02020603050405020304" pitchFamily="18" charset="0"/>
                <a:ea typeface="黑体" panose="02010609060101010101" charset="-122"/>
                <a:cs typeface="Times New Roman" panose="02020603050405020304" pitchFamily="18" charset="0"/>
              </a:rPr>
              <a:t>p</a:t>
            </a:r>
            <a:r>
              <a:rPr lang="en-US" sz="2800" b="0">
                <a:latin typeface="Times New Roman" panose="02020603050405020304" pitchFamily="18" charset="0"/>
                <a:ea typeface="黑体" panose="02010609060101010101" charset="-122"/>
                <a:cs typeface="Times New Roman" panose="02020603050405020304" pitchFamily="18" charset="0"/>
              </a:rPr>
              <a:t> </a:t>
            </a:r>
            <a:r>
              <a:rPr sz="2800" b="0">
                <a:latin typeface="Times New Roman" panose="02020603050405020304" pitchFamily="18" charset="0"/>
                <a:ea typeface="黑体" panose="02010609060101010101" charset="-122"/>
                <a:cs typeface="Times New Roman" panose="02020603050405020304" pitchFamily="18" charset="0"/>
              </a:rPr>
              <a:t>不是</a:t>
            </a:r>
            <a:r>
              <a:rPr lang="en-US" sz="2800" b="0">
                <a:latin typeface="Times New Roman" panose="02020603050405020304" pitchFamily="18" charset="0"/>
                <a:ea typeface="黑体" panose="02010609060101010101" charset="-122"/>
                <a:cs typeface="Times New Roman" panose="02020603050405020304" pitchFamily="18" charset="0"/>
              </a:rPr>
              <a:t> </a:t>
            </a:r>
            <a:r>
              <a:rPr sz="2800" b="0" i="1">
                <a:latin typeface="Times New Roman" panose="02020603050405020304" pitchFamily="18" charset="0"/>
                <a:ea typeface="黑体" panose="02010609060101010101" charset="-122"/>
                <a:cs typeface="Times New Roman" panose="02020603050405020304" pitchFamily="18" charset="0"/>
              </a:rPr>
              <a:t>q</a:t>
            </a:r>
            <a:r>
              <a:rPr lang="en-US" sz="2800" b="0">
                <a:latin typeface="Times New Roman" panose="02020603050405020304" pitchFamily="18" charset="0"/>
                <a:ea typeface="黑体" panose="02010609060101010101" charset="-122"/>
                <a:cs typeface="Times New Roman" panose="02020603050405020304" pitchFamily="18" charset="0"/>
              </a:rPr>
              <a:t> </a:t>
            </a:r>
            <a:r>
              <a:rPr sz="2800" b="0">
                <a:latin typeface="Times New Roman" panose="02020603050405020304" pitchFamily="18" charset="0"/>
                <a:ea typeface="黑体" panose="02010609060101010101" charset="-122"/>
                <a:cs typeface="Times New Roman" panose="02020603050405020304" pitchFamily="18" charset="0"/>
              </a:rPr>
              <a:t>的充分条件，同时</a:t>
            </a:r>
            <a:r>
              <a:rPr lang="en-US" sz="2800" b="0">
                <a:latin typeface="Times New Roman" panose="02020603050405020304" pitchFamily="18" charset="0"/>
                <a:ea typeface="黑体" panose="02010609060101010101" charset="-122"/>
                <a:cs typeface="Times New Roman" panose="02020603050405020304" pitchFamily="18" charset="0"/>
              </a:rPr>
              <a:t> </a:t>
            </a:r>
            <a:r>
              <a:rPr sz="2800" b="0" i="1">
                <a:latin typeface="Times New Roman" panose="02020603050405020304" pitchFamily="18" charset="0"/>
                <a:ea typeface="黑体" panose="02010609060101010101" charset="-122"/>
                <a:cs typeface="Times New Roman" panose="02020603050405020304" pitchFamily="18" charset="0"/>
              </a:rPr>
              <a:t>q</a:t>
            </a:r>
            <a:r>
              <a:rPr lang="en-US" sz="2800" b="0">
                <a:latin typeface="Times New Roman" panose="02020603050405020304" pitchFamily="18" charset="0"/>
                <a:ea typeface="黑体" panose="02010609060101010101" charset="-122"/>
                <a:cs typeface="Times New Roman" panose="02020603050405020304" pitchFamily="18" charset="0"/>
              </a:rPr>
              <a:t> </a:t>
            </a:r>
            <a:r>
              <a:rPr sz="2800" b="0">
                <a:latin typeface="Times New Roman" panose="02020603050405020304" pitchFamily="18" charset="0"/>
                <a:ea typeface="黑体" panose="02010609060101010101" charset="-122"/>
                <a:cs typeface="Times New Roman" panose="02020603050405020304" pitchFamily="18" charset="0"/>
              </a:rPr>
              <a:t>也不是</a:t>
            </a:r>
            <a:r>
              <a:rPr lang="en-US" sz="2800" b="0">
                <a:latin typeface="Times New Roman" panose="02020603050405020304" pitchFamily="18" charset="0"/>
                <a:ea typeface="黑体" panose="02010609060101010101" charset="-122"/>
                <a:cs typeface="Times New Roman" panose="02020603050405020304" pitchFamily="18" charset="0"/>
              </a:rPr>
              <a:t> </a:t>
            </a:r>
            <a:r>
              <a:rPr sz="2800" b="0" i="1">
                <a:latin typeface="Times New Roman" panose="02020603050405020304" pitchFamily="18" charset="0"/>
                <a:ea typeface="黑体" panose="02010609060101010101" charset="-122"/>
                <a:cs typeface="Times New Roman" panose="02020603050405020304" pitchFamily="18" charset="0"/>
              </a:rPr>
              <a:t>p</a:t>
            </a:r>
            <a:r>
              <a:rPr lang="en-US" sz="2800" b="0">
                <a:latin typeface="Times New Roman" panose="02020603050405020304" pitchFamily="18" charset="0"/>
                <a:ea typeface="黑体" panose="02010609060101010101" charset="-122"/>
                <a:cs typeface="Times New Roman" panose="02020603050405020304" pitchFamily="18" charset="0"/>
              </a:rPr>
              <a:t> </a:t>
            </a:r>
            <a:r>
              <a:rPr sz="2800" b="0">
                <a:latin typeface="Times New Roman" panose="02020603050405020304" pitchFamily="18" charset="0"/>
                <a:ea typeface="黑体" panose="02010609060101010101" charset="-122"/>
                <a:cs typeface="Times New Roman" panose="02020603050405020304" pitchFamily="18" charset="0"/>
              </a:rPr>
              <a:t>的必要条件．</a:t>
            </a:r>
            <a:endParaRPr sz="2800" b="0">
              <a:latin typeface="Times New Roman" panose="02020603050405020304" pitchFamily="18" charset="0"/>
              <a:ea typeface="黑体" panose="02010609060101010101" charset="-122"/>
              <a:cs typeface="Times New Roman" panose="02020603050405020304" pitchFamily="18" charset="0"/>
            </a:endParaRPr>
          </a:p>
        </p:txBody>
      </p:sp>
    </p:spTree>
  </p:cSld>
  <p:clrMapOvr>
    <a:masterClrMapping/>
  </p:clrMapOvr>
  <p:transition/>
  <p:timing/>
</p:sld>
</file>

<file path=ppt/slides/slide3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7" name="组合 6" title=""/>
          <p:cNvGrpSpPr/>
          <p:nvPr>
            <p:custDataLst>
              <p:tags r:id="rId3"/>
            </p:custDataLst>
          </p:nvPr>
        </p:nvGrpSpPr>
        <p:grpSpPr>
          <a:xfrm>
            <a:off x="-587375" y="0"/>
            <a:ext cx="12779375" cy="6858000"/>
            <a:chOff x="-925" y="0"/>
            <a:chExt cx="20125" cy="10800"/>
          </a:xfrm>
        </p:grpSpPr>
        <p:pic>
          <p:nvPicPr>
            <p:cNvPr id="4" name="图片 3"/>
            <p:cNvPicPr>
              <a:picLocks noChangeAspect="1"/>
            </p:cNvPicPr>
            <p:nvPr>
              <p:custDataLst>
                <p:tags r:id="rId5"/>
              </p:custDataLst>
            </p:nvPr>
          </p:nvPicPr>
          <p:blipFill>
            <a:blip r:embed="rId4">
              <a:extLst>
                <a:ext uri="{28A0092B-C50C-407E-A947-70E740481C1C}">
                  <a14:useLocalDpi xmlns:a14="http://schemas.microsoft.com/office/drawing/2010/main" val="0"/>
                </a:ext>
              </a:extLst>
            </a:blip>
            <a:srcRect t="7813" b="7813"/>
            <a:stretch>
              <a:fillRect/>
            </a:stretch>
          </p:blipFill>
          <p:spPr>
            <a:xfrm>
              <a:off x="0" y="0"/>
              <a:ext cx="19200" cy="108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6" name="椭圆 5"/>
            <p:cNvSpPr/>
            <p:nvPr>
              <p:custDataLst>
                <p:tags r:id="rId6"/>
              </p:custDataLst>
            </p:nvPr>
          </p:nvSpPr>
          <p:spPr>
            <a:xfrm>
              <a:off x="-925" y="5963"/>
              <a:ext cx="2875" cy="2875"/>
            </a:xfrm>
            <a:prstGeom prst="ellipse">
              <a:avLst/>
            </a:prstGeom>
            <a:solidFill>
              <a:schemeClr val="accent2">
                <a:lumMod val="60000"/>
                <a:lumOff val="40000"/>
                <a:alpha val="38000"/>
              </a:schemeClr>
            </a:solidFill>
            <a:ln>
              <a:noFill/>
            </a:ln>
            <a:effectLst>
              <a:softEdge rad="4699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椭圆 4"/>
            <p:cNvSpPr/>
            <p:nvPr>
              <p:custDataLst>
                <p:tags r:id="rId7"/>
              </p:custDataLst>
            </p:nvPr>
          </p:nvSpPr>
          <p:spPr>
            <a:xfrm>
              <a:off x="9373" y="1081"/>
              <a:ext cx="2875" cy="2875"/>
            </a:xfrm>
            <a:prstGeom prst="ellipse">
              <a:avLst/>
            </a:prstGeom>
            <a:solidFill>
              <a:schemeClr val="accent2">
                <a:alpha val="38000"/>
              </a:schemeClr>
            </a:solidFill>
            <a:ln>
              <a:noFill/>
            </a:ln>
            <a:effectLst>
              <a:softEdge rad="4699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矩形: 圆角 13"/>
            <p:cNvSpPr/>
            <p:nvPr>
              <p:custDataLst>
                <p:tags r:id="rId8"/>
              </p:custDataLst>
            </p:nvPr>
          </p:nvSpPr>
          <p:spPr>
            <a:xfrm>
              <a:off x="1180" y="780"/>
              <a:ext cx="5400" cy="540"/>
            </a:xfrm>
            <a:prstGeom prst="roundRect">
              <a:avLst>
                <a:gd name="adj" fmla="val 50000"/>
              </a:avLst>
            </a:prstGeom>
            <a:gradFill flip="none" rotWithShape="1">
              <a:gsLst>
                <a:gs pos="0">
                  <a:srgbClr val="4076FD"/>
                </a:gs>
                <a:gs pos="100000">
                  <a:schemeClr val="accent2">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圆角 14"/>
            <p:cNvSpPr/>
            <p:nvPr>
              <p:custDataLst>
                <p:tags r:id="rId9"/>
              </p:custDataLst>
            </p:nvPr>
          </p:nvSpPr>
          <p:spPr>
            <a:xfrm>
              <a:off x="7592" y="9205"/>
              <a:ext cx="7020" cy="634"/>
            </a:xfrm>
            <a:prstGeom prst="roundRect">
              <a:avLst>
                <a:gd name="adj" fmla="val 50000"/>
              </a:avLst>
            </a:prstGeom>
            <a:gradFill flip="none" rotWithShape="1">
              <a:gsLst>
                <a:gs pos="0">
                  <a:srgbClr val="4076FD"/>
                </a:gs>
                <a:gs pos="100000">
                  <a:schemeClr val="accent2">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15"/>
            <p:cNvSpPr/>
            <p:nvPr>
              <p:custDataLst>
                <p:tags r:id="rId10"/>
              </p:custDataLst>
            </p:nvPr>
          </p:nvSpPr>
          <p:spPr>
            <a:xfrm>
              <a:off x="13364" y="10320"/>
              <a:ext cx="4800" cy="180"/>
            </a:xfrm>
            <a:prstGeom prst="roundRect">
              <a:avLst>
                <a:gd name="adj" fmla="val 50000"/>
              </a:avLst>
            </a:prstGeom>
            <a:gradFill flip="none" rotWithShape="1">
              <a:gsLst>
                <a:gs pos="0">
                  <a:srgbClr val="4076FD"/>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title=""/>
          <p:cNvGrpSpPr/>
          <p:nvPr>
            <p:custDataLst>
              <p:tags r:id="rId11"/>
            </p:custDataLst>
          </p:nvPr>
        </p:nvGrpSpPr>
        <p:grpSpPr>
          <a:xfrm flipH="1">
            <a:off x="914400" y="1318230"/>
            <a:ext cx="10363200" cy="4221540"/>
            <a:chOff x="838200" y="1460500"/>
            <a:chExt cx="9664700" cy="3937000"/>
          </a:xfrm>
        </p:grpSpPr>
        <p:sp>
          <p:nvSpPr>
            <p:cNvPr id="13" name="矩形: 圆角 12"/>
            <p:cNvSpPr/>
            <p:nvPr>
              <p:custDataLst>
                <p:tags r:id="rId12"/>
              </p:custDataLst>
            </p:nvPr>
          </p:nvSpPr>
          <p:spPr>
            <a:xfrm>
              <a:off x="838200" y="1460500"/>
              <a:ext cx="9664700" cy="3937000"/>
            </a:xfrm>
            <a:prstGeom prst="roundRect">
              <a:avLst>
                <a:gd name="adj" fmla="val 9794"/>
              </a:avLst>
            </a:prstGeom>
            <a:solidFill>
              <a:schemeClr val="bg1">
                <a:alpha val="8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custDataLst>
                <p:tags r:id="rId13"/>
              </p:custDataLst>
            </p:nvPr>
          </p:nvSpPr>
          <p:spPr>
            <a:xfrm>
              <a:off x="7683500" y="1460500"/>
              <a:ext cx="2819400" cy="2565400"/>
            </a:xfrm>
            <a:custGeom>
              <a:gdLst>
                <a:gd name="connsiteX0" fmla="*/ 29127 w 2819400"/>
                <a:gd name="connsiteY0" fmla="*/ 0 h 2565400"/>
                <a:gd name="connsiteX1" fmla="*/ 2433810 w 2819400"/>
                <a:gd name="connsiteY1" fmla="*/ 0 h 2565400"/>
                <a:gd name="connsiteX2" fmla="*/ 2819400 w 2819400"/>
                <a:gd name="connsiteY2" fmla="*/ 385590 h 2565400"/>
                <a:gd name="connsiteX3" fmla="*/ 2819400 w 2819400"/>
                <a:gd name="connsiteY3" fmla="*/ 2481938 h 2565400"/>
                <a:gd name="connsiteX4" fmla="*/ 2670411 w 2819400"/>
                <a:gd name="connsiteY4" fmla="*/ 2520247 h 2565400"/>
                <a:gd name="connsiteX5" fmla="*/ 2222500 w 2819400"/>
                <a:gd name="connsiteY5" fmla="*/ 2565400 h 2565400"/>
                <a:gd name="connsiteX6" fmla="*/ 0 w 2819400"/>
                <a:gd name="connsiteY6" fmla="*/ 342900 h 2565400"/>
                <a:gd name="connsiteX7" fmla="*/ 11475 w 2819400"/>
                <a:gd name="connsiteY7" fmla="*/ 115662 h 2565400"/>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19400" h="2565400">
                  <a:moveTo>
                    <a:pt x="29127" y="0"/>
                  </a:moveTo>
                  <a:lnTo>
                    <a:pt x="2433810" y="0"/>
                  </a:lnTo>
                  <a:cubicBezTo>
                    <a:pt x="2646765" y="0"/>
                    <a:pt x="2819400" y="172635"/>
                    <a:pt x="2819400" y="385590"/>
                  </a:cubicBezTo>
                  <a:lnTo>
                    <a:pt x="2819400" y="2481938"/>
                  </a:lnTo>
                  <a:lnTo>
                    <a:pt x="2670411" y="2520247"/>
                  </a:lnTo>
                  <a:cubicBezTo>
                    <a:pt x="2525732" y="2549852"/>
                    <a:pt x="2375932" y="2565400"/>
                    <a:pt x="2222500" y="2565400"/>
                  </a:cubicBezTo>
                  <a:cubicBezTo>
                    <a:pt x="995047" y="2565400"/>
                    <a:pt x="0" y="1570353"/>
                    <a:pt x="0" y="342900"/>
                  </a:cubicBezTo>
                  <a:cubicBezTo>
                    <a:pt x="0" y="266184"/>
                    <a:pt x="3887" y="190376"/>
                    <a:pt x="11475" y="115662"/>
                  </a:cubicBezTo>
                  <a:close/>
                </a:path>
              </a:pathLst>
            </a:custGeom>
            <a:gradFill flip="none" rotWithShape="1">
              <a:gsLst>
                <a:gs pos="0">
                  <a:srgbClr val="4076FD">
                    <a:alpha val="22000"/>
                  </a:srgbClr>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p:cNvSpPr/>
            <p:nvPr>
              <p:custDataLst>
                <p:tags r:id="rId14"/>
              </p:custDataLst>
            </p:nvPr>
          </p:nvSpPr>
          <p:spPr>
            <a:xfrm flipH="1" flipV="1">
              <a:off x="838200" y="3918350"/>
              <a:ext cx="1625600" cy="1479150"/>
            </a:xfrm>
            <a:custGeom>
              <a:gdLst>
                <a:gd name="connsiteX0" fmla="*/ 29127 w 2819400"/>
                <a:gd name="connsiteY0" fmla="*/ 0 h 2565400"/>
                <a:gd name="connsiteX1" fmla="*/ 2433810 w 2819400"/>
                <a:gd name="connsiteY1" fmla="*/ 0 h 2565400"/>
                <a:gd name="connsiteX2" fmla="*/ 2819400 w 2819400"/>
                <a:gd name="connsiteY2" fmla="*/ 385590 h 2565400"/>
                <a:gd name="connsiteX3" fmla="*/ 2819400 w 2819400"/>
                <a:gd name="connsiteY3" fmla="*/ 2481938 h 2565400"/>
                <a:gd name="connsiteX4" fmla="*/ 2670411 w 2819400"/>
                <a:gd name="connsiteY4" fmla="*/ 2520247 h 2565400"/>
                <a:gd name="connsiteX5" fmla="*/ 2222500 w 2819400"/>
                <a:gd name="connsiteY5" fmla="*/ 2565400 h 2565400"/>
                <a:gd name="connsiteX6" fmla="*/ 0 w 2819400"/>
                <a:gd name="connsiteY6" fmla="*/ 342900 h 2565400"/>
                <a:gd name="connsiteX7" fmla="*/ 11475 w 2819400"/>
                <a:gd name="connsiteY7" fmla="*/ 115662 h 2565400"/>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19400" h="2565400">
                  <a:moveTo>
                    <a:pt x="29127" y="0"/>
                  </a:moveTo>
                  <a:lnTo>
                    <a:pt x="2433810" y="0"/>
                  </a:lnTo>
                  <a:cubicBezTo>
                    <a:pt x="2646765" y="0"/>
                    <a:pt x="2819400" y="172635"/>
                    <a:pt x="2819400" y="385590"/>
                  </a:cubicBezTo>
                  <a:lnTo>
                    <a:pt x="2819400" y="2481938"/>
                  </a:lnTo>
                  <a:lnTo>
                    <a:pt x="2670411" y="2520247"/>
                  </a:lnTo>
                  <a:cubicBezTo>
                    <a:pt x="2525732" y="2549852"/>
                    <a:pt x="2375932" y="2565400"/>
                    <a:pt x="2222500" y="2565400"/>
                  </a:cubicBezTo>
                  <a:cubicBezTo>
                    <a:pt x="995047" y="2565400"/>
                    <a:pt x="0" y="1570353"/>
                    <a:pt x="0" y="342900"/>
                  </a:cubicBezTo>
                  <a:cubicBezTo>
                    <a:pt x="0" y="266184"/>
                    <a:pt x="3887" y="190376"/>
                    <a:pt x="11475" y="115662"/>
                  </a:cubicBezTo>
                  <a:close/>
                </a:path>
              </a:pathLst>
            </a:custGeom>
            <a:gradFill flip="none" rotWithShape="1">
              <a:gsLst>
                <a:gs pos="0">
                  <a:srgbClr val="4076FD">
                    <a:alpha val="61000"/>
                  </a:srgbClr>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2" name="组合 31" title=""/>
          <p:cNvGrpSpPr/>
          <p:nvPr>
            <p:custDataLst>
              <p:tags r:id="rId15"/>
            </p:custDataLst>
          </p:nvPr>
        </p:nvGrpSpPr>
        <p:grpSpPr>
          <a:xfrm flipH="1">
            <a:off x="10644249" y="2030170"/>
            <a:ext cx="176150" cy="780068"/>
            <a:chOff x="8290832" y="4887686"/>
            <a:chExt cx="296617" cy="1313542"/>
          </a:xfrm>
          <a:solidFill>
            <a:srgbClr val="4076FD"/>
          </a:solidFill>
        </p:grpSpPr>
        <p:grpSp>
          <p:nvGrpSpPr>
            <p:cNvPr id="33" name="组合 32"/>
            <p:cNvGrpSpPr/>
            <p:nvPr>
              <p:custDataLst>
                <p:tags r:id="rId16"/>
              </p:custDataLst>
            </p:nvPr>
          </p:nvGrpSpPr>
          <p:grpSpPr>
            <a:xfrm>
              <a:off x="8452757" y="5040086"/>
              <a:ext cx="134692" cy="1161142"/>
              <a:chOff x="8490857" y="4963886"/>
              <a:chExt cx="134692" cy="1161142"/>
            </a:xfrm>
            <a:grpFill/>
          </p:grpSpPr>
          <p:sp>
            <p:nvSpPr>
              <p:cNvPr id="40" name="等腰三角形 39"/>
              <p:cNvSpPr/>
              <p:nvPr>
                <p:custDataLst>
                  <p:tags r:id="rId17"/>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等腰三角形 40"/>
              <p:cNvSpPr/>
              <p:nvPr>
                <p:custDataLst>
                  <p:tags r:id="rId18"/>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等腰三角形 41"/>
              <p:cNvSpPr/>
              <p:nvPr>
                <p:custDataLst>
                  <p:tags r:id="rId19"/>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等腰三角形 42"/>
              <p:cNvSpPr/>
              <p:nvPr>
                <p:custDataLst>
                  <p:tags r:id="rId20"/>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等腰三角形 43"/>
              <p:cNvSpPr/>
              <p:nvPr>
                <p:custDataLst>
                  <p:tags r:id="rId21"/>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4" name="组合 33"/>
            <p:cNvGrpSpPr/>
            <p:nvPr>
              <p:custDataLst>
                <p:tags r:id="rId22"/>
              </p:custDataLst>
            </p:nvPr>
          </p:nvGrpSpPr>
          <p:grpSpPr>
            <a:xfrm>
              <a:off x="8290832" y="4887686"/>
              <a:ext cx="134692" cy="1161142"/>
              <a:chOff x="8490857" y="4963886"/>
              <a:chExt cx="134692" cy="1161142"/>
            </a:xfrm>
            <a:grpFill/>
          </p:grpSpPr>
          <p:sp>
            <p:nvSpPr>
              <p:cNvPr id="35" name="等腰三角形 34"/>
              <p:cNvSpPr/>
              <p:nvPr>
                <p:custDataLst>
                  <p:tags r:id="rId23"/>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custDataLst>
                  <p:tags r:id="rId24"/>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custDataLst>
                  <p:tags r:id="rId25"/>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等腰三角形 37"/>
              <p:cNvSpPr/>
              <p:nvPr>
                <p:custDataLst>
                  <p:tags r:id="rId26"/>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等腰三角形 38"/>
              <p:cNvSpPr/>
              <p:nvPr>
                <p:custDataLst>
                  <p:tags r:id="rId27"/>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45" name="组合 44" title=""/>
          <p:cNvGrpSpPr/>
          <p:nvPr>
            <p:custDataLst>
              <p:tags r:id="rId28"/>
            </p:custDataLst>
          </p:nvPr>
        </p:nvGrpSpPr>
        <p:grpSpPr>
          <a:xfrm flipH="1">
            <a:off x="1424049" y="4303470"/>
            <a:ext cx="176150" cy="780068"/>
            <a:chOff x="8290832" y="4887686"/>
            <a:chExt cx="296617" cy="1313542"/>
          </a:xfrm>
          <a:solidFill>
            <a:srgbClr val="4076FD"/>
          </a:solidFill>
        </p:grpSpPr>
        <p:grpSp>
          <p:nvGrpSpPr>
            <p:cNvPr id="46" name="组合 45"/>
            <p:cNvGrpSpPr/>
            <p:nvPr>
              <p:custDataLst>
                <p:tags r:id="rId29"/>
              </p:custDataLst>
            </p:nvPr>
          </p:nvGrpSpPr>
          <p:grpSpPr>
            <a:xfrm>
              <a:off x="8452757" y="5040086"/>
              <a:ext cx="134692" cy="1161142"/>
              <a:chOff x="8490857" y="4963886"/>
              <a:chExt cx="134692" cy="1161142"/>
            </a:xfrm>
            <a:grpFill/>
          </p:grpSpPr>
          <p:sp>
            <p:nvSpPr>
              <p:cNvPr id="53" name="等腰三角形 52"/>
              <p:cNvSpPr/>
              <p:nvPr>
                <p:custDataLst>
                  <p:tags r:id="rId30"/>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等腰三角形 53"/>
              <p:cNvSpPr/>
              <p:nvPr>
                <p:custDataLst>
                  <p:tags r:id="rId31"/>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p:custDataLst>
                  <p:tags r:id="rId32"/>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custDataLst>
                  <p:tags r:id="rId33"/>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等腰三角形 56"/>
              <p:cNvSpPr/>
              <p:nvPr>
                <p:custDataLst>
                  <p:tags r:id="rId34"/>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7" name="组合 46"/>
            <p:cNvGrpSpPr/>
            <p:nvPr>
              <p:custDataLst>
                <p:tags r:id="rId35"/>
              </p:custDataLst>
            </p:nvPr>
          </p:nvGrpSpPr>
          <p:grpSpPr>
            <a:xfrm>
              <a:off x="8290832" y="4887686"/>
              <a:ext cx="134692" cy="1161142"/>
              <a:chOff x="8490857" y="4963886"/>
              <a:chExt cx="134692" cy="1161142"/>
            </a:xfrm>
            <a:grpFill/>
          </p:grpSpPr>
          <p:sp>
            <p:nvSpPr>
              <p:cNvPr id="48" name="等腰三角形 47"/>
              <p:cNvSpPr/>
              <p:nvPr>
                <p:custDataLst>
                  <p:tags r:id="rId36"/>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等腰三角形 48"/>
              <p:cNvSpPr/>
              <p:nvPr>
                <p:custDataLst>
                  <p:tags r:id="rId37"/>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等腰三角形 49"/>
              <p:cNvSpPr/>
              <p:nvPr>
                <p:custDataLst>
                  <p:tags r:id="rId38"/>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等腰三角形 50"/>
              <p:cNvSpPr/>
              <p:nvPr>
                <p:custDataLst>
                  <p:tags r:id="rId39"/>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等腰三角形 51"/>
              <p:cNvSpPr/>
              <p:nvPr>
                <p:custDataLst>
                  <p:tags r:id="rId40"/>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 name="文本框 1" title=""/>
          <p:cNvSpPr txBox="1"/>
          <p:nvPr>
            <p:custDataLst>
              <p:tags r:id="rId41"/>
            </p:custDataLst>
          </p:nvPr>
        </p:nvSpPr>
        <p:spPr>
          <a:xfrm>
            <a:off x="3700780" y="1657350"/>
            <a:ext cx="4791075" cy="405765"/>
          </a:xfrm>
          <a:prstGeom prst="rect">
            <a:avLst/>
          </a:prstGeom>
          <a:noFill/>
        </p:spPr>
        <p:txBody>
          <a:bodyPr wrap="square" rtlCol="0">
            <a:noAutofit/>
          </a:bodyPr>
          <a:lstStyle/>
          <a:p>
            <a:pPr algn="dist"/>
            <a:r>
              <a:rPr lang="en-US" altLang="zh-CN">
                <a:latin typeface="黑体" panose="02010609060101010101" charset="-122"/>
                <a:ea typeface="黑体" panose="02010609060101010101" charset="-122"/>
              </a:rPr>
              <a:t>充分条件与必要条件</a:t>
            </a:r>
            <a:endParaRPr lang="en-US" altLang="zh-CN">
              <a:latin typeface="黑体" panose="02010609060101010101" charset="-122"/>
              <a:ea typeface="黑体" panose="02010609060101010101" charset="-122"/>
            </a:endParaRPr>
          </a:p>
        </p:txBody>
      </p:sp>
      <p:sp>
        <p:nvSpPr>
          <p:cNvPr id="12" name="文本框 11" title=""/>
          <p:cNvSpPr txBox="1"/>
          <p:nvPr>
            <p:custDataLst>
              <p:tags r:id="rId42"/>
            </p:custDataLst>
          </p:nvPr>
        </p:nvSpPr>
        <p:spPr>
          <a:xfrm>
            <a:off x="1807845" y="2969895"/>
            <a:ext cx="2988310" cy="1014730"/>
          </a:xfrm>
          <a:prstGeom prst="rect">
            <a:avLst/>
          </a:prstGeom>
          <a:noFill/>
        </p:spPr>
        <p:txBody>
          <a:bodyPr wrap="square" rtlCol="0">
            <a:spAutoFit/>
          </a:bodyPr>
          <a:lstStyle/>
          <a:p>
            <a:pPr algn="ctr"/>
            <a:r>
              <a:rPr lang="zh-CN" altLang="en-US" sz="6000" b="1">
                <a:solidFill>
                  <a:schemeClr val="tx1">
                    <a:lumMod val="95000"/>
                    <a:lumOff val="5000"/>
                  </a:schemeClr>
                </a:solidFill>
                <a:latin typeface="微软雅黑" panose="020b0503020204020204" charset="-122"/>
                <a:ea typeface="微软雅黑" panose="020b0503020204020204" charset="-122"/>
              </a:rPr>
              <a:t>作</a:t>
            </a:r>
            <a:r>
              <a:rPr lang="zh-CN" altLang="en-US" sz="6000" b="1">
                <a:solidFill>
                  <a:srgbClr val="4378FD"/>
                </a:solidFill>
                <a:latin typeface="微软雅黑" panose="020b0503020204020204" charset="-122"/>
                <a:ea typeface="微软雅黑" panose="020b0503020204020204" charset="-122"/>
              </a:rPr>
              <a:t>业</a:t>
            </a:r>
            <a:endParaRPr lang="zh-CN" altLang="en-US" sz="6000" b="1">
              <a:solidFill>
                <a:schemeClr val="tx1"/>
              </a:solidFill>
              <a:latin typeface="微软雅黑" panose="020b0503020204020204" charset="-122"/>
              <a:ea typeface="微软雅黑" panose="020b0503020204020204" charset="-122"/>
            </a:endParaRPr>
          </a:p>
        </p:txBody>
      </p:sp>
      <mc:AlternateContent>
        <mc:Choice Requires="a14">
          <p:sp>
            <p:nvSpPr>
              <p:cNvPr id="14" name="文本框 13" title=""/>
              <p:cNvSpPr txBox="1"/>
              <p:nvPr>
                <p:custDataLst>
                  <p:tags r:id="rId43"/>
                </p:custDataLst>
              </p:nvPr>
            </p:nvSpPr>
            <p:spPr>
              <a:xfrm>
                <a:off x="4955540" y="2767965"/>
                <a:ext cx="6322695" cy="1529715"/>
              </a:xfrm>
              <a:prstGeom prst="rect">
                <a:avLst/>
              </a:prstGeom>
              <a:noFill/>
            </p:spPr>
            <p:txBody>
              <a:bodyPr wrap="square" rtlCol="0" anchor="t">
                <a:spAutoFit/>
              </a:bodyPr>
              <a:lstStyle/>
              <a:p>
                <a:pPr algn="l">
                  <a:lnSpc>
                    <a:spcPct val="130000"/>
                  </a:lnSpc>
                </a:pPr>
                <a:r>
                  <a:rPr sz="2400" b="1">
                    <a:latin typeface="Times New Roman" panose="02020603050405020304" pitchFamily="18" charset="0"/>
                    <a:ea typeface="黑体" panose="02010609060101010101" charset="-122"/>
                    <a:cs typeface="Times New Roman" panose="02020603050405020304" pitchFamily="18" charset="0"/>
                    <a:sym typeface="+mn-ea"/>
                  </a:rPr>
                  <a:t>(1)整理本节课的题型；</a:t>
                </a:r>
                <a:endParaRPr sz="2400" b="1">
                  <a:latin typeface="Times New Roman" panose="02020603050405020304" pitchFamily="18" charset="0"/>
                  <a:ea typeface="黑体" panose="02010609060101010101" charset="-122"/>
                  <a:cs typeface="Times New Roman" panose="02020603050405020304" pitchFamily="18" charset="0"/>
                  <a:sym typeface="+mn-ea"/>
                </a:endParaRPr>
              </a:p>
              <a:p>
                <a:pPr algn="l">
                  <a:lnSpc>
                    <a:spcPct val="130000"/>
                  </a:lnSpc>
                </a:pPr>
                <a:r>
                  <a:rPr sz="2400" b="1">
                    <a:latin typeface="Times New Roman" panose="02020603050405020304" pitchFamily="18" charset="0"/>
                    <a:ea typeface="黑体" panose="02010609060101010101" charset="-122"/>
                    <a:cs typeface="Times New Roman" panose="02020603050405020304" pitchFamily="18" charset="0"/>
                    <a:sym typeface="+mn-ea"/>
                  </a:rPr>
                  <a:t>(2)课本P</a:t>
                </a:r>
                <a:r>
                  <a:rPr lang="en-US" sz="2400" b="1">
                    <a:latin typeface="Times New Roman" panose="02020603050405020304" pitchFamily="18" charset="0"/>
                    <a:ea typeface="黑体" panose="02010609060101010101" charset="-122"/>
                    <a:cs typeface="Times New Roman" panose="02020603050405020304" pitchFamily="18" charset="0"/>
                    <a:sym typeface="+mn-ea"/>
                  </a:rPr>
                  <a:t>20</a:t>
                </a:r>
                <a:r>
                  <a:rPr sz="2400" b="1">
                    <a:latin typeface="Times New Roman" panose="02020603050405020304" pitchFamily="18" charset="0"/>
                    <a:ea typeface="黑体" panose="02010609060101010101" charset="-122"/>
                    <a:cs typeface="Times New Roman" panose="02020603050405020304" pitchFamily="18" charset="0"/>
                    <a:sym typeface="+mn-ea"/>
                  </a:rPr>
                  <a:t>的练习1</a:t>
                </a:r>
                <a14:m>
                  <m:oMathPara>
                    <m:oMathParaPr>
                      <m:jc/>
                    </m:oMathParaPr>
                    <m:oMath>
                      <m:r>
                        <m:rPr>
                          <m:sty m:val="b"/>
                        </m:rPr>
                        <a:rPr lang="en-US" altLang="zh-CN" sz="2400" b="1">
                          <a:latin typeface="Cambria Math" panose="02040503050406030204" charset="0"/>
                          <a:ea typeface="宋体" pitchFamily="2" charset="-122"/>
                          <a:cs typeface="Cambria Math" panose="02040503050406030204" charset="0"/>
                        </a:rPr>
                        <m:t>~</m:t>
                      </m:r>
                    </m:oMath>
                  </m:oMathPara>
                </a14:m>
                <a:r>
                  <a:rPr lang="en-US" sz="2400" b="1">
                    <a:latin typeface="Times New Roman" panose="02020603050405020304" pitchFamily="18" charset="0"/>
                    <a:ea typeface="黑体" panose="02010609060101010101" charset="-122"/>
                    <a:cs typeface="Times New Roman" panose="02020603050405020304" pitchFamily="18" charset="0"/>
                    <a:sym typeface="+mn-ea"/>
                  </a:rPr>
                  <a:t>3</a:t>
                </a:r>
                <a:r>
                  <a:rPr sz="2400" b="1">
                    <a:latin typeface="Times New Roman" panose="02020603050405020304" pitchFamily="18" charset="0"/>
                    <a:ea typeface="黑体" panose="02010609060101010101" charset="-122"/>
                    <a:cs typeface="Times New Roman" panose="02020603050405020304" pitchFamily="18" charset="0"/>
                    <a:sym typeface="+mn-ea"/>
                  </a:rPr>
                  <a:t>题；</a:t>
                </a:r>
                <a:endParaRPr sz="2400" b="1">
                  <a:latin typeface="Times New Roman" panose="02020603050405020304" pitchFamily="18" charset="0"/>
                  <a:ea typeface="黑体" panose="02010609060101010101" charset="-122"/>
                  <a:cs typeface="Times New Roman" panose="02020603050405020304" pitchFamily="18" charset="0"/>
                  <a:sym typeface="+mn-ea"/>
                </a:endParaRPr>
              </a:p>
              <a:p>
                <a:pPr algn="l">
                  <a:lnSpc>
                    <a:spcPct val="130000"/>
                  </a:lnSpc>
                </a:pPr>
                <a:r>
                  <a:rPr sz="2400" b="1">
                    <a:latin typeface="Times New Roman" panose="02020603050405020304" pitchFamily="18" charset="0"/>
                    <a:ea typeface="黑体" panose="02010609060101010101" charset="-122"/>
                    <a:cs typeface="Times New Roman" panose="02020603050405020304" pitchFamily="18" charset="0"/>
                    <a:sym typeface="+mn-ea"/>
                  </a:rPr>
                  <a:t>(3)课本P</a:t>
                </a:r>
                <a:r>
                  <a:rPr lang="en-US" sz="2400" b="1">
                    <a:latin typeface="Times New Roman" panose="02020603050405020304" pitchFamily="18" charset="0"/>
                    <a:ea typeface="黑体" panose="02010609060101010101" charset="-122"/>
                    <a:cs typeface="Times New Roman" panose="02020603050405020304" pitchFamily="18" charset="0"/>
                    <a:sym typeface="+mn-ea"/>
                  </a:rPr>
                  <a:t>22</a:t>
                </a:r>
                <a:r>
                  <a:rPr sz="2400" b="1">
                    <a:latin typeface="Times New Roman" panose="02020603050405020304" pitchFamily="18" charset="0"/>
                    <a:ea typeface="黑体" panose="02010609060101010101" charset="-122"/>
                    <a:cs typeface="Times New Roman" panose="02020603050405020304" pitchFamily="18" charset="0"/>
                    <a:sym typeface="+mn-ea"/>
                  </a:rPr>
                  <a:t>的习题1.</a:t>
                </a:r>
                <a:r>
                  <a:rPr lang="en-US" sz="2400" b="1">
                    <a:latin typeface="Times New Roman" panose="02020603050405020304" pitchFamily="18" charset="0"/>
                    <a:ea typeface="黑体" panose="02010609060101010101" charset="-122"/>
                    <a:cs typeface="Times New Roman" panose="02020603050405020304" pitchFamily="18" charset="0"/>
                    <a:sym typeface="+mn-ea"/>
                  </a:rPr>
                  <a:t>4</a:t>
                </a:r>
                <a:r>
                  <a:rPr sz="2400" b="1">
                    <a:latin typeface="Times New Roman" panose="02020603050405020304" pitchFamily="18" charset="0"/>
                    <a:ea typeface="黑体" panose="02010609060101010101" charset="-122"/>
                    <a:cs typeface="Times New Roman" panose="02020603050405020304" pitchFamily="18" charset="0"/>
                    <a:sym typeface="+mn-ea"/>
                  </a:rPr>
                  <a:t>的1、2题.</a:t>
                </a:r>
                <a:endParaRPr sz="2400" b="1">
                  <a:latin typeface="Times New Roman" panose="02020603050405020304" pitchFamily="18" charset="0"/>
                  <a:ea typeface="黑体" panose="02010609060101010101" charset="-122"/>
                  <a:cs typeface="Times New Roman" panose="02020603050405020304" pitchFamily="18" charset="0"/>
                  <a:sym typeface="+mn-ea"/>
                </a:endParaRPr>
              </a:p>
            </p:txBody>
          </p:sp>
        </mc:Choice>
        <mc:Fallback>
          <p:sp>
            <p:nvSpPr>
              <p:cNvPr id="14" name="文本框 13"/>
              <p:cNvSpPr txBox="1">
                <a:spLocks noRot="1" noChangeAspect="1" noMove="1" noResize="1" noEditPoints="1" noAdjustHandles="1" noChangeArrowheads="1" noChangeShapeType="1" noTextEdit="1"/>
              </p:cNvSpPr>
              <p:nvPr>
                <p:custDataLst>
                  <p:tags r:id="rId44"/>
                </p:custDataLst>
              </p:nvPr>
            </p:nvSpPr>
            <p:spPr>
              <a:xfrm>
                <a:off x="4955540" y="2767965"/>
                <a:ext cx="6322695" cy="1529715"/>
              </a:xfrm>
              <a:prstGeom prst="rect">
                <a:avLst/>
              </a:prstGeom>
              <a:blipFill rotWithShape="1">
                <a:blip r:embed="rId45"/>
                <a:stretch>
                  <a:fillRect/>
                </a:stretch>
              </a:blipFill>
            </p:spPr>
            <p:txBody>
              <a:bodyPr/>
              <a:lstStyle/>
              <a:p>
                <a:r>
                  <a:rPr lang="zh-CN" altLang="en-US">
                    <a:noFill/>
                  </a:rPr>
                  <a:t> </a:t>
                </a:r>
              </a:p>
            </p:txBody>
          </p:sp>
        </mc:Fallback>
      </mc:AlternateContent>
    </p:spTree>
  </p:cSld>
  <p:clrMapOvr>
    <a:masterClrMapping/>
  </p:clrMapOvr>
  <p:transition/>
  <p:timing/>
</p:sld>
</file>

<file path=ppt/slides/slide3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title=""/>
          <p:cNvGrpSpPr/>
          <p:nvPr>
            <p:custDataLst>
              <p:tags r:id="rId8"/>
            </p:custDataLst>
          </p:nvPr>
        </p:nvGrpSpPr>
        <p:grpSpPr>
          <a:xfrm>
            <a:off x="577851" y="576471"/>
            <a:ext cx="5518150" cy="521970"/>
            <a:chOff x="330201" y="576471"/>
            <a:chExt cx="5518150" cy="521970"/>
          </a:xfrm>
        </p:grpSpPr>
        <p:sp>
          <p:nvSpPr>
            <p:cNvPr id="44" name="文本框 43"/>
            <p:cNvSpPr txBox="1"/>
            <p:nvPr>
              <p:custDataLst>
                <p:tags r:id="rId9"/>
              </p:custDataLst>
            </p:nvPr>
          </p:nvSpPr>
          <p:spPr>
            <a:xfrm>
              <a:off x="523876" y="576471"/>
              <a:ext cx="5324475"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教材P20 练习及参考答案</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4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grpSp>
        <p:nvGrpSpPr>
          <p:cNvPr id="10" name="组合 9" title=""/>
          <p:cNvGrpSpPr/>
          <p:nvPr>
            <p:custDataLst>
              <p:tags r:id="rId11"/>
            </p:custDataLst>
          </p:nvPr>
        </p:nvGrpSpPr>
        <p:grpSpPr>
          <a:xfrm rot="16200000" flipH="1">
            <a:off x="11319254" y="405205"/>
            <a:ext cx="176150" cy="780068"/>
            <a:chOff x="8290832" y="4887686"/>
            <a:chExt cx="296617" cy="1313542"/>
          </a:xfrm>
          <a:solidFill>
            <a:srgbClr val="4076FD"/>
          </a:solidFill>
        </p:grpSpPr>
        <p:grpSp>
          <p:nvGrpSpPr>
            <p:cNvPr id="11" name="组合 10"/>
            <p:cNvGrpSpPr/>
            <p:nvPr>
              <p:custDataLst>
                <p:tags r:id="rId12"/>
              </p:custDataLst>
            </p:nvPr>
          </p:nvGrpSpPr>
          <p:grpSpPr>
            <a:xfrm>
              <a:off x="8452757" y="5040086"/>
              <a:ext cx="134692" cy="1161142"/>
              <a:chOff x="8490857" y="4963886"/>
              <a:chExt cx="134692" cy="1161142"/>
            </a:xfrm>
            <a:grpFill/>
          </p:grpSpPr>
          <p:sp>
            <p:nvSpPr>
              <p:cNvPr id="15" name="等腰三角形 14"/>
              <p:cNvSpPr/>
              <p:nvPr>
                <p:custDataLst>
                  <p:tags r:id="rId13"/>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custDataLst>
                  <p:tags r:id="rId14"/>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p:cNvSpPr/>
              <p:nvPr>
                <p:custDataLst>
                  <p:tags r:id="rId15"/>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等腰三角形 17"/>
              <p:cNvSpPr/>
              <p:nvPr>
                <p:custDataLst>
                  <p:tags r:id="rId16"/>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等腰三角形 18"/>
              <p:cNvSpPr/>
              <p:nvPr>
                <p:custDataLst>
                  <p:tags r:id="rId17"/>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 name="组合 19"/>
            <p:cNvGrpSpPr/>
            <p:nvPr>
              <p:custDataLst>
                <p:tags r:id="rId18"/>
              </p:custDataLst>
            </p:nvPr>
          </p:nvGrpSpPr>
          <p:grpSpPr>
            <a:xfrm>
              <a:off x="8290832" y="4887686"/>
              <a:ext cx="134692" cy="1161142"/>
              <a:chOff x="8490857" y="4963886"/>
              <a:chExt cx="134692" cy="1161142"/>
            </a:xfrm>
            <a:grpFill/>
          </p:grpSpPr>
          <p:sp>
            <p:nvSpPr>
              <p:cNvPr id="21" name="等腰三角形 20"/>
              <p:cNvSpPr/>
              <p:nvPr>
                <p:custDataLst>
                  <p:tags r:id="rId19"/>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等腰三角形 21"/>
              <p:cNvSpPr/>
              <p:nvPr>
                <p:custDataLst>
                  <p:tags r:id="rId20"/>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等腰三角形 22"/>
              <p:cNvSpPr/>
              <p:nvPr>
                <p:custDataLst>
                  <p:tags r:id="rId21"/>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等腰三角形 23"/>
              <p:cNvSpPr/>
              <p:nvPr>
                <p:custDataLst>
                  <p:tags r:id="rId22"/>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等腰三角形 24"/>
              <p:cNvSpPr/>
              <p:nvPr>
                <p:custDataLst>
                  <p:tags r:id="rId23"/>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aphicFrame>
        <p:nvGraphicFramePr>
          <p:cNvPr id="31749" name="对象 31748" title=""/>
          <p:cNvGraphicFramePr>
            <a:graphicFrameLocks noChangeAspect="1"/>
          </p:cNvGraphicFramePr>
          <p:nvPr>
            <p:custDataLst>
              <p:tags r:id="rId24"/>
            </p:custDataLst>
          </p:nvPr>
        </p:nvGraphicFramePr>
        <p:xfrm>
          <a:off x="742633" y="1250315"/>
          <a:ext cx="10082530" cy="3701415"/>
        </p:xfrm>
        <a:graphic>
          <a:graphicData uri="http://schemas.openxmlformats.org/presentationml/2006/ole">
            <mc:AlternateContent>
              <mc:Choice xmlns:v="urn:schemas-microsoft-com:vml" Requires="v">
                <p:oleObj spid="_x0000_s1061" r:id="rId25" imgW="4838700" imgH="1841500" progId="Equation.DSMT4">
                  <p:embed/>
                </p:oleObj>
              </mc:Choice>
              <mc:Fallback>
                <p:oleObj r:id="rId25" imgW="4838700" imgH="1841500" progId="Equation.DSMT4">
                  <p:embed/>
                  <p:pic>
                    <p:nvPicPr>
                      <p:cNvPr id="0" name="OLE substitute image"/>
                      <p:cNvPicPr/>
                      <p:nvPr/>
                    </p:nvPicPr>
                    <p:blipFill>
                      <a:blip r:embed="rId26"/>
                      <a:stretch>
                        <a:fillRect/>
                      </a:stretch>
                    </p:blipFill>
                    <p:spPr>
                      <a:xfrm>
                        <a:off x="742633" y="1250315"/>
                        <a:ext cx="10082530" cy="3701415"/>
                      </a:xfrm>
                      <a:prstGeom prst="rect">
                        <a:avLst/>
                      </a:prstGeom>
                      <a:noFill/>
                      <a:ln w="38100">
                        <a:noFill/>
                        <a:miter/>
                      </a:ln>
                    </p:spPr>
                  </p:pic>
                </p:oleObj>
              </mc:Fallback>
            </mc:AlternateContent>
          </a:graphicData>
        </a:graphic>
      </p:graphicFrame>
      <p:sp>
        <p:nvSpPr>
          <p:cNvPr id="31750" name="文本框 31749" title=""/>
          <p:cNvSpPr txBox="1"/>
          <p:nvPr>
            <p:custDataLst>
              <p:tags r:id="rId27"/>
            </p:custDataLst>
          </p:nvPr>
        </p:nvSpPr>
        <p:spPr>
          <a:xfrm>
            <a:off x="676275" y="2380317"/>
            <a:ext cx="9141619" cy="460375"/>
          </a:xfrm>
          <a:prstGeom prst="rect">
            <a:avLst/>
          </a:prstGeom>
          <a:noFill/>
          <a:ln w="28575">
            <a:noFill/>
          </a:ln>
        </p:spPr>
        <p:txBody>
          <a:bodyPr>
            <a:spAutoFit/>
          </a:bodyPr>
          <a:lstStyle/>
          <a:p>
            <a:pPr algn="l"/>
            <a:r>
              <a:rPr lang="en-US" altLang="zh-CN" sz="2400" b="1">
                <a:solidFill>
                  <a:schemeClr val="accent2"/>
                </a:solidFill>
                <a:latin typeface="Times New Roman" panose="02020603050405020304" pitchFamily="18" charset="0"/>
                <a:ea typeface="黑体" panose="02010609060101010101" charset="-122"/>
                <a:cs typeface="Times New Roman" panose="02020603050405020304" pitchFamily="18" charset="0"/>
              </a:rPr>
              <a:t>(1)  </a:t>
            </a:r>
            <a:r>
              <a:rPr lang="en-US" altLang="zh-CN" sz="2400" b="1" i="1">
                <a:solidFill>
                  <a:schemeClr val="accent2"/>
                </a:solidFill>
                <a:latin typeface="Times New Roman" panose="02020603050405020304" pitchFamily="18" charset="0"/>
                <a:ea typeface="黑体" panose="02010609060101010101" charset="-122"/>
                <a:cs typeface="Times New Roman" panose="02020603050405020304" pitchFamily="18" charset="0"/>
              </a:rPr>
              <a:t>p </a:t>
            </a:r>
            <a:r>
              <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rPr>
              <a:t>是</a:t>
            </a:r>
            <a:r>
              <a:rPr lang="en-US" altLang="zh-CN" sz="2400" b="1">
                <a:solidFill>
                  <a:schemeClr val="accent2"/>
                </a:solidFill>
                <a:latin typeface="Times New Roman" panose="02020603050405020304" pitchFamily="18" charset="0"/>
                <a:ea typeface="黑体" panose="02010609060101010101" charset="-122"/>
                <a:cs typeface="Times New Roman" panose="02020603050405020304" pitchFamily="18" charset="0"/>
              </a:rPr>
              <a:t> </a:t>
            </a:r>
            <a:r>
              <a:rPr lang="en-US" altLang="zh-CN" sz="2400" b="1" i="1">
                <a:solidFill>
                  <a:schemeClr val="accent2"/>
                </a:solidFill>
                <a:latin typeface="Times New Roman" panose="02020603050405020304" pitchFamily="18" charset="0"/>
                <a:ea typeface="黑体" panose="02010609060101010101" charset="-122"/>
                <a:cs typeface="Times New Roman" panose="02020603050405020304" pitchFamily="18" charset="0"/>
              </a:rPr>
              <a:t>q </a:t>
            </a:r>
            <a:r>
              <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rPr>
              <a:t>的充分条件</a:t>
            </a:r>
            <a:endPar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endParaRPr>
          </a:p>
        </p:txBody>
      </p:sp>
      <p:sp>
        <p:nvSpPr>
          <p:cNvPr id="31751" name="文本框 31750" title=""/>
          <p:cNvSpPr txBox="1"/>
          <p:nvPr>
            <p:custDataLst>
              <p:tags r:id="rId28"/>
            </p:custDataLst>
          </p:nvPr>
        </p:nvSpPr>
        <p:spPr>
          <a:xfrm>
            <a:off x="676275" y="3762851"/>
            <a:ext cx="9141619" cy="460375"/>
          </a:xfrm>
          <a:prstGeom prst="rect">
            <a:avLst/>
          </a:prstGeom>
          <a:noFill/>
          <a:ln w="28575">
            <a:noFill/>
          </a:ln>
        </p:spPr>
        <p:txBody>
          <a:bodyPr>
            <a:spAutoFit/>
          </a:bodyPr>
          <a:lstStyle/>
          <a:p>
            <a:pPr algn="l"/>
            <a:r>
              <a:rPr lang="en-US" altLang="zh-CN" sz="2400" b="1">
                <a:solidFill>
                  <a:schemeClr val="accent2"/>
                </a:solidFill>
                <a:latin typeface="Times New Roman" panose="02020603050405020304" pitchFamily="18" charset="0"/>
                <a:ea typeface="黑体" panose="02010609060101010101" charset="-122"/>
                <a:cs typeface="Times New Roman" panose="02020603050405020304" pitchFamily="18" charset="0"/>
              </a:rPr>
              <a:t>(2)  </a:t>
            </a:r>
            <a:r>
              <a:rPr lang="en-US" altLang="zh-CN" sz="2400" b="1" i="1">
                <a:solidFill>
                  <a:schemeClr val="accent2"/>
                </a:solidFill>
                <a:latin typeface="Times New Roman" panose="02020603050405020304" pitchFamily="18" charset="0"/>
                <a:ea typeface="黑体" panose="02010609060101010101" charset="-122"/>
                <a:cs typeface="Times New Roman" panose="02020603050405020304" pitchFamily="18" charset="0"/>
              </a:rPr>
              <a:t>p </a:t>
            </a:r>
            <a:r>
              <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rPr>
              <a:t>不是</a:t>
            </a:r>
            <a:r>
              <a:rPr lang="en-US" altLang="zh-CN" sz="2400" b="1">
                <a:solidFill>
                  <a:schemeClr val="accent2"/>
                </a:solidFill>
                <a:latin typeface="Times New Roman" panose="02020603050405020304" pitchFamily="18" charset="0"/>
                <a:ea typeface="黑体" panose="02010609060101010101" charset="-122"/>
                <a:cs typeface="Times New Roman" panose="02020603050405020304" pitchFamily="18" charset="0"/>
              </a:rPr>
              <a:t> </a:t>
            </a:r>
            <a:r>
              <a:rPr lang="en-US" altLang="zh-CN" sz="2400" b="1" i="1">
                <a:solidFill>
                  <a:schemeClr val="accent2"/>
                </a:solidFill>
                <a:latin typeface="Times New Roman" panose="02020603050405020304" pitchFamily="18" charset="0"/>
                <a:ea typeface="黑体" panose="02010609060101010101" charset="-122"/>
                <a:cs typeface="Times New Roman" panose="02020603050405020304" pitchFamily="18" charset="0"/>
              </a:rPr>
              <a:t>q </a:t>
            </a:r>
            <a:r>
              <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rPr>
              <a:t>的充分条件</a:t>
            </a:r>
            <a:endPar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endParaRPr>
          </a:p>
        </p:txBody>
      </p:sp>
      <p:sp>
        <p:nvSpPr>
          <p:cNvPr id="31752" name="文本框 31751" title=""/>
          <p:cNvSpPr txBox="1"/>
          <p:nvPr>
            <p:custDataLst>
              <p:tags r:id="rId29"/>
            </p:custDataLst>
          </p:nvPr>
        </p:nvSpPr>
        <p:spPr>
          <a:xfrm>
            <a:off x="692150" y="5164515"/>
            <a:ext cx="9141619" cy="460375"/>
          </a:xfrm>
          <a:prstGeom prst="rect">
            <a:avLst/>
          </a:prstGeom>
          <a:noFill/>
          <a:ln w="28575">
            <a:noFill/>
          </a:ln>
        </p:spPr>
        <p:txBody>
          <a:bodyPr>
            <a:spAutoFit/>
          </a:bodyPr>
          <a:lstStyle/>
          <a:p>
            <a:pPr algn="l"/>
            <a:r>
              <a:rPr lang="en-US" altLang="zh-CN" sz="2400" b="1">
                <a:solidFill>
                  <a:schemeClr val="accent2"/>
                </a:solidFill>
                <a:latin typeface="Times New Roman" panose="02020603050405020304" pitchFamily="18" charset="0"/>
                <a:ea typeface="黑体" panose="02010609060101010101" charset="-122"/>
                <a:cs typeface="Times New Roman" panose="02020603050405020304" pitchFamily="18" charset="0"/>
              </a:rPr>
              <a:t>(3)  </a:t>
            </a:r>
            <a:r>
              <a:rPr lang="en-US" altLang="zh-CN" sz="2400" b="1" i="1">
                <a:solidFill>
                  <a:schemeClr val="accent2"/>
                </a:solidFill>
                <a:latin typeface="Times New Roman" panose="02020603050405020304" pitchFamily="18" charset="0"/>
                <a:ea typeface="黑体" panose="02010609060101010101" charset="-122"/>
                <a:cs typeface="Times New Roman" panose="02020603050405020304" pitchFamily="18" charset="0"/>
              </a:rPr>
              <a:t>p </a:t>
            </a:r>
            <a:r>
              <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rPr>
              <a:t>是</a:t>
            </a:r>
            <a:r>
              <a:rPr lang="en-US" altLang="zh-CN" sz="2400" b="1">
                <a:solidFill>
                  <a:schemeClr val="accent2"/>
                </a:solidFill>
                <a:latin typeface="Times New Roman" panose="02020603050405020304" pitchFamily="18" charset="0"/>
                <a:ea typeface="黑体" panose="02010609060101010101" charset="-122"/>
                <a:cs typeface="Times New Roman" panose="02020603050405020304" pitchFamily="18" charset="0"/>
              </a:rPr>
              <a:t> </a:t>
            </a:r>
            <a:r>
              <a:rPr lang="en-US" altLang="zh-CN" sz="2400" b="1" i="1">
                <a:solidFill>
                  <a:schemeClr val="accent2"/>
                </a:solidFill>
                <a:latin typeface="Times New Roman" panose="02020603050405020304" pitchFamily="18" charset="0"/>
                <a:ea typeface="黑体" panose="02010609060101010101" charset="-122"/>
                <a:cs typeface="Times New Roman" panose="02020603050405020304" pitchFamily="18" charset="0"/>
              </a:rPr>
              <a:t>q </a:t>
            </a:r>
            <a:r>
              <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rPr>
              <a:t>的充分条件</a:t>
            </a:r>
            <a:endPar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250" fill="hold">
                                          <p:stCondLst>
                                            <p:cond delay="0"/>
                                          </p:stCondLst>
                                        </p:cTn>
                                        <p:tgtEl>
                                          <p:spTgt spid="31750"/>
                                        </p:tgtEl>
                                        <p:attrNameLst>
                                          <p:attrName>style.visibility</p:attrName>
                                        </p:attrNameLst>
                                      </p:cBhvr>
                                      <p:to>
                                        <p:strVal val="visible"/>
                                      </p:to>
                                    </p:set>
                                    <p:animEffect transition="in" filter="fade">
                                      <p:cBhvr>
                                        <p:cTn id="7" dur="250"/>
                                        <p:tgtEl>
                                          <p:spTgt spid="31750"/>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250" fill="hold">
                                          <p:stCondLst>
                                            <p:cond delay="0"/>
                                          </p:stCondLst>
                                        </p:cTn>
                                        <p:tgtEl>
                                          <p:spTgt spid="31751"/>
                                        </p:tgtEl>
                                        <p:attrNameLst>
                                          <p:attrName>style.visibility</p:attrName>
                                        </p:attrNameLst>
                                      </p:cBhvr>
                                      <p:to>
                                        <p:strVal val="visible"/>
                                      </p:to>
                                    </p:set>
                                    <p:animEffect transition="in" filter="fade">
                                      <p:cBhvr>
                                        <p:cTn id="12" dur="250"/>
                                        <p:tgtEl>
                                          <p:spTgt spid="31751"/>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250" fill="hold">
                                          <p:stCondLst>
                                            <p:cond delay="0"/>
                                          </p:stCondLst>
                                        </p:cTn>
                                        <p:tgtEl>
                                          <p:spTgt spid="31752"/>
                                        </p:tgtEl>
                                        <p:attrNameLst>
                                          <p:attrName>style.visibility</p:attrName>
                                        </p:attrNameLst>
                                      </p:cBhvr>
                                      <p:to>
                                        <p:strVal val="visible"/>
                                      </p:to>
                                    </p:set>
                                    <p:animEffect transition="in" filter="fade">
                                      <p:cBhvr>
                                        <p:cTn id="17" dur="250"/>
                                        <p:tgtEl>
                                          <p:spTgt spid="317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50" grpId="0"/>
      <p:bldP spid="31751" grpId="0"/>
      <p:bldP spid="31752" grpId="0"/>
    </p:bldLst>
  </p:timing>
</p:sld>
</file>

<file path=ppt/slides/slide3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title=""/>
          <p:cNvGrpSpPr/>
          <p:nvPr>
            <p:custDataLst>
              <p:tags r:id="rId8"/>
            </p:custDataLst>
          </p:nvPr>
        </p:nvGrpSpPr>
        <p:grpSpPr>
          <a:xfrm>
            <a:off x="577851" y="576471"/>
            <a:ext cx="5518150" cy="521970"/>
            <a:chOff x="330201" y="576471"/>
            <a:chExt cx="5518150" cy="521970"/>
          </a:xfrm>
        </p:grpSpPr>
        <p:sp>
          <p:nvSpPr>
            <p:cNvPr id="44" name="文本框 43"/>
            <p:cNvSpPr txBox="1"/>
            <p:nvPr>
              <p:custDataLst>
                <p:tags r:id="rId9"/>
              </p:custDataLst>
            </p:nvPr>
          </p:nvSpPr>
          <p:spPr>
            <a:xfrm>
              <a:off x="523876" y="576471"/>
              <a:ext cx="5324475"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教材P20 练习及参考答案</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4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grpSp>
        <p:nvGrpSpPr>
          <p:cNvPr id="10" name="组合 9" title=""/>
          <p:cNvGrpSpPr/>
          <p:nvPr>
            <p:custDataLst>
              <p:tags r:id="rId11"/>
            </p:custDataLst>
          </p:nvPr>
        </p:nvGrpSpPr>
        <p:grpSpPr>
          <a:xfrm rot="16200000" flipH="1">
            <a:off x="11319254" y="405205"/>
            <a:ext cx="176150" cy="780068"/>
            <a:chOff x="8290832" y="4887686"/>
            <a:chExt cx="296617" cy="1313542"/>
          </a:xfrm>
          <a:solidFill>
            <a:srgbClr val="4076FD"/>
          </a:solidFill>
        </p:grpSpPr>
        <p:grpSp>
          <p:nvGrpSpPr>
            <p:cNvPr id="11" name="组合 10"/>
            <p:cNvGrpSpPr/>
            <p:nvPr>
              <p:custDataLst>
                <p:tags r:id="rId12"/>
              </p:custDataLst>
            </p:nvPr>
          </p:nvGrpSpPr>
          <p:grpSpPr>
            <a:xfrm>
              <a:off x="8452757" y="5040086"/>
              <a:ext cx="134692" cy="1161142"/>
              <a:chOff x="8490857" y="4963886"/>
              <a:chExt cx="134692" cy="1161142"/>
            </a:xfrm>
            <a:grpFill/>
          </p:grpSpPr>
          <p:sp>
            <p:nvSpPr>
              <p:cNvPr id="15" name="等腰三角形 14"/>
              <p:cNvSpPr/>
              <p:nvPr>
                <p:custDataLst>
                  <p:tags r:id="rId13"/>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custDataLst>
                  <p:tags r:id="rId14"/>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p:cNvSpPr/>
              <p:nvPr>
                <p:custDataLst>
                  <p:tags r:id="rId15"/>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等腰三角形 17"/>
              <p:cNvSpPr/>
              <p:nvPr>
                <p:custDataLst>
                  <p:tags r:id="rId16"/>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等腰三角形 18"/>
              <p:cNvSpPr/>
              <p:nvPr>
                <p:custDataLst>
                  <p:tags r:id="rId17"/>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 name="组合 19"/>
            <p:cNvGrpSpPr/>
            <p:nvPr>
              <p:custDataLst>
                <p:tags r:id="rId18"/>
              </p:custDataLst>
            </p:nvPr>
          </p:nvGrpSpPr>
          <p:grpSpPr>
            <a:xfrm>
              <a:off x="8290832" y="4887686"/>
              <a:ext cx="134692" cy="1161142"/>
              <a:chOff x="8490857" y="4963886"/>
              <a:chExt cx="134692" cy="1161142"/>
            </a:xfrm>
            <a:grpFill/>
          </p:grpSpPr>
          <p:sp>
            <p:nvSpPr>
              <p:cNvPr id="21" name="等腰三角形 20"/>
              <p:cNvSpPr/>
              <p:nvPr>
                <p:custDataLst>
                  <p:tags r:id="rId19"/>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等腰三角形 21"/>
              <p:cNvSpPr/>
              <p:nvPr>
                <p:custDataLst>
                  <p:tags r:id="rId20"/>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等腰三角形 22"/>
              <p:cNvSpPr/>
              <p:nvPr>
                <p:custDataLst>
                  <p:tags r:id="rId21"/>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等腰三角形 23"/>
              <p:cNvSpPr/>
              <p:nvPr>
                <p:custDataLst>
                  <p:tags r:id="rId22"/>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等腰三角形 24"/>
              <p:cNvSpPr/>
              <p:nvPr>
                <p:custDataLst>
                  <p:tags r:id="rId23"/>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aphicFrame>
        <p:nvGraphicFramePr>
          <p:cNvPr id="32772" name="对象 32771" title=""/>
          <p:cNvGraphicFramePr>
            <a:graphicFrameLocks noChangeAspect="1"/>
          </p:cNvGraphicFramePr>
          <p:nvPr>
            <p:custDataLst>
              <p:tags r:id="rId24"/>
            </p:custDataLst>
          </p:nvPr>
        </p:nvGraphicFramePr>
        <p:xfrm>
          <a:off x="771208" y="1248410"/>
          <a:ext cx="9905365" cy="2931795"/>
        </p:xfrm>
        <a:graphic>
          <a:graphicData uri="http://schemas.openxmlformats.org/presentationml/2006/ole">
            <mc:AlternateContent>
              <mc:Choice xmlns:v="urn:schemas-microsoft-com:vml" Requires="v">
                <p:oleObj spid="_x0000_s1062" r:id="rId25" imgW="4520565" imgH="1397000" progId="Equation.DSMT4">
                  <p:embed/>
                </p:oleObj>
              </mc:Choice>
              <mc:Fallback>
                <p:oleObj r:id="rId25" imgW="4520565" imgH="1397000" progId="Equation.DSMT4">
                  <p:embed/>
                  <p:pic>
                    <p:nvPicPr>
                      <p:cNvPr id="0" name="OLE substitute image"/>
                      <p:cNvPicPr/>
                      <p:nvPr/>
                    </p:nvPicPr>
                    <p:blipFill>
                      <a:blip r:embed="rId26"/>
                      <a:stretch>
                        <a:fillRect/>
                      </a:stretch>
                    </p:blipFill>
                    <p:spPr>
                      <a:xfrm>
                        <a:off x="771208" y="1248410"/>
                        <a:ext cx="9905365" cy="2931795"/>
                      </a:xfrm>
                      <a:prstGeom prst="rect">
                        <a:avLst/>
                      </a:prstGeom>
                      <a:noFill/>
                      <a:ln w="38100">
                        <a:noFill/>
                        <a:miter/>
                      </a:ln>
                    </p:spPr>
                  </p:pic>
                </p:oleObj>
              </mc:Fallback>
            </mc:AlternateContent>
          </a:graphicData>
        </a:graphic>
      </p:graphicFrame>
      <p:sp>
        <p:nvSpPr>
          <p:cNvPr id="32773" name="文本框 32772" title=""/>
          <p:cNvSpPr txBox="1"/>
          <p:nvPr>
            <p:custDataLst>
              <p:tags r:id="rId27"/>
            </p:custDataLst>
          </p:nvPr>
        </p:nvSpPr>
        <p:spPr>
          <a:xfrm>
            <a:off x="755650" y="2611636"/>
            <a:ext cx="9141619" cy="460375"/>
          </a:xfrm>
          <a:prstGeom prst="rect">
            <a:avLst/>
          </a:prstGeom>
          <a:noFill/>
          <a:ln w="28575">
            <a:noFill/>
          </a:ln>
        </p:spPr>
        <p:txBody>
          <a:bodyPr>
            <a:spAutoFit/>
          </a:bodyPr>
          <a:lstStyle/>
          <a:p>
            <a:pPr algn="l"/>
            <a:r>
              <a:rPr lang="en-US" altLang="zh-CN" sz="2400" b="1">
                <a:solidFill>
                  <a:schemeClr val="accent2"/>
                </a:solidFill>
                <a:latin typeface="Times New Roman" panose="02020603050405020304" pitchFamily="18" charset="0"/>
                <a:ea typeface="黑体" panose="02010609060101010101" charset="-122"/>
                <a:cs typeface="Times New Roman" panose="02020603050405020304" pitchFamily="18" charset="0"/>
              </a:rPr>
              <a:t>(1)  </a:t>
            </a:r>
            <a:r>
              <a:rPr lang="en-US" altLang="zh-CN" sz="2400" b="1" i="1">
                <a:solidFill>
                  <a:schemeClr val="accent2"/>
                </a:solidFill>
                <a:latin typeface="Times New Roman" panose="02020603050405020304" pitchFamily="18" charset="0"/>
                <a:ea typeface="黑体" panose="02010609060101010101" charset="-122"/>
                <a:cs typeface="Times New Roman" panose="02020603050405020304" pitchFamily="18" charset="0"/>
              </a:rPr>
              <a:t>q </a:t>
            </a:r>
            <a:r>
              <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rPr>
              <a:t>是</a:t>
            </a:r>
            <a:r>
              <a:rPr lang="en-US" altLang="zh-CN" sz="2400" b="1">
                <a:solidFill>
                  <a:schemeClr val="accent2"/>
                </a:solidFill>
                <a:latin typeface="Times New Roman" panose="02020603050405020304" pitchFamily="18" charset="0"/>
                <a:ea typeface="黑体" panose="02010609060101010101" charset="-122"/>
                <a:cs typeface="Times New Roman" panose="02020603050405020304" pitchFamily="18" charset="0"/>
              </a:rPr>
              <a:t> </a:t>
            </a:r>
            <a:r>
              <a:rPr lang="en-US" altLang="zh-CN" sz="2400" b="1" i="1">
                <a:solidFill>
                  <a:schemeClr val="accent2"/>
                </a:solidFill>
                <a:latin typeface="Times New Roman" panose="02020603050405020304" pitchFamily="18" charset="0"/>
                <a:ea typeface="黑体" panose="02010609060101010101" charset="-122"/>
                <a:cs typeface="Times New Roman" panose="02020603050405020304" pitchFamily="18" charset="0"/>
              </a:rPr>
              <a:t>p </a:t>
            </a:r>
            <a:r>
              <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rPr>
              <a:t>的必要条件</a:t>
            </a:r>
            <a:endPar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endParaRPr>
          </a:p>
        </p:txBody>
      </p:sp>
      <p:sp>
        <p:nvSpPr>
          <p:cNvPr id="32774" name="文本框 32773" title=""/>
          <p:cNvSpPr txBox="1"/>
          <p:nvPr>
            <p:custDataLst>
              <p:tags r:id="rId28"/>
            </p:custDataLst>
          </p:nvPr>
        </p:nvSpPr>
        <p:spPr>
          <a:xfrm>
            <a:off x="792480" y="4585216"/>
            <a:ext cx="9141619" cy="460375"/>
          </a:xfrm>
          <a:prstGeom prst="rect">
            <a:avLst/>
          </a:prstGeom>
          <a:noFill/>
          <a:ln w="28575">
            <a:noFill/>
          </a:ln>
        </p:spPr>
        <p:txBody>
          <a:bodyPr>
            <a:spAutoFit/>
          </a:bodyPr>
          <a:lstStyle/>
          <a:p>
            <a:pPr algn="l"/>
            <a:r>
              <a:rPr lang="en-US" altLang="zh-CN" sz="2400" b="1">
                <a:solidFill>
                  <a:schemeClr val="accent2"/>
                </a:solidFill>
                <a:latin typeface="Times New Roman" panose="02020603050405020304" pitchFamily="18" charset="0"/>
                <a:ea typeface="黑体" panose="02010609060101010101" charset="-122"/>
                <a:cs typeface="Times New Roman" panose="02020603050405020304" pitchFamily="18" charset="0"/>
              </a:rPr>
              <a:t>(2)  </a:t>
            </a:r>
            <a:r>
              <a:rPr lang="en-US" altLang="zh-CN" sz="2400" b="1" i="1">
                <a:solidFill>
                  <a:schemeClr val="accent2"/>
                </a:solidFill>
                <a:latin typeface="Times New Roman" panose="02020603050405020304" pitchFamily="18" charset="0"/>
                <a:ea typeface="黑体" panose="02010609060101010101" charset="-122"/>
                <a:cs typeface="Times New Roman" panose="02020603050405020304" pitchFamily="18" charset="0"/>
              </a:rPr>
              <a:t>q </a:t>
            </a:r>
            <a:r>
              <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rPr>
              <a:t>不是</a:t>
            </a:r>
            <a:r>
              <a:rPr lang="en-US" altLang="zh-CN" sz="2400" b="1">
                <a:solidFill>
                  <a:schemeClr val="accent2"/>
                </a:solidFill>
                <a:latin typeface="Times New Roman" panose="02020603050405020304" pitchFamily="18" charset="0"/>
                <a:ea typeface="黑体" panose="02010609060101010101" charset="-122"/>
                <a:cs typeface="Times New Roman" panose="02020603050405020304" pitchFamily="18" charset="0"/>
              </a:rPr>
              <a:t> </a:t>
            </a:r>
            <a:r>
              <a:rPr lang="en-US" altLang="zh-CN" sz="2400" b="1" i="1">
                <a:solidFill>
                  <a:schemeClr val="accent2"/>
                </a:solidFill>
                <a:latin typeface="Times New Roman" panose="02020603050405020304" pitchFamily="18" charset="0"/>
                <a:ea typeface="黑体" panose="02010609060101010101" charset="-122"/>
                <a:cs typeface="Times New Roman" panose="02020603050405020304" pitchFamily="18" charset="0"/>
              </a:rPr>
              <a:t>p </a:t>
            </a:r>
            <a:r>
              <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rPr>
              <a:t>的必要条件</a:t>
            </a:r>
            <a:endPar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250" fill="hold">
                                          <p:stCondLst>
                                            <p:cond delay="0"/>
                                          </p:stCondLst>
                                        </p:cTn>
                                        <p:tgtEl>
                                          <p:spTgt spid="32773"/>
                                        </p:tgtEl>
                                        <p:attrNameLst>
                                          <p:attrName>style.visibility</p:attrName>
                                        </p:attrNameLst>
                                      </p:cBhvr>
                                      <p:to>
                                        <p:strVal val="visible"/>
                                      </p:to>
                                    </p:set>
                                    <p:animEffect transition="in" filter="fade">
                                      <p:cBhvr>
                                        <p:cTn id="7" dur="250"/>
                                        <p:tgtEl>
                                          <p:spTgt spid="32773"/>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250" fill="hold">
                                          <p:stCondLst>
                                            <p:cond delay="0"/>
                                          </p:stCondLst>
                                        </p:cTn>
                                        <p:tgtEl>
                                          <p:spTgt spid="32774"/>
                                        </p:tgtEl>
                                        <p:attrNameLst>
                                          <p:attrName>style.visibility</p:attrName>
                                        </p:attrNameLst>
                                      </p:cBhvr>
                                      <p:to>
                                        <p:strVal val="visible"/>
                                      </p:to>
                                    </p:set>
                                    <p:animEffect transition="in" filter="fade">
                                      <p:cBhvr>
                                        <p:cTn id="12" dur="250"/>
                                        <p:tgtEl>
                                          <p:spTgt spid="327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3" grpId="0"/>
      <p:bldP spid="32774" grpId="0"/>
    </p:bldLst>
  </p:timing>
</p:sld>
</file>

<file path=ppt/slides/slide3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title=""/>
          <p:cNvGrpSpPr/>
          <p:nvPr>
            <p:custDataLst>
              <p:tags r:id="rId8"/>
            </p:custDataLst>
          </p:nvPr>
        </p:nvGrpSpPr>
        <p:grpSpPr>
          <a:xfrm>
            <a:off x="577851" y="576471"/>
            <a:ext cx="5518150" cy="521970"/>
            <a:chOff x="330201" y="576471"/>
            <a:chExt cx="5518150" cy="521970"/>
          </a:xfrm>
        </p:grpSpPr>
        <p:sp>
          <p:nvSpPr>
            <p:cNvPr id="44" name="文本框 43"/>
            <p:cNvSpPr txBox="1"/>
            <p:nvPr>
              <p:custDataLst>
                <p:tags r:id="rId9"/>
              </p:custDataLst>
            </p:nvPr>
          </p:nvSpPr>
          <p:spPr>
            <a:xfrm>
              <a:off x="523876" y="576471"/>
              <a:ext cx="5324475"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教材P20 练习及参考答案</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4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grpSp>
        <p:nvGrpSpPr>
          <p:cNvPr id="10" name="组合 9" title=""/>
          <p:cNvGrpSpPr/>
          <p:nvPr>
            <p:custDataLst>
              <p:tags r:id="rId11"/>
            </p:custDataLst>
          </p:nvPr>
        </p:nvGrpSpPr>
        <p:grpSpPr>
          <a:xfrm rot="16200000" flipH="1">
            <a:off x="11319254" y="405205"/>
            <a:ext cx="176150" cy="780068"/>
            <a:chOff x="8290832" y="4887686"/>
            <a:chExt cx="296617" cy="1313542"/>
          </a:xfrm>
          <a:solidFill>
            <a:srgbClr val="4076FD"/>
          </a:solidFill>
        </p:grpSpPr>
        <p:grpSp>
          <p:nvGrpSpPr>
            <p:cNvPr id="11" name="组合 10"/>
            <p:cNvGrpSpPr/>
            <p:nvPr>
              <p:custDataLst>
                <p:tags r:id="rId12"/>
              </p:custDataLst>
            </p:nvPr>
          </p:nvGrpSpPr>
          <p:grpSpPr>
            <a:xfrm>
              <a:off x="8452757" y="5040086"/>
              <a:ext cx="134692" cy="1161142"/>
              <a:chOff x="8490857" y="4963886"/>
              <a:chExt cx="134692" cy="1161142"/>
            </a:xfrm>
            <a:grpFill/>
          </p:grpSpPr>
          <p:sp>
            <p:nvSpPr>
              <p:cNvPr id="15" name="等腰三角形 14"/>
              <p:cNvSpPr/>
              <p:nvPr>
                <p:custDataLst>
                  <p:tags r:id="rId13"/>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custDataLst>
                  <p:tags r:id="rId14"/>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p:cNvSpPr/>
              <p:nvPr>
                <p:custDataLst>
                  <p:tags r:id="rId15"/>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等腰三角形 17"/>
              <p:cNvSpPr/>
              <p:nvPr>
                <p:custDataLst>
                  <p:tags r:id="rId16"/>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等腰三角形 18"/>
              <p:cNvSpPr/>
              <p:nvPr>
                <p:custDataLst>
                  <p:tags r:id="rId17"/>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 name="组合 19"/>
            <p:cNvGrpSpPr/>
            <p:nvPr>
              <p:custDataLst>
                <p:tags r:id="rId18"/>
              </p:custDataLst>
            </p:nvPr>
          </p:nvGrpSpPr>
          <p:grpSpPr>
            <a:xfrm>
              <a:off x="8290832" y="4887686"/>
              <a:ext cx="134692" cy="1161142"/>
              <a:chOff x="8490857" y="4963886"/>
              <a:chExt cx="134692" cy="1161142"/>
            </a:xfrm>
            <a:grpFill/>
          </p:grpSpPr>
          <p:sp>
            <p:nvSpPr>
              <p:cNvPr id="21" name="等腰三角形 20"/>
              <p:cNvSpPr/>
              <p:nvPr>
                <p:custDataLst>
                  <p:tags r:id="rId19"/>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等腰三角形 21"/>
              <p:cNvSpPr/>
              <p:nvPr>
                <p:custDataLst>
                  <p:tags r:id="rId20"/>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等腰三角形 22"/>
              <p:cNvSpPr/>
              <p:nvPr>
                <p:custDataLst>
                  <p:tags r:id="rId21"/>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等腰三角形 23"/>
              <p:cNvSpPr/>
              <p:nvPr>
                <p:custDataLst>
                  <p:tags r:id="rId22"/>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等腰三角形 24"/>
              <p:cNvSpPr/>
              <p:nvPr>
                <p:custDataLst>
                  <p:tags r:id="rId23"/>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aphicFrame>
        <p:nvGraphicFramePr>
          <p:cNvPr id="33796" name="对象 33795" title=""/>
          <p:cNvGraphicFramePr>
            <a:graphicFrameLocks noChangeAspect="1"/>
          </p:cNvGraphicFramePr>
          <p:nvPr>
            <p:custDataLst>
              <p:tags r:id="rId24"/>
            </p:custDataLst>
          </p:nvPr>
        </p:nvGraphicFramePr>
        <p:xfrm>
          <a:off x="771525" y="1277620"/>
          <a:ext cx="10645775" cy="973455"/>
        </p:xfrm>
        <a:graphic>
          <a:graphicData uri="http://schemas.openxmlformats.org/presentationml/2006/ole">
            <mc:AlternateContent>
              <mc:Choice xmlns:v="urn:schemas-microsoft-com:vml" Requires="v">
                <p:oleObj spid="_x0000_s1063" r:id="rId25" imgW="4673600" imgH="457200" progId="Equation.DSMT4">
                  <p:embed/>
                </p:oleObj>
              </mc:Choice>
              <mc:Fallback>
                <p:oleObj r:id="rId25" imgW="4673600" imgH="457200" progId="Equation.DSMT4">
                  <p:embed/>
                  <p:pic>
                    <p:nvPicPr>
                      <p:cNvPr id="0" name="OLE substitute image"/>
                      <p:cNvPicPr/>
                      <p:nvPr/>
                    </p:nvPicPr>
                    <p:blipFill>
                      <a:blip r:embed="rId26"/>
                      <a:stretch>
                        <a:fillRect/>
                      </a:stretch>
                    </p:blipFill>
                    <p:spPr>
                      <a:xfrm>
                        <a:off x="771525" y="1277620"/>
                        <a:ext cx="10645775" cy="973455"/>
                      </a:xfrm>
                      <a:prstGeom prst="rect">
                        <a:avLst/>
                      </a:prstGeom>
                      <a:noFill/>
                      <a:ln w="38100">
                        <a:noFill/>
                        <a:miter/>
                      </a:ln>
                    </p:spPr>
                  </p:pic>
                </p:oleObj>
              </mc:Fallback>
            </mc:AlternateContent>
          </a:graphicData>
        </a:graphic>
      </p:graphicFrame>
      <p:pic>
        <p:nvPicPr>
          <p:cNvPr id="33797" name="图片 33796" title=""/>
          <p:cNvPicPr>
            <a:picLocks noChangeAspect="1"/>
          </p:cNvPicPr>
          <p:nvPr>
            <p:custDataLst>
              <p:tags r:id="rId28"/>
            </p:custDataLst>
          </p:nvPr>
        </p:nvPicPr>
        <p:blipFill>
          <a:blip r:embed="rId27">
            <a:clrChange>
              <a:clrFrom>
                <a:srgbClr val="FFFFFF">
                  <a:alpha val="100000"/>
                </a:srgbClr>
              </a:clrFrom>
              <a:clrTo>
                <a:srgbClr val="FFFFFF">
                  <a:alpha val="100000"/>
                  <a:alpha val="0"/>
                </a:srgbClr>
              </a:clrTo>
            </a:clrChange>
          </a:blip>
          <a:srcRect l="282" b="15444"/>
          <a:stretch>
            <a:fillRect/>
          </a:stretch>
        </p:blipFill>
        <p:spPr>
          <a:xfrm>
            <a:off x="7947025" y="2828925"/>
            <a:ext cx="3470910" cy="2484755"/>
          </a:xfrm>
          <a:prstGeom prst="rect">
            <a:avLst/>
          </a:prstGeom>
          <a:noFill/>
          <a:ln w="9525">
            <a:noFill/>
          </a:ln>
        </p:spPr>
      </p:pic>
      <p:graphicFrame>
        <p:nvGraphicFramePr>
          <p:cNvPr id="33798" name="对象 33797" title=""/>
          <p:cNvGraphicFramePr>
            <a:graphicFrameLocks noChangeAspect="1"/>
          </p:cNvGraphicFramePr>
          <p:nvPr>
            <p:custDataLst>
              <p:tags r:id="rId29"/>
            </p:custDataLst>
          </p:nvPr>
        </p:nvGraphicFramePr>
        <p:xfrm>
          <a:off x="923608" y="2591435"/>
          <a:ext cx="3737610" cy="1438275"/>
        </p:xfrm>
        <a:graphic>
          <a:graphicData uri="http://schemas.openxmlformats.org/presentationml/2006/ole">
            <mc:AlternateContent>
              <mc:Choice xmlns:v="urn:schemas-microsoft-com:vml" Requires="v">
                <p:oleObj spid="_x0000_s1064" r:id="rId30" imgW="1727200" imgH="673100" progId="Equation.DSMT4">
                  <p:embed/>
                </p:oleObj>
              </mc:Choice>
              <mc:Fallback>
                <p:oleObj r:id="rId30" imgW="1727200" imgH="673100" progId="Equation.DSMT4">
                  <p:embed/>
                  <p:pic>
                    <p:nvPicPr>
                      <p:cNvPr id="0" name="OLE substitute image"/>
                      <p:cNvPicPr/>
                      <p:nvPr/>
                    </p:nvPicPr>
                    <p:blipFill>
                      <a:blip r:embed="rId31"/>
                      <a:stretch>
                        <a:fillRect/>
                      </a:stretch>
                    </p:blipFill>
                    <p:spPr>
                      <a:xfrm>
                        <a:off x="923608" y="2591435"/>
                        <a:ext cx="3737610" cy="1438275"/>
                      </a:xfrm>
                      <a:prstGeom prst="rect">
                        <a:avLst/>
                      </a:prstGeom>
                      <a:noFill/>
                      <a:ln w="38100">
                        <a:noFill/>
                        <a:miter/>
                      </a:ln>
                    </p:spPr>
                  </p:pic>
                </p:oleObj>
              </mc:Fallback>
            </mc:AlternateContent>
          </a:graphicData>
        </a:graphic>
      </p:graphicFrame>
      <p:graphicFrame>
        <p:nvGraphicFramePr>
          <p:cNvPr id="33799" name="对象 33798" title=""/>
          <p:cNvGraphicFramePr>
            <a:graphicFrameLocks noChangeAspect="1"/>
          </p:cNvGraphicFramePr>
          <p:nvPr>
            <p:custDataLst>
              <p:tags r:id="rId32"/>
            </p:custDataLst>
          </p:nvPr>
        </p:nvGraphicFramePr>
        <p:xfrm>
          <a:off x="923290" y="4370705"/>
          <a:ext cx="3738880" cy="1377950"/>
        </p:xfrm>
        <a:graphic>
          <a:graphicData uri="http://schemas.openxmlformats.org/presentationml/2006/ole">
            <mc:AlternateContent>
              <mc:Choice xmlns:v="urn:schemas-microsoft-com:vml" Requires="v">
                <p:oleObj spid="_x0000_s1065" r:id="rId33" imgW="1727200" imgH="673100" progId="Equation.DSMT4">
                  <p:embed/>
                </p:oleObj>
              </mc:Choice>
              <mc:Fallback>
                <p:oleObj r:id="rId33" imgW="1727200" imgH="673100" progId="Equation.DSMT4">
                  <p:embed/>
                  <p:pic>
                    <p:nvPicPr>
                      <p:cNvPr id="0" name="OLE substitute image"/>
                      <p:cNvPicPr/>
                      <p:nvPr/>
                    </p:nvPicPr>
                    <p:blipFill>
                      <a:blip r:embed="rId34"/>
                      <a:stretch>
                        <a:fillRect/>
                      </a:stretch>
                    </p:blipFill>
                    <p:spPr>
                      <a:xfrm>
                        <a:off x="923290" y="4370705"/>
                        <a:ext cx="3738880" cy="1377950"/>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250" fill="hold">
                                          <p:stCondLst>
                                            <p:cond delay="0"/>
                                          </p:stCondLst>
                                        </p:cTn>
                                        <p:tgtEl>
                                          <p:spTgt spid="33798"/>
                                        </p:tgtEl>
                                        <p:attrNameLst>
                                          <p:attrName>style.visibility</p:attrName>
                                        </p:attrNameLst>
                                      </p:cBhvr>
                                      <p:to>
                                        <p:strVal val="visible"/>
                                      </p:to>
                                    </p:set>
                                    <p:animEffect transition="in" filter="fade">
                                      <p:cBhvr>
                                        <p:cTn id="7" dur="250"/>
                                        <p:tgtEl>
                                          <p:spTgt spid="33798"/>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250" fill="hold">
                                          <p:stCondLst>
                                            <p:cond delay="0"/>
                                          </p:stCondLst>
                                        </p:cTn>
                                        <p:tgtEl>
                                          <p:spTgt spid="33799"/>
                                        </p:tgtEl>
                                        <p:attrNameLst>
                                          <p:attrName>style.visibility</p:attrName>
                                        </p:attrNameLst>
                                      </p:cBhvr>
                                      <p:to>
                                        <p:strVal val="visible"/>
                                      </p:to>
                                    </p:set>
                                    <p:animEffect transition="in" filter="fade">
                                      <p:cBhvr>
                                        <p:cTn id="12" dur="250"/>
                                        <p:tgtEl>
                                          <p:spTgt spid="337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pic>
        <p:nvPicPr>
          <p:cNvPr id="8" name="图片 7" title=""/>
          <p:cNvPicPr>
            <a:picLocks noChangeAspect="1"/>
          </p:cNvPicPr>
          <p:nvPr>
            <p:custDataLst>
              <p:tags r:id="rId4"/>
            </p:custDataLst>
          </p:nvPr>
        </p:nvPicPr>
        <p:blipFill>
          <a:blip r:embed="rId3"/>
          <a:srcRect l="36" r="36"/>
          <a:stretch>
            <a:fillRect/>
          </a:stretch>
        </p:blipFill>
        <p:spPr>
          <a:xfrm>
            <a:off x="2540" y="0"/>
            <a:ext cx="12189460" cy="6858000"/>
          </a:xfrm>
          <a:prstGeom prst="rect">
            <a:avLst/>
          </a:prstGeom>
        </p:spPr>
      </p:pic>
      <p:grpSp>
        <p:nvGrpSpPr>
          <p:cNvPr id="22" name="组合 21" title=""/>
          <p:cNvGrpSpPr/>
          <p:nvPr>
            <p:custDataLst>
              <p:tags r:id="rId5"/>
            </p:custDataLst>
          </p:nvPr>
        </p:nvGrpSpPr>
        <p:grpSpPr>
          <a:xfrm flipH="1">
            <a:off x="914400" y="1318230"/>
            <a:ext cx="10363200" cy="4221540"/>
            <a:chOff x="838200" y="1460500"/>
            <a:chExt cx="9664700" cy="3937000"/>
          </a:xfrm>
        </p:grpSpPr>
        <p:sp>
          <p:nvSpPr>
            <p:cNvPr id="13" name="矩形: 圆角 12"/>
            <p:cNvSpPr/>
            <p:nvPr>
              <p:custDataLst>
                <p:tags r:id="rId6"/>
              </p:custDataLst>
            </p:nvPr>
          </p:nvSpPr>
          <p:spPr>
            <a:xfrm>
              <a:off x="838200" y="1460500"/>
              <a:ext cx="9664700" cy="3937000"/>
            </a:xfrm>
            <a:prstGeom prst="roundRect">
              <a:avLst>
                <a:gd name="adj" fmla="val 9794"/>
              </a:avLst>
            </a:prstGeom>
            <a:gradFill>
              <a:gsLst>
                <a:gs pos="52000">
                  <a:srgbClr val="FFFFFF">
                    <a:alpha val="100000"/>
                  </a:srgbClr>
                </a:gs>
                <a:gs pos="0">
                  <a:schemeClr val="bg1">
                    <a:alpha val="78000"/>
                  </a:schemeClr>
                </a:gs>
                <a:gs pos="100000">
                  <a:schemeClr val="bg1">
                    <a:alpha val="3000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custDataLst>
                <p:tags r:id="rId7"/>
              </p:custDataLst>
            </p:nvPr>
          </p:nvSpPr>
          <p:spPr>
            <a:xfrm>
              <a:off x="8109821" y="1460500"/>
              <a:ext cx="2393079" cy="2163898"/>
            </a:xfrm>
            <a:custGeom>
              <a:gdLst>
                <a:gd name="connsiteX0" fmla="*/ 29127 w 2819400"/>
                <a:gd name="connsiteY0" fmla="*/ 0 h 2565400"/>
                <a:gd name="connsiteX1" fmla="*/ 2433810 w 2819400"/>
                <a:gd name="connsiteY1" fmla="*/ 0 h 2565400"/>
                <a:gd name="connsiteX2" fmla="*/ 2819400 w 2819400"/>
                <a:gd name="connsiteY2" fmla="*/ 385590 h 2565400"/>
                <a:gd name="connsiteX3" fmla="*/ 2819400 w 2819400"/>
                <a:gd name="connsiteY3" fmla="*/ 2481938 h 2565400"/>
                <a:gd name="connsiteX4" fmla="*/ 2670411 w 2819400"/>
                <a:gd name="connsiteY4" fmla="*/ 2520247 h 2565400"/>
                <a:gd name="connsiteX5" fmla="*/ 2222500 w 2819400"/>
                <a:gd name="connsiteY5" fmla="*/ 2565400 h 2565400"/>
                <a:gd name="connsiteX6" fmla="*/ 0 w 2819400"/>
                <a:gd name="connsiteY6" fmla="*/ 342900 h 2565400"/>
                <a:gd name="connsiteX7" fmla="*/ 11475 w 2819400"/>
                <a:gd name="connsiteY7" fmla="*/ 115662 h 2565400"/>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19400" h="2565400">
                  <a:moveTo>
                    <a:pt x="29127" y="0"/>
                  </a:moveTo>
                  <a:lnTo>
                    <a:pt x="2433810" y="0"/>
                  </a:lnTo>
                  <a:cubicBezTo>
                    <a:pt x="2646765" y="0"/>
                    <a:pt x="2819400" y="172635"/>
                    <a:pt x="2819400" y="385590"/>
                  </a:cubicBezTo>
                  <a:lnTo>
                    <a:pt x="2819400" y="2481938"/>
                  </a:lnTo>
                  <a:lnTo>
                    <a:pt x="2670411" y="2520247"/>
                  </a:lnTo>
                  <a:cubicBezTo>
                    <a:pt x="2525732" y="2549852"/>
                    <a:pt x="2375932" y="2565400"/>
                    <a:pt x="2222500" y="2565400"/>
                  </a:cubicBezTo>
                  <a:cubicBezTo>
                    <a:pt x="995047" y="2565400"/>
                    <a:pt x="0" y="1570353"/>
                    <a:pt x="0" y="342900"/>
                  </a:cubicBezTo>
                  <a:cubicBezTo>
                    <a:pt x="0" y="266184"/>
                    <a:pt x="3887" y="190376"/>
                    <a:pt x="11475" y="115662"/>
                  </a:cubicBezTo>
                  <a:close/>
                </a:path>
              </a:pathLst>
            </a:custGeom>
            <a:gradFill flip="none" rotWithShape="1">
              <a:gsLst>
                <a:gs pos="0">
                  <a:srgbClr val="4076FD">
                    <a:alpha val="50000"/>
                  </a:srgbClr>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矩形: 圆角 30" title=""/>
          <p:cNvSpPr/>
          <p:nvPr>
            <p:custDataLst>
              <p:tags r:id="rId8"/>
            </p:custDataLst>
          </p:nvPr>
        </p:nvSpPr>
        <p:spPr>
          <a:xfrm flipV="1">
            <a:off x="8349137" y="2657103"/>
            <a:ext cx="1674812" cy="47625"/>
          </a:xfrm>
          <a:prstGeom prst="roundRect">
            <a:avLst>
              <a:gd name="adj" fmla="val 50000"/>
            </a:avLst>
          </a:prstGeom>
          <a:gradFill flip="none" rotWithShape="1">
            <a:gsLst>
              <a:gs pos="0">
                <a:srgbClr val="4076FD"/>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2" name="组合 31" title=""/>
          <p:cNvGrpSpPr/>
          <p:nvPr>
            <p:custDataLst>
              <p:tags r:id="rId9"/>
            </p:custDataLst>
          </p:nvPr>
        </p:nvGrpSpPr>
        <p:grpSpPr>
          <a:xfrm flipH="1">
            <a:off x="10644249" y="1800935"/>
            <a:ext cx="176150" cy="780068"/>
            <a:chOff x="8290832" y="4887686"/>
            <a:chExt cx="296617" cy="1313542"/>
          </a:xfrm>
          <a:solidFill>
            <a:srgbClr val="4076FD"/>
          </a:solidFill>
        </p:grpSpPr>
        <p:grpSp>
          <p:nvGrpSpPr>
            <p:cNvPr id="33" name="组合 32"/>
            <p:cNvGrpSpPr/>
            <p:nvPr>
              <p:custDataLst>
                <p:tags r:id="rId10"/>
              </p:custDataLst>
            </p:nvPr>
          </p:nvGrpSpPr>
          <p:grpSpPr>
            <a:xfrm>
              <a:off x="8452757" y="5040086"/>
              <a:ext cx="134692" cy="1161142"/>
              <a:chOff x="8490857" y="4963886"/>
              <a:chExt cx="134692" cy="1161142"/>
            </a:xfrm>
            <a:grpFill/>
          </p:grpSpPr>
          <p:sp>
            <p:nvSpPr>
              <p:cNvPr id="40" name="等腰三角形 39"/>
              <p:cNvSpPr/>
              <p:nvPr>
                <p:custDataLst>
                  <p:tags r:id="rId11"/>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等腰三角形 40"/>
              <p:cNvSpPr/>
              <p:nvPr>
                <p:custDataLst>
                  <p:tags r:id="rId12"/>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等腰三角形 41"/>
              <p:cNvSpPr/>
              <p:nvPr>
                <p:custDataLst>
                  <p:tags r:id="rId13"/>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等腰三角形 42"/>
              <p:cNvSpPr/>
              <p:nvPr>
                <p:custDataLst>
                  <p:tags r:id="rId14"/>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等腰三角形 43"/>
              <p:cNvSpPr/>
              <p:nvPr>
                <p:custDataLst>
                  <p:tags r:id="rId15"/>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4" name="组合 33"/>
            <p:cNvGrpSpPr/>
            <p:nvPr>
              <p:custDataLst>
                <p:tags r:id="rId16"/>
              </p:custDataLst>
            </p:nvPr>
          </p:nvGrpSpPr>
          <p:grpSpPr>
            <a:xfrm>
              <a:off x="8290832" y="4887686"/>
              <a:ext cx="134692" cy="1161142"/>
              <a:chOff x="8490857" y="4963886"/>
              <a:chExt cx="134692" cy="1161142"/>
            </a:xfrm>
            <a:grpFill/>
          </p:grpSpPr>
          <p:sp>
            <p:nvSpPr>
              <p:cNvPr id="35" name="等腰三角形 34"/>
              <p:cNvSpPr/>
              <p:nvPr>
                <p:custDataLst>
                  <p:tags r:id="rId17"/>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custDataLst>
                  <p:tags r:id="rId18"/>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custDataLst>
                  <p:tags r:id="rId19"/>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等腰三角形 37"/>
              <p:cNvSpPr/>
              <p:nvPr>
                <p:custDataLst>
                  <p:tags r:id="rId20"/>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等腰三角形 38"/>
              <p:cNvSpPr/>
              <p:nvPr>
                <p:custDataLst>
                  <p:tags r:id="rId21"/>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58" name="文本框 57" title=""/>
          <p:cNvSpPr txBox="1"/>
          <p:nvPr>
            <p:custDataLst>
              <p:tags r:id="rId22"/>
            </p:custDataLst>
          </p:nvPr>
        </p:nvSpPr>
        <p:spPr>
          <a:xfrm>
            <a:off x="4414463" y="5061188"/>
            <a:ext cx="3363074" cy="368300"/>
          </a:xfrm>
          <a:prstGeom prst="rect">
            <a:avLst/>
          </a:prstGeom>
          <a:noFill/>
        </p:spPr>
        <p:txBody>
          <a:bodyPr wrap="square" rtlCol="0">
            <a:spAutoFit/>
          </a:bodyPr>
          <a:lstStyle/>
          <a:p>
            <a:pPr algn="ctr"/>
            <a:r>
              <a:rPr>
                <a:latin typeface="黑体" panose="02010609060101010101" charset="-122"/>
                <a:ea typeface="黑体" panose="02010609060101010101" charset="-122"/>
                <a:cs typeface="黑体" panose="02010609060101010101" charset="-122"/>
              </a:rPr>
              <a:t>人教A版2019必修第一册</a:t>
            </a:r>
            <a:endParaRPr>
              <a:latin typeface="黑体" panose="02010609060101010101" charset="-122"/>
              <a:ea typeface="黑体" panose="02010609060101010101" charset="-122"/>
              <a:cs typeface="黑体" panose="02010609060101010101" charset="-122"/>
            </a:endParaRPr>
          </a:p>
        </p:txBody>
      </p:sp>
      <p:pic>
        <p:nvPicPr>
          <p:cNvPr id="4" name="图片 3" title=""/>
          <p:cNvPicPr>
            <a:picLocks noChangeAspect="1"/>
          </p:cNvPicPr>
          <p:nvPr userDrawn="1">
            <p:custDataLst>
              <p:tags r:id="rId24"/>
            </p:custDataLst>
          </p:nvPr>
        </p:nvPicPr>
        <p:blipFill>
          <a:blip r:embed="rId23"/>
          <a:stretch>
            <a:fillRect/>
          </a:stretch>
        </p:blipFill>
        <p:spPr>
          <a:xfrm>
            <a:off x="267335" y="262890"/>
            <a:ext cx="1640840" cy="520700"/>
          </a:xfrm>
          <a:prstGeom prst="rect">
            <a:avLst/>
          </a:prstGeom>
        </p:spPr>
      </p:pic>
      <p:sp>
        <p:nvSpPr>
          <p:cNvPr id="9" name="矩形: 圆角 13" title=""/>
          <p:cNvSpPr/>
          <p:nvPr>
            <p:custDataLst>
              <p:tags r:id="rId25"/>
            </p:custDataLst>
          </p:nvPr>
        </p:nvSpPr>
        <p:spPr>
          <a:xfrm>
            <a:off x="2306320" y="669925"/>
            <a:ext cx="3429000" cy="342900"/>
          </a:xfrm>
          <a:prstGeom prst="roundRect">
            <a:avLst>
              <a:gd name="adj" fmla="val 50000"/>
            </a:avLst>
          </a:prstGeom>
          <a:gradFill flip="none" rotWithShape="1">
            <a:gsLst>
              <a:gs pos="0">
                <a:srgbClr val="4076FD"/>
              </a:gs>
              <a:gs pos="100000">
                <a:schemeClr val="accent2">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14" title=""/>
          <p:cNvSpPr/>
          <p:nvPr>
            <p:custDataLst>
              <p:tags r:id="rId26"/>
            </p:custDataLst>
          </p:nvPr>
        </p:nvSpPr>
        <p:spPr>
          <a:xfrm>
            <a:off x="4820920" y="5845175"/>
            <a:ext cx="4457700" cy="402590"/>
          </a:xfrm>
          <a:prstGeom prst="roundRect">
            <a:avLst>
              <a:gd name="adj" fmla="val 50000"/>
            </a:avLst>
          </a:prstGeom>
          <a:gradFill flip="none" rotWithShape="1">
            <a:gsLst>
              <a:gs pos="0">
                <a:srgbClr val="4076FD"/>
              </a:gs>
              <a:gs pos="100000">
                <a:schemeClr val="accent2">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title=""/>
          <p:cNvSpPr txBox="1"/>
          <p:nvPr>
            <p:custDataLst>
              <p:tags r:id="rId27"/>
            </p:custDataLst>
          </p:nvPr>
        </p:nvSpPr>
        <p:spPr>
          <a:xfrm>
            <a:off x="2540" y="2475865"/>
            <a:ext cx="12191365" cy="1677670"/>
          </a:xfrm>
          <a:prstGeom prst="rect">
            <a:avLst/>
          </a:prstGeom>
          <a:noFill/>
        </p:spPr>
        <p:txBody>
          <a:bodyPr wrap="square" rtlCol="0">
            <a:noAutofit/>
          </a:bodyPr>
          <a:lstStyle/>
          <a:p>
            <a:pPr algn="ctr"/>
            <a:r>
              <a:rPr lang="en-US" altLang="zh-CN" sz="4800" b="1">
                <a:solidFill>
                  <a:srgbClr val="4378FD"/>
                </a:solidFill>
                <a:latin typeface="微软雅黑" panose="020b0503020204020204" charset="-122"/>
                <a:ea typeface="微软雅黑" panose="020b0503020204020204" charset="-122"/>
                <a:cs typeface="微软雅黑" panose="020b0503020204020204" charset="-122"/>
              </a:rPr>
              <a:t>THANKS</a:t>
            </a:r>
            <a:endParaRPr lang="zh-CN" altLang="en-US" sz="4800" b="1">
              <a:latin typeface="微软雅黑" panose="020b0503020204020204" charset="-122"/>
              <a:ea typeface="微软雅黑" panose="020b0503020204020204" charset="-122"/>
              <a:cs typeface="微软雅黑" panose="020b0503020204020204" charset="-122"/>
            </a:endParaRPr>
          </a:p>
          <a:p>
            <a:pPr algn="ctr"/>
            <a:r>
              <a:rPr lang="zh-CN" altLang="en-US" sz="4800" b="1">
                <a:latin typeface="微软雅黑" panose="020b0503020204020204" charset="-122"/>
                <a:ea typeface="微软雅黑" panose="020b0503020204020204" charset="-122"/>
                <a:cs typeface="微软雅黑" panose="020b0503020204020204" charset="-122"/>
              </a:rPr>
              <a:t>感谢您的聆听</a:t>
            </a:r>
            <a:endParaRPr lang="zh-CN" altLang="en-US" sz="4800" b="1">
              <a:latin typeface="微软雅黑" panose="020b0503020204020204" charset="-122"/>
              <a:ea typeface="微软雅黑" panose="020b0503020204020204" charset="-122"/>
              <a:cs typeface="微软雅黑" panose="020b0503020204020204" charset="-122"/>
            </a:endParaRPr>
          </a:p>
        </p:txBody>
      </p:sp>
    </p:spTree>
  </p:cSld>
  <p:clrMapOvr>
    <a:masterClrMapping/>
  </p:clrMapOvr>
  <p:transition/>
  <p:timing/>
</p:sld>
</file>

<file path=ppt/tags/tag1.xml><?xml version="1.0" encoding="utf-8"?>
<p:tagLst xmlns:p="http://schemas.openxmlformats.org/presentationml/2006/main">
  <p:tag name="AS_UNIQUEID" val="410"/>
</p:tagLst>
</file>

<file path=ppt/tags/tag2.xml><?xml version="1.0" encoding="utf-8"?>
<p:tagLst xmlns:p="http://schemas.openxmlformats.org/presentationml/2006/main">
  <p:tag name="AS_UNIQUEID" val="411"/>
</p:tagLst>
</file>

<file path=ppt/tags/tag3.xml><?xml version="1.0" encoding="utf-8"?>
<p:tagLst xmlns:p="http://schemas.openxmlformats.org/presentationml/2006/main">
  <p:tag name="AS_UNIQUEID" val="412"/>
</p:tagLst>
</file>

<file path=ppt/tags/tag4.xml><?xml version="1.0" encoding="utf-8"?>
<p:tagLst xmlns:p="http://schemas.openxmlformats.org/presentationml/2006/main">
  <p:tag name="AS_UNIQUEID" val="413"/>
</p:tagLst>
</file>

<file path=ppt/tags/tag5.xml><?xml version="1.0" encoding="utf-8"?>
<p:tagLst xmlns:p="http://schemas.openxmlformats.org/presentationml/2006/main">
  <p:tag name="AS_UNIQUEID" val="414"/>
</p:tagLst>
</file>

<file path=ppt/tags/tag6.xml><?xml version="1.0" encoding="utf-8"?>
<p:tagLst xmlns:p="http://schemas.openxmlformats.org/presentationml/2006/main">
  <p:tag name="AS_UNIQUEID" val="415"/>
</p:tagLst>
</file>

<file path=ppt/tags/tag7.xml><?xml version="1.0" encoding="utf-8"?>
<p:tagLst xmlns:p="http://schemas.openxmlformats.org/presentationml/2006/main">
  <p:tag name="AS_UNIQUEID" val="416"/>
</p:tagLst>
</file>

<file path=ppt/tags/tag8.xml><?xml version="1.0" encoding="utf-8"?>
<p:tagLst xmlns:p="http://schemas.openxmlformats.org/presentationml/2006/main">
  <p:tag name="AS_UNIQUEID" val="417"/>
</p:tagLst>
</file>

<file path=ppt/tags/tag9.xml><?xml version="1.0" encoding="utf-8"?>
<p:tagLst xmlns:p="http://schemas.openxmlformats.org/presentationml/2006/main">
  <p:tag name="AS_UNIQUEID" val="418"/>
</p:tagLst>
</file>

<file path=ppt/tags/tag10.xml><?xml version="1.0" encoding="utf-8"?>
<p:tagLst xmlns:p="http://schemas.openxmlformats.org/presentationml/2006/main">
  <p:tag name="AS_UNIQUEID" val="419"/>
</p:tagLst>
</file>

<file path=ppt/tags/tag11.xml><?xml version="1.0" encoding="utf-8"?>
<p:tagLst xmlns:p="http://schemas.openxmlformats.org/presentationml/2006/main">
  <p:tag name="AS_UNIQUEID" val="420"/>
</p:tagLst>
</file>

<file path=ppt/tags/tag12.xml><?xml version="1.0" encoding="utf-8"?>
<p:tagLst xmlns:p="http://schemas.openxmlformats.org/presentationml/2006/main">
  <p:tag name="AS_UNIQUEID" val="421"/>
</p:tagLst>
</file>

<file path=ppt/tags/tag13.xml><?xml version="1.0" encoding="utf-8"?>
<p:tagLst xmlns:p="http://schemas.openxmlformats.org/presentationml/2006/main">
  <p:tag name="AS_UNIQUEID" val="422"/>
</p:tagLst>
</file>

<file path=ppt/tags/tag14.xml><?xml version="1.0" encoding="utf-8"?>
<p:tagLst xmlns:p="http://schemas.openxmlformats.org/presentationml/2006/main">
  <p:tag name="AS_UNIQUEID" val="423"/>
</p:tagLst>
</file>

<file path=ppt/tags/tag15.xml><?xml version="1.0" encoding="utf-8"?>
<p:tagLst xmlns:p="http://schemas.openxmlformats.org/presentationml/2006/main">
  <p:tag name="AS_UNIQUEID" val="424"/>
</p:tagLst>
</file>

<file path=ppt/tags/tag16.xml><?xml version="1.0" encoding="utf-8"?>
<p:tagLst xmlns:p="http://schemas.openxmlformats.org/presentationml/2006/main">
  <p:tag name="AS_UNIQUEID" val="425"/>
</p:tagLst>
</file>

<file path=ppt/tags/tag17.xml><?xml version="1.0" encoding="utf-8"?>
<p:tagLst xmlns:p="http://schemas.openxmlformats.org/presentationml/2006/main">
  <p:tag name="AS_UNIQUEID" val="426"/>
</p:tagLst>
</file>

<file path=ppt/tags/tag18.xml><?xml version="1.0" encoding="utf-8"?>
<p:tagLst xmlns:p="http://schemas.openxmlformats.org/presentationml/2006/main">
  <p:tag name="AS_UNIQUEID" val="427"/>
</p:tagLst>
</file>

<file path=ppt/tags/tag19.xml><?xml version="1.0" encoding="utf-8"?>
<p:tagLst xmlns:p="http://schemas.openxmlformats.org/presentationml/2006/main">
  <p:tag name="AS_UNIQUEID" val="428"/>
</p:tagLst>
</file>

<file path=ppt/tags/tag20.xml><?xml version="1.0" encoding="utf-8"?>
<p:tagLst xmlns:p="http://schemas.openxmlformats.org/presentationml/2006/main">
  <p:tag name="AS_UNIQUEID" val="429"/>
</p:tagLst>
</file>

<file path=ppt/tags/tag21.xml><?xml version="1.0" encoding="utf-8"?>
<p:tagLst xmlns:p="http://schemas.openxmlformats.org/presentationml/2006/main">
  <p:tag name="AS_UNIQUEID" val="430"/>
</p:tagLst>
</file>

<file path=ppt/tags/tag22.xml><?xml version="1.0" encoding="utf-8"?>
<p:tagLst xmlns:p="http://schemas.openxmlformats.org/presentationml/2006/main">
  <p:tag name="AS_UNIQUEID" val="431"/>
</p:tagLst>
</file>

<file path=ppt/tags/tag23.xml><?xml version="1.0" encoding="utf-8"?>
<p:tagLst xmlns:p="http://schemas.openxmlformats.org/presentationml/2006/main">
  <p:tag name="AS_UNIQUEID" val="432"/>
</p:tagLst>
</file>

<file path=ppt/tags/tag24.xml><?xml version="1.0" encoding="utf-8"?>
<p:tagLst xmlns:p="http://schemas.openxmlformats.org/presentationml/2006/main">
  <p:tag name="AS_UNIQUEID" val="433"/>
</p:tagLst>
</file>

<file path=ppt/tags/tag25.xml><?xml version="1.0" encoding="utf-8"?>
<p:tagLst xmlns:p="http://schemas.openxmlformats.org/presentationml/2006/main">
  <p:tag name="AS_UNIQUEID" val="434"/>
</p:tagLst>
</file>

<file path=ppt/tags/tag26.xml><?xml version="1.0" encoding="utf-8"?>
<p:tagLst xmlns:p="http://schemas.openxmlformats.org/presentationml/2006/main">
  <p:tag name="AS_UNIQUEID" val="435"/>
</p:tagLst>
</file>

<file path=ppt/tags/tag27.xml><?xml version="1.0" encoding="utf-8"?>
<p:tagLst xmlns:p="http://schemas.openxmlformats.org/presentationml/2006/main">
  <p:tag name="AS_UNIQUEID" val="436"/>
</p:tagLst>
</file>

<file path=ppt/tags/tag28.xml><?xml version="1.0" encoding="utf-8"?>
<p:tagLst xmlns:p="http://schemas.openxmlformats.org/presentationml/2006/main">
  <p:tag name="AS_UNIQUEID" val="437"/>
</p:tagLst>
</file>

<file path=ppt/tags/tag29.xml><?xml version="1.0" encoding="utf-8"?>
<p:tagLst xmlns:p="http://schemas.openxmlformats.org/presentationml/2006/main">
  <p:tag name="AS_UNIQUEID" val="438"/>
</p:tagLst>
</file>

<file path=ppt/tags/tag30.xml><?xml version="1.0" encoding="utf-8"?>
<p:tagLst xmlns:p="http://schemas.openxmlformats.org/presentationml/2006/main">
  <p:tag name="AS_UNIQUEID" val="439"/>
</p:tagLst>
</file>

<file path=ppt/tags/tag31.xml><?xml version="1.0" encoding="utf-8"?>
<p:tagLst xmlns:p="http://schemas.openxmlformats.org/presentationml/2006/main">
  <p:tag name="AS_UNIQUEID" val="440"/>
</p:tagLst>
</file>

<file path=ppt/tags/tag32.xml><?xml version="1.0" encoding="utf-8"?>
<p:tagLst xmlns:p="http://schemas.openxmlformats.org/presentationml/2006/main">
  <p:tag name="AS_UNIQUEID" val="441"/>
</p:tagLst>
</file>

<file path=ppt/tags/tag33.xml><?xml version="1.0" encoding="utf-8"?>
<p:tagLst xmlns:p="http://schemas.openxmlformats.org/presentationml/2006/main">
  <p:tag name="AS_UNIQUEID" val="442"/>
</p:tagLst>
</file>

<file path=ppt/tags/tag34.xml><?xml version="1.0" encoding="utf-8"?>
<p:tagLst xmlns:p="http://schemas.openxmlformats.org/presentationml/2006/main">
  <p:tag name="AS_UNIQUEID" val="443"/>
</p:tagLst>
</file>

<file path=ppt/tags/tag35.xml><?xml version="1.0" encoding="utf-8"?>
<p:tagLst xmlns:p="http://schemas.openxmlformats.org/presentationml/2006/main">
  <p:tag name="AS_UNIQUEID" val="444"/>
</p:tagLst>
</file>

<file path=ppt/tags/tag36.xml><?xml version="1.0" encoding="utf-8"?>
<p:tagLst xmlns:p="http://schemas.openxmlformats.org/presentationml/2006/main">
  <p:tag name="AS_UNIQUEID" val="445"/>
</p:tagLst>
</file>

<file path=ppt/tags/tag37.xml><?xml version="1.0" encoding="utf-8"?>
<p:tagLst xmlns:p="http://schemas.openxmlformats.org/presentationml/2006/main">
  <p:tag name="AS_UNIQUEID" val="446"/>
</p:tagLst>
</file>

<file path=ppt/tags/tag38.xml><?xml version="1.0" encoding="utf-8"?>
<p:tagLst xmlns:p="http://schemas.openxmlformats.org/presentationml/2006/main">
  <p:tag name="AS_UNIQUEID" val="447"/>
</p:tagLst>
</file>

<file path=ppt/tags/tag39.xml><?xml version="1.0" encoding="utf-8"?>
<p:tagLst xmlns:p="http://schemas.openxmlformats.org/presentationml/2006/main">
  <p:tag name="AS_UNIQUEID" val="448"/>
</p:tagLst>
</file>

<file path=ppt/tags/tag40.xml><?xml version="1.0" encoding="utf-8"?>
<p:tagLst xmlns:p="http://schemas.openxmlformats.org/presentationml/2006/main">
  <p:tag name="AS_UNIQUEID" val="449"/>
</p:tagLst>
</file>

<file path=ppt/tags/tag41.xml><?xml version="1.0" encoding="utf-8"?>
<p:tagLst xmlns:p="http://schemas.openxmlformats.org/presentationml/2006/main">
  <p:tag name="AS_UNIQUEID" val="450"/>
</p:tagLst>
</file>

<file path=ppt/tags/tag42.xml><?xml version="1.0" encoding="utf-8"?>
<p:tagLst xmlns:p="http://schemas.openxmlformats.org/presentationml/2006/main">
  <p:tag name="AS_UNIQUEID" val="451"/>
  <p:tag name="KSO_WM_BEAUTIFY_FLAG" val=""/>
</p:tagLst>
</file>

<file path=ppt/tags/tag43.xml><?xml version="1.0" encoding="utf-8"?>
<p:tagLst xmlns:p="http://schemas.openxmlformats.org/presentationml/2006/main">
  <p:tag name="AS_UNIQUEID" val="452"/>
  <p:tag name="KSO_WM_BEAUTIFY_FLAG" val=""/>
</p:tagLst>
</file>

<file path=ppt/tags/tag44.xml><?xml version="1.0" encoding="utf-8"?>
<p:tagLst xmlns:p="http://schemas.openxmlformats.org/presentationml/2006/main">
  <p:tag name="AS_UNIQUEID" val="453"/>
  <p:tag name="KSO_WM_BEAUTIFY_FLAG" val=""/>
</p:tagLst>
</file>

<file path=ppt/tags/tag45.xml><?xml version="1.0" encoding="utf-8"?>
<p:tagLst xmlns:p="http://schemas.openxmlformats.org/presentationml/2006/main">
  <p:tag name="AS_UNIQUEID" val="454"/>
  <p:tag name="KSO_WM_BEAUTIFY_FLAG" val=""/>
</p:tagLst>
</file>

<file path=ppt/tags/tag46.xml><?xml version="1.0" encoding="utf-8"?>
<p:tagLst xmlns:p="http://schemas.openxmlformats.org/presentationml/2006/main">
  <p:tag name="AS_UNIQUEID" val="455"/>
</p:tagLst>
</file>

<file path=ppt/tags/tag47.xml><?xml version="1.0" encoding="utf-8"?>
<p:tagLst xmlns:p="http://schemas.openxmlformats.org/presentationml/2006/main">
  <p:tag name="AS_UNIQUEID" val="456"/>
</p:tagLst>
</file>

<file path=ppt/tags/tag48.xml><?xml version="1.0" encoding="utf-8"?>
<p:tagLst xmlns:p="http://schemas.openxmlformats.org/presentationml/2006/main">
  <p:tag name="AS_UNIQUEID" val="457"/>
</p:tagLst>
</file>

<file path=ppt/tags/tag49.xml><?xml version="1.0" encoding="utf-8"?>
<p:tagLst xmlns:p="http://schemas.openxmlformats.org/presentationml/2006/main">
  <p:tag name="AS_UNIQUEID" val="458"/>
</p:tagLst>
</file>

<file path=ppt/tags/tag50.xml><?xml version="1.0" encoding="utf-8"?>
<p:tagLst xmlns:p="http://schemas.openxmlformats.org/presentationml/2006/main">
  <p:tag name="AS_UNIQUEID" val="459"/>
</p:tagLst>
</file>

<file path=ppt/tags/tag51.xml><?xml version="1.0" encoding="utf-8"?>
<p:tagLst xmlns:p="http://schemas.openxmlformats.org/presentationml/2006/main">
  <p:tag name="AS_UNIQUEID" val="460"/>
  <p:tag name="KSO_WM_DIAGRAM_VIRTUALLY_FRAME" val="{&quot;height&quot;:430.1414173228346,&quot;left&quot;:352.95,&quot;top&quot;:62,&quot;width&quot;:546.05}"/>
</p:tagLst>
</file>

<file path=ppt/tags/tag52.xml><?xml version="1.0" encoding="utf-8"?>
<p:tagLst xmlns:p="http://schemas.openxmlformats.org/presentationml/2006/main">
  <p:tag name="AS_UNIQUEID" val="461"/>
  <p:tag name="KSO_WM_DIAGRAM_VIRTUALLY_FRAME" val="{&quot;height&quot;:430.1414173228346,&quot;left&quot;:352.95,&quot;top&quot;:62,&quot;width&quot;:546.05}"/>
</p:tagLst>
</file>

<file path=ppt/tags/tag53.xml><?xml version="1.0" encoding="utf-8"?>
<p:tagLst xmlns:p="http://schemas.openxmlformats.org/presentationml/2006/main">
  <p:tag name="AS_UNIQUEID" val="462"/>
  <p:tag name="KSO_WM_DIAGRAM_VIRTUALLY_FRAME" val="{&quot;height&quot;:430.1414173228346,&quot;left&quot;:352.95,&quot;top&quot;:62,&quot;width&quot;:546.05}"/>
</p:tagLst>
</file>

<file path=ppt/tags/tag54.xml><?xml version="1.0" encoding="utf-8"?>
<p:tagLst xmlns:p="http://schemas.openxmlformats.org/presentationml/2006/main">
  <p:tag name="AS_UNIQUEID" val="463"/>
  <p:tag name="KSO_WM_DIAGRAM_VIRTUALLY_FRAME" val="{&quot;height&quot;:430.1414173228346,&quot;left&quot;:352.95,&quot;top&quot;:62,&quot;width&quot;:546.05}"/>
</p:tagLst>
</file>

<file path=ppt/tags/tag55.xml><?xml version="1.0" encoding="utf-8"?>
<p:tagLst xmlns:p="http://schemas.openxmlformats.org/presentationml/2006/main">
  <p:tag name="AS_UNIQUEID" val="464"/>
  <p:tag name="KSO_WM_DIAGRAM_VIRTUALLY_FRAME" val="{&quot;height&quot;:430.1414173228346,&quot;left&quot;:352.95,&quot;top&quot;:62,&quot;width&quot;:546.05}"/>
</p:tagLst>
</file>

<file path=ppt/tags/tag56.xml><?xml version="1.0" encoding="utf-8"?>
<p:tagLst xmlns:p="http://schemas.openxmlformats.org/presentationml/2006/main">
  <p:tag name="AS_UNIQUEID" val="465"/>
  <p:tag name="KSO_WM_DIAGRAM_VIRTUALLY_FRAME" val="{&quot;height&quot;:430.1414173228346,&quot;left&quot;:352.95,&quot;top&quot;:62,&quot;width&quot;:546.05}"/>
</p:tagLst>
</file>

<file path=ppt/tags/tag57.xml><?xml version="1.0" encoding="utf-8"?>
<p:tagLst xmlns:p="http://schemas.openxmlformats.org/presentationml/2006/main">
  <p:tag name="AS_UNIQUEID" val="466"/>
  <p:tag name="KSO_WM_BEAUTIFY_FLAG" val=""/>
  <p:tag name="KSO_WM_DIAGRAM_VIRTUALLY_FRAME" val="{&quot;height&quot;:430.1414173228346,&quot;left&quot;:352.95,&quot;top&quot;:62,&quot;width&quot;:546.05}"/>
</p:tagLst>
</file>

<file path=ppt/tags/tag58.xml><?xml version="1.0" encoding="utf-8"?>
<p:tagLst xmlns:p="http://schemas.openxmlformats.org/presentationml/2006/main">
  <p:tag name="AS_UNIQUEID" val="467"/>
  <p:tag name="KSO_WM_DIAGRAM_VIRTUALLY_FRAME" val="{&quot;height&quot;:430.1414173228346,&quot;left&quot;:352.95,&quot;top&quot;:62,&quot;width&quot;:546.05}"/>
</p:tagLst>
</file>

<file path=ppt/tags/tag59.xml><?xml version="1.0" encoding="utf-8"?>
<p:tagLst xmlns:p="http://schemas.openxmlformats.org/presentationml/2006/main">
  <p:tag name="AS_UNIQUEID" val="468"/>
  <p:tag name="KSO_WM_DIAGRAM_VIRTUALLY_FRAME" val="{&quot;height&quot;:430.1414173228346,&quot;left&quot;:352.95,&quot;top&quot;:62,&quot;width&quot;:546.05}"/>
</p:tagLst>
</file>

<file path=ppt/tags/tag60.xml><?xml version="1.0" encoding="utf-8"?>
<p:tagLst xmlns:p="http://schemas.openxmlformats.org/presentationml/2006/main">
  <p:tag name="AS_UNIQUEID" val="469"/>
  <p:tag name="KSO_WM_DIAGRAM_VIRTUALLY_FRAME" val="{&quot;height&quot;:430.1414173228346,&quot;left&quot;:352.95,&quot;top&quot;:62,&quot;width&quot;:546.05}"/>
</p:tagLst>
</file>

<file path=ppt/tags/tag61.xml><?xml version="1.0" encoding="utf-8"?>
<p:tagLst xmlns:p="http://schemas.openxmlformats.org/presentationml/2006/main">
  <p:tag name="AS_UNIQUEID" val="470"/>
  <p:tag name="KSO_WM_DIAGRAM_VIRTUALLY_FRAME" val="{&quot;height&quot;:430.1414173228346,&quot;left&quot;:352.95,&quot;top&quot;:62,&quot;width&quot;:546.05}"/>
</p:tagLst>
</file>

<file path=ppt/tags/tag62.xml><?xml version="1.0" encoding="utf-8"?>
<p:tagLst xmlns:p="http://schemas.openxmlformats.org/presentationml/2006/main">
  <p:tag name="AS_UNIQUEID" val="471"/>
</p:tagLst>
</file>

<file path=ppt/tags/tag63.xml><?xml version="1.0" encoding="utf-8"?>
<p:tagLst xmlns:p="http://schemas.openxmlformats.org/presentationml/2006/main">
  <p:tag name="AS_UNIQUEID" val="472"/>
</p:tagLst>
</file>

<file path=ppt/tags/tag64.xml><?xml version="1.0" encoding="utf-8"?>
<p:tagLst xmlns:p="http://schemas.openxmlformats.org/presentationml/2006/main">
  <p:tag name="AS_UNIQUEID" val="473"/>
</p:tagLst>
</file>

<file path=ppt/tags/tag65.xml><?xml version="1.0" encoding="utf-8"?>
<p:tagLst xmlns:p="http://schemas.openxmlformats.org/presentationml/2006/main">
  <p:tag name="AS_UNIQUEID" val="474"/>
</p:tagLst>
</file>

<file path=ppt/tags/tag66.xml><?xml version="1.0" encoding="utf-8"?>
<p:tagLst xmlns:p="http://schemas.openxmlformats.org/presentationml/2006/main">
  <p:tag name="AS_UNIQUEID" val="475"/>
</p:tagLst>
</file>

<file path=ppt/tags/tag67.xml><?xml version="1.0" encoding="utf-8"?>
<p:tagLst xmlns:p="http://schemas.openxmlformats.org/presentationml/2006/main">
  <p:tag name="AS_UNIQUEID" val="476"/>
</p:tagLst>
</file>

<file path=ppt/tags/tag68.xml><?xml version="1.0" encoding="utf-8"?>
<p:tagLst xmlns:p="http://schemas.openxmlformats.org/presentationml/2006/main">
  <p:tag name="AS_UNIQUEID" val="477"/>
</p:tagLst>
</file>

<file path=ppt/tags/tag69.xml><?xml version="1.0" encoding="utf-8"?>
<p:tagLst xmlns:p="http://schemas.openxmlformats.org/presentationml/2006/main">
  <p:tag name="AS_UNIQUEID" val="478"/>
</p:tagLst>
</file>

<file path=ppt/tags/tag70.xml><?xml version="1.0" encoding="utf-8"?>
<p:tagLst xmlns:p="http://schemas.openxmlformats.org/presentationml/2006/main">
  <p:tag name="AS_UNIQUEID" val="479"/>
</p:tagLst>
</file>

<file path=ppt/tags/tag71.xml><?xml version="1.0" encoding="utf-8"?>
<p:tagLst xmlns:p="http://schemas.openxmlformats.org/presentationml/2006/main">
  <p:tag name="AS_UNIQUEID" val="480"/>
</p:tagLst>
</file>

<file path=ppt/tags/tag72.xml><?xml version="1.0" encoding="utf-8"?>
<p:tagLst xmlns:p="http://schemas.openxmlformats.org/presentationml/2006/main">
  <p:tag name="AS_UNIQUEID" val="481"/>
  <p:tag name="KSO_WM_BEAUTIFY_FLAG" val=""/>
</p:tagLst>
</file>

<file path=ppt/tags/tag73.xml><?xml version="1.0" encoding="utf-8"?>
<p:tagLst xmlns:p="http://schemas.openxmlformats.org/presentationml/2006/main">
  <p:tag name="AS_UNIQUEID" val="482"/>
  <p:tag name="KSO_WM_BEAUTIFY_FLAG" val=""/>
</p:tagLst>
</file>

<file path=ppt/tags/tag74.xml><?xml version="1.0" encoding="utf-8"?>
<p:tagLst xmlns:p="http://schemas.openxmlformats.org/presentationml/2006/main">
  <p:tag name="AS_UNIQUEID" val="483"/>
  <p:tag name="KSO_WM_BEAUTIFY_FLAG" val=""/>
</p:tagLst>
</file>

<file path=ppt/tags/tag75.xml><?xml version="1.0" encoding="utf-8"?>
<p:tagLst xmlns:p="http://schemas.openxmlformats.org/presentationml/2006/main">
  <p:tag name="AS_UNIQUEID" val="484"/>
  <p:tag name="KSO_WM_BEAUTIFY_FLAG" val=""/>
</p:tagLst>
</file>

<file path=ppt/tags/tag76.xml><?xml version="1.0" encoding="utf-8"?>
<p:tagLst xmlns:p="http://schemas.openxmlformats.org/presentationml/2006/main">
  <p:tag name="AS_UNIQUEID" val="485"/>
  <p:tag name="KSO_WM_BEAUTIFY_FLAG" val=""/>
</p:tagLst>
</file>

<file path=ppt/tags/tag77.xml><?xml version="1.0" encoding="utf-8"?>
<p:tagLst xmlns:p="http://schemas.openxmlformats.org/presentationml/2006/main">
  <p:tag name="AS_UNIQUEID" val="486"/>
</p:tagLst>
</file>

<file path=ppt/tags/tag78.xml><?xml version="1.0" encoding="utf-8"?>
<p:tagLst xmlns:p="http://schemas.openxmlformats.org/presentationml/2006/main">
  <p:tag name="AS_UNIQUEID" val="487"/>
  <p:tag name="KSO_WM_BEAUTIFY_FLAG" val=""/>
</p:tagLst>
</file>

<file path=ppt/tags/tag79.xml><?xml version="1.0" encoding="utf-8"?>
<p:tagLst xmlns:p="http://schemas.openxmlformats.org/presentationml/2006/main">
  <p:tag name="AS_UNIQUEID" val="488"/>
  <p:tag name="KSO_WM_BEAUTIFY_FLAG" val=""/>
</p:tagLst>
</file>

<file path=ppt/tags/tag80.xml><?xml version="1.0" encoding="utf-8"?>
<p:tagLst xmlns:p="http://schemas.openxmlformats.org/presentationml/2006/main">
  <p:tag name="AS_UNIQUEID" val="489"/>
  <p:tag name="KSO_WM_BEAUTIFY_FLAG" val=""/>
</p:tagLst>
</file>

<file path=ppt/tags/tag81.xml><?xml version="1.0" encoding="utf-8"?>
<p:tagLst xmlns:p="http://schemas.openxmlformats.org/presentationml/2006/main">
  <p:tag name="AS_UNIQUEID" val="490"/>
  <p:tag name="KSO_WM_BEAUTIFY_FLAG" val=""/>
</p:tagLst>
</file>

<file path=ppt/tags/tag82.xml><?xml version="1.0" encoding="utf-8"?>
<p:tagLst xmlns:p="http://schemas.openxmlformats.org/presentationml/2006/main">
  <p:tag name="AS_UNIQUEID" val="491"/>
  <p:tag name="KSO_WM_BEAUTIFY_FLAG" val=""/>
</p:tagLst>
</file>

<file path=ppt/tags/tag83.xml><?xml version="1.0" encoding="utf-8"?>
<p:tagLst xmlns:p="http://schemas.openxmlformats.org/presentationml/2006/main">
  <p:tag name="AS_UNIQUEID" val="492"/>
  <p:tag name="KSO_WM_BEAUTIFY_FLAG" val=""/>
</p:tagLst>
</file>

<file path=ppt/tags/tag84.xml><?xml version="1.0" encoding="utf-8"?>
<p:tagLst xmlns:p="http://schemas.openxmlformats.org/presentationml/2006/main">
  <p:tag name="AS_UNIQUEID" val="493"/>
</p:tagLst>
</file>

<file path=ppt/tags/tag85.xml><?xml version="1.0" encoding="utf-8"?>
<p:tagLst xmlns:p="http://schemas.openxmlformats.org/presentationml/2006/main">
  <p:tag name="AS_UNIQUEID" val="494"/>
</p:tagLst>
</file>

<file path=ppt/tags/tag86.xml><?xml version="1.0" encoding="utf-8"?>
<p:tagLst xmlns:p="http://schemas.openxmlformats.org/presentationml/2006/main">
  <p:tag name="AS_UNIQUEID" val="495"/>
  <p:tag name="KSO_WM_BEAUTIFY_FLAG" val=""/>
</p:tagLst>
</file>

<file path=ppt/tags/tag87.xml><?xml version="1.0" encoding="utf-8"?>
<p:tagLst xmlns:p="http://schemas.openxmlformats.org/presentationml/2006/main">
  <p:tag name="AS_UNIQUEID" val="496"/>
  <p:tag name="KSO_WM_BEAUTIFY_FLAG" val=""/>
</p:tagLst>
</file>

<file path=ppt/tags/tag88.xml><?xml version="1.0" encoding="utf-8"?>
<p:tagLst xmlns:p="http://schemas.openxmlformats.org/presentationml/2006/main">
  <p:tag name="AS_UNIQUEID" val="497"/>
  <p:tag name="KSO_WM_BEAUTIFY_FLAG" val=""/>
</p:tagLst>
</file>

<file path=ppt/tags/tag89.xml><?xml version="1.0" encoding="utf-8"?>
<p:tagLst xmlns:p="http://schemas.openxmlformats.org/presentationml/2006/main">
  <p:tag name="AS_UNIQUEID" val="498"/>
  <p:tag name="KSO_WM_BEAUTIFY_FLAG" val=""/>
</p:tagLst>
</file>

<file path=ppt/tags/tag90.xml><?xml version="1.0" encoding="utf-8"?>
<p:tagLst xmlns:p="http://schemas.openxmlformats.org/presentationml/2006/main">
  <p:tag name="AS_UNIQUEID" val="499"/>
  <p:tag name="KSO_WM_BEAUTIFY_FLAG" val=""/>
</p:tagLst>
</file>

<file path=ppt/tags/tag91.xml><?xml version="1.0" encoding="utf-8"?>
<p:tagLst xmlns:p="http://schemas.openxmlformats.org/presentationml/2006/main">
  <p:tag name="AS_UNIQUEID" val="500"/>
  <p:tag name="KSO_WM_BEAUTIFY_FLAG" val=""/>
</p:tagLst>
</file>

<file path=ppt/tags/tag92.xml><?xml version="1.0" encoding="utf-8"?>
<p:tagLst xmlns:p="http://schemas.openxmlformats.org/presentationml/2006/main">
  <p:tag name="AS_UNIQUEID" val="501"/>
</p:tagLst>
</file>

<file path=ppt/tags/tag93.xml><?xml version="1.0" encoding="utf-8"?>
<p:tagLst xmlns:p="http://schemas.openxmlformats.org/presentationml/2006/main">
  <p:tag name="AS_UNIQUEID" val="502"/>
</p:tagLst>
</file>

<file path=ppt/tags/tag94.xml><?xml version="1.0" encoding="utf-8"?>
<p:tagLst xmlns:p="http://schemas.openxmlformats.org/presentationml/2006/main">
  <p:tag name="AS_UNIQUEID" val="503"/>
</p:tagLst>
</file>

<file path=ppt/tags/tag95.xml><?xml version="1.0" encoding="utf-8"?>
<p:tagLst xmlns:p="http://schemas.openxmlformats.org/presentationml/2006/main">
  <p:tag name="AS_UNIQUEID" val="504"/>
</p:tagLst>
</file>

<file path=ppt/tags/tag96.xml><?xml version="1.0" encoding="utf-8"?>
<p:tagLst xmlns:p="http://schemas.openxmlformats.org/presentationml/2006/main">
  <p:tag name="AS_UNIQUEID" val="505"/>
</p:tagLst>
</file>

<file path=ppt/tags/tag97.xml><?xml version="1.0" encoding="utf-8"?>
<p:tagLst xmlns:p="http://schemas.openxmlformats.org/presentationml/2006/main">
  <p:tag name="AS_UNIQUEID" val="506"/>
</p:tagLst>
</file>

<file path=ppt/tags/tag98.xml><?xml version="1.0" encoding="utf-8"?>
<p:tagLst xmlns:p="http://schemas.openxmlformats.org/presentationml/2006/main">
  <p:tag name="AS_UNIQUEID" val="507"/>
</p:tagLst>
</file>

<file path=ppt/tags/tag99.xml><?xml version="1.0" encoding="utf-8"?>
<p:tagLst xmlns:p="http://schemas.openxmlformats.org/presentationml/2006/main">
  <p:tag name="AS_UNIQUEID" val="508"/>
</p:tagLst>
</file>

<file path=ppt/tags/tag100.xml><?xml version="1.0" encoding="utf-8"?>
<p:tagLst xmlns:p="http://schemas.openxmlformats.org/presentationml/2006/main">
  <p:tag name="AS_UNIQUEID" val="509"/>
</p:tagLst>
</file>

<file path=ppt/tags/tag101.xml><?xml version="1.0" encoding="utf-8"?>
<p:tagLst xmlns:p="http://schemas.openxmlformats.org/presentationml/2006/main">
  <p:tag name="AS_UNIQUEID" val="510"/>
</p:tagLst>
</file>

<file path=ppt/tags/tag102.xml><?xml version="1.0" encoding="utf-8"?>
<p:tagLst xmlns:p="http://schemas.openxmlformats.org/presentationml/2006/main">
  <p:tag name="AS_UNIQUEID" val="511"/>
</p:tagLst>
</file>

<file path=ppt/tags/tag103.xml><?xml version="1.0" encoding="utf-8"?>
<p:tagLst xmlns:p="http://schemas.openxmlformats.org/presentationml/2006/main">
  <p:tag name="AS_UNIQUEID" val="512"/>
</p:tagLst>
</file>

<file path=ppt/tags/tag104.xml><?xml version="1.0" encoding="utf-8"?>
<p:tagLst xmlns:p="http://schemas.openxmlformats.org/presentationml/2006/main">
  <p:tag name="AS_UNIQUEID" val="513"/>
</p:tagLst>
</file>

<file path=ppt/tags/tag105.xml><?xml version="1.0" encoding="utf-8"?>
<p:tagLst xmlns:p="http://schemas.openxmlformats.org/presentationml/2006/main">
  <p:tag name="AS_UNIQUEID" val="514"/>
</p:tagLst>
</file>

<file path=ppt/tags/tag106.xml><?xml version="1.0" encoding="utf-8"?>
<p:tagLst xmlns:p="http://schemas.openxmlformats.org/presentationml/2006/main">
  <p:tag name="AS_UNIQUEID" val="515"/>
</p:tagLst>
</file>

<file path=ppt/tags/tag107.xml><?xml version="1.0" encoding="utf-8"?>
<p:tagLst xmlns:p="http://schemas.openxmlformats.org/presentationml/2006/main">
  <p:tag name="AS_UNIQUEID" val="516"/>
</p:tagLst>
</file>

<file path=ppt/tags/tag108.xml><?xml version="1.0" encoding="utf-8"?>
<p:tagLst xmlns:p="http://schemas.openxmlformats.org/presentationml/2006/main">
  <p:tag name="AS_UNIQUEID" val="517"/>
</p:tagLst>
</file>

<file path=ppt/tags/tag109.xml><?xml version="1.0" encoding="utf-8"?>
<p:tagLst xmlns:p="http://schemas.openxmlformats.org/presentationml/2006/main">
  <p:tag name="AS_UNIQUEID" val="518"/>
</p:tagLst>
</file>

<file path=ppt/tags/tag110.xml><?xml version="1.0" encoding="utf-8"?>
<p:tagLst xmlns:p="http://schemas.openxmlformats.org/presentationml/2006/main">
  <p:tag name="AS_UNIQUEID" val="519"/>
</p:tagLst>
</file>

<file path=ppt/tags/tag111.xml><?xml version="1.0" encoding="utf-8"?>
<p:tagLst xmlns:p="http://schemas.openxmlformats.org/presentationml/2006/main">
  <p:tag name="AS_UNIQUEID" val="520"/>
</p:tagLst>
</file>

<file path=ppt/tags/tag112.xml><?xml version="1.0" encoding="utf-8"?>
<p:tagLst xmlns:p="http://schemas.openxmlformats.org/presentationml/2006/main">
  <p:tag name="AS_UNIQUEID" val="521"/>
</p:tagLst>
</file>

<file path=ppt/tags/tag113.xml><?xml version="1.0" encoding="utf-8"?>
<p:tagLst xmlns:p="http://schemas.openxmlformats.org/presentationml/2006/main">
  <p:tag name="AS_UNIQUEID" val="522"/>
</p:tagLst>
</file>

<file path=ppt/tags/tag114.xml><?xml version="1.0" encoding="utf-8"?>
<p:tagLst xmlns:p="http://schemas.openxmlformats.org/presentationml/2006/main">
  <p:tag name="AS_UNIQUEID" val="523"/>
</p:tagLst>
</file>

<file path=ppt/tags/tag115.xml><?xml version="1.0" encoding="utf-8"?>
<p:tagLst xmlns:p="http://schemas.openxmlformats.org/presentationml/2006/main">
  <p:tag name="AS_UNIQUEID" val="524"/>
</p:tagLst>
</file>

<file path=ppt/tags/tag116.xml><?xml version="1.0" encoding="utf-8"?>
<p:tagLst xmlns:p="http://schemas.openxmlformats.org/presentationml/2006/main">
  <p:tag name="AS_UNIQUEID" val="525"/>
</p:tagLst>
</file>

<file path=ppt/tags/tag117.xml><?xml version="1.0" encoding="utf-8"?>
<p:tagLst xmlns:p="http://schemas.openxmlformats.org/presentationml/2006/main">
  <p:tag name="AS_UNIQUEID" val="526"/>
</p:tagLst>
</file>

<file path=ppt/tags/tag118.xml><?xml version="1.0" encoding="utf-8"?>
<p:tagLst xmlns:p="http://schemas.openxmlformats.org/presentationml/2006/main">
  <p:tag name="AS_UNIQUEID" val="527"/>
</p:tagLst>
</file>

<file path=ppt/tags/tag119.xml><?xml version="1.0" encoding="utf-8"?>
<p:tagLst xmlns:p="http://schemas.openxmlformats.org/presentationml/2006/main">
  <p:tag name="AS_UNIQUEID" val="528"/>
</p:tagLst>
</file>

<file path=ppt/tags/tag120.xml><?xml version="1.0" encoding="utf-8"?>
<p:tagLst xmlns:p="http://schemas.openxmlformats.org/presentationml/2006/main">
  <p:tag name="AS_UNIQUEID" val="529"/>
</p:tagLst>
</file>

<file path=ppt/tags/tag121.xml><?xml version="1.0" encoding="utf-8"?>
<p:tagLst xmlns:p="http://schemas.openxmlformats.org/presentationml/2006/main">
  <p:tag name="AS_UNIQUEID" val="530"/>
</p:tagLst>
</file>

<file path=ppt/tags/tag122.xml><?xml version="1.0" encoding="utf-8"?>
<p:tagLst xmlns:p="http://schemas.openxmlformats.org/presentationml/2006/main">
  <p:tag name="AS_UNIQUEID" val="531"/>
</p:tagLst>
</file>

<file path=ppt/tags/tag123.xml><?xml version="1.0" encoding="utf-8"?>
<p:tagLst xmlns:p="http://schemas.openxmlformats.org/presentationml/2006/main">
  <p:tag name="AS_UNIQUEID" val="532"/>
</p:tagLst>
</file>

<file path=ppt/tags/tag124.xml><?xml version="1.0" encoding="utf-8"?>
<p:tagLst xmlns:p="http://schemas.openxmlformats.org/presentationml/2006/main">
  <p:tag name="AS_UNIQUEID" val="533"/>
</p:tagLst>
</file>

<file path=ppt/tags/tag125.xml><?xml version="1.0" encoding="utf-8"?>
<p:tagLst xmlns:p="http://schemas.openxmlformats.org/presentationml/2006/main">
  <p:tag name="AS_UNIQUEID" val="534"/>
</p:tagLst>
</file>

<file path=ppt/tags/tag126.xml><?xml version="1.0" encoding="utf-8"?>
<p:tagLst xmlns:p="http://schemas.openxmlformats.org/presentationml/2006/main">
  <p:tag name="AS_UNIQUEID" val="535"/>
</p:tagLst>
</file>

<file path=ppt/tags/tag127.xml><?xml version="1.0" encoding="utf-8"?>
<p:tagLst xmlns:p="http://schemas.openxmlformats.org/presentationml/2006/main">
  <p:tag name="AS_UNIQUEID" val="536"/>
</p:tagLst>
</file>

<file path=ppt/tags/tag128.xml><?xml version="1.0" encoding="utf-8"?>
<p:tagLst xmlns:p="http://schemas.openxmlformats.org/presentationml/2006/main">
  <p:tag name="AS_UNIQUEID" val="537"/>
</p:tagLst>
</file>

<file path=ppt/tags/tag129.xml><?xml version="1.0" encoding="utf-8"?>
<p:tagLst xmlns:p="http://schemas.openxmlformats.org/presentationml/2006/main">
  <p:tag name="AS_UNIQUEID" val="538"/>
</p:tagLst>
</file>

<file path=ppt/tags/tag130.xml><?xml version="1.0" encoding="utf-8"?>
<p:tagLst xmlns:p="http://schemas.openxmlformats.org/presentationml/2006/main">
  <p:tag name="AS_UNIQUEID" val="539"/>
  <p:tag name="KSO_WM_BEAUTIFY_FLAG" val=""/>
</p:tagLst>
</file>

<file path=ppt/tags/tag131.xml><?xml version="1.0" encoding="utf-8"?>
<p:tagLst xmlns:p="http://schemas.openxmlformats.org/presentationml/2006/main">
  <p:tag name="AS_UNIQUEID" val="540"/>
  <p:tag name="KSO_WM_BEAUTIFY_FLAG" val=""/>
</p:tagLst>
</file>

<file path=ppt/tags/tag132.xml><?xml version="1.0" encoding="utf-8"?>
<p:tagLst xmlns:p="http://schemas.openxmlformats.org/presentationml/2006/main">
  <p:tag name="AS_UNIQUEID" val="541"/>
</p:tagLst>
</file>

<file path=ppt/tags/tag133.xml><?xml version="1.0" encoding="utf-8"?>
<p:tagLst xmlns:p="http://schemas.openxmlformats.org/presentationml/2006/main">
  <p:tag name="AS_UNIQUEID" val="542"/>
</p:tagLst>
</file>

<file path=ppt/tags/tag134.xml><?xml version="1.0" encoding="utf-8"?>
<p:tagLst xmlns:p="http://schemas.openxmlformats.org/presentationml/2006/main">
  <p:tag name="AS_UNIQUEID" val="543"/>
</p:tagLst>
</file>

<file path=ppt/tags/tag135.xml><?xml version="1.0" encoding="utf-8"?>
<p:tagLst xmlns:p="http://schemas.openxmlformats.org/presentationml/2006/main">
  <p:tag name="AS_UNIQUEID" val="544"/>
</p:tagLst>
</file>

<file path=ppt/tags/tag136.xml><?xml version="1.0" encoding="utf-8"?>
<p:tagLst xmlns:p="http://schemas.openxmlformats.org/presentationml/2006/main">
  <p:tag name="AS_UNIQUEID" val="545"/>
</p:tagLst>
</file>

<file path=ppt/tags/tag137.xml><?xml version="1.0" encoding="utf-8"?>
<p:tagLst xmlns:p="http://schemas.openxmlformats.org/presentationml/2006/main">
  <p:tag name="AS_UNIQUEID" val="546"/>
</p:tagLst>
</file>

<file path=ppt/tags/tag138.xml><?xml version="1.0" encoding="utf-8"?>
<p:tagLst xmlns:p="http://schemas.openxmlformats.org/presentationml/2006/main">
  <p:tag name="AS_UNIQUEID" val="547"/>
  <p:tag name="KSO_WM_BEAUTIFY_FLAG" val=""/>
</p:tagLst>
</file>

<file path=ppt/tags/tag139.xml><?xml version="1.0" encoding="utf-8"?>
<p:tagLst xmlns:p="http://schemas.openxmlformats.org/presentationml/2006/main">
  <p:tag name="AS_UNIQUEID" val="548"/>
  <p:tag name="KSO_WM_BEAUTIFY_FLAG" val=""/>
</p:tagLst>
</file>

<file path=ppt/tags/tag140.xml><?xml version="1.0" encoding="utf-8"?>
<p:tagLst xmlns:p="http://schemas.openxmlformats.org/presentationml/2006/main">
  <p:tag name="AS_UNIQUEID" val="549"/>
</p:tagLst>
</file>

<file path=ppt/tags/tag141.xml><?xml version="1.0" encoding="utf-8"?>
<p:tagLst xmlns:p="http://schemas.openxmlformats.org/presentationml/2006/main">
  <p:tag name="AS_UNIQUEID" val="550"/>
</p:tagLst>
</file>

<file path=ppt/tags/tag142.xml><?xml version="1.0" encoding="utf-8"?>
<p:tagLst xmlns:p="http://schemas.openxmlformats.org/presentationml/2006/main">
  <p:tag name="AS_UNIQUEID" val="551"/>
</p:tagLst>
</file>

<file path=ppt/tags/tag143.xml><?xml version="1.0" encoding="utf-8"?>
<p:tagLst xmlns:p="http://schemas.openxmlformats.org/presentationml/2006/main">
  <p:tag name="AS_UNIQUEID" val="552"/>
</p:tagLst>
</file>

<file path=ppt/tags/tag144.xml><?xml version="1.0" encoding="utf-8"?>
<p:tagLst xmlns:p="http://schemas.openxmlformats.org/presentationml/2006/main">
  <p:tag name="AS_UNIQUEID" val="553"/>
</p:tagLst>
</file>

<file path=ppt/tags/tag145.xml><?xml version="1.0" encoding="utf-8"?>
<p:tagLst xmlns:p="http://schemas.openxmlformats.org/presentationml/2006/main">
  <p:tag name="AS_UNIQUEID" val="554"/>
  <p:tag name="KSO_WM_BEAUTIFY_FLAG" val=""/>
</p:tagLst>
</file>

<file path=ppt/tags/tag146.xml><?xml version="1.0" encoding="utf-8"?>
<p:tagLst xmlns:p="http://schemas.openxmlformats.org/presentationml/2006/main">
  <p:tag name="AS_UNIQUEID" val="555"/>
  <p:tag name="KSO_WM_BEAUTIFY_FLAG" val=""/>
</p:tagLst>
</file>

<file path=ppt/tags/tag147.xml><?xml version="1.0" encoding="utf-8"?>
<p:tagLst xmlns:p="http://schemas.openxmlformats.org/presentationml/2006/main">
  <p:tag name="AS_UNIQUEID" val="556"/>
</p:tagLst>
</file>

<file path=ppt/tags/tag148.xml><?xml version="1.0" encoding="utf-8"?>
<p:tagLst xmlns:p="http://schemas.openxmlformats.org/presentationml/2006/main">
  <p:tag name="AS_UNIQUEID" val="557"/>
</p:tagLst>
</file>

<file path=ppt/tags/tag149.xml><?xml version="1.0" encoding="utf-8"?>
<p:tagLst xmlns:p="http://schemas.openxmlformats.org/presentationml/2006/main">
  <p:tag name="AS_UNIQUEID" val="558"/>
</p:tagLst>
</file>

<file path=ppt/tags/tag150.xml><?xml version="1.0" encoding="utf-8"?>
<p:tagLst xmlns:p="http://schemas.openxmlformats.org/presentationml/2006/main">
  <p:tag name="AS_UNIQUEID" val="559"/>
</p:tagLst>
</file>

<file path=ppt/tags/tag151.xml><?xml version="1.0" encoding="utf-8"?>
<p:tagLst xmlns:p="http://schemas.openxmlformats.org/presentationml/2006/main">
  <p:tag name="AS_UNIQUEID" val="560"/>
  <p:tag name="KSO_WM_BEAUTIFY_FLAG" val=""/>
</p:tagLst>
</file>

<file path=ppt/tags/tag152.xml><?xml version="1.0" encoding="utf-8"?>
<p:tagLst xmlns:p="http://schemas.openxmlformats.org/presentationml/2006/main">
  <p:tag name="AS_UNIQUEID" val="561"/>
  <p:tag name="KSO_WM_BEAUTIFY_FLAG" val=""/>
</p:tagLst>
</file>

<file path=ppt/tags/tag153.xml><?xml version="1.0" encoding="utf-8"?>
<p:tagLst xmlns:p="http://schemas.openxmlformats.org/presentationml/2006/main">
  <p:tag name="AS_UNIQUEID" val="1314"/>
</p:tagLst>
</file>

<file path=ppt/tags/tag154.xml><?xml version="1.0" encoding="utf-8"?>
<p:tagLst xmlns:p="http://schemas.openxmlformats.org/presentationml/2006/main">
  <p:tag name="AS_UNIQUEID" val="562"/>
</p:tagLst>
</file>

<file path=ppt/tags/tag155.xml><?xml version="1.0" encoding="utf-8"?>
<p:tagLst xmlns:p="http://schemas.openxmlformats.org/presentationml/2006/main">
  <p:tag name="AS_UNIQUEID" val="563"/>
</p:tagLst>
</file>

<file path=ppt/tags/tag156.xml><?xml version="1.0" encoding="utf-8"?>
<p:tagLst xmlns:p="http://schemas.openxmlformats.org/presentationml/2006/main">
  <p:tag name="AS_UNIQUEID" val="564"/>
</p:tagLst>
</file>

<file path=ppt/tags/tag157.xml><?xml version="1.0" encoding="utf-8"?>
<p:tagLst xmlns:p="http://schemas.openxmlformats.org/presentationml/2006/main">
  <p:tag name="AS_UNIQUEID" val="565"/>
</p:tagLst>
</file>

<file path=ppt/tags/tag158.xml><?xml version="1.0" encoding="utf-8"?>
<p:tagLst xmlns:p="http://schemas.openxmlformats.org/presentationml/2006/main">
  <p:tag name="AS_UNIQUEID" val="566"/>
</p:tagLst>
</file>

<file path=ppt/tags/tag159.xml><?xml version="1.0" encoding="utf-8"?>
<p:tagLst xmlns:p="http://schemas.openxmlformats.org/presentationml/2006/main">
  <p:tag name="AS_UNIQUEID" val="567"/>
  <p:tag name="KSO_WM_BEAUTIFY_FLAG" val=""/>
</p:tagLst>
</file>

<file path=ppt/tags/tag160.xml><?xml version="1.0" encoding="utf-8"?>
<p:tagLst xmlns:p="http://schemas.openxmlformats.org/presentationml/2006/main">
  <p:tag name="AS_UNIQUEID" val="568"/>
  <p:tag name="KSO_WM_BEAUTIFY_FLAG" val=""/>
</p:tagLst>
</file>

<file path=ppt/tags/tag161.xml><?xml version="1.0" encoding="utf-8"?>
<p:tagLst xmlns:p="http://schemas.openxmlformats.org/presentationml/2006/main">
  <p:tag name="AS_UNIQUEID" val="569"/>
  <p:tag name="KSO_WM_BEAUTIFY_FLAG" val=""/>
</p:tagLst>
</file>

<file path=ppt/tags/tag162.xml><?xml version="1.0" encoding="utf-8"?>
<p:tagLst xmlns:p="http://schemas.openxmlformats.org/presentationml/2006/main">
  <p:tag name="AS_UNIQUEID" val="409"/>
  <p:tag name="KSO_WM_BEAUTIFY_FLAG" val=""/>
</p:tagLst>
</file>

<file path=ppt/tags/tag163.xml><?xml version="1.0" encoding="utf-8"?>
<p:tagLst xmlns:p="http://schemas.openxmlformats.org/presentationml/2006/main">
  <p:tag name="AS_UNIQUEID" val="570"/>
  <p:tag name="KSO_WM_DIAGRAM_VIRTUALLY_FRAME" val="{&quot;height&quot;:279.9,&quot;left&quot;:49.9,&quot;top&quot;:194.45,&quot;width&quot;:862.8}"/>
</p:tagLst>
</file>

<file path=ppt/tags/tag164.xml><?xml version="1.0" encoding="utf-8"?>
<p:tagLst xmlns:p="http://schemas.openxmlformats.org/presentationml/2006/main">
  <p:tag name="AS_UNIQUEID" val="571"/>
  <p:tag name="KSO_WM_DIAGRAM_VIRTUALLY_FRAME" val="{&quot;height&quot;:279.9,&quot;left&quot;:49.9,&quot;top&quot;:194.45,&quot;width&quot;:862.8}"/>
</p:tagLst>
</file>

<file path=ppt/tags/tag165.xml><?xml version="1.0" encoding="utf-8"?>
<p:tagLst xmlns:p="http://schemas.openxmlformats.org/presentationml/2006/main">
  <p:tag name="AS_UNIQUEID" val="572"/>
</p:tagLst>
</file>

<file path=ppt/tags/tag166.xml><?xml version="1.0" encoding="utf-8"?>
<p:tagLst xmlns:p="http://schemas.openxmlformats.org/presentationml/2006/main">
  <p:tag name="AS_UNIQUEID" val="573"/>
</p:tagLst>
</file>

<file path=ppt/tags/tag167.xml><?xml version="1.0" encoding="utf-8"?>
<p:tagLst xmlns:p="http://schemas.openxmlformats.org/presentationml/2006/main">
  <p:tag name="AS_UNIQUEID" val="574"/>
</p:tagLst>
</file>

<file path=ppt/tags/tag168.xml><?xml version="1.0" encoding="utf-8"?>
<p:tagLst xmlns:p="http://schemas.openxmlformats.org/presentationml/2006/main">
  <p:tag name="AS_UNIQUEID" val="575"/>
  <p:tag name="KSO_WM_BEAUTIFY_FLAG" val=""/>
</p:tagLst>
</file>

<file path=ppt/tags/tag169.xml><?xml version="1.0" encoding="utf-8"?>
<p:tagLst xmlns:p="http://schemas.openxmlformats.org/presentationml/2006/main">
  <p:tag name="AS_UNIQUEID" val="576"/>
  <p:tag name="KSO_WM_BEAUTIFY_FLAG" val=""/>
</p:tagLst>
</file>

<file path=ppt/tags/tag170.xml><?xml version="1.0" encoding="utf-8"?>
<p:tagLst xmlns:p="http://schemas.openxmlformats.org/presentationml/2006/main">
  <p:tag name="AS_UNIQUEID" val="577"/>
  <p:tag name="KSO_WM_BEAUTIFY_FLAG" val=""/>
</p:tagLst>
</file>

<file path=ppt/tags/tag171.xml><?xml version="1.0" encoding="utf-8"?>
<p:tagLst xmlns:p="http://schemas.openxmlformats.org/presentationml/2006/main">
  <p:tag name="AS_UNIQUEID" val="578"/>
  <p:tag name="KSO_WM_BEAUTIFY_FLAG" val=""/>
</p:tagLst>
</file>

<file path=ppt/tags/tag172.xml><?xml version="1.0" encoding="utf-8"?>
<p:tagLst xmlns:p="http://schemas.openxmlformats.org/presentationml/2006/main">
  <p:tag name="AS_UNIQUEID" val="579"/>
  <p:tag name="KSO_WM_BEAUTIFY_FLAG" val=""/>
</p:tagLst>
</file>

<file path=ppt/tags/tag173.xml><?xml version="1.0" encoding="utf-8"?>
<p:tagLst xmlns:p="http://schemas.openxmlformats.org/presentationml/2006/main">
  <p:tag name="AS_UNIQUEID" val="580"/>
</p:tagLst>
</file>

<file path=ppt/tags/tag174.xml><?xml version="1.0" encoding="utf-8"?>
<p:tagLst xmlns:p="http://schemas.openxmlformats.org/presentationml/2006/main">
  <p:tag name="AS_UNIQUEID" val="581"/>
  <p:tag name="KSO_WM_BEAUTIFY_FLAG" val=""/>
</p:tagLst>
</file>

<file path=ppt/tags/tag175.xml><?xml version="1.0" encoding="utf-8"?>
<p:tagLst xmlns:p="http://schemas.openxmlformats.org/presentationml/2006/main">
  <p:tag name="AS_UNIQUEID" val="582"/>
  <p:tag name="KSO_WM_BEAUTIFY_FLAG" val=""/>
</p:tagLst>
</file>

<file path=ppt/tags/tag176.xml><?xml version="1.0" encoding="utf-8"?>
<p:tagLst xmlns:p="http://schemas.openxmlformats.org/presentationml/2006/main">
  <p:tag name="AS_UNIQUEID" val="583"/>
  <p:tag name="KSO_WM_BEAUTIFY_FLAG" val=""/>
</p:tagLst>
</file>

<file path=ppt/tags/tag177.xml><?xml version="1.0" encoding="utf-8"?>
<p:tagLst xmlns:p="http://schemas.openxmlformats.org/presentationml/2006/main">
  <p:tag name="AS_UNIQUEID" val="584"/>
  <p:tag name="KSO_WM_BEAUTIFY_FLAG" val=""/>
</p:tagLst>
</file>

<file path=ppt/tags/tag178.xml><?xml version="1.0" encoding="utf-8"?>
<p:tagLst xmlns:p="http://schemas.openxmlformats.org/presentationml/2006/main">
  <p:tag name="AS_UNIQUEID" val="585"/>
  <p:tag name="KSO_WM_BEAUTIFY_FLAG" val=""/>
</p:tagLst>
</file>

<file path=ppt/tags/tag179.xml><?xml version="1.0" encoding="utf-8"?>
<p:tagLst xmlns:p="http://schemas.openxmlformats.org/presentationml/2006/main">
  <p:tag name="AS_UNIQUEID" val="586"/>
</p:tagLst>
</file>

<file path=ppt/tags/tag180.xml><?xml version="1.0" encoding="utf-8"?>
<p:tagLst xmlns:p="http://schemas.openxmlformats.org/presentationml/2006/main">
  <p:tag name="AS_UNIQUEID" val="587"/>
</p:tagLst>
</file>

<file path=ppt/tags/tag181.xml><?xml version="1.0" encoding="utf-8"?>
<p:tagLst xmlns:p="http://schemas.openxmlformats.org/presentationml/2006/main">
  <p:tag name="AS_UNIQUEID" val="588"/>
</p:tagLst>
</file>

<file path=ppt/tags/tag182.xml><?xml version="1.0" encoding="utf-8"?>
<p:tagLst xmlns:p="http://schemas.openxmlformats.org/presentationml/2006/main">
  <p:tag name="AS_UNIQUEID" val="589"/>
</p:tagLst>
</file>

<file path=ppt/tags/tag183.xml><?xml version="1.0" encoding="utf-8"?>
<p:tagLst xmlns:p="http://schemas.openxmlformats.org/presentationml/2006/main">
  <p:tag name="AS_UNIQUEID" val="590"/>
</p:tagLst>
</file>

<file path=ppt/tags/tag184.xml><?xml version="1.0" encoding="utf-8"?>
<p:tagLst xmlns:p="http://schemas.openxmlformats.org/presentationml/2006/main">
  <p:tag name="AS_UNIQUEID" val="591"/>
  <p:tag name="KSO_WM_BEAUTIFY_FLAG" val=""/>
</p:tagLst>
</file>

<file path=ppt/tags/tag185.xml><?xml version="1.0" encoding="utf-8"?>
<p:tagLst xmlns:p="http://schemas.openxmlformats.org/presentationml/2006/main">
  <p:tag name="AS_UNIQUEID" val="592"/>
  <p:tag name="KSO_WM_BEAUTIFY_FLAG" val=""/>
</p:tagLst>
</file>

<file path=ppt/tags/tag186.xml><?xml version="1.0" encoding="utf-8"?>
<p:tagLst xmlns:p="http://schemas.openxmlformats.org/presentationml/2006/main">
  <p:tag name="AS_UNIQUEID" val="593"/>
</p:tagLst>
</file>

<file path=ppt/tags/tag187.xml><?xml version="1.0" encoding="utf-8"?>
<p:tagLst xmlns:p="http://schemas.openxmlformats.org/presentationml/2006/main">
  <p:tag name="AS_UNIQUEID" val="594"/>
</p:tagLst>
</file>

<file path=ppt/tags/tag188.xml><?xml version="1.0" encoding="utf-8"?>
<p:tagLst xmlns:p="http://schemas.openxmlformats.org/presentationml/2006/main">
  <p:tag name="AS_UNIQUEID" val="595"/>
</p:tagLst>
</file>

<file path=ppt/tags/tag189.xml><?xml version="1.0" encoding="utf-8"?>
<p:tagLst xmlns:p="http://schemas.openxmlformats.org/presentationml/2006/main">
  <p:tag name="AS_UNIQUEID" val="596"/>
</p:tagLst>
</file>

<file path=ppt/tags/tag190.xml><?xml version="1.0" encoding="utf-8"?>
<p:tagLst xmlns:p="http://schemas.openxmlformats.org/presentationml/2006/main">
  <p:tag name="AS_UNIQUEID" val="597"/>
  <p:tag name="KSO_WM_BEAUTIFY_FLAG" val=""/>
</p:tagLst>
</file>

<file path=ppt/tags/tag191.xml><?xml version="1.0" encoding="utf-8"?>
<p:tagLst xmlns:p="http://schemas.openxmlformats.org/presentationml/2006/main">
  <p:tag name="AS_UNIQUEID" val="598"/>
</p:tagLst>
</file>

<file path=ppt/tags/tag192.xml><?xml version="1.0" encoding="utf-8"?>
<p:tagLst xmlns:p="http://schemas.openxmlformats.org/presentationml/2006/main">
  <p:tag name="AS_UNIQUEID" val="599"/>
  <p:tag name="KSO_WM_BEAUTIFY_FLAG" val=""/>
</p:tagLst>
</file>

<file path=ppt/tags/tag193.xml><?xml version="1.0" encoding="utf-8"?>
<p:tagLst xmlns:p="http://schemas.openxmlformats.org/presentationml/2006/main">
  <p:tag name="AS_UNIQUEID" val="600"/>
  <p:tag name="KSO_WM_BEAUTIFY_FLAG" val=""/>
</p:tagLst>
</file>

<file path=ppt/tags/tag194.xml><?xml version="1.0" encoding="utf-8"?>
<p:tagLst xmlns:p="http://schemas.openxmlformats.org/presentationml/2006/main">
  <p:tag name="AS_UNIQUEID" val="601"/>
</p:tagLst>
</file>

<file path=ppt/tags/tag195.xml><?xml version="1.0" encoding="utf-8"?>
<p:tagLst xmlns:p="http://schemas.openxmlformats.org/presentationml/2006/main">
  <p:tag name="AS_UNIQUEID" val="602"/>
  <p:tag name="KSO_WM_BEAUTIFY_FLAG" val=""/>
</p:tagLst>
</file>

<file path=ppt/tags/tag196.xml><?xml version="1.0" encoding="utf-8"?>
<p:tagLst xmlns:p="http://schemas.openxmlformats.org/presentationml/2006/main">
  <p:tag name="AS_UNIQUEID" val="603"/>
  <p:tag name="KSO_WM_BEAUTIFY_FLAG" val=""/>
</p:tagLst>
</file>

<file path=ppt/tags/tag197.xml><?xml version="1.0" encoding="utf-8"?>
<p:tagLst xmlns:p="http://schemas.openxmlformats.org/presentationml/2006/main">
  <p:tag name="AS_UNIQUEID" val="604"/>
</p:tagLst>
</file>

<file path=ppt/tags/tag198.xml><?xml version="1.0" encoding="utf-8"?>
<p:tagLst xmlns:p="http://schemas.openxmlformats.org/presentationml/2006/main">
  <p:tag name="AS_UNIQUEID" val="605"/>
</p:tagLst>
</file>

<file path=ppt/tags/tag199.xml><?xml version="1.0" encoding="utf-8"?>
<p:tagLst xmlns:p="http://schemas.openxmlformats.org/presentationml/2006/main">
  <p:tag name="AS_UNIQUEID" val="606"/>
  <p:tag name="KSO_WM_BEAUTIFY_FLAG" val=""/>
</p:tagLst>
</file>

<file path=ppt/tags/tag200.xml><?xml version="1.0" encoding="utf-8"?>
<p:tagLst xmlns:p="http://schemas.openxmlformats.org/presentationml/2006/main">
  <p:tag name="AS_UNIQUEID" val="607"/>
  <p:tag name="KSO_WM_BEAUTIFY_FLAG" val=""/>
</p:tagLst>
</file>

<file path=ppt/tags/tag201.xml><?xml version="1.0" encoding="utf-8"?>
<p:tagLst xmlns:p="http://schemas.openxmlformats.org/presentationml/2006/main">
  <p:tag name="AS_UNIQUEID" val="608"/>
  <p:tag name="KSO_WM_BEAUTIFY_FLAG" val=""/>
</p:tagLst>
</file>

<file path=ppt/tags/tag202.xml><?xml version="1.0" encoding="utf-8"?>
<p:tagLst xmlns:p="http://schemas.openxmlformats.org/presentationml/2006/main">
  <p:tag name="AS_UNIQUEID" val="609"/>
  <p:tag name="KSO_WM_BEAUTIFY_FLAG" val=""/>
</p:tagLst>
</file>

<file path=ppt/tags/tag203.xml><?xml version="1.0" encoding="utf-8"?>
<p:tagLst xmlns:p="http://schemas.openxmlformats.org/presentationml/2006/main">
  <p:tag name="AS_UNIQUEID" val="610"/>
  <p:tag name="KSO_WM_BEAUTIFY_FLAG" val=""/>
</p:tagLst>
</file>

<file path=ppt/tags/tag204.xml><?xml version="1.0" encoding="utf-8"?>
<p:tagLst xmlns:p="http://schemas.openxmlformats.org/presentationml/2006/main">
  <p:tag name="AS_UNIQUEID" val="611"/>
</p:tagLst>
</file>

<file path=ppt/tags/tag205.xml><?xml version="1.0" encoding="utf-8"?>
<p:tagLst xmlns:p="http://schemas.openxmlformats.org/presentationml/2006/main">
  <p:tag name="AS_UNIQUEID" val="612"/>
  <p:tag name="KSO_WM_BEAUTIFY_FLAG" val=""/>
</p:tagLst>
</file>

<file path=ppt/tags/tag206.xml><?xml version="1.0" encoding="utf-8"?>
<p:tagLst xmlns:p="http://schemas.openxmlformats.org/presentationml/2006/main">
  <p:tag name="AS_UNIQUEID" val="613"/>
  <p:tag name="KSO_WM_BEAUTIFY_FLAG" val=""/>
</p:tagLst>
</file>

<file path=ppt/tags/tag207.xml><?xml version="1.0" encoding="utf-8"?>
<p:tagLst xmlns:p="http://schemas.openxmlformats.org/presentationml/2006/main">
  <p:tag name="AS_UNIQUEID" val="614"/>
  <p:tag name="KSO_WM_BEAUTIFY_FLAG" val=""/>
</p:tagLst>
</file>

<file path=ppt/tags/tag208.xml><?xml version="1.0" encoding="utf-8"?>
<p:tagLst xmlns:p="http://schemas.openxmlformats.org/presentationml/2006/main">
  <p:tag name="AS_UNIQUEID" val="615"/>
  <p:tag name="KSO_WM_BEAUTIFY_FLAG" val=""/>
</p:tagLst>
</file>

<file path=ppt/tags/tag209.xml><?xml version="1.0" encoding="utf-8"?>
<p:tagLst xmlns:p="http://schemas.openxmlformats.org/presentationml/2006/main">
  <p:tag name="AS_UNIQUEID" val="616"/>
  <p:tag name="KSO_WM_BEAUTIFY_FLAG" val=""/>
</p:tagLst>
</file>

<file path=ppt/tags/tag210.xml><?xml version="1.0" encoding="utf-8"?>
<p:tagLst xmlns:p="http://schemas.openxmlformats.org/presentationml/2006/main">
  <p:tag name="AS_UNIQUEID" val="617"/>
</p:tagLst>
</file>

<file path=ppt/tags/tag211.xml><?xml version="1.0" encoding="utf-8"?>
<p:tagLst xmlns:p="http://schemas.openxmlformats.org/presentationml/2006/main">
  <p:tag name="AS_UNIQUEID" val="618"/>
</p:tagLst>
</file>

<file path=ppt/tags/tag212.xml><?xml version="1.0" encoding="utf-8"?>
<p:tagLst xmlns:p="http://schemas.openxmlformats.org/presentationml/2006/main">
  <p:tag name="AS_UNIQUEID" val="619"/>
</p:tagLst>
</file>

<file path=ppt/tags/tag213.xml><?xml version="1.0" encoding="utf-8"?>
<p:tagLst xmlns:p="http://schemas.openxmlformats.org/presentationml/2006/main">
  <p:tag name="AS_UNIQUEID" val="620"/>
</p:tagLst>
</file>

<file path=ppt/tags/tag214.xml><?xml version="1.0" encoding="utf-8"?>
<p:tagLst xmlns:p="http://schemas.openxmlformats.org/presentationml/2006/main">
  <p:tag name="AS_UNIQUEID" val="621"/>
</p:tagLst>
</file>

<file path=ppt/tags/tag215.xml><?xml version="1.0" encoding="utf-8"?>
<p:tagLst xmlns:p="http://schemas.openxmlformats.org/presentationml/2006/main">
  <p:tag name="AS_UNIQUEID" val="622"/>
  <p:tag name="KSO_WM_BEAUTIFY_FLAG" val=""/>
</p:tagLst>
</file>

<file path=ppt/tags/tag216.xml><?xml version="1.0" encoding="utf-8"?>
<p:tagLst xmlns:p="http://schemas.openxmlformats.org/presentationml/2006/main">
  <p:tag name="AS_UNIQUEID" val="623"/>
  <p:tag name="KSO_WM_BEAUTIFY_FLAG" val=""/>
</p:tagLst>
</file>

<file path=ppt/tags/tag217.xml><?xml version="1.0" encoding="utf-8"?>
<p:tagLst xmlns:p="http://schemas.openxmlformats.org/presentationml/2006/main">
  <p:tag name="AS_UNIQUEID" val="624"/>
</p:tagLst>
</file>

<file path=ppt/tags/tag218.xml><?xml version="1.0" encoding="utf-8"?>
<p:tagLst xmlns:p="http://schemas.openxmlformats.org/presentationml/2006/main">
  <p:tag name="AS_UNIQUEID" val="625"/>
  <p:tag name="KSO_WM_BEAUTIFY_FLAG" val=""/>
</p:tagLst>
</file>

<file path=ppt/tags/tag219.xml><?xml version="1.0" encoding="utf-8"?>
<p:tagLst xmlns:p="http://schemas.openxmlformats.org/presentationml/2006/main">
  <p:tag name="AS_UNIQUEID" val="626"/>
  <p:tag name="KSO_WM_BEAUTIFY_FLAG" val=""/>
</p:tagLst>
</file>

<file path=ppt/tags/tag220.xml><?xml version="1.0" encoding="utf-8"?>
<p:tagLst xmlns:p="http://schemas.openxmlformats.org/presentationml/2006/main">
  <p:tag name="AS_UNIQUEID" val="627"/>
</p:tagLst>
</file>

<file path=ppt/tags/tag221.xml><?xml version="1.0" encoding="utf-8"?>
<p:tagLst xmlns:p="http://schemas.openxmlformats.org/presentationml/2006/main">
  <p:tag name="AS_UNIQUEID" val="628"/>
  <p:tag name="KSO_WM_BEAUTIFY_FLAG" val=""/>
</p:tagLst>
</file>

<file path=ppt/tags/tag222.xml><?xml version="1.0" encoding="utf-8"?>
<p:tagLst xmlns:p="http://schemas.openxmlformats.org/presentationml/2006/main">
  <p:tag name="AS_UNIQUEID" val="629"/>
</p:tagLst>
</file>

<file path=ppt/tags/tag223.xml><?xml version="1.0" encoding="utf-8"?>
<p:tagLst xmlns:p="http://schemas.openxmlformats.org/presentationml/2006/main">
  <p:tag name="AS_UNIQUEID" val="630"/>
  <p:tag name="KSO_WM_BEAUTIFY_FLAG" val=""/>
</p:tagLst>
</file>

<file path=ppt/tags/tag224.xml><?xml version="1.0" encoding="utf-8"?>
<p:tagLst xmlns:p="http://schemas.openxmlformats.org/presentationml/2006/main">
  <p:tag name="AS_UNIQUEID" val="631"/>
</p:tagLst>
</file>

<file path=ppt/tags/tag225.xml><?xml version="1.0" encoding="utf-8"?>
<p:tagLst xmlns:p="http://schemas.openxmlformats.org/presentationml/2006/main">
  <p:tag name="AS_UNIQUEID" val="632"/>
</p:tagLst>
</file>

<file path=ppt/tags/tag226.xml><?xml version="1.0" encoding="utf-8"?>
<p:tagLst xmlns:p="http://schemas.openxmlformats.org/presentationml/2006/main">
  <p:tag name="AS_UNIQUEID" val="633"/>
  <p:tag name="KSO_WM_BEAUTIFY_FLAG" val=""/>
</p:tagLst>
</file>

<file path=ppt/tags/tag227.xml><?xml version="1.0" encoding="utf-8"?>
<p:tagLst xmlns:p="http://schemas.openxmlformats.org/presentationml/2006/main">
  <p:tag name="AS_UNIQUEID" val="634"/>
  <p:tag name="KSO_WM_BEAUTIFY_FLAG" val=""/>
</p:tagLst>
</file>

<file path=ppt/tags/tag228.xml><?xml version="1.0" encoding="utf-8"?>
<p:tagLst xmlns:p="http://schemas.openxmlformats.org/presentationml/2006/main">
  <p:tag name="AS_UNIQUEID" val="635"/>
  <p:tag name="KSO_WM_BEAUTIFY_FLAG" val=""/>
</p:tagLst>
</file>

<file path=ppt/tags/tag229.xml><?xml version="1.0" encoding="utf-8"?>
<p:tagLst xmlns:p="http://schemas.openxmlformats.org/presentationml/2006/main">
  <p:tag name="AS_UNIQUEID" val="636"/>
  <p:tag name="KSO_WM_BEAUTIFY_FLAG" val=""/>
</p:tagLst>
</file>

<file path=ppt/tags/tag230.xml><?xml version="1.0" encoding="utf-8"?>
<p:tagLst xmlns:p="http://schemas.openxmlformats.org/presentationml/2006/main">
  <p:tag name="AS_UNIQUEID" val="637"/>
  <p:tag name="KSO_WM_BEAUTIFY_FLAG" val=""/>
</p:tagLst>
</file>

<file path=ppt/tags/tag231.xml><?xml version="1.0" encoding="utf-8"?>
<p:tagLst xmlns:p="http://schemas.openxmlformats.org/presentationml/2006/main">
  <p:tag name="AS_UNIQUEID" val="638"/>
</p:tagLst>
</file>

<file path=ppt/tags/tag232.xml><?xml version="1.0" encoding="utf-8"?>
<p:tagLst xmlns:p="http://schemas.openxmlformats.org/presentationml/2006/main">
  <p:tag name="AS_UNIQUEID" val="639"/>
  <p:tag name="KSO_WM_BEAUTIFY_FLAG" val=""/>
</p:tagLst>
</file>

<file path=ppt/tags/tag233.xml><?xml version="1.0" encoding="utf-8"?>
<p:tagLst xmlns:p="http://schemas.openxmlformats.org/presentationml/2006/main">
  <p:tag name="AS_UNIQUEID" val="640"/>
  <p:tag name="KSO_WM_BEAUTIFY_FLAG" val=""/>
</p:tagLst>
</file>

<file path=ppt/tags/tag234.xml><?xml version="1.0" encoding="utf-8"?>
<p:tagLst xmlns:p="http://schemas.openxmlformats.org/presentationml/2006/main">
  <p:tag name="AS_UNIQUEID" val="641"/>
  <p:tag name="KSO_WM_BEAUTIFY_FLAG" val=""/>
</p:tagLst>
</file>

<file path=ppt/tags/tag235.xml><?xml version="1.0" encoding="utf-8"?>
<p:tagLst xmlns:p="http://schemas.openxmlformats.org/presentationml/2006/main">
  <p:tag name="AS_UNIQUEID" val="642"/>
  <p:tag name="KSO_WM_BEAUTIFY_FLAG" val=""/>
</p:tagLst>
</file>

<file path=ppt/tags/tag236.xml><?xml version="1.0" encoding="utf-8"?>
<p:tagLst xmlns:p="http://schemas.openxmlformats.org/presentationml/2006/main">
  <p:tag name="AS_UNIQUEID" val="643"/>
  <p:tag name="KSO_WM_BEAUTIFY_FLAG" val=""/>
</p:tagLst>
</file>

<file path=ppt/tags/tag237.xml><?xml version="1.0" encoding="utf-8"?>
<p:tagLst xmlns:p="http://schemas.openxmlformats.org/presentationml/2006/main">
  <p:tag name="AS_UNIQUEID" val="644"/>
</p:tagLst>
</file>

<file path=ppt/tags/tag238.xml><?xml version="1.0" encoding="utf-8"?>
<p:tagLst xmlns:p="http://schemas.openxmlformats.org/presentationml/2006/main">
  <p:tag name="AS_UNIQUEID" val="645"/>
</p:tagLst>
</file>

<file path=ppt/tags/tag239.xml><?xml version="1.0" encoding="utf-8"?>
<p:tagLst xmlns:p="http://schemas.openxmlformats.org/presentationml/2006/main">
  <p:tag name="AS_UNIQUEID" val="646"/>
</p:tagLst>
</file>

<file path=ppt/tags/tag240.xml><?xml version="1.0" encoding="utf-8"?>
<p:tagLst xmlns:p="http://schemas.openxmlformats.org/presentationml/2006/main">
  <p:tag name="AS_UNIQUEID" val="647"/>
</p:tagLst>
</file>

<file path=ppt/tags/tag241.xml><?xml version="1.0" encoding="utf-8"?>
<p:tagLst xmlns:p="http://schemas.openxmlformats.org/presentationml/2006/main">
  <p:tag name="AS_UNIQUEID" val="648"/>
</p:tagLst>
</file>

<file path=ppt/tags/tag242.xml><?xml version="1.0" encoding="utf-8"?>
<p:tagLst xmlns:p="http://schemas.openxmlformats.org/presentationml/2006/main">
  <p:tag name="AS_UNIQUEID" val="649"/>
  <p:tag name="KSO_WM_BEAUTIFY_FLAG" val=""/>
</p:tagLst>
</file>

<file path=ppt/tags/tag243.xml><?xml version="1.0" encoding="utf-8"?>
<p:tagLst xmlns:p="http://schemas.openxmlformats.org/presentationml/2006/main">
  <p:tag name="AS_UNIQUEID" val="650"/>
  <p:tag name="KSO_WM_BEAUTIFY_FLAG" val=""/>
</p:tagLst>
</file>

<file path=ppt/tags/tag244.xml><?xml version="1.0" encoding="utf-8"?>
<p:tagLst xmlns:p="http://schemas.openxmlformats.org/presentationml/2006/main">
  <p:tag name="AS_UNIQUEID" val="651"/>
  <p:tag name="TABLE_ENDDRAG_ORIGIN_RECT" val="823*273"/>
  <p:tag name="TABLE_ENDDRAG_RECT" val="68*98*823*273"/>
</p:tagLst>
</file>

<file path=ppt/tags/tag245.xml><?xml version="1.0" encoding="utf-8"?>
<p:tagLst xmlns:p="http://schemas.openxmlformats.org/presentationml/2006/main">
  <p:tag name="AS_UNIQUEID" val="652"/>
</p:tagLst>
</file>

<file path=ppt/tags/tag246.xml><?xml version="1.0" encoding="utf-8"?>
<p:tagLst xmlns:p="http://schemas.openxmlformats.org/presentationml/2006/main">
  <p:tag name="AS_UNIQUEID" val="653"/>
  <p:tag name="KSO_WM_BEAUTIFY_FLAG" val=""/>
</p:tagLst>
</file>

<file path=ppt/tags/tag247.xml><?xml version="1.0" encoding="utf-8"?>
<p:tagLst xmlns:p="http://schemas.openxmlformats.org/presentationml/2006/main">
  <p:tag name="AS_UNIQUEID" val="654"/>
</p:tagLst>
</file>

<file path=ppt/tags/tag248.xml><?xml version="1.0" encoding="utf-8"?>
<p:tagLst xmlns:p="http://schemas.openxmlformats.org/presentationml/2006/main">
  <p:tag name="AS_UNIQUEID" val="655"/>
</p:tagLst>
</file>

<file path=ppt/tags/tag249.xml><?xml version="1.0" encoding="utf-8"?>
<p:tagLst xmlns:p="http://schemas.openxmlformats.org/presentationml/2006/main">
  <p:tag name="AS_UNIQUEID" val="656"/>
</p:tagLst>
</file>

<file path=ppt/tags/tag250.xml><?xml version="1.0" encoding="utf-8"?>
<p:tagLst xmlns:p="http://schemas.openxmlformats.org/presentationml/2006/main">
  <p:tag name="AS_UNIQUEID" val="657"/>
</p:tagLst>
</file>

<file path=ppt/tags/tag251.xml><?xml version="1.0" encoding="utf-8"?>
<p:tagLst xmlns:p="http://schemas.openxmlformats.org/presentationml/2006/main">
  <p:tag name="AS_UNIQUEID" val="658"/>
</p:tagLst>
</file>

<file path=ppt/tags/tag252.xml><?xml version="1.0" encoding="utf-8"?>
<p:tagLst xmlns:p="http://schemas.openxmlformats.org/presentationml/2006/main">
  <p:tag name="AS_UNIQUEID" val="659"/>
  <p:tag name="KSO_WM_BEAUTIFY_FLAG" val=""/>
</p:tagLst>
</file>

<file path=ppt/tags/tag253.xml><?xml version="1.0" encoding="utf-8"?>
<p:tagLst xmlns:p="http://schemas.openxmlformats.org/presentationml/2006/main">
  <p:tag name="AS_UNIQUEID" val="660"/>
  <p:tag name="KSO_WM_BEAUTIFY_FLAG" val=""/>
</p:tagLst>
</file>

<file path=ppt/tags/tag254.xml><?xml version="1.0" encoding="utf-8"?>
<p:tagLst xmlns:p="http://schemas.openxmlformats.org/presentationml/2006/main">
  <p:tag name="AS_UNIQUEID" val="661"/>
</p:tagLst>
</file>

<file path=ppt/tags/tag255.xml><?xml version="1.0" encoding="utf-8"?>
<p:tagLst xmlns:p="http://schemas.openxmlformats.org/presentationml/2006/main">
  <p:tag name="AS_UNIQUEID" val="662"/>
</p:tagLst>
</file>

<file path=ppt/tags/tag256.xml><?xml version="1.0" encoding="utf-8"?>
<p:tagLst xmlns:p="http://schemas.openxmlformats.org/presentationml/2006/main">
  <p:tag name="AS_UNIQUEID" val="663"/>
</p:tagLst>
</file>

<file path=ppt/tags/tag257.xml><?xml version="1.0" encoding="utf-8"?>
<p:tagLst xmlns:p="http://schemas.openxmlformats.org/presentationml/2006/main">
  <p:tag name="AS_UNIQUEID" val="664"/>
  <p:tag name="KSO_WM_BEAUTIFY_FLAG" val=""/>
  <p:tag name="KSO_WM_DIAGRAM_VIRTUALLY_FRAME" val="{&quot;height&quot;:279.9,&quot;left&quot;:49.9,&quot;top&quot;:194.45,&quot;width&quot;:862.8}"/>
</p:tagLst>
</file>

<file path=ppt/tags/tag258.xml><?xml version="1.0" encoding="utf-8"?>
<p:tagLst xmlns:p="http://schemas.openxmlformats.org/presentationml/2006/main">
  <p:tag name="AS_UNIQUEID" val="665"/>
  <p:tag name="KSO_WM_BEAUTIFY_FLAG" val=""/>
  <p:tag name="KSO_WM_DIAGRAM_VIRTUALLY_FRAME" val="{&quot;height&quot;:279.9,&quot;left&quot;:49.9,&quot;top&quot;:194.45,&quot;width&quot;:862.8}"/>
</p:tagLst>
</file>

<file path=ppt/tags/tag259.xml><?xml version="1.0" encoding="utf-8"?>
<p:tagLst xmlns:p="http://schemas.openxmlformats.org/presentationml/2006/main">
  <p:tag name="AS_UNIQUEID" val="666"/>
</p:tagLst>
</file>

<file path=ppt/tags/tag260.xml><?xml version="1.0" encoding="utf-8"?>
<p:tagLst xmlns:p="http://schemas.openxmlformats.org/presentationml/2006/main">
  <p:tag name="AS_UNIQUEID" val="667"/>
</p:tagLst>
</file>

<file path=ppt/tags/tag261.xml><?xml version="1.0" encoding="utf-8"?>
<p:tagLst xmlns:p="http://schemas.openxmlformats.org/presentationml/2006/main">
  <p:tag name="AS_UNIQUEID" val="668"/>
  <p:tag name="KSO_WM_BEAUTIFY_FLAG" val=""/>
</p:tagLst>
</file>

<file path=ppt/tags/tag262.xml><?xml version="1.0" encoding="utf-8"?>
<p:tagLst xmlns:p="http://schemas.openxmlformats.org/presentationml/2006/main">
  <p:tag name="AS_UNIQUEID" val="669"/>
  <p:tag name="KSO_WM_BEAUTIFY_FLAG" val=""/>
</p:tagLst>
</file>

<file path=ppt/tags/tag263.xml><?xml version="1.0" encoding="utf-8"?>
<p:tagLst xmlns:p="http://schemas.openxmlformats.org/presentationml/2006/main">
  <p:tag name="AS_UNIQUEID" val="670"/>
  <p:tag name="KSO_WM_BEAUTIFY_FLAG" val=""/>
</p:tagLst>
</file>

<file path=ppt/tags/tag264.xml><?xml version="1.0" encoding="utf-8"?>
<p:tagLst xmlns:p="http://schemas.openxmlformats.org/presentationml/2006/main">
  <p:tag name="AS_UNIQUEID" val="671"/>
  <p:tag name="KSO_WM_BEAUTIFY_FLAG" val=""/>
</p:tagLst>
</file>

<file path=ppt/tags/tag265.xml><?xml version="1.0" encoding="utf-8"?>
<p:tagLst xmlns:p="http://schemas.openxmlformats.org/presentationml/2006/main">
  <p:tag name="AS_UNIQUEID" val="672"/>
  <p:tag name="KSO_WM_BEAUTIFY_FLAG" val=""/>
</p:tagLst>
</file>

<file path=ppt/tags/tag266.xml><?xml version="1.0" encoding="utf-8"?>
<p:tagLst xmlns:p="http://schemas.openxmlformats.org/presentationml/2006/main">
  <p:tag name="AS_UNIQUEID" val="673"/>
  <p:tag name="KSO_WM_BEAUTIFY_FLAG" val=""/>
</p:tagLst>
</file>

<file path=ppt/tags/tag267.xml><?xml version="1.0" encoding="utf-8"?>
<p:tagLst xmlns:p="http://schemas.openxmlformats.org/presentationml/2006/main">
  <p:tag name="AS_UNIQUEID" val="674"/>
</p:tagLst>
</file>

<file path=ppt/tags/tag268.xml><?xml version="1.0" encoding="utf-8"?>
<p:tagLst xmlns:p="http://schemas.openxmlformats.org/presentationml/2006/main">
  <p:tag name="AS_UNIQUEID" val="675"/>
</p:tagLst>
</file>

<file path=ppt/tags/tag269.xml><?xml version="1.0" encoding="utf-8"?>
<p:tagLst xmlns:p="http://schemas.openxmlformats.org/presentationml/2006/main">
  <p:tag name="AS_UNIQUEID" val="676"/>
</p:tagLst>
</file>

<file path=ppt/tags/tag270.xml><?xml version="1.0" encoding="utf-8"?>
<p:tagLst xmlns:p="http://schemas.openxmlformats.org/presentationml/2006/main">
  <p:tag name="AS_UNIQUEID" val="677"/>
</p:tagLst>
</file>

<file path=ppt/tags/tag271.xml><?xml version="1.0" encoding="utf-8"?>
<p:tagLst xmlns:p="http://schemas.openxmlformats.org/presentationml/2006/main">
  <p:tag name="AS_UNIQUEID" val="678"/>
</p:tagLst>
</file>

<file path=ppt/tags/tag272.xml><?xml version="1.0" encoding="utf-8"?>
<p:tagLst xmlns:p="http://schemas.openxmlformats.org/presentationml/2006/main">
  <p:tag name="AS_UNIQUEID" val="679"/>
</p:tagLst>
</file>

<file path=ppt/tags/tag273.xml><?xml version="1.0" encoding="utf-8"?>
<p:tagLst xmlns:p="http://schemas.openxmlformats.org/presentationml/2006/main">
  <p:tag name="AS_UNIQUEID" val="680"/>
</p:tagLst>
</file>

<file path=ppt/tags/tag274.xml><?xml version="1.0" encoding="utf-8"?>
<p:tagLst xmlns:p="http://schemas.openxmlformats.org/presentationml/2006/main">
  <p:tag name="AS_UNIQUEID" val="681"/>
</p:tagLst>
</file>

<file path=ppt/tags/tag275.xml><?xml version="1.0" encoding="utf-8"?>
<p:tagLst xmlns:p="http://schemas.openxmlformats.org/presentationml/2006/main">
  <p:tag name="AS_UNIQUEID" val="682"/>
</p:tagLst>
</file>

<file path=ppt/tags/tag276.xml><?xml version="1.0" encoding="utf-8"?>
<p:tagLst xmlns:p="http://schemas.openxmlformats.org/presentationml/2006/main">
  <p:tag name="AS_UNIQUEID" val="683"/>
</p:tagLst>
</file>

<file path=ppt/tags/tag277.xml><?xml version="1.0" encoding="utf-8"?>
<p:tagLst xmlns:p="http://schemas.openxmlformats.org/presentationml/2006/main">
  <p:tag name="AS_UNIQUEID" val="684"/>
</p:tagLst>
</file>

<file path=ppt/tags/tag278.xml><?xml version="1.0" encoding="utf-8"?>
<p:tagLst xmlns:p="http://schemas.openxmlformats.org/presentationml/2006/main">
  <p:tag name="AS_UNIQUEID" val="685"/>
</p:tagLst>
</file>

<file path=ppt/tags/tag279.xml><?xml version="1.0" encoding="utf-8"?>
<p:tagLst xmlns:p="http://schemas.openxmlformats.org/presentationml/2006/main">
  <p:tag name="AS_UNIQUEID" val="686"/>
</p:tagLst>
</file>

<file path=ppt/tags/tag280.xml><?xml version="1.0" encoding="utf-8"?>
<p:tagLst xmlns:p="http://schemas.openxmlformats.org/presentationml/2006/main">
  <p:tag name="AS_UNIQUEID" val="687"/>
</p:tagLst>
</file>

<file path=ppt/tags/tag281.xml><?xml version="1.0" encoding="utf-8"?>
<p:tagLst xmlns:p="http://schemas.openxmlformats.org/presentationml/2006/main">
  <p:tag name="AS_UNIQUEID" val="688"/>
</p:tagLst>
</file>

<file path=ppt/tags/tag282.xml><?xml version="1.0" encoding="utf-8"?>
<p:tagLst xmlns:p="http://schemas.openxmlformats.org/presentationml/2006/main">
  <p:tag name="AS_UNIQUEID" val="689"/>
</p:tagLst>
</file>

<file path=ppt/tags/tag283.xml><?xml version="1.0" encoding="utf-8"?>
<p:tagLst xmlns:p="http://schemas.openxmlformats.org/presentationml/2006/main">
  <p:tag name="AS_UNIQUEID" val="690"/>
</p:tagLst>
</file>

<file path=ppt/tags/tag284.xml><?xml version="1.0" encoding="utf-8"?>
<p:tagLst xmlns:p="http://schemas.openxmlformats.org/presentationml/2006/main">
  <p:tag name="AS_UNIQUEID" val="691"/>
</p:tagLst>
</file>

<file path=ppt/tags/tag285.xml><?xml version="1.0" encoding="utf-8"?>
<p:tagLst xmlns:p="http://schemas.openxmlformats.org/presentationml/2006/main">
  <p:tag name="AS_UNIQUEID" val="692"/>
</p:tagLst>
</file>

<file path=ppt/tags/tag286.xml><?xml version="1.0" encoding="utf-8"?>
<p:tagLst xmlns:p="http://schemas.openxmlformats.org/presentationml/2006/main">
  <p:tag name="AS_UNIQUEID" val="693"/>
</p:tagLst>
</file>

<file path=ppt/tags/tag287.xml><?xml version="1.0" encoding="utf-8"?>
<p:tagLst xmlns:p="http://schemas.openxmlformats.org/presentationml/2006/main">
  <p:tag name="AS_UNIQUEID" val="694"/>
</p:tagLst>
</file>

<file path=ppt/tags/tag288.xml><?xml version="1.0" encoding="utf-8"?>
<p:tagLst xmlns:p="http://schemas.openxmlformats.org/presentationml/2006/main">
  <p:tag name="AS_UNIQUEID" val="695"/>
</p:tagLst>
</file>

<file path=ppt/tags/tag289.xml><?xml version="1.0" encoding="utf-8"?>
<p:tagLst xmlns:p="http://schemas.openxmlformats.org/presentationml/2006/main">
  <p:tag name="AS_UNIQUEID" val="696"/>
</p:tagLst>
</file>

<file path=ppt/tags/tag290.xml><?xml version="1.0" encoding="utf-8"?>
<p:tagLst xmlns:p="http://schemas.openxmlformats.org/presentationml/2006/main">
  <p:tag name="AS_UNIQUEID" val="697"/>
</p:tagLst>
</file>

<file path=ppt/tags/tag291.xml><?xml version="1.0" encoding="utf-8"?>
<p:tagLst xmlns:p="http://schemas.openxmlformats.org/presentationml/2006/main">
  <p:tag name="AS_UNIQUEID" val="698"/>
</p:tagLst>
</file>

<file path=ppt/tags/tag292.xml><?xml version="1.0" encoding="utf-8"?>
<p:tagLst xmlns:p="http://schemas.openxmlformats.org/presentationml/2006/main">
  <p:tag name="AS_UNIQUEID" val="699"/>
</p:tagLst>
</file>

<file path=ppt/tags/tag293.xml><?xml version="1.0" encoding="utf-8"?>
<p:tagLst xmlns:p="http://schemas.openxmlformats.org/presentationml/2006/main">
  <p:tag name="AS_UNIQUEID" val="700"/>
</p:tagLst>
</file>

<file path=ppt/tags/tag294.xml><?xml version="1.0" encoding="utf-8"?>
<p:tagLst xmlns:p="http://schemas.openxmlformats.org/presentationml/2006/main">
  <p:tag name="AS_UNIQUEID" val="701"/>
</p:tagLst>
</file>

<file path=ppt/tags/tag295.xml><?xml version="1.0" encoding="utf-8"?>
<p:tagLst xmlns:p="http://schemas.openxmlformats.org/presentationml/2006/main">
  <p:tag name="AS_UNIQUEID" val="702"/>
</p:tagLst>
</file>

<file path=ppt/tags/tag296.xml><?xml version="1.0" encoding="utf-8"?>
<p:tagLst xmlns:p="http://schemas.openxmlformats.org/presentationml/2006/main">
  <p:tag name="AS_UNIQUEID" val="703"/>
</p:tagLst>
</file>

<file path=ppt/tags/tag297.xml><?xml version="1.0" encoding="utf-8"?>
<p:tagLst xmlns:p="http://schemas.openxmlformats.org/presentationml/2006/main">
  <p:tag name="AS_UNIQUEID" val="704"/>
  <p:tag name="KSO_WM_BEAUTIFY_FLAG" val=""/>
</p:tagLst>
</file>

<file path=ppt/tags/tag298.xml><?xml version="1.0" encoding="utf-8"?>
<p:tagLst xmlns:p="http://schemas.openxmlformats.org/presentationml/2006/main">
  <p:tag name="AS_UNIQUEID" val="705"/>
  <p:tag name="KSO_WM_BEAUTIFY_FLAG" val=""/>
</p:tagLst>
</file>

<file path=ppt/tags/tag299.xml><?xml version="1.0" encoding="utf-8"?>
<p:tagLst xmlns:p="http://schemas.openxmlformats.org/presentationml/2006/main">
  <p:tag name="AS_UNIQUEID" val="706"/>
  <p:tag name="KSO_WM_BEAUTIFY_FLAG" val=""/>
</p:tagLst>
</file>

<file path=ppt/tags/tag300.xml><?xml version="1.0" encoding="utf-8"?>
<p:tagLst xmlns:p="http://schemas.openxmlformats.org/presentationml/2006/main">
  <p:tag name="AS_UNIQUEID" val="707"/>
</p:tagLst>
</file>

<file path=ppt/tags/tag301.xml><?xml version="1.0" encoding="utf-8"?>
<p:tagLst xmlns:p="http://schemas.openxmlformats.org/presentationml/2006/main">
  <p:tag name="AS_UNIQUEID" val="708"/>
</p:tagLst>
</file>

<file path=ppt/tags/tag302.xml><?xml version="1.0" encoding="utf-8"?>
<p:tagLst xmlns:p="http://schemas.openxmlformats.org/presentationml/2006/main">
  <p:tag name="AS_UNIQUEID" val="709"/>
</p:tagLst>
</file>

<file path=ppt/tags/tag303.xml><?xml version="1.0" encoding="utf-8"?>
<p:tagLst xmlns:p="http://schemas.openxmlformats.org/presentationml/2006/main">
  <p:tag name="AS_UNIQUEID" val="710"/>
</p:tagLst>
</file>

<file path=ppt/tags/tag304.xml><?xml version="1.0" encoding="utf-8"?>
<p:tagLst xmlns:p="http://schemas.openxmlformats.org/presentationml/2006/main">
  <p:tag name="AS_UNIQUEID" val="711"/>
</p:tagLst>
</file>

<file path=ppt/tags/tag305.xml><?xml version="1.0" encoding="utf-8"?>
<p:tagLst xmlns:p="http://schemas.openxmlformats.org/presentationml/2006/main">
  <p:tag name="AS_UNIQUEID" val="712"/>
  <p:tag name="KSO_WM_BEAUTIFY_FLAG" val=""/>
</p:tagLst>
</file>

<file path=ppt/tags/tag306.xml><?xml version="1.0" encoding="utf-8"?>
<p:tagLst xmlns:p="http://schemas.openxmlformats.org/presentationml/2006/main">
  <p:tag name="AS_UNIQUEID" val="713"/>
  <p:tag name="KSO_WM_BEAUTIFY_FLAG" val=""/>
</p:tagLst>
</file>

<file path=ppt/tags/tag307.xml><?xml version="1.0" encoding="utf-8"?>
<p:tagLst xmlns:p="http://schemas.openxmlformats.org/presentationml/2006/main">
  <p:tag name="AS_UNIQUEID" val="714"/>
  <p:tag name="KSO_WM_BEAUTIFY_FLAG" val=""/>
</p:tagLst>
</file>

<file path=ppt/tags/tag308.xml><?xml version="1.0" encoding="utf-8"?>
<p:tagLst xmlns:p="http://schemas.openxmlformats.org/presentationml/2006/main">
  <p:tag name="AS_UNIQUEID" val="715"/>
</p:tagLst>
</file>

<file path=ppt/tags/tag309.xml><?xml version="1.0" encoding="utf-8"?>
<p:tagLst xmlns:p="http://schemas.openxmlformats.org/presentationml/2006/main">
  <p:tag name="AS_UNIQUEID" val="716"/>
</p:tagLst>
</file>

<file path=ppt/tags/tag310.xml><?xml version="1.0" encoding="utf-8"?>
<p:tagLst xmlns:p="http://schemas.openxmlformats.org/presentationml/2006/main">
  <p:tag name="AS_UNIQUEID" val="717"/>
  <p:tag name="KSO_WM_BEAUTIFY_FLAG" val=""/>
</p:tagLst>
</file>

<file path=ppt/tags/tag311.xml><?xml version="1.0" encoding="utf-8"?>
<p:tagLst xmlns:p="http://schemas.openxmlformats.org/presentationml/2006/main">
  <p:tag name="AS_UNIQUEID" val="718"/>
  <p:tag name="KSO_WM_BEAUTIFY_FLAG" val=""/>
</p:tagLst>
</file>

<file path=ppt/tags/tag312.xml><?xml version="1.0" encoding="utf-8"?>
<p:tagLst xmlns:p="http://schemas.openxmlformats.org/presentationml/2006/main">
  <p:tag name="AS_UNIQUEID" val="719"/>
  <p:tag name="KSO_WM_BEAUTIFY_FLAG" val=""/>
</p:tagLst>
</file>

<file path=ppt/tags/tag313.xml><?xml version="1.0" encoding="utf-8"?>
<p:tagLst xmlns:p="http://schemas.openxmlformats.org/presentationml/2006/main">
  <p:tag name="AS_UNIQUEID" val="720"/>
  <p:tag name="KSO_WM_BEAUTIFY_FLAG" val=""/>
</p:tagLst>
</file>

<file path=ppt/tags/tag314.xml><?xml version="1.0" encoding="utf-8"?>
<p:tagLst xmlns:p="http://schemas.openxmlformats.org/presentationml/2006/main">
  <p:tag name="AS_UNIQUEID" val="721"/>
  <p:tag name="KSO_WM_BEAUTIFY_FLAG" val=""/>
</p:tagLst>
</file>

<file path=ppt/tags/tag315.xml><?xml version="1.0" encoding="utf-8"?>
<p:tagLst xmlns:p="http://schemas.openxmlformats.org/presentationml/2006/main">
  <p:tag name="AS_UNIQUEID" val="722"/>
</p:tagLst>
</file>

<file path=ppt/tags/tag316.xml><?xml version="1.0" encoding="utf-8"?>
<p:tagLst xmlns:p="http://schemas.openxmlformats.org/presentationml/2006/main">
  <p:tag name="AS_UNIQUEID" val="723"/>
  <p:tag name="KSO_WM_BEAUTIFY_FLAG" val=""/>
</p:tagLst>
</file>

<file path=ppt/tags/tag317.xml><?xml version="1.0" encoding="utf-8"?>
<p:tagLst xmlns:p="http://schemas.openxmlformats.org/presentationml/2006/main">
  <p:tag name="AS_UNIQUEID" val="724"/>
  <p:tag name="KSO_WM_BEAUTIFY_FLAG" val=""/>
</p:tagLst>
</file>

<file path=ppt/tags/tag318.xml><?xml version="1.0" encoding="utf-8"?>
<p:tagLst xmlns:p="http://schemas.openxmlformats.org/presentationml/2006/main">
  <p:tag name="AS_UNIQUEID" val="725"/>
  <p:tag name="KSO_WM_BEAUTIFY_FLAG" val=""/>
</p:tagLst>
</file>

<file path=ppt/tags/tag319.xml><?xml version="1.0" encoding="utf-8"?>
<p:tagLst xmlns:p="http://schemas.openxmlformats.org/presentationml/2006/main">
  <p:tag name="AS_UNIQUEID" val="726"/>
  <p:tag name="KSO_WM_BEAUTIFY_FLAG" val=""/>
</p:tagLst>
</file>

<file path=ppt/tags/tag320.xml><?xml version="1.0" encoding="utf-8"?>
<p:tagLst xmlns:p="http://schemas.openxmlformats.org/presentationml/2006/main">
  <p:tag name="AS_UNIQUEID" val="727"/>
  <p:tag name="KSO_WM_BEAUTIFY_FLAG" val=""/>
</p:tagLst>
</file>

<file path=ppt/tags/tag321.xml><?xml version="1.0" encoding="utf-8"?>
<p:tagLst xmlns:p="http://schemas.openxmlformats.org/presentationml/2006/main">
  <p:tag name="AS_UNIQUEID" val="728"/>
  <p:tag name="KSO_WM_BEAUTIFY_FLAG" val=""/>
</p:tagLst>
</file>

<file path=ppt/tags/tag322.xml><?xml version="1.0" encoding="utf-8"?>
<p:tagLst xmlns:p="http://schemas.openxmlformats.org/presentationml/2006/main">
  <p:tag name="AS_UNIQUEID" val="729"/>
  <p:tag name="KSO_WM_BEAUTIFY_FLAG" val=""/>
</p:tagLst>
</file>

<file path=ppt/tags/tag323.xml><?xml version="1.0" encoding="utf-8"?>
<p:tagLst xmlns:p="http://schemas.openxmlformats.org/presentationml/2006/main">
  <p:tag name="AS_UNIQUEID" val="730"/>
</p:tagLst>
</file>

<file path=ppt/tags/tag324.xml><?xml version="1.0" encoding="utf-8"?>
<p:tagLst xmlns:p="http://schemas.openxmlformats.org/presentationml/2006/main">
  <p:tag name="AS_UNIQUEID" val="731"/>
</p:tagLst>
</file>

<file path=ppt/tags/tag325.xml><?xml version="1.0" encoding="utf-8"?>
<p:tagLst xmlns:p="http://schemas.openxmlformats.org/presentationml/2006/main">
  <p:tag name="AS_UNIQUEID" val="732"/>
  <p:tag name="KSO_WM_BEAUTIFY_FLAG" val=""/>
</p:tagLst>
</file>

<file path=ppt/tags/tag326.xml><?xml version="1.0" encoding="utf-8"?>
<p:tagLst xmlns:p="http://schemas.openxmlformats.org/presentationml/2006/main">
  <p:tag name="AS_UNIQUEID" val="733"/>
</p:tagLst>
</file>

<file path=ppt/tags/tag327.xml><?xml version="1.0" encoding="utf-8"?>
<p:tagLst xmlns:p="http://schemas.openxmlformats.org/presentationml/2006/main">
  <p:tag name="AS_UNIQUEID" val="734"/>
</p:tagLst>
</file>

<file path=ppt/tags/tag328.xml><?xml version="1.0" encoding="utf-8"?>
<p:tagLst xmlns:p="http://schemas.openxmlformats.org/presentationml/2006/main">
  <p:tag name="AS_UNIQUEID" val="735"/>
</p:tagLst>
</file>

<file path=ppt/tags/tag329.xml><?xml version="1.0" encoding="utf-8"?>
<p:tagLst xmlns:p="http://schemas.openxmlformats.org/presentationml/2006/main">
  <p:tag name="AS_UNIQUEID" val="736"/>
</p:tagLst>
</file>

<file path=ppt/tags/tag330.xml><?xml version="1.0" encoding="utf-8"?>
<p:tagLst xmlns:p="http://schemas.openxmlformats.org/presentationml/2006/main">
  <p:tag name="AS_UNIQUEID" val="737"/>
</p:tagLst>
</file>

<file path=ppt/tags/tag331.xml><?xml version="1.0" encoding="utf-8"?>
<p:tagLst xmlns:p="http://schemas.openxmlformats.org/presentationml/2006/main">
  <p:tag name="AS_UNIQUEID" val="738"/>
</p:tagLst>
</file>

<file path=ppt/tags/tag332.xml><?xml version="1.0" encoding="utf-8"?>
<p:tagLst xmlns:p="http://schemas.openxmlformats.org/presentationml/2006/main">
  <p:tag name="AS_UNIQUEID" val="739"/>
</p:tagLst>
</file>

<file path=ppt/tags/tag333.xml><?xml version="1.0" encoding="utf-8"?>
<p:tagLst xmlns:p="http://schemas.openxmlformats.org/presentationml/2006/main">
  <p:tag name="AS_UNIQUEID" val="740"/>
  <p:tag name="KSO_WM_BEAUTIFY_FLAG" val=""/>
</p:tagLst>
</file>

<file path=ppt/tags/tag334.xml><?xml version="1.0" encoding="utf-8"?>
<p:tagLst xmlns:p="http://schemas.openxmlformats.org/presentationml/2006/main">
  <p:tag name="AS_UNIQUEID" val="741"/>
  <p:tag name="KSO_WM_BEAUTIFY_FLAG" val=""/>
</p:tagLst>
</file>

<file path=ppt/tags/tag335.xml><?xml version="1.0" encoding="utf-8"?>
<p:tagLst xmlns:p="http://schemas.openxmlformats.org/presentationml/2006/main">
  <p:tag name="AS_UNIQUEID" val="742"/>
</p:tagLst>
</file>

<file path=ppt/tags/tag336.xml><?xml version="1.0" encoding="utf-8"?>
<p:tagLst xmlns:p="http://schemas.openxmlformats.org/presentationml/2006/main">
  <p:tag name="AS_UNIQUEID" val="743"/>
</p:tagLst>
</file>

<file path=ppt/tags/tag337.xml><?xml version="1.0" encoding="utf-8"?>
<p:tagLst xmlns:p="http://schemas.openxmlformats.org/presentationml/2006/main">
  <p:tag name="AS_UNIQUEID" val="744"/>
  <p:tag name="KSO_WM_BEAUTIFY_FLAG" val=""/>
</p:tagLst>
</file>

<file path=ppt/tags/tag338.xml><?xml version="1.0" encoding="utf-8"?>
<p:tagLst xmlns:p="http://schemas.openxmlformats.org/presentationml/2006/main">
  <p:tag name="AS_UNIQUEID" val="745"/>
  <p:tag name="KSO_WM_BEAUTIFY_FLAG" val=""/>
</p:tagLst>
</file>

<file path=ppt/tags/tag339.xml><?xml version="1.0" encoding="utf-8"?>
<p:tagLst xmlns:p="http://schemas.openxmlformats.org/presentationml/2006/main">
  <p:tag name="AS_UNIQUEID" val="746"/>
  <p:tag name="KSO_WM_BEAUTIFY_FLAG" val=""/>
</p:tagLst>
</file>

<file path=ppt/tags/tag340.xml><?xml version="1.0" encoding="utf-8"?>
<p:tagLst xmlns:p="http://schemas.openxmlformats.org/presentationml/2006/main">
  <p:tag name="AS_UNIQUEID" val="747"/>
  <p:tag name="KSO_WM_BEAUTIFY_FLAG" val=""/>
</p:tagLst>
</file>

<file path=ppt/tags/tag341.xml><?xml version="1.0" encoding="utf-8"?>
<p:tagLst xmlns:p="http://schemas.openxmlformats.org/presentationml/2006/main">
  <p:tag name="AS_UNIQUEID" val="748"/>
  <p:tag name="KSO_WM_BEAUTIFY_FLAG" val=""/>
</p:tagLst>
</file>

<file path=ppt/tags/tag342.xml><?xml version="1.0" encoding="utf-8"?>
<p:tagLst xmlns:p="http://schemas.openxmlformats.org/presentationml/2006/main">
  <p:tag name="AS_UNIQUEID" val="749"/>
</p:tagLst>
</file>

<file path=ppt/tags/tag343.xml><?xml version="1.0" encoding="utf-8"?>
<p:tagLst xmlns:p="http://schemas.openxmlformats.org/presentationml/2006/main">
  <p:tag name="AS_UNIQUEID" val="750"/>
  <p:tag name="KSO_WM_BEAUTIFY_FLAG" val=""/>
</p:tagLst>
</file>

<file path=ppt/tags/tag344.xml><?xml version="1.0" encoding="utf-8"?>
<p:tagLst xmlns:p="http://schemas.openxmlformats.org/presentationml/2006/main">
  <p:tag name="AS_UNIQUEID" val="751"/>
  <p:tag name="KSO_WM_BEAUTIFY_FLAG" val=""/>
</p:tagLst>
</file>

<file path=ppt/tags/tag345.xml><?xml version="1.0" encoding="utf-8"?>
<p:tagLst xmlns:p="http://schemas.openxmlformats.org/presentationml/2006/main">
  <p:tag name="AS_UNIQUEID" val="752"/>
  <p:tag name="KSO_WM_BEAUTIFY_FLAG" val=""/>
</p:tagLst>
</file>

<file path=ppt/tags/tag346.xml><?xml version="1.0" encoding="utf-8"?>
<p:tagLst xmlns:p="http://schemas.openxmlformats.org/presentationml/2006/main">
  <p:tag name="AS_UNIQUEID" val="753"/>
  <p:tag name="KSO_WM_BEAUTIFY_FLAG" val=""/>
</p:tagLst>
</file>

<file path=ppt/tags/tag347.xml><?xml version="1.0" encoding="utf-8"?>
<p:tagLst xmlns:p="http://schemas.openxmlformats.org/presentationml/2006/main">
  <p:tag name="AS_UNIQUEID" val="754"/>
  <p:tag name="KSO_WM_BEAUTIFY_FLAG" val=""/>
</p:tagLst>
</file>

<file path=ppt/tags/tag348.xml><?xml version="1.0" encoding="utf-8"?>
<p:tagLst xmlns:p="http://schemas.openxmlformats.org/presentationml/2006/main">
  <p:tag name="AS_UNIQUEID" val="755"/>
  <p:tag name="KSO_WM_BEAUTIFY_FLAG" val=""/>
</p:tagLst>
</file>

<file path=ppt/tags/tag349.xml><?xml version="1.0" encoding="utf-8"?>
<p:tagLst xmlns:p="http://schemas.openxmlformats.org/presentationml/2006/main">
  <p:tag name="AS_UNIQUEID" val="756"/>
</p:tagLst>
</file>

<file path=ppt/tags/tag350.xml><?xml version="1.0" encoding="utf-8"?>
<p:tagLst xmlns:p="http://schemas.openxmlformats.org/presentationml/2006/main">
  <p:tag name="AS_UNIQUEID" val="757"/>
  <p:tag name="KSO_WM_BEAUTIFY_FLAG" val=""/>
</p:tagLst>
</file>

<file path=ppt/tags/tag351.xml><?xml version="1.0" encoding="utf-8"?>
<p:tagLst xmlns:p="http://schemas.openxmlformats.org/presentationml/2006/main">
  <p:tag name="AS_UNIQUEID" val="758"/>
  <p:tag name="KSO_WM_BEAUTIFY_FLAG" val=""/>
</p:tagLst>
</file>

<file path=ppt/tags/tag352.xml><?xml version="1.0" encoding="utf-8"?>
<p:tagLst xmlns:p="http://schemas.openxmlformats.org/presentationml/2006/main">
  <p:tag name="AS_UNIQUEID" val="759"/>
  <p:tag name="KSO_WM_BEAUTIFY_FLAG" val=""/>
</p:tagLst>
</file>

<file path=ppt/tags/tag353.xml><?xml version="1.0" encoding="utf-8"?>
<p:tagLst xmlns:p="http://schemas.openxmlformats.org/presentationml/2006/main">
  <p:tag name="AS_UNIQUEID" val="760"/>
  <p:tag name="KSO_WM_BEAUTIFY_FLAG" val=""/>
</p:tagLst>
</file>

<file path=ppt/tags/tag354.xml><?xml version="1.0" encoding="utf-8"?>
<p:tagLst xmlns:p="http://schemas.openxmlformats.org/presentationml/2006/main">
  <p:tag name="AS_UNIQUEID" val="761"/>
</p:tagLst>
</file>

<file path=ppt/tags/tag355.xml><?xml version="1.0" encoding="utf-8"?>
<p:tagLst xmlns:p="http://schemas.openxmlformats.org/presentationml/2006/main">
  <p:tag name="AS_UNIQUEID" val="762"/>
</p:tagLst>
</file>

<file path=ppt/tags/tag356.xml><?xml version="1.0" encoding="utf-8"?>
<p:tagLst xmlns:p="http://schemas.openxmlformats.org/presentationml/2006/main">
  <p:tag name="AS_UNIQUEID" val="763"/>
</p:tagLst>
</file>

<file path=ppt/tags/tag357.xml><?xml version="1.0" encoding="utf-8"?>
<p:tagLst xmlns:p="http://schemas.openxmlformats.org/presentationml/2006/main">
  <p:tag name="AS_UNIQUEID" val="764"/>
</p:tagLst>
</file>

<file path=ppt/tags/tag358.xml><?xml version="1.0" encoding="utf-8"?>
<p:tagLst xmlns:p="http://schemas.openxmlformats.org/presentationml/2006/main">
  <p:tag name="AS_UNIQUEID" val="765"/>
</p:tagLst>
</file>

<file path=ppt/tags/tag359.xml><?xml version="1.0" encoding="utf-8"?>
<p:tagLst xmlns:p="http://schemas.openxmlformats.org/presentationml/2006/main">
  <p:tag name="AS_UNIQUEID" val="766"/>
</p:tagLst>
</file>

<file path=ppt/tags/tag360.xml><?xml version="1.0" encoding="utf-8"?>
<p:tagLst xmlns:p="http://schemas.openxmlformats.org/presentationml/2006/main">
  <p:tag name="AS_UNIQUEID" val="767"/>
  <p:tag name="KSO_WM_BEAUTIFY_FLAG" val=""/>
</p:tagLst>
</file>

<file path=ppt/tags/tag361.xml><?xml version="1.0" encoding="utf-8"?>
<p:tagLst xmlns:p="http://schemas.openxmlformats.org/presentationml/2006/main">
  <p:tag name="AS_UNIQUEID" val="768"/>
  <p:tag name="KSO_WM_BEAUTIFY_FLAG" val=""/>
</p:tagLst>
</file>

<file path=ppt/tags/tag362.xml><?xml version="1.0" encoding="utf-8"?>
<p:tagLst xmlns:p="http://schemas.openxmlformats.org/presentationml/2006/main">
  <p:tag name="AS_UNIQUEID" val="769"/>
</p:tagLst>
</file>

<file path=ppt/tags/tag363.xml><?xml version="1.0" encoding="utf-8"?>
<p:tagLst xmlns:p="http://schemas.openxmlformats.org/presentationml/2006/main">
  <p:tag name="AS_UNIQUEID" val="770"/>
</p:tagLst>
</file>

<file path=ppt/tags/tag364.xml><?xml version="1.0" encoding="utf-8"?>
<p:tagLst xmlns:p="http://schemas.openxmlformats.org/presentationml/2006/main">
  <p:tag name="AS_UNIQUEID" val="771"/>
  <p:tag name="KSO_WM_BEAUTIFY_FLAG" val=""/>
</p:tagLst>
</file>

<file path=ppt/tags/tag365.xml><?xml version="1.0" encoding="utf-8"?>
<p:tagLst xmlns:p="http://schemas.openxmlformats.org/presentationml/2006/main">
  <p:tag name="AS_UNIQUEID" val="772"/>
  <p:tag name="KSO_WM_BEAUTIFY_FLAG" val=""/>
</p:tagLst>
</file>

<file path=ppt/tags/tag366.xml><?xml version="1.0" encoding="utf-8"?>
<p:tagLst xmlns:p="http://schemas.openxmlformats.org/presentationml/2006/main">
  <p:tag name="AS_UNIQUEID" val="773"/>
</p:tagLst>
</file>

<file path=ppt/tags/tag367.xml><?xml version="1.0" encoding="utf-8"?>
<p:tagLst xmlns:p="http://schemas.openxmlformats.org/presentationml/2006/main">
  <p:tag name="AS_UNIQUEID" val="774"/>
</p:tagLst>
</file>

<file path=ppt/tags/tag368.xml><?xml version="1.0" encoding="utf-8"?>
<p:tagLst xmlns:p="http://schemas.openxmlformats.org/presentationml/2006/main">
  <p:tag name="AS_UNIQUEID" val="775"/>
</p:tagLst>
</file>

<file path=ppt/tags/tag369.xml><?xml version="1.0" encoding="utf-8"?>
<p:tagLst xmlns:p="http://schemas.openxmlformats.org/presentationml/2006/main">
  <p:tag name="AS_UNIQUEID" val="776"/>
</p:tagLst>
</file>

<file path=ppt/tags/tag370.xml><?xml version="1.0" encoding="utf-8"?>
<p:tagLst xmlns:p="http://schemas.openxmlformats.org/presentationml/2006/main">
  <p:tag name="AS_UNIQUEID" val="777"/>
</p:tagLst>
</file>

<file path=ppt/tags/tag371.xml><?xml version="1.0" encoding="utf-8"?>
<p:tagLst xmlns:p="http://schemas.openxmlformats.org/presentationml/2006/main">
  <p:tag name="AS_UNIQUEID" val="778"/>
  <p:tag name="KSO_WM_BEAUTIFY_FLAG" val=""/>
</p:tagLst>
</file>

<file path=ppt/tags/tag372.xml><?xml version="1.0" encoding="utf-8"?>
<p:tagLst xmlns:p="http://schemas.openxmlformats.org/presentationml/2006/main">
  <p:tag name="AS_UNIQUEID" val="779"/>
  <p:tag name="KSO_WM_BEAUTIFY_FLAG" val=""/>
</p:tagLst>
</file>

<file path=ppt/tags/tag373.xml><?xml version="1.0" encoding="utf-8"?>
<p:tagLst xmlns:p="http://schemas.openxmlformats.org/presentationml/2006/main">
  <p:tag name="AS_UNIQUEID" val="780"/>
</p:tagLst>
</file>

<file path=ppt/tags/tag374.xml><?xml version="1.0" encoding="utf-8"?>
<p:tagLst xmlns:p="http://schemas.openxmlformats.org/presentationml/2006/main">
  <p:tag name="AS_UNIQUEID" val="781"/>
</p:tagLst>
</file>

<file path=ppt/tags/tag375.xml><?xml version="1.0" encoding="utf-8"?>
<p:tagLst xmlns:p="http://schemas.openxmlformats.org/presentationml/2006/main">
  <p:tag name="AS_UNIQUEID" val="782"/>
  <p:tag name="KSO_WM_BEAUTIFY_FLAG" val=""/>
</p:tagLst>
</file>

<file path=ppt/tags/tag376.xml><?xml version="1.0" encoding="utf-8"?>
<p:tagLst xmlns:p="http://schemas.openxmlformats.org/presentationml/2006/main">
  <p:tag name="AS_UNIQUEID" val="783"/>
</p:tagLst>
</file>

<file path=ppt/tags/tag377.xml><?xml version="1.0" encoding="utf-8"?>
<p:tagLst xmlns:p="http://schemas.openxmlformats.org/presentationml/2006/main">
  <p:tag name="AS_UNIQUEID" val="784"/>
</p:tagLst>
</file>

<file path=ppt/tags/tag378.xml><?xml version="1.0" encoding="utf-8"?>
<p:tagLst xmlns:p="http://schemas.openxmlformats.org/presentationml/2006/main">
  <p:tag name="AS_UNIQUEID" val="785"/>
</p:tagLst>
</file>

<file path=ppt/tags/tag379.xml><?xml version="1.0" encoding="utf-8"?>
<p:tagLst xmlns:p="http://schemas.openxmlformats.org/presentationml/2006/main">
  <p:tag name="AS_UNIQUEID" val="786"/>
</p:tagLst>
</file>

<file path=ppt/tags/tag380.xml><?xml version="1.0" encoding="utf-8"?>
<p:tagLst xmlns:p="http://schemas.openxmlformats.org/presentationml/2006/main">
  <p:tag name="AS_UNIQUEID" val="787"/>
</p:tagLst>
</file>

<file path=ppt/tags/tag381.xml><?xml version="1.0" encoding="utf-8"?>
<p:tagLst xmlns:p="http://schemas.openxmlformats.org/presentationml/2006/main">
  <p:tag name="AS_UNIQUEID" val="788"/>
</p:tagLst>
</file>

<file path=ppt/tags/tag382.xml><?xml version="1.0" encoding="utf-8"?>
<p:tagLst xmlns:p="http://schemas.openxmlformats.org/presentationml/2006/main">
  <p:tag name="AS_UNIQUEID" val="789"/>
</p:tagLst>
</file>

<file path=ppt/tags/tag383.xml><?xml version="1.0" encoding="utf-8"?>
<p:tagLst xmlns:p="http://schemas.openxmlformats.org/presentationml/2006/main">
  <p:tag name="AS_UNIQUEID" val="790"/>
  <p:tag name="KSO_WM_BEAUTIFY_FLAG" val=""/>
</p:tagLst>
</file>

<file path=ppt/tags/tag384.xml><?xml version="1.0" encoding="utf-8"?>
<p:tagLst xmlns:p="http://schemas.openxmlformats.org/presentationml/2006/main">
  <p:tag name="AS_UNIQUEID" val="791"/>
  <p:tag name="KSO_WM_BEAUTIFY_FLAG" val=""/>
</p:tagLst>
</file>

<file path=ppt/tags/tag385.xml><?xml version="1.0" encoding="utf-8"?>
<p:tagLst xmlns:p="http://schemas.openxmlformats.org/presentationml/2006/main">
  <p:tag name="AS_UNIQUEID" val="792"/>
  <p:tag name="KSO_WM_BEAUTIFY_FLAG" val=""/>
</p:tagLst>
</file>

<file path=ppt/tags/tag386.xml><?xml version="1.0" encoding="utf-8"?>
<p:tagLst xmlns:p="http://schemas.openxmlformats.org/presentationml/2006/main">
  <p:tag name="AS_UNIQUEID" val="793"/>
</p:tagLst>
</file>

<file path=ppt/tags/tag387.xml><?xml version="1.0" encoding="utf-8"?>
<p:tagLst xmlns:p="http://schemas.openxmlformats.org/presentationml/2006/main">
  <p:tag name="AS_UNIQUEID" val="794"/>
</p:tagLst>
</file>

<file path=ppt/tags/tag388.xml><?xml version="1.0" encoding="utf-8"?>
<p:tagLst xmlns:p="http://schemas.openxmlformats.org/presentationml/2006/main">
  <p:tag name="AS_UNIQUEID" val="795"/>
  <p:tag name="KSO_WM_BEAUTIFY_FLAG" val=""/>
</p:tagLst>
</file>

<file path=ppt/tags/tag389.xml><?xml version="1.0" encoding="utf-8"?>
<p:tagLst xmlns:p="http://schemas.openxmlformats.org/presentationml/2006/main">
  <p:tag name="AS_UNIQUEID" val="796"/>
  <p:tag name="KSO_WM_BEAUTIFY_FLAG" val=""/>
</p:tagLst>
</file>

<file path=ppt/tags/tag390.xml><?xml version="1.0" encoding="utf-8"?>
<p:tagLst xmlns:p="http://schemas.openxmlformats.org/presentationml/2006/main">
  <p:tag name="AS_UNIQUEID" val="797"/>
  <p:tag name="KSO_WM_BEAUTIFY_FLAG" val=""/>
</p:tagLst>
</file>

<file path=ppt/tags/tag391.xml><?xml version="1.0" encoding="utf-8"?>
<p:tagLst xmlns:p="http://schemas.openxmlformats.org/presentationml/2006/main">
  <p:tag name="AS_UNIQUEID" val="798"/>
  <p:tag name="KSO_WM_BEAUTIFY_FLAG" val=""/>
</p:tagLst>
</file>

<file path=ppt/tags/tag392.xml><?xml version="1.0" encoding="utf-8"?>
<p:tagLst xmlns:p="http://schemas.openxmlformats.org/presentationml/2006/main">
  <p:tag name="AS_UNIQUEID" val="799"/>
  <p:tag name="KSO_WM_BEAUTIFY_FLAG" val=""/>
</p:tagLst>
</file>

<file path=ppt/tags/tag393.xml><?xml version="1.0" encoding="utf-8"?>
<p:tagLst xmlns:p="http://schemas.openxmlformats.org/presentationml/2006/main">
  <p:tag name="AS_UNIQUEID" val="800"/>
</p:tagLst>
</file>

<file path=ppt/tags/tag394.xml><?xml version="1.0" encoding="utf-8"?>
<p:tagLst xmlns:p="http://schemas.openxmlformats.org/presentationml/2006/main">
  <p:tag name="AS_UNIQUEID" val="801"/>
  <p:tag name="KSO_WM_BEAUTIFY_FLAG" val=""/>
</p:tagLst>
</file>

<file path=ppt/tags/tag395.xml><?xml version="1.0" encoding="utf-8"?>
<p:tagLst xmlns:p="http://schemas.openxmlformats.org/presentationml/2006/main">
  <p:tag name="AS_UNIQUEID" val="802"/>
  <p:tag name="KSO_WM_BEAUTIFY_FLAG" val=""/>
</p:tagLst>
</file>

<file path=ppt/tags/tag396.xml><?xml version="1.0" encoding="utf-8"?>
<p:tagLst xmlns:p="http://schemas.openxmlformats.org/presentationml/2006/main">
  <p:tag name="AS_UNIQUEID" val="803"/>
  <p:tag name="KSO_WM_BEAUTIFY_FLAG" val=""/>
</p:tagLst>
</file>

<file path=ppt/tags/tag397.xml><?xml version="1.0" encoding="utf-8"?>
<p:tagLst xmlns:p="http://schemas.openxmlformats.org/presentationml/2006/main">
  <p:tag name="AS_UNIQUEID" val="804"/>
  <p:tag name="KSO_WM_BEAUTIFY_FLAG" val=""/>
</p:tagLst>
</file>

<file path=ppt/tags/tag398.xml><?xml version="1.0" encoding="utf-8"?>
<p:tagLst xmlns:p="http://schemas.openxmlformats.org/presentationml/2006/main">
  <p:tag name="AS_UNIQUEID" val="805"/>
  <p:tag name="KSO_WM_BEAUTIFY_FLAG" val=""/>
</p:tagLst>
</file>

<file path=ppt/tags/tag399.xml><?xml version="1.0" encoding="utf-8"?>
<p:tagLst xmlns:p="http://schemas.openxmlformats.org/presentationml/2006/main">
  <p:tag name="AS_UNIQUEID" val="806"/>
  <p:tag name="KSO_WM_BEAUTIFY_FLAG" val=""/>
</p:tagLst>
</file>

<file path=ppt/tags/tag400.xml><?xml version="1.0" encoding="utf-8"?>
<p:tagLst xmlns:p="http://schemas.openxmlformats.org/presentationml/2006/main">
  <p:tag name="AS_UNIQUEID" val="807"/>
  <p:tag name="KSO_WM_BEAUTIFY_FLAG" val=""/>
</p:tagLst>
</file>

<file path=ppt/tags/tag401.xml><?xml version="1.0" encoding="utf-8"?>
<p:tagLst xmlns:p="http://schemas.openxmlformats.org/presentationml/2006/main">
  <p:tag name="AS_UNIQUEID" val="808"/>
</p:tagLst>
</file>

<file path=ppt/tags/tag402.xml><?xml version="1.0" encoding="utf-8"?>
<p:tagLst xmlns:p="http://schemas.openxmlformats.org/presentationml/2006/main">
  <p:tag name="AS_UNIQUEID" val="809"/>
</p:tagLst>
</file>

<file path=ppt/tags/tag403.xml><?xml version="1.0" encoding="utf-8"?>
<p:tagLst xmlns:p="http://schemas.openxmlformats.org/presentationml/2006/main">
  <p:tag name="AS_UNIQUEID" val="810"/>
</p:tagLst>
</file>

<file path=ppt/tags/tag404.xml><?xml version="1.0" encoding="utf-8"?>
<p:tagLst xmlns:p="http://schemas.openxmlformats.org/presentationml/2006/main">
  <p:tag name="AS_UNIQUEID" val="811"/>
</p:tagLst>
</file>

<file path=ppt/tags/tag405.xml><?xml version="1.0" encoding="utf-8"?>
<p:tagLst xmlns:p="http://schemas.openxmlformats.org/presentationml/2006/main">
  <p:tag name="AS_UNIQUEID" val="812"/>
</p:tagLst>
</file>

<file path=ppt/tags/tag406.xml><?xml version="1.0" encoding="utf-8"?>
<p:tagLst xmlns:p="http://schemas.openxmlformats.org/presentationml/2006/main">
  <p:tag name="AS_UNIQUEID" val="813"/>
</p:tagLst>
</file>

<file path=ppt/tags/tag407.xml><?xml version="1.0" encoding="utf-8"?>
<p:tagLst xmlns:p="http://schemas.openxmlformats.org/presentationml/2006/main">
  <p:tag name="AS_UNIQUEID" val="814"/>
</p:tagLst>
</file>

<file path=ppt/tags/tag408.xml><?xml version="1.0" encoding="utf-8"?>
<p:tagLst xmlns:p="http://schemas.openxmlformats.org/presentationml/2006/main">
  <p:tag name="AS_UNIQUEID" val="815"/>
</p:tagLst>
</file>

<file path=ppt/tags/tag409.xml><?xml version="1.0" encoding="utf-8"?>
<p:tagLst xmlns:p="http://schemas.openxmlformats.org/presentationml/2006/main">
  <p:tag name="AS_UNIQUEID" val="816"/>
</p:tagLst>
</file>

<file path=ppt/tags/tag410.xml><?xml version="1.0" encoding="utf-8"?>
<p:tagLst xmlns:p="http://schemas.openxmlformats.org/presentationml/2006/main">
  <p:tag name="AS_UNIQUEID" val="817"/>
  <p:tag name="KSO_WM_BEAUTIFY_FLAG" val=""/>
</p:tagLst>
</file>

<file path=ppt/tags/tag411.xml><?xml version="1.0" encoding="utf-8"?>
<p:tagLst xmlns:p="http://schemas.openxmlformats.org/presentationml/2006/main">
  <p:tag name="AS_UNIQUEID" val="818"/>
  <p:tag name="KSO_WM_BEAUTIFY_FLAG" val=""/>
</p:tagLst>
</file>

<file path=ppt/tags/tag412.xml><?xml version="1.0" encoding="utf-8"?>
<p:tagLst xmlns:p="http://schemas.openxmlformats.org/presentationml/2006/main">
  <p:tag name="AS_UNIQUEID" val="819"/>
  <p:tag name="KSO_WM_BEAUTIFY_FLAG" val=""/>
</p:tagLst>
</file>

<file path=ppt/tags/tag413.xml><?xml version="1.0" encoding="utf-8"?>
<p:tagLst xmlns:p="http://schemas.openxmlformats.org/presentationml/2006/main">
  <p:tag name="AS_UNIQUEID" val="409"/>
  <p:tag name="KSO_WM_BEAUTIFY_FLAG" val=""/>
</p:tagLst>
</file>

<file path=ppt/tags/tag414.xml><?xml version="1.0" encoding="utf-8"?>
<p:tagLst xmlns:p="http://schemas.openxmlformats.org/presentationml/2006/main">
  <p:tag name="AS_UNIQUEID" val="820"/>
  <p:tag name="KSO_WM_DIAGRAM_VIRTUALLY_FRAME" val="{&quot;height&quot;:279.9,&quot;left&quot;:49.9,&quot;top&quot;:194.45,&quot;width&quot;:862.8}"/>
</p:tagLst>
</file>

<file path=ppt/tags/tag415.xml><?xml version="1.0" encoding="utf-8"?>
<p:tagLst xmlns:p="http://schemas.openxmlformats.org/presentationml/2006/main">
  <p:tag name="AS_UNIQUEID" val="821"/>
  <p:tag name="KSO_WM_DIAGRAM_VIRTUALLY_FRAME" val="{&quot;height&quot;:279.9,&quot;left&quot;:49.9,&quot;top&quot;:194.45,&quot;width&quot;:862.8}"/>
</p:tagLst>
</file>

<file path=ppt/tags/tag416.xml><?xml version="1.0" encoding="utf-8"?>
<p:tagLst xmlns:p="http://schemas.openxmlformats.org/presentationml/2006/main">
  <p:tag name="AS_UNIQUEID" val="822"/>
</p:tagLst>
</file>

<file path=ppt/tags/tag417.xml><?xml version="1.0" encoding="utf-8"?>
<p:tagLst xmlns:p="http://schemas.openxmlformats.org/presentationml/2006/main">
  <p:tag name="AS_UNIQUEID" val="823"/>
</p:tagLst>
</file>

<file path=ppt/tags/tag418.xml><?xml version="1.0" encoding="utf-8"?>
<p:tagLst xmlns:p="http://schemas.openxmlformats.org/presentationml/2006/main">
  <p:tag name="AS_UNIQUEID" val="824"/>
</p:tagLst>
</file>

<file path=ppt/tags/tag419.xml><?xml version="1.0" encoding="utf-8"?>
<p:tagLst xmlns:p="http://schemas.openxmlformats.org/presentationml/2006/main">
  <p:tag name="AS_UNIQUEID" val="825"/>
  <p:tag name="KSO_WM_BEAUTIFY_FLAG" val=""/>
</p:tagLst>
</file>

<file path=ppt/tags/tag420.xml><?xml version="1.0" encoding="utf-8"?>
<p:tagLst xmlns:p="http://schemas.openxmlformats.org/presentationml/2006/main">
  <p:tag name="AS_UNIQUEID" val="826"/>
  <p:tag name="KSO_WM_BEAUTIFY_FLAG" val=""/>
</p:tagLst>
</file>

<file path=ppt/tags/tag421.xml><?xml version="1.0" encoding="utf-8"?>
<p:tagLst xmlns:p="http://schemas.openxmlformats.org/presentationml/2006/main">
  <p:tag name="AS_UNIQUEID" val="827"/>
  <p:tag name="KSO_WM_BEAUTIFY_FLAG" val=""/>
</p:tagLst>
</file>

<file path=ppt/tags/tag422.xml><?xml version="1.0" encoding="utf-8"?>
<p:tagLst xmlns:p="http://schemas.openxmlformats.org/presentationml/2006/main">
  <p:tag name="AS_UNIQUEID" val="828"/>
  <p:tag name="KSO_WM_BEAUTIFY_FLAG" val=""/>
</p:tagLst>
</file>

<file path=ppt/tags/tag423.xml><?xml version="1.0" encoding="utf-8"?>
<p:tagLst xmlns:p="http://schemas.openxmlformats.org/presentationml/2006/main">
  <p:tag name="AS_UNIQUEID" val="829"/>
  <p:tag name="KSO_WM_BEAUTIFY_FLAG" val=""/>
</p:tagLst>
</file>

<file path=ppt/tags/tag424.xml><?xml version="1.0" encoding="utf-8"?>
<p:tagLst xmlns:p="http://schemas.openxmlformats.org/presentationml/2006/main">
  <p:tag name="AS_UNIQUEID" val="830"/>
</p:tagLst>
</file>

<file path=ppt/tags/tag425.xml><?xml version="1.0" encoding="utf-8"?>
<p:tagLst xmlns:p="http://schemas.openxmlformats.org/presentationml/2006/main">
  <p:tag name="AS_UNIQUEID" val="831"/>
  <p:tag name="KSO_WM_BEAUTIFY_FLAG" val=""/>
</p:tagLst>
</file>

<file path=ppt/tags/tag426.xml><?xml version="1.0" encoding="utf-8"?>
<p:tagLst xmlns:p="http://schemas.openxmlformats.org/presentationml/2006/main">
  <p:tag name="AS_UNIQUEID" val="832"/>
  <p:tag name="KSO_WM_BEAUTIFY_FLAG" val=""/>
</p:tagLst>
</file>

<file path=ppt/tags/tag427.xml><?xml version="1.0" encoding="utf-8"?>
<p:tagLst xmlns:p="http://schemas.openxmlformats.org/presentationml/2006/main">
  <p:tag name="AS_UNIQUEID" val="833"/>
  <p:tag name="KSO_WM_BEAUTIFY_FLAG" val=""/>
</p:tagLst>
</file>

<file path=ppt/tags/tag428.xml><?xml version="1.0" encoding="utf-8"?>
<p:tagLst xmlns:p="http://schemas.openxmlformats.org/presentationml/2006/main">
  <p:tag name="AS_UNIQUEID" val="834"/>
  <p:tag name="KSO_WM_BEAUTIFY_FLAG" val=""/>
</p:tagLst>
</file>

<file path=ppt/tags/tag429.xml><?xml version="1.0" encoding="utf-8"?>
<p:tagLst xmlns:p="http://schemas.openxmlformats.org/presentationml/2006/main">
  <p:tag name="AS_UNIQUEID" val="835"/>
  <p:tag name="KSO_WM_BEAUTIFY_FLAG" val=""/>
</p:tagLst>
</file>

<file path=ppt/tags/tag430.xml><?xml version="1.0" encoding="utf-8"?>
<p:tagLst xmlns:p="http://schemas.openxmlformats.org/presentationml/2006/main">
  <p:tag name="AS_UNIQUEID" val="836"/>
  <p:tag name="KSO_WM_BEAUTIFY_FLAG" val=""/>
  <p:tag name="KSO_WM_DIAGRAM_VIRTUALLY_FRAME" val="{&quot;height&quot;:279.9,&quot;left&quot;:49.9,&quot;top&quot;:194.45,&quot;width&quot;:862.8}"/>
</p:tagLst>
</file>

<file path=ppt/tags/tag431.xml><?xml version="1.0" encoding="utf-8"?>
<p:tagLst xmlns:p="http://schemas.openxmlformats.org/presentationml/2006/main">
  <p:tag name="AS_UNIQUEID" val="837"/>
</p:tagLst>
</file>

<file path=ppt/tags/tag432.xml><?xml version="1.0" encoding="utf-8"?>
<p:tagLst xmlns:p="http://schemas.openxmlformats.org/presentationml/2006/main">
  <p:tag name="AS_UNIQUEID" val="838"/>
</p:tagLst>
</file>

<file path=ppt/tags/tag433.xml><?xml version="1.0" encoding="utf-8"?>
<p:tagLst xmlns:p="http://schemas.openxmlformats.org/presentationml/2006/main">
  <p:tag name="AS_UNIQUEID" val="839"/>
</p:tagLst>
</file>

<file path=ppt/tags/tag434.xml><?xml version="1.0" encoding="utf-8"?>
<p:tagLst xmlns:p="http://schemas.openxmlformats.org/presentationml/2006/main">
  <p:tag name="AS_UNIQUEID" val="840"/>
</p:tagLst>
</file>

<file path=ppt/tags/tag435.xml><?xml version="1.0" encoding="utf-8"?>
<p:tagLst xmlns:p="http://schemas.openxmlformats.org/presentationml/2006/main">
  <p:tag name="AS_UNIQUEID" val="841"/>
</p:tagLst>
</file>

<file path=ppt/tags/tag436.xml><?xml version="1.0" encoding="utf-8"?>
<p:tagLst xmlns:p="http://schemas.openxmlformats.org/presentationml/2006/main">
  <p:tag name="AS_UNIQUEID" val="842"/>
  <p:tag name="KSO_WM_BEAUTIFY_FLAG" val=""/>
</p:tagLst>
</file>

<file path=ppt/tags/tag437.xml><?xml version="1.0" encoding="utf-8"?>
<p:tagLst xmlns:p="http://schemas.openxmlformats.org/presentationml/2006/main">
  <p:tag name="AS_UNIQUEID" val="843"/>
  <p:tag name="KSO_WM_BEAUTIFY_FLAG" val=""/>
</p:tagLst>
</file>

<file path=ppt/tags/tag438.xml><?xml version="1.0" encoding="utf-8"?>
<p:tagLst xmlns:p="http://schemas.openxmlformats.org/presentationml/2006/main">
  <p:tag name="AS_UNIQUEID" val="844"/>
</p:tagLst>
</file>

<file path=ppt/tags/tag439.xml><?xml version="1.0" encoding="utf-8"?>
<p:tagLst xmlns:p="http://schemas.openxmlformats.org/presentationml/2006/main">
  <p:tag name="AS_UNIQUEID" val="845"/>
</p:tagLst>
</file>

<file path=ppt/tags/tag440.xml><?xml version="1.0" encoding="utf-8"?>
<p:tagLst xmlns:p="http://schemas.openxmlformats.org/presentationml/2006/main">
  <p:tag name="AS_UNIQUEID" val="846"/>
  <p:tag name="KSO_WM_BEAUTIFY_FLAG" val=""/>
</p:tagLst>
</file>

<file path=ppt/tags/tag441.xml><?xml version="1.0" encoding="utf-8"?>
<p:tagLst xmlns:p="http://schemas.openxmlformats.org/presentationml/2006/main">
  <p:tag name="AS_UNIQUEID" val="847"/>
  <p:tag name="KSO_WM_BEAUTIFY_FLAG" val=""/>
</p:tagLst>
</file>

<file path=ppt/tags/tag442.xml><?xml version="1.0" encoding="utf-8"?>
<p:tagLst xmlns:p="http://schemas.openxmlformats.org/presentationml/2006/main">
  <p:tag name="AS_UNIQUEID" val="848"/>
</p:tagLst>
</file>

<file path=ppt/tags/tag443.xml><?xml version="1.0" encoding="utf-8"?>
<p:tagLst xmlns:p="http://schemas.openxmlformats.org/presentationml/2006/main">
  <p:tag name="AS_UNIQUEID" val="849"/>
</p:tagLst>
</file>

<file path=ppt/tags/tag444.xml><?xml version="1.0" encoding="utf-8"?>
<p:tagLst xmlns:p="http://schemas.openxmlformats.org/presentationml/2006/main">
  <p:tag name="AS_UNIQUEID" val="850"/>
</p:tagLst>
</file>

<file path=ppt/tags/tag445.xml><?xml version="1.0" encoding="utf-8"?>
<p:tagLst xmlns:p="http://schemas.openxmlformats.org/presentationml/2006/main">
  <p:tag name="AS_UNIQUEID" val="851"/>
</p:tagLst>
</file>

<file path=ppt/tags/tag446.xml><?xml version="1.0" encoding="utf-8"?>
<p:tagLst xmlns:p="http://schemas.openxmlformats.org/presentationml/2006/main">
  <p:tag name="AS_UNIQUEID" val="852"/>
</p:tagLst>
</file>

<file path=ppt/tags/tag447.xml><?xml version="1.0" encoding="utf-8"?>
<p:tagLst xmlns:p="http://schemas.openxmlformats.org/presentationml/2006/main">
  <p:tag name="AS_UNIQUEID" val="853"/>
</p:tagLst>
</file>

<file path=ppt/tags/tag448.xml><?xml version="1.0" encoding="utf-8"?>
<p:tagLst xmlns:p="http://schemas.openxmlformats.org/presentationml/2006/main">
  <p:tag name="AS_UNIQUEID" val="854"/>
  <p:tag name="KSO_WM_BEAUTIFY_FLAG" val=""/>
</p:tagLst>
</file>

<file path=ppt/tags/tag449.xml><?xml version="1.0" encoding="utf-8"?>
<p:tagLst xmlns:p="http://schemas.openxmlformats.org/presentationml/2006/main">
  <p:tag name="AS_UNIQUEID" val="855"/>
  <p:tag name="KSO_WM_BEAUTIFY_FLAG" val=""/>
</p:tagLst>
</file>

<file path=ppt/tags/tag450.xml><?xml version="1.0" encoding="utf-8"?>
<p:tagLst xmlns:p="http://schemas.openxmlformats.org/presentationml/2006/main">
  <p:tag name="AS_UNIQUEID" val="856"/>
</p:tagLst>
</file>

<file path=ppt/tags/tag451.xml><?xml version="1.0" encoding="utf-8"?>
<p:tagLst xmlns:p="http://schemas.openxmlformats.org/presentationml/2006/main">
  <p:tag name="AS_UNIQUEID" val="857"/>
</p:tagLst>
</file>

<file path=ppt/tags/tag452.xml><?xml version="1.0" encoding="utf-8"?>
<p:tagLst xmlns:p="http://schemas.openxmlformats.org/presentationml/2006/main">
  <p:tag name="AS_UNIQUEID" val="858"/>
  <p:tag name="KSO_WM_BEAUTIFY_FLAG" val=""/>
</p:tagLst>
</file>

<file path=ppt/tags/tag453.xml><?xml version="1.0" encoding="utf-8"?>
<p:tagLst xmlns:p="http://schemas.openxmlformats.org/presentationml/2006/main">
  <p:tag name="AS_UNIQUEID" val="859"/>
  <p:tag name="KSO_WM_BEAUTIFY_FLAG" val=""/>
</p:tagLst>
</file>

<file path=ppt/tags/tag454.xml><?xml version="1.0" encoding="utf-8"?>
<p:tagLst xmlns:p="http://schemas.openxmlformats.org/presentationml/2006/main">
  <p:tag name="AS_UNIQUEID" val="860"/>
  <p:tag name="KSO_WM_BEAUTIFY_FLAG" val=""/>
</p:tagLst>
</file>

<file path=ppt/tags/tag455.xml><?xml version="1.0" encoding="utf-8"?>
<p:tagLst xmlns:p="http://schemas.openxmlformats.org/presentationml/2006/main">
  <p:tag name="AS_UNIQUEID" val="861"/>
  <p:tag name="KSO_WM_BEAUTIFY_FLAG" val=""/>
</p:tagLst>
</file>

<file path=ppt/tags/tag456.xml><?xml version="1.0" encoding="utf-8"?>
<p:tagLst xmlns:p="http://schemas.openxmlformats.org/presentationml/2006/main">
  <p:tag name="AS_UNIQUEID" val="862"/>
  <p:tag name="KSO_WM_BEAUTIFY_FLAG" val=""/>
</p:tagLst>
</file>

<file path=ppt/tags/tag457.xml><?xml version="1.0" encoding="utf-8"?>
<p:tagLst xmlns:p="http://schemas.openxmlformats.org/presentationml/2006/main">
  <p:tag name="AS_UNIQUEID" val="863"/>
</p:tagLst>
</file>

<file path=ppt/tags/tag458.xml><?xml version="1.0" encoding="utf-8"?>
<p:tagLst xmlns:p="http://schemas.openxmlformats.org/presentationml/2006/main">
  <p:tag name="AS_UNIQUEID" val="864"/>
  <p:tag name="KSO_WM_BEAUTIFY_FLAG" val=""/>
</p:tagLst>
</file>

<file path=ppt/tags/tag459.xml><?xml version="1.0" encoding="utf-8"?>
<p:tagLst xmlns:p="http://schemas.openxmlformats.org/presentationml/2006/main">
  <p:tag name="AS_UNIQUEID" val="865"/>
  <p:tag name="KSO_WM_BEAUTIFY_FLAG" val=""/>
</p:tagLst>
</file>

<file path=ppt/tags/tag460.xml><?xml version="1.0" encoding="utf-8"?>
<p:tagLst xmlns:p="http://schemas.openxmlformats.org/presentationml/2006/main">
  <p:tag name="AS_UNIQUEID" val="866"/>
  <p:tag name="KSO_WM_BEAUTIFY_FLAG" val=""/>
</p:tagLst>
</file>

<file path=ppt/tags/tag461.xml><?xml version="1.0" encoding="utf-8"?>
<p:tagLst xmlns:p="http://schemas.openxmlformats.org/presentationml/2006/main">
  <p:tag name="AS_UNIQUEID" val="867"/>
  <p:tag name="KSO_WM_BEAUTIFY_FLAG" val=""/>
</p:tagLst>
</file>

<file path=ppt/tags/tag462.xml><?xml version="1.0" encoding="utf-8"?>
<p:tagLst xmlns:p="http://schemas.openxmlformats.org/presentationml/2006/main">
  <p:tag name="AS_UNIQUEID" val="868"/>
  <p:tag name="KSO_WM_BEAUTIFY_FLAG" val=""/>
</p:tagLst>
</file>

<file path=ppt/tags/tag463.xml><?xml version="1.0" encoding="utf-8"?>
<p:tagLst xmlns:p="http://schemas.openxmlformats.org/presentationml/2006/main">
  <p:tag name="AS_UNIQUEID" val="869"/>
</p:tagLst>
</file>

<file path=ppt/tags/tag464.xml><?xml version="1.0" encoding="utf-8"?>
<p:tagLst xmlns:p="http://schemas.openxmlformats.org/presentationml/2006/main">
  <p:tag name="AS_UNIQUEID" val="870"/>
  <p:tag name="KSO_WM_BEAUTIFY_FLAG" val=""/>
</p:tagLst>
</file>

<file path=ppt/tags/tag465.xml><?xml version="1.0" encoding="utf-8"?>
<p:tagLst xmlns:p="http://schemas.openxmlformats.org/presentationml/2006/main">
  <p:tag name="AS_UNIQUEID" val="305"/>
</p:tagLst>
</file>

<file path=ppt/tags/tag466.xml><?xml version="1.0" encoding="utf-8"?>
<p:tagLst xmlns:p="http://schemas.openxmlformats.org/presentationml/2006/main">
  <p:tag name="AS_UNIQUEID" val="306"/>
  <p:tag name="KSO_WM_BEAUTIFY_FLAG" val=""/>
</p:tagLst>
</file>

<file path=ppt/tags/tag467.xml><?xml version="1.0" encoding="utf-8"?>
<p:tagLst xmlns:p="http://schemas.openxmlformats.org/presentationml/2006/main">
  <p:tag name="AS_UNIQUEID" val="307"/>
  <p:tag name="KSO_WM_BEAUTIFY_FLAG" val=""/>
</p:tagLst>
</file>

<file path=ppt/tags/tag468.xml><?xml version="1.0" encoding="utf-8"?>
<p:tagLst xmlns:p="http://schemas.openxmlformats.org/presentationml/2006/main">
  <p:tag name="AS_UNIQUEID" val="308"/>
</p:tagLst>
</file>

<file path=ppt/tags/tag469.xml><?xml version="1.0" encoding="utf-8"?>
<p:tagLst xmlns:p="http://schemas.openxmlformats.org/presentationml/2006/main">
  <p:tag name="AS_UNIQUEID" val="310"/>
  <p:tag name="KSO_WM_BEAUTIFY_FLAG" val=""/>
</p:tagLst>
</file>

<file path=ppt/tags/tag470.xml><?xml version="1.0" encoding="utf-8"?>
<p:tagLst xmlns:p="http://schemas.openxmlformats.org/presentationml/2006/main">
  <p:tag name="AS_UNIQUEID" val="309"/>
  <p:tag name="KSO_WM_BEAUTIFY_FLAG" val=""/>
</p:tagLst>
</file>

<file path=ppt/tags/tag471.xml><?xml version="1.0" encoding="utf-8"?>
<p:tagLst xmlns:p="http://schemas.openxmlformats.org/presentationml/2006/main">
  <p:tag name="AS_UNIQUEID" val="311"/>
</p:tagLst>
</file>

<file path=ppt/tags/tag472.xml><?xml version="1.0" encoding="utf-8"?>
<p:tagLst xmlns:p="http://schemas.openxmlformats.org/presentationml/2006/main">
  <p:tag name="AS_UNIQUEID" val="312"/>
</p:tagLst>
</file>

<file path=ppt/tags/tag473.xml><?xml version="1.0" encoding="utf-8"?>
<p:tagLst xmlns:p="http://schemas.openxmlformats.org/presentationml/2006/main">
  <p:tag name="AS_UNIQUEID" val="871"/>
</p:tagLst>
</file>

<file path=ppt/tags/tag474.xml><?xml version="1.0" encoding="utf-8"?>
<p:tagLst xmlns:p="http://schemas.openxmlformats.org/presentationml/2006/main">
  <p:tag name="AS_UNIQUEID" val="872"/>
</p:tagLst>
</file>

<file path=ppt/tags/tag475.xml><?xml version="1.0" encoding="utf-8"?>
<p:tagLst xmlns:p="http://schemas.openxmlformats.org/presentationml/2006/main">
  <p:tag name="AS_UNIQUEID" val="873"/>
</p:tagLst>
</file>

<file path=ppt/tags/tag476.xml><?xml version="1.0" encoding="utf-8"?>
<p:tagLst xmlns:p="http://schemas.openxmlformats.org/presentationml/2006/main">
  <p:tag name="AS_UNIQUEID" val="874"/>
</p:tagLst>
</file>

<file path=ppt/tags/tag477.xml><?xml version="1.0" encoding="utf-8"?>
<p:tagLst xmlns:p="http://schemas.openxmlformats.org/presentationml/2006/main">
  <p:tag name="AS_UNIQUEID" val="875"/>
</p:tagLst>
</file>

<file path=ppt/tags/tag478.xml><?xml version="1.0" encoding="utf-8"?>
<p:tagLst xmlns:p="http://schemas.openxmlformats.org/presentationml/2006/main">
  <p:tag name="AS_UNIQUEID" val="876"/>
  <p:tag name="KSO_WM_BEAUTIFY_FLAG" val=""/>
</p:tagLst>
</file>

<file path=ppt/tags/tag479.xml><?xml version="1.0" encoding="utf-8"?>
<p:tagLst xmlns:p="http://schemas.openxmlformats.org/presentationml/2006/main">
  <p:tag name="AS_UNIQUEID" val="877"/>
  <p:tag name="KSO_WM_BEAUTIFY_FLAG" val=""/>
</p:tagLst>
</file>

<file path=ppt/tags/tag480.xml><?xml version="1.0" encoding="utf-8"?>
<p:tagLst xmlns:p="http://schemas.openxmlformats.org/presentationml/2006/main">
  <p:tag name="AS_UNIQUEID" val="878"/>
</p:tagLst>
</file>

<file path=ppt/tags/tag481.xml><?xml version="1.0" encoding="utf-8"?>
<p:tagLst xmlns:p="http://schemas.openxmlformats.org/presentationml/2006/main">
  <p:tag name="AS_UNIQUEID" val="879"/>
</p:tagLst>
</file>

<file path=ppt/tags/tag482.xml><?xml version="1.0" encoding="utf-8"?>
<p:tagLst xmlns:p="http://schemas.openxmlformats.org/presentationml/2006/main">
  <p:tag name="AS_UNIQUEID" val="880"/>
  <p:tag name="KSO_WM_BEAUTIFY_FLAG" val=""/>
</p:tagLst>
</file>

<file path=ppt/tags/tag483.xml><?xml version="1.0" encoding="utf-8"?>
<p:tagLst xmlns:p="http://schemas.openxmlformats.org/presentationml/2006/main">
  <p:tag name="AS_UNIQUEID" val="881"/>
  <p:tag name="KSO_WM_BEAUTIFY_FLAG" val=""/>
</p:tagLst>
</file>

<file path=ppt/tags/tag484.xml><?xml version="1.0" encoding="utf-8"?>
<p:tagLst xmlns:p="http://schemas.openxmlformats.org/presentationml/2006/main">
  <p:tag name="AS_UNIQUEID" val="882"/>
  <p:tag name="KSO_WM_BEAUTIFY_FLAG" val=""/>
</p:tagLst>
</file>

<file path=ppt/tags/tag485.xml><?xml version="1.0" encoding="utf-8"?>
<p:tagLst xmlns:p="http://schemas.openxmlformats.org/presentationml/2006/main">
  <p:tag name="AS_UNIQUEID" val="883"/>
  <p:tag name="KSO_WM_BEAUTIFY_FLAG" val=""/>
</p:tagLst>
</file>

<file path=ppt/tags/tag486.xml><?xml version="1.0" encoding="utf-8"?>
<p:tagLst xmlns:p="http://schemas.openxmlformats.org/presentationml/2006/main">
  <p:tag name="AS_UNIQUEID" val="884"/>
  <p:tag name="KSO_WM_BEAUTIFY_FLAG" val=""/>
</p:tagLst>
</file>

<file path=ppt/tags/tag487.xml><?xml version="1.0" encoding="utf-8"?>
<p:tagLst xmlns:p="http://schemas.openxmlformats.org/presentationml/2006/main">
  <p:tag name="AS_UNIQUEID" val="885"/>
</p:tagLst>
</file>

<file path=ppt/tags/tag488.xml><?xml version="1.0" encoding="utf-8"?>
<p:tagLst xmlns:p="http://schemas.openxmlformats.org/presentationml/2006/main">
  <p:tag name="AS_UNIQUEID" val="886"/>
  <p:tag name="KSO_WM_BEAUTIFY_FLAG" val=""/>
</p:tagLst>
</file>

<file path=ppt/tags/tag489.xml><?xml version="1.0" encoding="utf-8"?>
<p:tagLst xmlns:p="http://schemas.openxmlformats.org/presentationml/2006/main">
  <p:tag name="AS_UNIQUEID" val="887"/>
  <p:tag name="KSO_WM_BEAUTIFY_FLAG" val=""/>
</p:tagLst>
</file>

<file path=ppt/tags/tag490.xml><?xml version="1.0" encoding="utf-8"?>
<p:tagLst xmlns:p="http://schemas.openxmlformats.org/presentationml/2006/main">
  <p:tag name="AS_UNIQUEID" val="888"/>
  <p:tag name="KSO_WM_BEAUTIFY_FLAG" val=""/>
</p:tagLst>
</file>

<file path=ppt/tags/tag491.xml><?xml version="1.0" encoding="utf-8"?>
<p:tagLst xmlns:p="http://schemas.openxmlformats.org/presentationml/2006/main">
  <p:tag name="AS_UNIQUEID" val="889"/>
  <p:tag name="KSO_WM_BEAUTIFY_FLAG" val=""/>
</p:tagLst>
</file>

<file path=ppt/tags/tag492.xml><?xml version="1.0" encoding="utf-8"?>
<p:tagLst xmlns:p="http://schemas.openxmlformats.org/presentationml/2006/main">
  <p:tag name="AS_UNIQUEID" val="890"/>
  <p:tag name="KSO_WM_BEAUTIFY_FLAG" val=""/>
</p:tagLst>
</file>

<file path=ppt/tags/tag493.xml><?xml version="1.0" encoding="utf-8"?>
<p:tagLst xmlns:p="http://schemas.openxmlformats.org/presentationml/2006/main">
  <p:tag name="AS_UNIQUEID" val="891"/>
</p:tagLst>
</file>

<file path=ppt/tags/tag494.xml><?xml version="1.0" encoding="utf-8"?>
<p:tagLst xmlns:p="http://schemas.openxmlformats.org/presentationml/2006/main">
  <p:tag name="AS_UNIQUEID" val="892"/>
  <p:tag name="KSO_WM_BEAUTIFY_FLAG" val=""/>
</p:tagLst>
</file>

<file path=ppt/tags/tag495.xml><?xml version="1.0" encoding="utf-8"?>
<p:tagLst xmlns:p="http://schemas.openxmlformats.org/presentationml/2006/main">
  <p:tag name="AS_UNIQUEID" val="893"/>
  <p:tag name="KSO_WM_BEAUTIFY_FLAG" val=""/>
</p:tagLst>
</file>

<file path=ppt/tags/tag496.xml><?xml version="1.0" encoding="utf-8"?>
<p:tagLst xmlns:p="http://schemas.openxmlformats.org/presentationml/2006/main">
  <p:tag name="AS_UNIQUEID" val="894"/>
</p:tagLst>
</file>

<file path=ppt/tags/tag497.xml><?xml version="1.0" encoding="utf-8"?>
<p:tagLst xmlns:p="http://schemas.openxmlformats.org/presentationml/2006/main">
  <p:tag name="AS_UNIQUEID" val="895"/>
</p:tagLst>
</file>

<file path=ppt/tags/tag498.xml><?xml version="1.0" encoding="utf-8"?>
<p:tagLst xmlns:p="http://schemas.openxmlformats.org/presentationml/2006/main">
  <p:tag name="AS_UNIQUEID" val="896"/>
</p:tagLst>
</file>

<file path=ppt/tags/tag499.xml><?xml version="1.0" encoding="utf-8"?>
<p:tagLst xmlns:p="http://schemas.openxmlformats.org/presentationml/2006/main">
  <p:tag name="AS_UNIQUEID" val="897"/>
  <p:tag name="KSO_WM_BEAUTIFY_FLAG" val=""/>
</p:tagLst>
</file>

<file path=ppt/tags/tag500.xml><?xml version="1.0" encoding="utf-8"?>
<p:tagLst xmlns:p="http://schemas.openxmlformats.org/presentationml/2006/main">
  <p:tag name="AS_UNIQUEID" val="898"/>
  <p:tag name="KSO_WM_BEAUTIFY_FLAG" val=""/>
</p:tagLst>
</file>

<file path=ppt/tags/tag501.xml><?xml version="1.0" encoding="utf-8"?>
<p:tagLst xmlns:p="http://schemas.openxmlformats.org/presentationml/2006/main">
  <p:tag name="AS_UNIQUEID" val="899"/>
  <p:tag name="KSO_WM_BEAUTIFY_FLAG" val=""/>
</p:tagLst>
</file>

<file path=ppt/tags/tag502.xml><?xml version="1.0" encoding="utf-8"?>
<p:tagLst xmlns:p="http://schemas.openxmlformats.org/presentationml/2006/main">
  <p:tag name="AS_UNIQUEID" val="900"/>
  <p:tag name="KSO_WM_BEAUTIFY_FLAG" val=""/>
</p:tagLst>
</file>

<file path=ppt/tags/tag503.xml><?xml version="1.0" encoding="utf-8"?>
<p:tagLst xmlns:p="http://schemas.openxmlformats.org/presentationml/2006/main">
  <p:tag name="AS_UNIQUEID" val="901"/>
  <p:tag name="KSO_WM_BEAUTIFY_FLAG" val=""/>
</p:tagLst>
</file>

<file path=ppt/tags/tag504.xml><?xml version="1.0" encoding="utf-8"?>
<p:tagLst xmlns:p="http://schemas.openxmlformats.org/presentationml/2006/main">
  <p:tag name="AS_UNIQUEID" val="902"/>
  <p:tag name="KSO_WM_BEAUTIFY_FLAG" val=""/>
</p:tagLst>
</file>

<file path=ppt/tags/tag505.xml><?xml version="1.0" encoding="utf-8"?>
<p:tagLst xmlns:p="http://schemas.openxmlformats.org/presentationml/2006/main">
  <p:tag name="AS_UNIQUEID" val="903"/>
</p:tagLst>
</file>

<file path=ppt/tags/tag506.xml><?xml version="1.0" encoding="utf-8"?>
<p:tagLst xmlns:p="http://schemas.openxmlformats.org/presentationml/2006/main">
  <p:tag name="AS_UNIQUEID" val="904"/>
</p:tagLst>
</file>

<file path=ppt/tags/tag507.xml><?xml version="1.0" encoding="utf-8"?>
<p:tagLst xmlns:p="http://schemas.openxmlformats.org/presentationml/2006/main">
  <p:tag name="AS_UNIQUEID" val="905"/>
</p:tagLst>
</file>

<file path=ppt/tags/tag508.xml><?xml version="1.0" encoding="utf-8"?>
<p:tagLst xmlns:p="http://schemas.openxmlformats.org/presentationml/2006/main">
  <p:tag name="AS_UNIQUEID" val="906"/>
</p:tagLst>
</file>

<file path=ppt/tags/tag509.xml><?xml version="1.0" encoding="utf-8"?>
<p:tagLst xmlns:p="http://schemas.openxmlformats.org/presentationml/2006/main">
  <p:tag name="AS_UNIQUEID" val="907"/>
</p:tagLst>
</file>

<file path=ppt/tags/tag510.xml><?xml version="1.0" encoding="utf-8"?>
<p:tagLst xmlns:p="http://schemas.openxmlformats.org/presentationml/2006/main">
  <p:tag name="AS_UNIQUEID" val="908"/>
</p:tagLst>
</file>

<file path=ppt/tags/tag511.xml><?xml version="1.0" encoding="utf-8"?>
<p:tagLst xmlns:p="http://schemas.openxmlformats.org/presentationml/2006/main">
  <p:tag name="AS_UNIQUEID" val="909"/>
</p:tagLst>
</file>

<file path=ppt/tags/tag512.xml><?xml version="1.0" encoding="utf-8"?>
<p:tagLst xmlns:p="http://schemas.openxmlformats.org/presentationml/2006/main">
  <p:tag name="AS_UNIQUEID" val="910"/>
</p:tagLst>
</file>

<file path=ppt/tags/tag513.xml><?xml version="1.0" encoding="utf-8"?>
<p:tagLst xmlns:p="http://schemas.openxmlformats.org/presentationml/2006/main">
  <p:tag name="AS_UNIQUEID" val="911"/>
</p:tagLst>
</file>

<file path=ppt/tags/tag514.xml><?xml version="1.0" encoding="utf-8"?>
<p:tagLst xmlns:p="http://schemas.openxmlformats.org/presentationml/2006/main">
  <p:tag name="AS_UNIQUEID" val="912"/>
</p:tagLst>
</file>

<file path=ppt/tags/tag515.xml><?xml version="1.0" encoding="utf-8"?>
<p:tagLst xmlns:p="http://schemas.openxmlformats.org/presentationml/2006/main">
  <p:tag name="AS_UNIQUEID" val="913"/>
</p:tagLst>
</file>

<file path=ppt/tags/tag516.xml><?xml version="1.0" encoding="utf-8"?>
<p:tagLst xmlns:p="http://schemas.openxmlformats.org/presentationml/2006/main">
  <p:tag name="AS_UNIQUEID" val="914"/>
</p:tagLst>
</file>

<file path=ppt/tags/tag517.xml><?xml version="1.0" encoding="utf-8"?>
<p:tagLst xmlns:p="http://schemas.openxmlformats.org/presentationml/2006/main">
  <p:tag name="AS_UNIQUEID" val="915"/>
</p:tagLst>
</file>

<file path=ppt/tags/tag518.xml><?xml version="1.0" encoding="utf-8"?>
<p:tagLst xmlns:p="http://schemas.openxmlformats.org/presentationml/2006/main">
  <p:tag name="AS_UNIQUEID" val="916"/>
</p:tagLst>
</file>

<file path=ppt/tags/tag519.xml><?xml version="1.0" encoding="utf-8"?>
<p:tagLst xmlns:p="http://schemas.openxmlformats.org/presentationml/2006/main">
  <p:tag name="AS_UNIQUEID" val="917"/>
</p:tagLst>
</file>

<file path=ppt/tags/tag520.xml><?xml version="1.0" encoding="utf-8"?>
<p:tagLst xmlns:p="http://schemas.openxmlformats.org/presentationml/2006/main">
  <p:tag name="AS_UNIQUEID" val="918"/>
</p:tagLst>
</file>

<file path=ppt/tags/tag521.xml><?xml version="1.0" encoding="utf-8"?>
<p:tagLst xmlns:p="http://schemas.openxmlformats.org/presentationml/2006/main">
  <p:tag name="AS_UNIQUEID" val="919"/>
</p:tagLst>
</file>

<file path=ppt/tags/tag522.xml><?xml version="1.0" encoding="utf-8"?>
<p:tagLst xmlns:p="http://schemas.openxmlformats.org/presentationml/2006/main">
  <p:tag name="AS_UNIQUEID" val="920"/>
</p:tagLst>
</file>

<file path=ppt/tags/tag523.xml><?xml version="1.0" encoding="utf-8"?>
<p:tagLst xmlns:p="http://schemas.openxmlformats.org/presentationml/2006/main">
  <p:tag name="AS_UNIQUEID" val="921"/>
</p:tagLst>
</file>

<file path=ppt/tags/tag524.xml><?xml version="1.0" encoding="utf-8"?>
<p:tagLst xmlns:p="http://schemas.openxmlformats.org/presentationml/2006/main">
  <p:tag name="AS_UNIQUEID" val="922"/>
</p:tagLst>
</file>

<file path=ppt/tags/tag525.xml><?xml version="1.0" encoding="utf-8"?>
<p:tagLst xmlns:p="http://schemas.openxmlformats.org/presentationml/2006/main">
  <p:tag name="AS_UNIQUEID" val="923"/>
</p:tagLst>
</file>

<file path=ppt/tags/tag526.xml><?xml version="1.0" encoding="utf-8"?>
<p:tagLst xmlns:p="http://schemas.openxmlformats.org/presentationml/2006/main">
  <p:tag name="AS_UNIQUEID" val="924"/>
</p:tagLst>
</file>

<file path=ppt/tags/tag527.xml><?xml version="1.0" encoding="utf-8"?>
<p:tagLst xmlns:p="http://schemas.openxmlformats.org/presentationml/2006/main">
  <p:tag name="AS_UNIQUEID" val="925"/>
</p:tagLst>
</file>

<file path=ppt/tags/tag528.xml><?xml version="1.0" encoding="utf-8"?>
<p:tagLst xmlns:p="http://schemas.openxmlformats.org/presentationml/2006/main">
  <p:tag name="AS_UNIQUEID" val="926"/>
</p:tagLst>
</file>

<file path=ppt/tags/tag529.xml><?xml version="1.0" encoding="utf-8"?>
<p:tagLst xmlns:p="http://schemas.openxmlformats.org/presentationml/2006/main">
  <p:tag name="AS_UNIQUEID" val="927"/>
</p:tagLst>
</file>

<file path=ppt/tags/tag530.xml><?xml version="1.0" encoding="utf-8"?>
<p:tagLst xmlns:p="http://schemas.openxmlformats.org/presentationml/2006/main">
  <p:tag name="AS_UNIQUEID" val="928"/>
</p:tagLst>
</file>

<file path=ppt/tags/tag531.xml><?xml version="1.0" encoding="utf-8"?>
<p:tagLst xmlns:p="http://schemas.openxmlformats.org/presentationml/2006/main">
  <p:tag name="AS_UNIQUEID" val="929"/>
</p:tagLst>
</file>

<file path=ppt/tags/tag532.xml><?xml version="1.0" encoding="utf-8"?>
<p:tagLst xmlns:p="http://schemas.openxmlformats.org/presentationml/2006/main">
  <p:tag name="AS_UNIQUEID" val="930"/>
</p:tagLst>
</file>

<file path=ppt/tags/tag533.xml><?xml version="1.0" encoding="utf-8"?>
<p:tagLst xmlns:p="http://schemas.openxmlformats.org/presentationml/2006/main">
  <p:tag name="AS_UNIQUEID" val="931"/>
</p:tagLst>
</file>

<file path=ppt/tags/tag534.xml><?xml version="1.0" encoding="utf-8"?>
<p:tagLst xmlns:p="http://schemas.openxmlformats.org/presentationml/2006/main">
  <p:tag name="AS_UNIQUEID" val="932"/>
</p:tagLst>
</file>

<file path=ppt/tags/tag535.xml><?xml version="1.0" encoding="utf-8"?>
<p:tagLst xmlns:p="http://schemas.openxmlformats.org/presentationml/2006/main">
  <p:tag name="AS_UNIQUEID" val="933"/>
</p:tagLst>
</file>

<file path=ppt/tags/tag536.xml><?xml version="1.0" encoding="utf-8"?>
<p:tagLst xmlns:p="http://schemas.openxmlformats.org/presentationml/2006/main">
  <p:tag name="AS_UNIQUEID" val="934"/>
</p:tagLst>
</file>

<file path=ppt/tags/tag537.xml><?xml version="1.0" encoding="utf-8"?>
<p:tagLst xmlns:p="http://schemas.openxmlformats.org/presentationml/2006/main">
  <p:tag name="AS_UNIQUEID" val="935"/>
  <p:tag name="KSO_WM_BEAUTIFY_FLAG" val=""/>
</p:tagLst>
</file>

<file path=ppt/tags/tag538.xml><?xml version="1.0" encoding="utf-8"?>
<p:tagLst xmlns:p="http://schemas.openxmlformats.org/presentationml/2006/main">
  <p:tag name="AS_UNIQUEID" val="936"/>
</p:tagLst>
</file>

<file path=ppt/tags/tag539.xml><?xml version="1.0" encoding="utf-8"?>
<p:tagLst xmlns:p="http://schemas.openxmlformats.org/presentationml/2006/main">
  <p:tag name="AS_UNIQUEID" val="937"/>
</p:tagLst>
</file>

<file path=ppt/tags/tag540.xml><?xml version="1.0" encoding="utf-8"?>
<p:tagLst xmlns:p="http://schemas.openxmlformats.org/presentationml/2006/main">
  <p:tag name="AS_UNIQUEID" val="938"/>
</p:tagLst>
</file>

<file path=ppt/tags/tag541.xml><?xml version="1.0" encoding="utf-8"?>
<p:tagLst xmlns:p="http://schemas.openxmlformats.org/presentationml/2006/main">
  <p:tag name="AS_UNIQUEID" val="939"/>
</p:tagLst>
</file>

<file path=ppt/tags/tag542.xml><?xml version="1.0" encoding="utf-8"?>
<p:tagLst xmlns:p="http://schemas.openxmlformats.org/presentationml/2006/main">
  <p:tag name="AS_UNIQUEID" val="940"/>
</p:tagLst>
</file>

<file path=ppt/tags/tag543.xml><?xml version="1.0" encoding="utf-8"?>
<p:tagLst xmlns:p="http://schemas.openxmlformats.org/presentationml/2006/main">
  <p:tag name="AS_UNIQUEID" val="941"/>
  <p:tag name="KSO_WM_BEAUTIFY_FLAG" val=""/>
</p:tagLst>
</file>

<file path=ppt/tags/tag544.xml><?xml version="1.0" encoding="utf-8"?>
<p:tagLst xmlns:p="http://schemas.openxmlformats.org/presentationml/2006/main">
  <p:tag name="AS_UNIQUEID" val="942"/>
  <p:tag name="KSO_WM_BEAUTIFY_FLAG" val=""/>
</p:tagLst>
</file>

<file path=ppt/tags/tag545.xml><?xml version="1.0" encoding="utf-8"?>
<p:tagLst xmlns:p="http://schemas.openxmlformats.org/presentationml/2006/main">
  <p:tag name="AS_UNIQUEID" val="943"/>
</p:tagLst>
</file>

<file path=ppt/tags/tag546.xml><?xml version="1.0" encoding="utf-8"?>
<p:tagLst xmlns:p="http://schemas.openxmlformats.org/presentationml/2006/main">
  <p:tag name="AS_UNIQUEID" val="944"/>
</p:tagLst>
</file>

<file path=ppt/tags/tag547.xml><?xml version="1.0" encoding="utf-8"?>
<p:tagLst xmlns:p="http://schemas.openxmlformats.org/presentationml/2006/main">
  <p:tag name="AS_UNIQUEID" val="945"/>
  <p:tag name="KSO_WM_BEAUTIFY_FLAG" val=""/>
</p:tagLst>
</file>

<file path=ppt/tags/tag548.xml><?xml version="1.0" encoding="utf-8"?>
<p:tagLst xmlns:p="http://schemas.openxmlformats.org/presentationml/2006/main">
  <p:tag name="AS_UNIQUEID" val="946"/>
</p:tagLst>
</file>

<file path=ppt/tags/tag549.xml><?xml version="1.0" encoding="utf-8"?>
<p:tagLst xmlns:p="http://schemas.openxmlformats.org/presentationml/2006/main">
  <p:tag name="AS_UNIQUEID" val="947"/>
</p:tagLst>
</file>

<file path=ppt/tags/tag550.xml><?xml version="1.0" encoding="utf-8"?>
<p:tagLst xmlns:p="http://schemas.openxmlformats.org/presentationml/2006/main">
  <p:tag name="AS_UNIQUEID" val="948"/>
  <p:tag name="KSO_WM_BEAUTIFY_FLAG" val=""/>
</p:tagLst>
</file>

<file path=ppt/tags/tag551.xml><?xml version="1.0" encoding="utf-8"?>
<p:tagLst xmlns:p="http://schemas.openxmlformats.org/presentationml/2006/main">
  <p:tag name="AS_UNIQUEID" val="949"/>
  <p:tag name="KSO_WM_BEAUTIFY_FLAG" val=""/>
</p:tagLst>
</file>

<file path=ppt/tags/tag552.xml><?xml version="1.0" encoding="utf-8"?>
<p:tagLst xmlns:p="http://schemas.openxmlformats.org/presentationml/2006/main">
  <p:tag name="AS_UNIQUEID" val="950"/>
  <p:tag name="KSO_WM_BEAUTIFY_FLAG" val=""/>
</p:tagLst>
</file>

<file path=ppt/tags/tag553.xml><?xml version="1.0" encoding="utf-8"?>
<p:tagLst xmlns:p="http://schemas.openxmlformats.org/presentationml/2006/main">
  <p:tag name="AS_UNIQUEID" val="951"/>
  <p:tag name="KSO_WM_BEAUTIFY_FLAG" val=""/>
</p:tagLst>
</file>

<file path=ppt/tags/tag554.xml><?xml version="1.0" encoding="utf-8"?>
<p:tagLst xmlns:p="http://schemas.openxmlformats.org/presentationml/2006/main">
  <p:tag name="AS_UNIQUEID" val="952"/>
  <p:tag name="KSO_WM_BEAUTIFY_FLAG" val=""/>
</p:tagLst>
</file>

<file path=ppt/tags/tag555.xml><?xml version="1.0" encoding="utf-8"?>
<p:tagLst xmlns:p="http://schemas.openxmlformats.org/presentationml/2006/main">
  <p:tag name="AS_UNIQUEID" val="953"/>
</p:tagLst>
</file>

<file path=ppt/tags/tag556.xml><?xml version="1.0" encoding="utf-8"?>
<p:tagLst xmlns:p="http://schemas.openxmlformats.org/presentationml/2006/main">
  <p:tag name="AS_UNIQUEID" val="954"/>
  <p:tag name="KSO_WM_BEAUTIFY_FLAG" val=""/>
</p:tagLst>
</file>

<file path=ppt/tags/tag557.xml><?xml version="1.0" encoding="utf-8"?>
<p:tagLst xmlns:p="http://schemas.openxmlformats.org/presentationml/2006/main">
  <p:tag name="AS_UNIQUEID" val="955"/>
  <p:tag name="KSO_WM_BEAUTIFY_FLAG" val=""/>
</p:tagLst>
</file>

<file path=ppt/tags/tag558.xml><?xml version="1.0" encoding="utf-8"?>
<p:tagLst xmlns:p="http://schemas.openxmlformats.org/presentationml/2006/main">
  <p:tag name="AS_UNIQUEID" val="956"/>
  <p:tag name="KSO_WM_BEAUTIFY_FLAG" val=""/>
</p:tagLst>
</file>

<file path=ppt/tags/tag559.xml><?xml version="1.0" encoding="utf-8"?>
<p:tagLst xmlns:p="http://schemas.openxmlformats.org/presentationml/2006/main">
  <p:tag name="AS_UNIQUEID" val="957"/>
  <p:tag name="KSO_WM_BEAUTIFY_FLAG" val=""/>
</p:tagLst>
</file>

<file path=ppt/tags/tag560.xml><?xml version="1.0" encoding="utf-8"?>
<p:tagLst xmlns:p="http://schemas.openxmlformats.org/presentationml/2006/main">
  <p:tag name="AS_UNIQUEID" val="958"/>
  <p:tag name="KSO_WM_BEAUTIFY_FLAG" val=""/>
</p:tagLst>
</file>

<file path=ppt/tags/tag561.xml><?xml version="1.0" encoding="utf-8"?>
<p:tagLst xmlns:p="http://schemas.openxmlformats.org/presentationml/2006/main">
  <p:tag name="AS_UNIQUEID" val="959"/>
  <p:tag name="KSO_WM_BEAUTIFY_FLAG" val=""/>
</p:tagLst>
</file>

<file path=ppt/tags/tag562.xml><?xml version="1.0" encoding="utf-8"?>
<p:tagLst xmlns:p="http://schemas.openxmlformats.org/presentationml/2006/main">
  <p:tag name="AS_UNIQUEID" val="960"/>
</p:tagLst>
</file>

<file path=ppt/tags/tag563.xml><?xml version="1.0" encoding="utf-8"?>
<p:tagLst xmlns:p="http://schemas.openxmlformats.org/presentationml/2006/main">
  <p:tag name="AS_UNIQUEID" val="961"/>
  <p:tag name="KSO_WM_BEAUTIFY_FLAG" val=""/>
</p:tagLst>
</file>

<file path=ppt/tags/tag564.xml><?xml version="1.0" encoding="utf-8"?>
<p:tagLst xmlns:p="http://schemas.openxmlformats.org/presentationml/2006/main">
  <p:tag name="AS_UNIQUEID" val="962"/>
</p:tagLst>
</file>

<file path=ppt/tags/tag565.xml><?xml version="1.0" encoding="utf-8"?>
<p:tagLst xmlns:p="http://schemas.openxmlformats.org/presentationml/2006/main">
  <p:tag name="AS_UNIQUEID" val="963"/>
</p:tagLst>
</file>

<file path=ppt/tags/tag566.xml><?xml version="1.0" encoding="utf-8"?>
<p:tagLst xmlns:p="http://schemas.openxmlformats.org/presentationml/2006/main">
  <p:tag name="AS_UNIQUEID" val="964"/>
  <p:tag name="KSO_WM_BEAUTIFY_FLAG" val=""/>
</p:tagLst>
</file>

<file path=ppt/tags/tag567.xml><?xml version="1.0" encoding="utf-8"?>
<p:tagLst xmlns:p="http://schemas.openxmlformats.org/presentationml/2006/main">
  <p:tag name="AS_UNIQUEID" val="965"/>
</p:tagLst>
</file>

<file path=ppt/tags/tag568.xml><?xml version="1.0" encoding="utf-8"?>
<p:tagLst xmlns:p="http://schemas.openxmlformats.org/presentationml/2006/main">
  <p:tag name="AS_UNIQUEID" val="966"/>
</p:tagLst>
</file>

<file path=ppt/tags/tag569.xml><?xml version="1.0" encoding="utf-8"?>
<p:tagLst xmlns:p="http://schemas.openxmlformats.org/presentationml/2006/main">
  <p:tag name="AS_UNIQUEID" val="967"/>
</p:tagLst>
</file>

<file path=ppt/tags/tag570.xml><?xml version="1.0" encoding="utf-8"?>
<p:tagLst xmlns:p="http://schemas.openxmlformats.org/presentationml/2006/main">
  <p:tag name="AS_UNIQUEID" val="968"/>
</p:tagLst>
</file>

<file path=ppt/tags/tag571.xml><?xml version="1.0" encoding="utf-8"?>
<p:tagLst xmlns:p="http://schemas.openxmlformats.org/presentationml/2006/main">
  <p:tag name="AS_UNIQUEID" val="969"/>
</p:tagLst>
</file>

<file path=ppt/tags/tag572.xml><?xml version="1.0" encoding="utf-8"?>
<p:tagLst xmlns:p="http://schemas.openxmlformats.org/presentationml/2006/main">
  <p:tag name="AS_UNIQUEID" val="970"/>
</p:tagLst>
</file>

<file path=ppt/tags/tag573.xml><?xml version="1.0" encoding="utf-8"?>
<p:tagLst xmlns:p="http://schemas.openxmlformats.org/presentationml/2006/main">
  <p:tag name="AS_UNIQUEID" val="971"/>
  <p:tag name="KSO_WM_BEAUTIFY_FLAG" val=""/>
</p:tagLst>
</file>

<file path=ppt/tags/tag574.xml><?xml version="1.0" encoding="utf-8"?>
<p:tagLst xmlns:p="http://schemas.openxmlformats.org/presentationml/2006/main">
  <p:tag name="AS_UNIQUEID" val="972"/>
  <p:tag name="KSO_WM_BEAUTIFY_FLAG" val=""/>
</p:tagLst>
</file>

<file path=ppt/tags/tag575.xml><?xml version="1.0" encoding="utf-8"?>
<p:tagLst xmlns:p="http://schemas.openxmlformats.org/presentationml/2006/main">
  <p:tag name="AS_UNIQUEID" val="973"/>
</p:tagLst>
</file>

<file path=ppt/tags/tag576.xml><?xml version="1.0" encoding="utf-8"?>
<p:tagLst xmlns:p="http://schemas.openxmlformats.org/presentationml/2006/main">
  <p:tag name="AS_UNIQUEID" val="974"/>
</p:tagLst>
</file>

<file path=ppt/tags/tag577.xml><?xml version="1.0" encoding="utf-8"?>
<p:tagLst xmlns:p="http://schemas.openxmlformats.org/presentationml/2006/main">
  <p:tag name="AS_UNIQUEID" val="975"/>
  <p:tag name="KSO_WM_BEAUTIFY_FLAG" val=""/>
</p:tagLst>
</file>

<file path=ppt/tags/tag578.xml><?xml version="1.0" encoding="utf-8"?>
<p:tagLst xmlns:p="http://schemas.openxmlformats.org/presentationml/2006/main">
  <p:tag name="AS_UNIQUEID" val="976"/>
</p:tagLst>
</file>

<file path=ppt/tags/tag579.xml><?xml version="1.0" encoding="utf-8"?>
<p:tagLst xmlns:p="http://schemas.openxmlformats.org/presentationml/2006/main">
  <p:tag name="AS_UNIQUEID" val="977"/>
</p:tagLst>
</file>

<file path=ppt/tags/tag580.xml><?xml version="1.0" encoding="utf-8"?>
<p:tagLst xmlns:p="http://schemas.openxmlformats.org/presentationml/2006/main">
  <p:tag name="AS_UNIQUEID" val="978"/>
  <p:tag name="KSO_WM_BEAUTIFY_FLAG" val=""/>
</p:tagLst>
</file>

<file path=ppt/tags/tag581.xml><?xml version="1.0" encoding="utf-8"?>
<p:tagLst xmlns:p="http://schemas.openxmlformats.org/presentationml/2006/main">
  <p:tag name="AS_UNIQUEID" val="979"/>
  <p:tag name="KSO_WM_BEAUTIFY_FLAG" val=""/>
</p:tagLst>
</file>

<file path=ppt/tags/tag582.xml><?xml version="1.0" encoding="utf-8"?>
<p:tagLst xmlns:p="http://schemas.openxmlformats.org/presentationml/2006/main">
  <p:tag name="AS_UNIQUEID" val="980"/>
  <p:tag name="KSO_WM_BEAUTIFY_FLAG" val=""/>
</p:tagLst>
</file>

<file path=ppt/tags/tag583.xml><?xml version="1.0" encoding="utf-8"?>
<p:tagLst xmlns:p="http://schemas.openxmlformats.org/presentationml/2006/main">
  <p:tag name="AS_UNIQUEID" val="981"/>
  <p:tag name="KSO_WM_BEAUTIFY_FLAG" val=""/>
</p:tagLst>
</file>

<file path=ppt/tags/tag584.xml><?xml version="1.0" encoding="utf-8"?>
<p:tagLst xmlns:p="http://schemas.openxmlformats.org/presentationml/2006/main">
  <p:tag name="AS_UNIQUEID" val="982"/>
  <p:tag name="KSO_WM_BEAUTIFY_FLAG" val=""/>
</p:tagLst>
</file>

<file path=ppt/tags/tag585.xml><?xml version="1.0" encoding="utf-8"?>
<p:tagLst xmlns:p="http://schemas.openxmlformats.org/presentationml/2006/main">
  <p:tag name="AS_UNIQUEID" val="983"/>
</p:tagLst>
</file>

<file path=ppt/tags/tag586.xml><?xml version="1.0" encoding="utf-8"?>
<p:tagLst xmlns:p="http://schemas.openxmlformats.org/presentationml/2006/main">
  <p:tag name="AS_UNIQUEID" val="984"/>
  <p:tag name="KSO_WM_BEAUTIFY_FLAG" val=""/>
</p:tagLst>
</file>

<file path=ppt/tags/tag587.xml><?xml version="1.0" encoding="utf-8"?>
<p:tagLst xmlns:p="http://schemas.openxmlformats.org/presentationml/2006/main">
  <p:tag name="AS_UNIQUEID" val="985"/>
  <p:tag name="KSO_WM_BEAUTIFY_FLAG" val=""/>
</p:tagLst>
</file>

<file path=ppt/tags/tag588.xml><?xml version="1.0" encoding="utf-8"?>
<p:tagLst xmlns:p="http://schemas.openxmlformats.org/presentationml/2006/main">
  <p:tag name="AS_UNIQUEID" val="986"/>
  <p:tag name="KSO_WM_BEAUTIFY_FLAG" val=""/>
</p:tagLst>
</file>

<file path=ppt/tags/tag589.xml><?xml version="1.0" encoding="utf-8"?>
<p:tagLst xmlns:p="http://schemas.openxmlformats.org/presentationml/2006/main">
  <p:tag name="AS_UNIQUEID" val="987"/>
  <p:tag name="KSO_WM_BEAUTIFY_FLAG" val=""/>
</p:tagLst>
</file>

<file path=ppt/tags/tag590.xml><?xml version="1.0" encoding="utf-8"?>
<p:tagLst xmlns:p="http://schemas.openxmlformats.org/presentationml/2006/main">
  <p:tag name="AS_UNIQUEID" val="988"/>
  <p:tag name="KSO_WM_BEAUTIFY_FLAG" val=""/>
</p:tagLst>
</file>

<file path=ppt/tags/tag591.xml><?xml version="1.0" encoding="utf-8"?>
<p:tagLst xmlns:p="http://schemas.openxmlformats.org/presentationml/2006/main">
  <p:tag name="AS_UNIQUEID" val="989"/>
  <p:tag name="KSO_WM_BEAUTIFY_FLAG" val=""/>
</p:tagLst>
</file>

<file path=ppt/tags/tag592.xml><?xml version="1.0" encoding="utf-8"?>
<p:tagLst xmlns:p="http://schemas.openxmlformats.org/presentationml/2006/main">
  <p:tag name="AS_UNIQUEID" val="990"/>
</p:tagLst>
</file>

<file path=ppt/tags/tag593.xml><?xml version="1.0" encoding="utf-8"?>
<p:tagLst xmlns:p="http://schemas.openxmlformats.org/presentationml/2006/main">
  <p:tag name="AS_UNIQUEID" val="991"/>
  <p:tag name="KSO_WM_BEAUTIFY_FLAG" val=""/>
</p:tagLst>
</file>

<file path=ppt/tags/tag594.xml><?xml version="1.0" encoding="utf-8"?>
<p:tagLst xmlns:p="http://schemas.openxmlformats.org/presentationml/2006/main">
  <p:tag name="AS_UNIQUEID" val="992"/>
</p:tagLst>
</file>

<file path=ppt/tags/tag595.xml><?xml version="1.0" encoding="utf-8"?>
<p:tagLst xmlns:p="http://schemas.openxmlformats.org/presentationml/2006/main">
  <p:tag name="AS_UNIQUEID" val="993"/>
</p:tagLst>
</file>

<file path=ppt/tags/tag596.xml><?xml version="1.0" encoding="utf-8"?>
<p:tagLst xmlns:p="http://schemas.openxmlformats.org/presentationml/2006/main">
  <p:tag name="AS_UNIQUEID" val="994"/>
  <p:tag name="KSO_WM_BEAUTIFY_FLAG" val=""/>
</p:tagLst>
</file>

<file path=ppt/tags/tag597.xml><?xml version="1.0" encoding="utf-8"?>
<p:tagLst xmlns:p="http://schemas.openxmlformats.org/presentationml/2006/main">
  <p:tag name="AS_UNIQUEID" val="995"/>
</p:tagLst>
</file>

<file path=ppt/tags/tag598.xml><?xml version="1.0" encoding="utf-8"?>
<p:tagLst xmlns:p="http://schemas.openxmlformats.org/presentationml/2006/main">
  <p:tag name="AS_UNIQUEID" val="996"/>
</p:tagLst>
</file>

<file path=ppt/tags/tag599.xml><?xml version="1.0" encoding="utf-8"?>
<p:tagLst xmlns:p="http://schemas.openxmlformats.org/presentationml/2006/main">
  <p:tag name="AS_UNIQUEID" val="997"/>
</p:tagLst>
</file>

<file path=ppt/tags/tag600.xml><?xml version="1.0" encoding="utf-8"?>
<p:tagLst xmlns:p="http://schemas.openxmlformats.org/presentationml/2006/main">
  <p:tag name="AS_UNIQUEID" val="998"/>
</p:tagLst>
</file>

<file path=ppt/tags/tag601.xml><?xml version="1.0" encoding="utf-8"?>
<p:tagLst xmlns:p="http://schemas.openxmlformats.org/presentationml/2006/main">
  <p:tag name="AS_UNIQUEID" val="999"/>
</p:tagLst>
</file>

<file path=ppt/tags/tag602.xml><?xml version="1.0" encoding="utf-8"?>
<p:tagLst xmlns:p="http://schemas.openxmlformats.org/presentationml/2006/main">
  <p:tag name="AS_UNIQUEID" val="1000"/>
</p:tagLst>
</file>

<file path=ppt/tags/tag603.xml><?xml version="1.0" encoding="utf-8"?>
<p:tagLst xmlns:p="http://schemas.openxmlformats.org/presentationml/2006/main">
  <p:tag name="AS_UNIQUEID" val="1001"/>
  <p:tag name="KSO_WM_BEAUTIFY_FLAG" val=""/>
</p:tagLst>
</file>

<file path=ppt/tags/tag604.xml><?xml version="1.0" encoding="utf-8"?>
<p:tagLst xmlns:p="http://schemas.openxmlformats.org/presentationml/2006/main">
  <p:tag name="AS_UNIQUEID" val="1002"/>
  <p:tag name="KSO_WM_BEAUTIFY_FLAG" val=""/>
</p:tagLst>
</file>

<file path=ppt/tags/tag605.xml><?xml version="1.0" encoding="utf-8"?>
<p:tagLst xmlns:p="http://schemas.openxmlformats.org/presentationml/2006/main">
  <p:tag name="AS_UNIQUEID" val="1003"/>
</p:tagLst>
</file>

<file path=ppt/tags/tag606.xml><?xml version="1.0" encoding="utf-8"?>
<p:tagLst xmlns:p="http://schemas.openxmlformats.org/presentationml/2006/main">
  <p:tag name="AS_UNIQUEID" val="1004"/>
</p:tagLst>
</file>

<file path=ppt/tags/tag607.xml><?xml version="1.0" encoding="utf-8"?>
<p:tagLst xmlns:p="http://schemas.openxmlformats.org/presentationml/2006/main">
  <p:tag name="AS_UNIQUEID" val="1005"/>
  <p:tag name="KSO_WM_BEAUTIFY_FLAG" val=""/>
</p:tagLst>
</file>

<file path=ppt/tags/tag608.xml><?xml version="1.0" encoding="utf-8"?>
<p:tagLst xmlns:p="http://schemas.openxmlformats.org/presentationml/2006/main">
  <p:tag name="AS_UNIQUEID" val="1006"/>
</p:tagLst>
</file>

<file path=ppt/tags/tag609.xml><?xml version="1.0" encoding="utf-8"?>
<p:tagLst xmlns:p="http://schemas.openxmlformats.org/presentationml/2006/main">
  <p:tag name="AS_UNIQUEID" val="1007"/>
</p:tagLst>
</file>

<file path=ppt/tags/tag610.xml><?xml version="1.0" encoding="utf-8"?>
<p:tagLst xmlns:p="http://schemas.openxmlformats.org/presentationml/2006/main">
  <p:tag name="AS_UNIQUEID" val="1008"/>
  <p:tag name="KSO_WM_BEAUTIFY_FLAG" val=""/>
</p:tagLst>
</file>

<file path=ppt/tags/tag611.xml><?xml version="1.0" encoding="utf-8"?>
<p:tagLst xmlns:p="http://schemas.openxmlformats.org/presentationml/2006/main">
  <p:tag name="AS_UNIQUEID" val="1009"/>
  <p:tag name="KSO_WM_BEAUTIFY_FLAG" val=""/>
</p:tagLst>
</file>

<file path=ppt/tags/tag612.xml><?xml version="1.0" encoding="utf-8"?>
<p:tagLst xmlns:p="http://schemas.openxmlformats.org/presentationml/2006/main">
  <p:tag name="AS_UNIQUEID" val="1010"/>
  <p:tag name="KSO_WM_BEAUTIFY_FLAG" val=""/>
</p:tagLst>
</file>

<file path=ppt/tags/tag613.xml><?xml version="1.0" encoding="utf-8"?>
<p:tagLst xmlns:p="http://schemas.openxmlformats.org/presentationml/2006/main">
  <p:tag name="AS_UNIQUEID" val="1011"/>
  <p:tag name="KSO_WM_BEAUTIFY_FLAG" val=""/>
</p:tagLst>
</file>

<file path=ppt/tags/tag614.xml><?xml version="1.0" encoding="utf-8"?>
<p:tagLst xmlns:p="http://schemas.openxmlformats.org/presentationml/2006/main">
  <p:tag name="AS_UNIQUEID" val="1012"/>
  <p:tag name="KSO_WM_BEAUTIFY_FLAG" val=""/>
</p:tagLst>
</file>

<file path=ppt/tags/tag615.xml><?xml version="1.0" encoding="utf-8"?>
<p:tagLst xmlns:p="http://schemas.openxmlformats.org/presentationml/2006/main">
  <p:tag name="AS_UNIQUEID" val="1013"/>
</p:tagLst>
</file>

<file path=ppt/tags/tag616.xml><?xml version="1.0" encoding="utf-8"?>
<p:tagLst xmlns:p="http://schemas.openxmlformats.org/presentationml/2006/main">
  <p:tag name="AS_UNIQUEID" val="1014"/>
  <p:tag name="KSO_WM_BEAUTIFY_FLAG" val=""/>
</p:tagLst>
</file>

<file path=ppt/tags/tag617.xml><?xml version="1.0" encoding="utf-8"?>
<p:tagLst xmlns:p="http://schemas.openxmlformats.org/presentationml/2006/main">
  <p:tag name="AS_UNIQUEID" val="1015"/>
  <p:tag name="KSO_WM_BEAUTIFY_FLAG" val=""/>
</p:tagLst>
</file>

<file path=ppt/tags/tag618.xml><?xml version="1.0" encoding="utf-8"?>
<p:tagLst xmlns:p="http://schemas.openxmlformats.org/presentationml/2006/main">
  <p:tag name="AS_UNIQUEID" val="1016"/>
  <p:tag name="KSO_WM_BEAUTIFY_FLAG" val=""/>
</p:tagLst>
</file>

<file path=ppt/tags/tag619.xml><?xml version="1.0" encoding="utf-8"?>
<p:tagLst xmlns:p="http://schemas.openxmlformats.org/presentationml/2006/main">
  <p:tag name="AS_UNIQUEID" val="1017"/>
  <p:tag name="KSO_WM_BEAUTIFY_FLAG" val=""/>
</p:tagLst>
</file>

<file path=ppt/tags/tag620.xml><?xml version="1.0" encoding="utf-8"?>
<p:tagLst xmlns:p="http://schemas.openxmlformats.org/presentationml/2006/main">
  <p:tag name="AS_UNIQUEID" val="1018"/>
  <p:tag name="KSO_WM_BEAUTIFY_FLAG" val=""/>
</p:tagLst>
</file>

<file path=ppt/tags/tag621.xml><?xml version="1.0" encoding="utf-8"?>
<p:tagLst xmlns:p="http://schemas.openxmlformats.org/presentationml/2006/main">
  <p:tag name="AS_UNIQUEID" val="1019"/>
</p:tagLst>
</file>

<file path=ppt/tags/tag622.xml><?xml version="1.0" encoding="utf-8"?>
<p:tagLst xmlns:p="http://schemas.openxmlformats.org/presentationml/2006/main">
  <p:tag name="AS_UNIQUEID" val="1020"/>
</p:tagLst>
</file>

<file path=ppt/tags/tag623.xml><?xml version="1.0" encoding="utf-8"?>
<p:tagLst xmlns:p="http://schemas.openxmlformats.org/presentationml/2006/main">
  <p:tag name="AS_UNIQUEID" val="1021"/>
</p:tagLst>
</file>

<file path=ppt/tags/tag624.xml><?xml version="1.0" encoding="utf-8"?>
<p:tagLst xmlns:p="http://schemas.openxmlformats.org/presentationml/2006/main">
  <p:tag name="AS_UNIQUEID" val="1022"/>
</p:tagLst>
</file>

<file path=ppt/tags/tag625.xml><?xml version="1.0" encoding="utf-8"?>
<p:tagLst xmlns:p="http://schemas.openxmlformats.org/presentationml/2006/main">
  <p:tag name="AS_UNIQUEID" val="1023"/>
</p:tagLst>
</file>

<file path=ppt/tags/tag626.xml><?xml version="1.0" encoding="utf-8"?>
<p:tagLst xmlns:p="http://schemas.openxmlformats.org/presentationml/2006/main">
  <p:tag name="AS_UNIQUEID" val="1024"/>
</p:tagLst>
</file>

<file path=ppt/tags/tag627.xml><?xml version="1.0" encoding="utf-8"?>
<p:tagLst xmlns:p="http://schemas.openxmlformats.org/presentationml/2006/main">
  <p:tag name="AS_UNIQUEID" val="1025"/>
</p:tagLst>
</file>

<file path=ppt/tags/tag628.xml><?xml version="1.0" encoding="utf-8"?>
<p:tagLst xmlns:p="http://schemas.openxmlformats.org/presentationml/2006/main">
  <p:tag name="AS_UNIQUEID" val="1026"/>
  <p:tag name="KSO_WM_BEAUTIFY_FLAG" val=""/>
</p:tagLst>
</file>

<file path=ppt/tags/tag629.xml><?xml version="1.0" encoding="utf-8"?>
<p:tagLst xmlns:p="http://schemas.openxmlformats.org/presentationml/2006/main">
  <p:tag name="AS_UNIQUEID" val="1027"/>
  <p:tag name="KSO_WM_BEAUTIFY_FLAG" val=""/>
</p:tagLst>
</file>

<file path=ppt/tags/tag630.xml><?xml version="1.0" encoding="utf-8"?>
<p:tagLst xmlns:p="http://schemas.openxmlformats.org/presentationml/2006/main">
  <p:tag name="AS_UNIQUEID" val="1028"/>
</p:tagLst>
</file>

<file path=ppt/tags/tag631.xml><?xml version="1.0" encoding="utf-8"?>
<p:tagLst xmlns:p="http://schemas.openxmlformats.org/presentationml/2006/main">
  <p:tag name="AS_UNIQUEID" val="1029"/>
</p:tagLst>
</file>

<file path=ppt/tags/tag632.xml><?xml version="1.0" encoding="utf-8"?>
<p:tagLst xmlns:p="http://schemas.openxmlformats.org/presentationml/2006/main">
  <p:tag name="AS_UNIQUEID" val="1030"/>
  <p:tag name="KSO_WM_BEAUTIFY_FLAG" val=""/>
</p:tagLst>
</file>

<file path=ppt/tags/tag633.xml><?xml version="1.0" encoding="utf-8"?>
<p:tagLst xmlns:p="http://schemas.openxmlformats.org/presentationml/2006/main">
  <p:tag name="AS_UNIQUEID" val="1031"/>
  <p:tag name="KSO_WM_BEAUTIFY_FLAG" val=""/>
</p:tagLst>
</file>

<file path=ppt/tags/tag634.xml><?xml version="1.0" encoding="utf-8"?>
<p:tagLst xmlns:p="http://schemas.openxmlformats.org/presentationml/2006/main">
  <p:tag name="AS_UNIQUEID" val="1032"/>
  <p:tag name="KSO_WM_BEAUTIFY_FLAG" val=""/>
</p:tagLst>
</file>

<file path=ppt/tags/tag635.xml><?xml version="1.0" encoding="utf-8"?>
<p:tagLst xmlns:p="http://schemas.openxmlformats.org/presentationml/2006/main">
  <p:tag name="AS_UNIQUEID" val="1033"/>
  <p:tag name="KSO_WM_BEAUTIFY_FLAG" val=""/>
</p:tagLst>
</file>

<file path=ppt/tags/tag636.xml><?xml version="1.0" encoding="utf-8"?>
<p:tagLst xmlns:p="http://schemas.openxmlformats.org/presentationml/2006/main">
  <p:tag name="AS_UNIQUEID" val="1034"/>
  <p:tag name="KSO_WM_BEAUTIFY_FLAG" val=""/>
</p:tagLst>
</file>

<file path=ppt/tags/tag637.xml><?xml version="1.0" encoding="utf-8"?>
<p:tagLst xmlns:p="http://schemas.openxmlformats.org/presentationml/2006/main">
  <p:tag name="AS_UNIQUEID" val="1035"/>
</p:tagLst>
</file>

<file path=ppt/tags/tag638.xml><?xml version="1.0" encoding="utf-8"?>
<p:tagLst xmlns:p="http://schemas.openxmlformats.org/presentationml/2006/main">
  <p:tag name="AS_UNIQUEID" val="1036"/>
  <p:tag name="KSO_WM_BEAUTIFY_FLAG" val=""/>
</p:tagLst>
</file>

<file path=ppt/tags/tag639.xml><?xml version="1.0" encoding="utf-8"?>
<p:tagLst xmlns:p="http://schemas.openxmlformats.org/presentationml/2006/main">
  <p:tag name="AS_UNIQUEID" val="1037"/>
  <p:tag name="KSO_WM_BEAUTIFY_FLAG" val=""/>
</p:tagLst>
</file>

<file path=ppt/tags/tag640.xml><?xml version="1.0" encoding="utf-8"?>
<p:tagLst xmlns:p="http://schemas.openxmlformats.org/presentationml/2006/main">
  <p:tag name="AS_UNIQUEID" val="1038"/>
  <p:tag name="KSO_WM_BEAUTIFY_FLAG" val=""/>
</p:tagLst>
</file>

<file path=ppt/tags/tag641.xml><?xml version="1.0" encoding="utf-8"?>
<p:tagLst xmlns:p="http://schemas.openxmlformats.org/presentationml/2006/main">
  <p:tag name="AS_UNIQUEID" val="1039"/>
  <p:tag name="KSO_WM_BEAUTIFY_FLAG" val=""/>
</p:tagLst>
</file>

<file path=ppt/tags/tag642.xml><?xml version="1.0" encoding="utf-8"?>
<p:tagLst xmlns:p="http://schemas.openxmlformats.org/presentationml/2006/main">
  <p:tag name="AS_UNIQUEID" val="1040"/>
  <p:tag name="KSO_WM_BEAUTIFY_FLAG" val=""/>
</p:tagLst>
</file>

<file path=ppt/tags/tag643.xml><?xml version="1.0" encoding="utf-8"?>
<p:tagLst xmlns:p="http://schemas.openxmlformats.org/presentationml/2006/main">
  <p:tag name="AS_UNIQUEID" val="1041"/>
  <p:tag name="KSO_WM_DIAGRAM_VIRTUALLY_FRAME" val="{&quot;height&quot;:279.9,&quot;left&quot;:49.9,&quot;top&quot;:194.45,&quot;width&quot;:862.8}"/>
</p:tagLst>
</file>

<file path=ppt/tags/tag644.xml><?xml version="1.0" encoding="utf-8"?>
<p:tagLst xmlns:p="http://schemas.openxmlformats.org/presentationml/2006/main">
  <p:tag name="AS_UNIQUEID" val="1042"/>
</p:tagLst>
</file>

<file path=ppt/tags/tag645.xml><?xml version="1.0" encoding="utf-8"?>
<p:tagLst xmlns:p="http://schemas.openxmlformats.org/presentationml/2006/main">
  <p:tag name="AS_UNIQUEID" val="1043"/>
</p:tagLst>
</file>

<file path=ppt/tags/tag646.xml><?xml version="1.0" encoding="utf-8"?>
<p:tagLst xmlns:p="http://schemas.openxmlformats.org/presentationml/2006/main">
  <p:tag name="AS_UNIQUEID" val="1044"/>
</p:tagLst>
</file>

<file path=ppt/tags/tag647.xml><?xml version="1.0" encoding="utf-8"?>
<p:tagLst xmlns:p="http://schemas.openxmlformats.org/presentationml/2006/main">
  <p:tag name="AS_UNIQUEID" val="1045"/>
</p:tagLst>
</file>

<file path=ppt/tags/tag648.xml><?xml version="1.0" encoding="utf-8"?>
<p:tagLst xmlns:p="http://schemas.openxmlformats.org/presentationml/2006/main">
  <p:tag name="AS_UNIQUEID" val="1046"/>
  <p:tag name="KSO_WM_BEAUTIFY_FLAG" val=""/>
</p:tagLst>
</file>

<file path=ppt/tags/tag649.xml><?xml version="1.0" encoding="utf-8"?>
<p:tagLst xmlns:p="http://schemas.openxmlformats.org/presentationml/2006/main">
  <p:tag name="AS_UNIQUEID" val="1047"/>
  <p:tag name="KSO_WM_BEAUTIFY_FLAG" val=""/>
</p:tagLst>
</file>

<file path=ppt/tags/tag650.xml><?xml version="1.0" encoding="utf-8"?>
<p:tagLst xmlns:p="http://schemas.openxmlformats.org/presentationml/2006/main">
  <p:tag name="AS_UNIQUEID" val="1048"/>
  <p:tag name="KSO_WM_BEAUTIFY_FLAG" val=""/>
</p:tagLst>
</file>

<file path=ppt/tags/tag651.xml><?xml version="1.0" encoding="utf-8"?>
<p:tagLst xmlns:p="http://schemas.openxmlformats.org/presentationml/2006/main">
  <p:tag name="AS_UNIQUEID" val="1049"/>
  <p:tag name="KSO_WM_BEAUTIFY_FLAG" val=""/>
</p:tagLst>
</file>

<file path=ppt/tags/tag652.xml><?xml version="1.0" encoding="utf-8"?>
<p:tagLst xmlns:p="http://schemas.openxmlformats.org/presentationml/2006/main">
  <p:tag name="AS_UNIQUEID" val="1050"/>
  <p:tag name="KSO_WM_BEAUTIFY_FLAG" val=""/>
</p:tagLst>
</file>

<file path=ppt/tags/tag653.xml><?xml version="1.0" encoding="utf-8"?>
<p:tagLst xmlns:p="http://schemas.openxmlformats.org/presentationml/2006/main">
  <p:tag name="AS_UNIQUEID" val="1051"/>
  <p:tag name="KSO_WM_BEAUTIFY_FLAG" val=""/>
</p:tagLst>
</file>

<file path=ppt/tags/tag654.xml><?xml version="1.0" encoding="utf-8"?>
<p:tagLst xmlns:p="http://schemas.openxmlformats.org/presentationml/2006/main">
  <p:tag name="AS_UNIQUEID" val="1052"/>
</p:tagLst>
</file>

<file path=ppt/tags/tag655.xml><?xml version="1.0" encoding="utf-8"?>
<p:tagLst xmlns:p="http://schemas.openxmlformats.org/presentationml/2006/main">
  <p:tag name="AS_UNIQUEID" val="1053"/>
</p:tagLst>
</file>

<file path=ppt/tags/tag656.xml><?xml version="1.0" encoding="utf-8"?>
<p:tagLst xmlns:p="http://schemas.openxmlformats.org/presentationml/2006/main">
  <p:tag name="AS_UNIQUEID" val="1054"/>
</p:tagLst>
</file>

<file path=ppt/tags/tag657.xml><?xml version="1.0" encoding="utf-8"?>
<p:tagLst xmlns:p="http://schemas.openxmlformats.org/presentationml/2006/main">
  <p:tag name="AS_UNIQUEID" val="1055"/>
</p:tagLst>
</file>

<file path=ppt/tags/tag658.xml><?xml version="1.0" encoding="utf-8"?>
<p:tagLst xmlns:p="http://schemas.openxmlformats.org/presentationml/2006/main">
  <p:tag name="AS_UNIQUEID" val="1056"/>
</p:tagLst>
</file>

<file path=ppt/tags/tag659.xml><?xml version="1.0" encoding="utf-8"?>
<p:tagLst xmlns:p="http://schemas.openxmlformats.org/presentationml/2006/main">
  <p:tag name="AS_UNIQUEID" val="1057"/>
</p:tagLst>
</file>

<file path=ppt/tags/tag660.xml><?xml version="1.0" encoding="utf-8"?>
<p:tagLst xmlns:p="http://schemas.openxmlformats.org/presentationml/2006/main">
  <p:tag name="AS_UNIQUEID" val="1058"/>
</p:tagLst>
</file>

<file path=ppt/tags/tag661.xml><?xml version="1.0" encoding="utf-8"?>
<p:tagLst xmlns:p="http://schemas.openxmlformats.org/presentationml/2006/main">
  <p:tag name="AS_UNIQUEID" val="1059"/>
</p:tagLst>
</file>

<file path=ppt/tags/tag662.xml><?xml version="1.0" encoding="utf-8"?>
<p:tagLst xmlns:p="http://schemas.openxmlformats.org/presentationml/2006/main">
  <p:tag name="AS_UNIQUEID" val="1060"/>
</p:tagLst>
</file>

<file path=ppt/tags/tag663.xml><?xml version="1.0" encoding="utf-8"?>
<p:tagLst xmlns:p="http://schemas.openxmlformats.org/presentationml/2006/main">
  <p:tag name="AS_UNIQUEID" val="1061"/>
</p:tagLst>
</file>

<file path=ppt/tags/tag664.xml><?xml version="1.0" encoding="utf-8"?>
<p:tagLst xmlns:p="http://schemas.openxmlformats.org/presentationml/2006/main">
  <p:tag name="AS_UNIQUEID" val="1062"/>
</p:tagLst>
</file>

<file path=ppt/tags/tag665.xml><?xml version="1.0" encoding="utf-8"?>
<p:tagLst xmlns:p="http://schemas.openxmlformats.org/presentationml/2006/main">
  <p:tag name="AS_UNIQUEID" val="1063"/>
</p:tagLst>
</file>

<file path=ppt/tags/tag666.xml><?xml version="1.0" encoding="utf-8"?>
<p:tagLst xmlns:p="http://schemas.openxmlformats.org/presentationml/2006/main">
  <p:tag name="AS_UNIQUEID" val="1064"/>
</p:tagLst>
</file>

<file path=ppt/tags/tag667.xml><?xml version="1.0" encoding="utf-8"?>
<p:tagLst xmlns:p="http://schemas.openxmlformats.org/presentationml/2006/main">
  <p:tag name="AS_UNIQUEID" val="1065"/>
</p:tagLst>
</file>

<file path=ppt/tags/tag668.xml><?xml version="1.0" encoding="utf-8"?>
<p:tagLst xmlns:p="http://schemas.openxmlformats.org/presentationml/2006/main">
  <p:tag name="AS_UNIQUEID" val="1066"/>
</p:tagLst>
</file>

<file path=ppt/tags/tag669.xml><?xml version="1.0" encoding="utf-8"?>
<p:tagLst xmlns:p="http://schemas.openxmlformats.org/presentationml/2006/main">
  <p:tag name="AS_UNIQUEID" val="1067"/>
</p:tagLst>
</file>

<file path=ppt/tags/tag670.xml><?xml version="1.0" encoding="utf-8"?>
<p:tagLst xmlns:p="http://schemas.openxmlformats.org/presentationml/2006/main">
  <p:tag name="AS_UNIQUEID" val="1068"/>
</p:tagLst>
</file>

<file path=ppt/tags/tag671.xml><?xml version="1.0" encoding="utf-8"?>
<p:tagLst xmlns:p="http://schemas.openxmlformats.org/presentationml/2006/main">
  <p:tag name="AS_UNIQUEID" val="1069"/>
</p:tagLst>
</file>

<file path=ppt/tags/tag672.xml><?xml version="1.0" encoding="utf-8"?>
<p:tagLst xmlns:p="http://schemas.openxmlformats.org/presentationml/2006/main">
  <p:tag name="AS_UNIQUEID" val="1070"/>
</p:tagLst>
</file>

<file path=ppt/tags/tag673.xml><?xml version="1.0" encoding="utf-8"?>
<p:tagLst xmlns:p="http://schemas.openxmlformats.org/presentationml/2006/main">
  <p:tag name="AS_UNIQUEID" val="1071"/>
</p:tagLst>
</file>

<file path=ppt/tags/tag674.xml><?xml version="1.0" encoding="utf-8"?>
<p:tagLst xmlns:p="http://schemas.openxmlformats.org/presentationml/2006/main">
  <p:tag name="AS_UNIQUEID" val="1072"/>
</p:tagLst>
</file>

<file path=ppt/tags/tag675.xml><?xml version="1.0" encoding="utf-8"?>
<p:tagLst xmlns:p="http://schemas.openxmlformats.org/presentationml/2006/main">
  <p:tag name="AS_UNIQUEID" val="1073"/>
</p:tagLst>
</file>

<file path=ppt/tags/tag676.xml><?xml version="1.0" encoding="utf-8"?>
<p:tagLst xmlns:p="http://schemas.openxmlformats.org/presentationml/2006/main">
  <p:tag name="AS_UNIQUEID" val="1074"/>
</p:tagLst>
</file>

<file path=ppt/tags/tag677.xml><?xml version="1.0" encoding="utf-8"?>
<p:tagLst xmlns:p="http://schemas.openxmlformats.org/presentationml/2006/main">
  <p:tag name="AS_UNIQUEID" val="1075"/>
</p:tagLst>
</file>

<file path=ppt/tags/tag678.xml><?xml version="1.0" encoding="utf-8"?>
<p:tagLst xmlns:p="http://schemas.openxmlformats.org/presentationml/2006/main">
  <p:tag name="AS_UNIQUEID" val="1076"/>
</p:tagLst>
</file>

<file path=ppt/tags/tag679.xml><?xml version="1.0" encoding="utf-8"?>
<p:tagLst xmlns:p="http://schemas.openxmlformats.org/presentationml/2006/main">
  <p:tag name="AS_UNIQUEID" val="1077"/>
</p:tagLst>
</file>

<file path=ppt/tags/tag680.xml><?xml version="1.0" encoding="utf-8"?>
<p:tagLst xmlns:p="http://schemas.openxmlformats.org/presentationml/2006/main">
  <p:tag name="AS_UNIQUEID" val="1078"/>
</p:tagLst>
</file>

<file path=ppt/tags/tag681.xml><?xml version="1.0" encoding="utf-8"?>
<p:tagLst xmlns:p="http://schemas.openxmlformats.org/presentationml/2006/main">
  <p:tag name="AS_UNIQUEID" val="1079"/>
</p:tagLst>
</file>

<file path=ppt/tags/tag682.xml><?xml version="1.0" encoding="utf-8"?>
<p:tagLst xmlns:p="http://schemas.openxmlformats.org/presentationml/2006/main">
  <p:tag name="AS_UNIQUEID" val="1080"/>
</p:tagLst>
</file>

<file path=ppt/tags/tag683.xml><?xml version="1.0" encoding="utf-8"?>
<p:tagLst xmlns:p="http://schemas.openxmlformats.org/presentationml/2006/main">
  <p:tag name="AS_UNIQUEID" val="1081"/>
</p:tagLst>
</file>

<file path=ppt/tags/tag684.xml><?xml version="1.0" encoding="utf-8"?>
<p:tagLst xmlns:p="http://schemas.openxmlformats.org/presentationml/2006/main">
  <p:tag name="AS_UNIQUEID" val="1082"/>
</p:tagLst>
</file>

<file path=ppt/tags/tag685.xml><?xml version="1.0" encoding="utf-8"?>
<p:tagLst xmlns:p="http://schemas.openxmlformats.org/presentationml/2006/main">
  <p:tag name="AS_UNIQUEID" val="1083"/>
</p:tagLst>
</file>

<file path=ppt/tags/tag686.xml><?xml version="1.0" encoding="utf-8"?>
<p:tagLst xmlns:p="http://schemas.openxmlformats.org/presentationml/2006/main">
  <p:tag name="AS_UNIQUEID" val="1084"/>
  <p:tag name="KSO_WM_BEAUTIFY_FLAG" val=""/>
</p:tagLst>
</file>

<file path=ppt/tags/tag687.xml><?xml version="1.0" encoding="utf-8"?>
<p:tagLst xmlns:p="http://schemas.openxmlformats.org/presentationml/2006/main">
  <p:tag name="AS_UNIQUEID" val="1085"/>
</p:tagLst>
</file>

<file path=ppt/tags/tag688.xml><?xml version="1.0" encoding="utf-8"?>
<p:tagLst xmlns:p="http://schemas.openxmlformats.org/presentationml/2006/main">
  <p:tag name="AS_UNIQUEID" val="1086"/>
</p:tagLst>
</file>

<file path=ppt/tags/tag689.xml><?xml version="1.0" encoding="utf-8"?>
<p:tagLst xmlns:p="http://schemas.openxmlformats.org/presentationml/2006/main">
  <p:tag name="AS_UNIQUEID" val="1087"/>
</p:tagLst>
</file>

<file path=ppt/tags/tag690.xml><?xml version="1.0" encoding="utf-8"?>
<p:tagLst xmlns:p="http://schemas.openxmlformats.org/presentationml/2006/main">
  <p:tag name="AS_UNIQUEID" val="1088"/>
</p:tagLst>
</file>

<file path=ppt/tags/tag691.xml><?xml version="1.0" encoding="utf-8"?>
<p:tagLst xmlns:p="http://schemas.openxmlformats.org/presentationml/2006/main">
  <p:tag name="AS_UNIQUEID" val="1089"/>
</p:tagLst>
</file>

<file path=ppt/tags/tag692.xml><?xml version="1.0" encoding="utf-8"?>
<p:tagLst xmlns:p="http://schemas.openxmlformats.org/presentationml/2006/main">
  <p:tag name="AS_UNIQUEID" val="1090"/>
  <p:tag name="KSO_WM_BEAUTIFY_FLAG" val=""/>
</p:tagLst>
</file>

<file path=ppt/tags/tag693.xml><?xml version="1.0" encoding="utf-8"?>
<p:tagLst xmlns:p="http://schemas.openxmlformats.org/presentationml/2006/main">
  <p:tag name="AS_UNIQUEID" val="1091"/>
  <p:tag name="KSO_WM_BEAUTIFY_FLAG" val=""/>
</p:tagLst>
</file>

<file path=ppt/tags/tag694.xml><?xml version="1.0" encoding="utf-8"?>
<p:tagLst xmlns:p="http://schemas.openxmlformats.org/presentationml/2006/main">
  <p:tag name="AS_UNIQUEID" val="1092"/>
</p:tagLst>
</file>

<file path=ppt/tags/tag695.xml><?xml version="1.0" encoding="utf-8"?>
<p:tagLst xmlns:p="http://schemas.openxmlformats.org/presentationml/2006/main">
  <p:tag name="AS_UNIQUEID" val="1093"/>
  <p:tag name="KSO_WM_BEAUTIFY_FLAG" val=""/>
</p:tagLst>
</file>

<file path=ppt/tags/tag696.xml><?xml version="1.0" encoding="utf-8"?>
<p:tagLst xmlns:p="http://schemas.openxmlformats.org/presentationml/2006/main">
  <p:tag name="AS_UNIQUEID" val="1094"/>
  <p:tag name="KSO_WM_BEAUTIFY_FLAG" val=""/>
</p:tagLst>
</file>

<file path=ppt/tags/tag697.xml><?xml version="1.0" encoding="utf-8"?>
<p:tagLst xmlns:p="http://schemas.openxmlformats.org/presentationml/2006/main">
  <p:tag name="AS_UNIQUEID" val="1095"/>
</p:tagLst>
</file>

<file path=ppt/tags/tag698.xml><?xml version="1.0" encoding="utf-8"?>
<p:tagLst xmlns:p="http://schemas.openxmlformats.org/presentationml/2006/main">
  <p:tag name="AS_UNIQUEID" val="1096"/>
</p:tagLst>
</file>

<file path=ppt/tags/tag699.xml><?xml version="1.0" encoding="utf-8"?>
<p:tagLst xmlns:p="http://schemas.openxmlformats.org/presentationml/2006/main">
  <p:tag name="AS_UNIQUEID" val="1097"/>
  <p:tag name="KSO_WM_BEAUTIFY_FLAG" val=""/>
</p:tagLst>
</file>

<file path=ppt/tags/tag700.xml><?xml version="1.0" encoding="utf-8"?>
<p:tagLst xmlns:p="http://schemas.openxmlformats.org/presentationml/2006/main">
  <p:tag name="AS_UNIQUEID" val="1098"/>
  <p:tag name="KSO_WM_BEAUTIFY_FLAG" val=""/>
</p:tagLst>
</file>

<file path=ppt/tags/tag701.xml><?xml version="1.0" encoding="utf-8"?>
<p:tagLst xmlns:p="http://schemas.openxmlformats.org/presentationml/2006/main">
  <p:tag name="AS_UNIQUEID" val="1099"/>
  <p:tag name="KSO_WM_BEAUTIFY_FLAG" val=""/>
</p:tagLst>
</file>

<file path=ppt/tags/tag702.xml><?xml version="1.0" encoding="utf-8"?>
<p:tagLst xmlns:p="http://schemas.openxmlformats.org/presentationml/2006/main">
  <p:tag name="AS_UNIQUEID" val="1100"/>
  <p:tag name="KSO_WM_BEAUTIFY_FLAG" val=""/>
</p:tagLst>
</file>

<file path=ppt/tags/tag703.xml><?xml version="1.0" encoding="utf-8"?>
<p:tagLst xmlns:p="http://schemas.openxmlformats.org/presentationml/2006/main">
  <p:tag name="AS_UNIQUEID" val="1101"/>
  <p:tag name="KSO_WM_BEAUTIFY_FLAG" val=""/>
</p:tagLst>
</file>

<file path=ppt/tags/tag704.xml><?xml version="1.0" encoding="utf-8"?>
<p:tagLst xmlns:p="http://schemas.openxmlformats.org/presentationml/2006/main">
  <p:tag name="AS_UNIQUEID" val="1102"/>
</p:tagLst>
</file>

<file path=ppt/tags/tag705.xml><?xml version="1.0" encoding="utf-8"?>
<p:tagLst xmlns:p="http://schemas.openxmlformats.org/presentationml/2006/main">
  <p:tag name="AS_UNIQUEID" val="1103"/>
  <p:tag name="KSO_WM_BEAUTIFY_FLAG" val=""/>
</p:tagLst>
</file>

<file path=ppt/tags/tag706.xml><?xml version="1.0" encoding="utf-8"?>
<p:tagLst xmlns:p="http://schemas.openxmlformats.org/presentationml/2006/main">
  <p:tag name="AS_UNIQUEID" val="1104"/>
  <p:tag name="KSO_WM_BEAUTIFY_FLAG" val=""/>
</p:tagLst>
</file>

<file path=ppt/tags/tag707.xml><?xml version="1.0" encoding="utf-8"?>
<p:tagLst xmlns:p="http://schemas.openxmlformats.org/presentationml/2006/main">
  <p:tag name="AS_UNIQUEID" val="1105"/>
  <p:tag name="KSO_WM_BEAUTIFY_FLAG" val=""/>
</p:tagLst>
</file>

<file path=ppt/tags/tag708.xml><?xml version="1.0" encoding="utf-8"?>
<p:tagLst xmlns:p="http://schemas.openxmlformats.org/presentationml/2006/main">
  <p:tag name="AS_UNIQUEID" val="1106"/>
  <p:tag name="KSO_WM_BEAUTIFY_FLAG" val=""/>
</p:tagLst>
</file>

<file path=ppt/tags/tag709.xml><?xml version="1.0" encoding="utf-8"?>
<p:tagLst xmlns:p="http://schemas.openxmlformats.org/presentationml/2006/main">
  <p:tag name="AS_UNIQUEID" val="1107"/>
  <p:tag name="KSO_WM_BEAUTIFY_FLAG" val=""/>
</p:tagLst>
</file>

<file path=ppt/tags/tag710.xml><?xml version="1.0" encoding="utf-8"?>
<p:tagLst xmlns:p="http://schemas.openxmlformats.org/presentationml/2006/main">
  <p:tag name="AS_UNIQUEID" val="1108"/>
</p:tagLst>
</file>

<file path=ppt/tags/tag711.xml><?xml version="1.0" encoding="utf-8"?>
<p:tagLst xmlns:p="http://schemas.openxmlformats.org/presentationml/2006/main">
  <p:tag name="AS_UNIQUEID" val="1109"/>
</p:tagLst>
</file>

<file path=ppt/tags/tag712.xml><?xml version="1.0" encoding="utf-8"?>
<p:tagLst xmlns:p="http://schemas.openxmlformats.org/presentationml/2006/main">
  <p:tag name="AS_UNIQUEID" val="1110"/>
</p:tagLst>
</file>

<file path=ppt/tags/tag713.xml><?xml version="1.0" encoding="utf-8"?>
<p:tagLst xmlns:p="http://schemas.openxmlformats.org/presentationml/2006/main">
  <p:tag name="AS_UNIQUEID" val="1111"/>
</p:tagLst>
</file>

<file path=ppt/tags/tag714.xml><?xml version="1.0" encoding="utf-8"?>
<p:tagLst xmlns:p="http://schemas.openxmlformats.org/presentationml/2006/main">
  <p:tag name="AS_UNIQUEID" val="1112"/>
</p:tagLst>
</file>

<file path=ppt/tags/tag715.xml><?xml version="1.0" encoding="utf-8"?>
<p:tagLst xmlns:p="http://schemas.openxmlformats.org/presentationml/2006/main">
  <p:tag name="AS_UNIQUEID" val="1113"/>
  <p:tag name="KSO_WM_BEAUTIFY_FLAG" val=""/>
</p:tagLst>
</file>

<file path=ppt/tags/tag716.xml><?xml version="1.0" encoding="utf-8"?>
<p:tagLst xmlns:p="http://schemas.openxmlformats.org/presentationml/2006/main">
  <p:tag name="AS_UNIQUEID" val="1114"/>
  <p:tag name="KSO_WM_BEAUTIFY_FLAG" val=""/>
</p:tagLst>
</file>

<file path=ppt/tags/tag717.xml><?xml version="1.0" encoding="utf-8"?>
<p:tagLst xmlns:p="http://schemas.openxmlformats.org/presentationml/2006/main">
  <p:tag name="AS_UNIQUEID" val="1115"/>
</p:tagLst>
</file>

<file path=ppt/tags/tag718.xml><?xml version="1.0" encoding="utf-8"?>
<p:tagLst xmlns:p="http://schemas.openxmlformats.org/presentationml/2006/main">
  <p:tag name="AS_UNIQUEID" val="1116"/>
</p:tagLst>
</file>

<file path=ppt/tags/tag719.xml><?xml version="1.0" encoding="utf-8"?>
<p:tagLst xmlns:p="http://schemas.openxmlformats.org/presentationml/2006/main">
  <p:tag name="AS_UNIQUEID" val="1117"/>
  <p:tag name="KSO_WM_BEAUTIFY_FLAG" val=""/>
</p:tagLst>
</file>

<file path=ppt/tags/tag720.xml><?xml version="1.0" encoding="utf-8"?>
<p:tagLst xmlns:p="http://schemas.openxmlformats.org/presentationml/2006/main">
  <p:tag name="AS_UNIQUEID" val="1118"/>
  <p:tag name="KSO_WM_BEAUTIFY_FLAG" val=""/>
</p:tagLst>
</file>

<file path=ppt/tags/tag721.xml><?xml version="1.0" encoding="utf-8"?>
<p:tagLst xmlns:p="http://schemas.openxmlformats.org/presentationml/2006/main">
  <p:tag name="AS_UNIQUEID" val="1119"/>
  <p:tag name="KSO_WM_BEAUTIFY_FLAG" val=""/>
</p:tagLst>
</file>

<file path=ppt/tags/tag722.xml><?xml version="1.0" encoding="utf-8"?>
<p:tagLst xmlns:p="http://schemas.openxmlformats.org/presentationml/2006/main">
  <p:tag name="AS_UNIQUEID" val="1120"/>
  <p:tag name="KSO_WM_BEAUTIFY_FLAG" val=""/>
</p:tagLst>
</file>

<file path=ppt/tags/tag723.xml><?xml version="1.0" encoding="utf-8"?>
<p:tagLst xmlns:p="http://schemas.openxmlformats.org/presentationml/2006/main">
  <p:tag name="AS_UNIQUEID" val="1121"/>
  <p:tag name="KSO_WM_BEAUTIFY_FLAG" val=""/>
</p:tagLst>
</file>

<file path=ppt/tags/tag724.xml><?xml version="1.0" encoding="utf-8"?>
<p:tagLst xmlns:p="http://schemas.openxmlformats.org/presentationml/2006/main">
  <p:tag name="AS_UNIQUEID" val="1122"/>
</p:tagLst>
</file>

<file path=ppt/tags/tag725.xml><?xml version="1.0" encoding="utf-8"?>
<p:tagLst xmlns:p="http://schemas.openxmlformats.org/presentationml/2006/main">
  <p:tag name="AS_UNIQUEID" val="1123"/>
  <p:tag name="KSO_WM_BEAUTIFY_FLAG" val=""/>
</p:tagLst>
</file>

<file path=ppt/tags/tag726.xml><?xml version="1.0" encoding="utf-8"?>
<p:tagLst xmlns:p="http://schemas.openxmlformats.org/presentationml/2006/main">
  <p:tag name="AS_UNIQUEID" val="1124"/>
  <p:tag name="KSO_WM_BEAUTIFY_FLAG" val=""/>
</p:tagLst>
</file>

<file path=ppt/tags/tag727.xml><?xml version="1.0" encoding="utf-8"?>
<p:tagLst xmlns:p="http://schemas.openxmlformats.org/presentationml/2006/main">
  <p:tag name="AS_UNIQUEID" val="1125"/>
  <p:tag name="KSO_WM_BEAUTIFY_FLAG" val=""/>
</p:tagLst>
</file>

<file path=ppt/tags/tag728.xml><?xml version="1.0" encoding="utf-8"?>
<p:tagLst xmlns:p="http://schemas.openxmlformats.org/presentationml/2006/main">
  <p:tag name="AS_UNIQUEID" val="1126"/>
  <p:tag name="KSO_WM_BEAUTIFY_FLAG" val=""/>
</p:tagLst>
</file>

<file path=ppt/tags/tag729.xml><?xml version="1.0" encoding="utf-8"?>
<p:tagLst xmlns:p="http://schemas.openxmlformats.org/presentationml/2006/main">
  <p:tag name="AS_UNIQUEID" val="1127"/>
  <p:tag name="KSO_WM_BEAUTIFY_FLAG" val=""/>
</p:tagLst>
</file>

<file path=ppt/tags/tag730.xml><?xml version="1.0" encoding="utf-8"?>
<p:tagLst xmlns:p="http://schemas.openxmlformats.org/presentationml/2006/main">
  <p:tag name="AS_UNIQUEID" val="1128"/>
</p:tagLst>
</file>

<file path=ppt/tags/tag731.xml><?xml version="1.0" encoding="utf-8"?>
<p:tagLst xmlns:p="http://schemas.openxmlformats.org/presentationml/2006/main">
  <p:tag name="AS_UNIQUEID" val="1129"/>
  <p:tag name="KSO_WM_BEAUTIFY_FLAG" val=""/>
</p:tagLst>
</file>

<file path=ppt/tags/tag732.xml><?xml version="1.0" encoding="utf-8"?>
<p:tagLst xmlns:p="http://schemas.openxmlformats.org/presentationml/2006/main">
  <p:tag name="AS_UNIQUEID" val="1130"/>
</p:tagLst>
</file>

<file path=ppt/tags/tag733.xml><?xml version="1.0" encoding="utf-8"?>
<p:tagLst xmlns:p="http://schemas.openxmlformats.org/presentationml/2006/main">
  <p:tag name="AS_UNIQUEID" val="1131"/>
</p:tagLst>
</file>

<file path=ppt/tags/tag734.xml><?xml version="1.0" encoding="utf-8"?>
<p:tagLst xmlns:p="http://schemas.openxmlformats.org/presentationml/2006/main">
  <p:tag name="AS_UNIQUEID" val="1132"/>
</p:tagLst>
</file>

<file path=ppt/tags/tag735.xml><?xml version="1.0" encoding="utf-8"?>
<p:tagLst xmlns:p="http://schemas.openxmlformats.org/presentationml/2006/main">
  <p:tag name="AS_UNIQUEID" val="1133"/>
</p:tagLst>
</file>

<file path=ppt/tags/tag736.xml><?xml version="1.0" encoding="utf-8"?>
<p:tagLst xmlns:p="http://schemas.openxmlformats.org/presentationml/2006/main">
  <p:tag name="AS_UNIQUEID" val="1134"/>
</p:tagLst>
</file>

<file path=ppt/tags/tag737.xml><?xml version="1.0" encoding="utf-8"?>
<p:tagLst xmlns:p="http://schemas.openxmlformats.org/presentationml/2006/main">
  <p:tag name="AS_UNIQUEID" val="1135"/>
</p:tagLst>
</file>

<file path=ppt/tags/tag738.xml><?xml version="1.0" encoding="utf-8"?>
<p:tagLst xmlns:p="http://schemas.openxmlformats.org/presentationml/2006/main">
  <p:tag name="AS_UNIQUEID" val="1136"/>
  <p:tag name="KSO_WM_BEAUTIFY_FLAG" val=""/>
</p:tagLst>
</file>

<file path=ppt/tags/tag739.xml><?xml version="1.0" encoding="utf-8"?>
<p:tagLst xmlns:p="http://schemas.openxmlformats.org/presentationml/2006/main">
  <p:tag name="AS_UNIQUEID" val="1137"/>
  <p:tag name="KSO_WM_BEAUTIFY_FLAG" val=""/>
</p:tagLst>
</file>

<file path=ppt/tags/tag740.xml><?xml version="1.0" encoding="utf-8"?>
<p:tagLst xmlns:p="http://schemas.openxmlformats.org/presentationml/2006/main">
  <p:tag name="AS_UNIQUEID" val="1138"/>
</p:tagLst>
</file>

<file path=ppt/tags/tag741.xml><?xml version="1.0" encoding="utf-8"?>
<p:tagLst xmlns:p="http://schemas.openxmlformats.org/presentationml/2006/main">
  <p:tag name="AS_UNIQUEID" val="1139"/>
</p:tagLst>
</file>

<file path=ppt/tags/tag742.xml><?xml version="1.0" encoding="utf-8"?>
<p:tagLst xmlns:p="http://schemas.openxmlformats.org/presentationml/2006/main">
  <p:tag name="AS_UNIQUEID" val="1140"/>
  <p:tag name="KSO_WM_BEAUTIFY_FLAG" val=""/>
</p:tagLst>
</file>

<file path=ppt/tags/tag743.xml><?xml version="1.0" encoding="utf-8"?>
<p:tagLst xmlns:p="http://schemas.openxmlformats.org/presentationml/2006/main">
  <p:tag name="AS_UNIQUEID" val="1141"/>
  <p:tag name="KSO_WM_BEAUTIFY_FLAG" val=""/>
</p:tagLst>
</file>

<file path=ppt/tags/tag744.xml><?xml version="1.0" encoding="utf-8"?>
<p:tagLst xmlns:p="http://schemas.openxmlformats.org/presentationml/2006/main">
  <p:tag name="AS_UNIQUEID" val="1142"/>
  <p:tag name="KSO_WM_BEAUTIFY_FLAG" val=""/>
</p:tagLst>
</file>

<file path=ppt/tags/tag745.xml><?xml version="1.0" encoding="utf-8"?>
<p:tagLst xmlns:p="http://schemas.openxmlformats.org/presentationml/2006/main">
  <p:tag name="AS_UNIQUEID" val="1143"/>
  <p:tag name="KSO_WM_BEAUTIFY_FLAG" val=""/>
</p:tagLst>
</file>

<file path=ppt/tags/tag746.xml><?xml version="1.0" encoding="utf-8"?>
<p:tagLst xmlns:p="http://schemas.openxmlformats.org/presentationml/2006/main">
  <p:tag name="AS_UNIQUEID" val="1144"/>
  <p:tag name="KSO_WM_BEAUTIFY_FLAG" val=""/>
</p:tagLst>
</file>

<file path=ppt/tags/tag747.xml><?xml version="1.0" encoding="utf-8"?>
<p:tagLst xmlns:p="http://schemas.openxmlformats.org/presentationml/2006/main">
  <p:tag name="AS_UNIQUEID" val="1145"/>
</p:tagLst>
</file>

<file path=ppt/tags/tag748.xml><?xml version="1.0" encoding="utf-8"?>
<p:tagLst xmlns:p="http://schemas.openxmlformats.org/presentationml/2006/main">
  <p:tag name="AS_UNIQUEID" val="1146"/>
  <p:tag name="KSO_WM_BEAUTIFY_FLAG" val=""/>
</p:tagLst>
</file>

<file path=ppt/tags/tag749.xml><?xml version="1.0" encoding="utf-8"?>
<p:tagLst xmlns:p="http://schemas.openxmlformats.org/presentationml/2006/main">
  <p:tag name="AS_UNIQUEID" val="1147"/>
  <p:tag name="KSO_WM_BEAUTIFY_FLAG" val=""/>
</p:tagLst>
</file>

<file path=ppt/tags/tag750.xml><?xml version="1.0" encoding="utf-8"?>
<p:tagLst xmlns:p="http://schemas.openxmlformats.org/presentationml/2006/main">
  <p:tag name="AS_UNIQUEID" val="1148"/>
  <p:tag name="KSO_WM_BEAUTIFY_FLAG" val=""/>
</p:tagLst>
</file>

<file path=ppt/tags/tag751.xml><?xml version="1.0" encoding="utf-8"?>
<p:tagLst xmlns:p="http://schemas.openxmlformats.org/presentationml/2006/main">
  <p:tag name="AS_UNIQUEID" val="1149"/>
  <p:tag name="KSO_WM_BEAUTIFY_FLAG" val=""/>
</p:tagLst>
</file>

<file path=ppt/tags/tag752.xml><?xml version="1.0" encoding="utf-8"?>
<p:tagLst xmlns:p="http://schemas.openxmlformats.org/presentationml/2006/main">
  <p:tag name="AS_UNIQUEID" val="1150"/>
  <p:tag name="KSO_WM_BEAUTIFY_FLAG" val=""/>
</p:tagLst>
</file>

<file path=ppt/tags/tag753.xml><?xml version="1.0" encoding="utf-8"?>
<p:tagLst xmlns:p="http://schemas.openxmlformats.org/presentationml/2006/main">
  <p:tag name="AS_UNIQUEID" val="1151"/>
</p:tagLst>
</file>

<file path=ppt/tags/tag754.xml><?xml version="1.0" encoding="utf-8"?>
<p:tagLst xmlns:p="http://schemas.openxmlformats.org/presentationml/2006/main">
  <p:tag name="AS_UNIQUEID" val="1152"/>
  <p:tag name="KSO_WM_BEAUTIFY_FLAG" val=""/>
</p:tagLst>
</file>

<file path=ppt/tags/tag755.xml><?xml version="1.0" encoding="utf-8"?>
<p:tagLst xmlns:p="http://schemas.openxmlformats.org/presentationml/2006/main">
  <p:tag name="AS_UNIQUEID" val="1153"/>
</p:tagLst>
</file>

<file path=ppt/tags/tag756.xml><?xml version="1.0" encoding="utf-8"?>
<p:tagLst xmlns:p="http://schemas.openxmlformats.org/presentationml/2006/main">
  <p:tag name="AS_UNIQUEID" val="1154"/>
</p:tagLst>
</file>

<file path=ppt/tags/tag757.xml><?xml version="1.0" encoding="utf-8"?>
<p:tagLst xmlns:p="http://schemas.openxmlformats.org/presentationml/2006/main">
  <p:tag name="AS_UNIQUEID" val="1155"/>
</p:tagLst>
</file>

<file path=ppt/tags/tag758.xml><?xml version="1.0" encoding="utf-8"?>
<p:tagLst xmlns:p="http://schemas.openxmlformats.org/presentationml/2006/main">
  <p:tag name="AS_UNIQUEID" val="1156"/>
</p:tagLst>
</file>

<file path=ppt/tags/tag759.xml><?xml version="1.0" encoding="utf-8"?>
<p:tagLst xmlns:p="http://schemas.openxmlformats.org/presentationml/2006/main">
  <p:tag name="AS_UNIQUEID" val="1157"/>
</p:tagLst>
</file>

<file path=ppt/tags/tag760.xml><?xml version="1.0" encoding="utf-8"?>
<p:tagLst xmlns:p="http://schemas.openxmlformats.org/presentationml/2006/main">
  <p:tag name="AS_UNIQUEID" val="1158"/>
</p:tagLst>
</file>

<file path=ppt/tags/tag761.xml><?xml version="1.0" encoding="utf-8"?>
<p:tagLst xmlns:p="http://schemas.openxmlformats.org/presentationml/2006/main">
  <p:tag name="AS_UNIQUEID" val="1159"/>
  <p:tag name="KSO_WM_BEAUTIFY_FLAG" val=""/>
</p:tagLst>
</file>

<file path=ppt/tags/tag762.xml><?xml version="1.0" encoding="utf-8"?>
<p:tagLst xmlns:p="http://schemas.openxmlformats.org/presentationml/2006/main">
  <p:tag name="AS_UNIQUEID" val="1160"/>
  <p:tag name="KSO_WM_BEAUTIFY_FLAG" val=""/>
</p:tagLst>
</file>

<file path=ppt/tags/tag763.xml><?xml version="1.0" encoding="utf-8"?>
<p:tagLst xmlns:p="http://schemas.openxmlformats.org/presentationml/2006/main">
  <p:tag name="AS_UNIQUEID" val="1161"/>
</p:tagLst>
</file>

<file path=ppt/tags/tag764.xml><?xml version="1.0" encoding="utf-8"?>
<p:tagLst xmlns:p="http://schemas.openxmlformats.org/presentationml/2006/main">
  <p:tag name="AS_UNIQUEID" val="1162"/>
</p:tagLst>
</file>

<file path=ppt/tags/tag765.xml><?xml version="1.0" encoding="utf-8"?>
<p:tagLst xmlns:p="http://schemas.openxmlformats.org/presentationml/2006/main">
  <p:tag name="AS_UNIQUEID" val="1163"/>
  <p:tag name="KSO_WM_BEAUTIFY_FLAG" val=""/>
</p:tagLst>
</file>

<file path=ppt/tags/tag766.xml><?xml version="1.0" encoding="utf-8"?>
<p:tagLst xmlns:p="http://schemas.openxmlformats.org/presentationml/2006/main">
  <p:tag name="AS_UNIQUEID" val="1164"/>
  <p:tag name="KSO_WM_BEAUTIFY_FLAG" val=""/>
</p:tagLst>
</file>

<file path=ppt/tags/tag767.xml><?xml version="1.0" encoding="utf-8"?>
<p:tagLst xmlns:p="http://schemas.openxmlformats.org/presentationml/2006/main">
  <p:tag name="AS_UNIQUEID" val="1165"/>
  <p:tag name="KSO_WM_BEAUTIFY_FLAG" val=""/>
</p:tagLst>
</file>

<file path=ppt/tags/tag768.xml><?xml version="1.0" encoding="utf-8"?>
<p:tagLst xmlns:p="http://schemas.openxmlformats.org/presentationml/2006/main">
  <p:tag name="AS_UNIQUEID" val="1166"/>
  <p:tag name="KSO_WM_BEAUTIFY_FLAG" val=""/>
</p:tagLst>
</file>

<file path=ppt/tags/tag769.xml><?xml version="1.0" encoding="utf-8"?>
<p:tagLst xmlns:p="http://schemas.openxmlformats.org/presentationml/2006/main">
  <p:tag name="AS_UNIQUEID" val="1167"/>
  <p:tag name="KSO_WM_BEAUTIFY_FLAG" val=""/>
</p:tagLst>
</file>

<file path=ppt/tags/tag770.xml><?xml version="1.0" encoding="utf-8"?>
<p:tagLst xmlns:p="http://schemas.openxmlformats.org/presentationml/2006/main">
  <p:tag name="AS_UNIQUEID" val="1168"/>
</p:tagLst>
</file>

<file path=ppt/tags/tag771.xml><?xml version="1.0" encoding="utf-8"?>
<p:tagLst xmlns:p="http://schemas.openxmlformats.org/presentationml/2006/main">
  <p:tag name="AS_UNIQUEID" val="1169"/>
  <p:tag name="KSO_WM_BEAUTIFY_FLAG" val=""/>
</p:tagLst>
</file>

<file path=ppt/tags/tag772.xml><?xml version="1.0" encoding="utf-8"?>
<p:tagLst xmlns:p="http://schemas.openxmlformats.org/presentationml/2006/main">
  <p:tag name="AS_UNIQUEID" val="1170"/>
  <p:tag name="KSO_WM_BEAUTIFY_FLAG" val=""/>
</p:tagLst>
</file>

<file path=ppt/tags/tag773.xml><?xml version="1.0" encoding="utf-8"?>
<p:tagLst xmlns:p="http://schemas.openxmlformats.org/presentationml/2006/main">
  <p:tag name="AS_UNIQUEID" val="1171"/>
  <p:tag name="KSO_WM_BEAUTIFY_FLAG" val=""/>
</p:tagLst>
</file>

<file path=ppt/tags/tag774.xml><?xml version="1.0" encoding="utf-8"?>
<p:tagLst xmlns:p="http://schemas.openxmlformats.org/presentationml/2006/main">
  <p:tag name="AS_UNIQUEID" val="1172"/>
  <p:tag name="KSO_WM_BEAUTIFY_FLAG" val=""/>
</p:tagLst>
</file>

<file path=ppt/tags/tag775.xml><?xml version="1.0" encoding="utf-8"?>
<p:tagLst xmlns:p="http://schemas.openxmlformats.org/presentationml/2006/main">
  <p:tag name="AS_UNIQUEID" val="1173"/>
  <p:tag name="KSO_WM_BEAUTIFY_FLAG" val=""/>
</p:tagLst>
</file>

<file path=ppt/tags/tag776.xml><?xml version="1.0" encoding="utf-8"?>
<p:tagLst xmlns:p="http://schemas.openxmlformats.org/presentationml/2006/main">
  <p:tag name="AS_UNIQUEID" val="1174"/>
</p:tagLst>
</file>

<file path=ppt/tags/tag777.xml><?xml version="1.0" encoding="utf-8"?>
<p:tagLst xmlns:p="http://schemas.openxmlformats.org/presentationml/2006/main">
  <p:tag name="AS_UNIQUEID" val="1175"/>
  <p:tag name="KSO_WM_BEAUTIFY_FLAG" val=""/>
</p:tagLst>
</file>

<file path=ppt/tags/tag778.xml><?xml version="1.0" encoding="utf-8"?>
<p:tagLst xmlns:p="http://schemas.openxmlformats.org/presentationml/2006/main">
  <p:tag name="AS_UNIQUEID" val="1176"/>
</p:tagLst>
</file>

<file path=ppt/tags/tag779.xml><?xml version="1.0" encoding="utf-8"?>
<p:tagLst xmlns:p="http://schemas.openxmlformats.org/presentationml/2006/main">
  <p:tag name="AS_UNIQUEID" val="1177"/>
</p:tagLst>
</file>

<file path=ppt/tags/tag780.xml><?xml version="1.0" encoding="utf-8"?>
<p:tagLst xmlns:p="http://schemas.openxmlformats.org/presentationml/2006/main">
  <p:tag name="AS_UNIQUEID" val="1178"/>
</p:tagLst>
</file>

<file path=ppt/tags/tag781.xml><?xml version="1.0" encoding="utf-8"?>
<p:tagLst xmlns:p="http://schemas.openxmlformats.org/presentationml/2006/main">
  <p:tag name="AS_UNIQUEID" val="1179"/>
  <p:tag name="KSO_WM_BEAUTIFY_FLAG" val=""/>
</p:tagLst>
</file>

<file path=ppt/tags/tag782.xml><?xml version="1.0" encoding="utf-8"?>
<p:tagLst xmlns:p="http://schemas.openxmlformats.org/presentationml/2006/main">
  <p:tag name="AS_UNIQUEID" val="1180"/>
  <p:tag name="KSO_WM_BEAUTIFY_FLAG" val=""/>
</p:tagLst>
</file>

<file path=ppt/tags/tag783.xml><?xml version="1.0" encoding="utf-8"?>
<p:tagLst xmlns:p="http://schemas.openxmlformats.org/presentationml/2006/main">
  <p:tag name="AS_UNIQUEID" val="1181"/>
  <p:tag name="KSO_WM_BEAUTIFY_FLAG" val=""/>
</p:tagLst>
</file>

<file path=ppt/tags/tag784.xml><?xml version="1.0" encoding="utf-8"?>
<p:tagLst xmlns:p="http://schemas.openxmlformats.org/presentationml/2006/main">
  <p:tag name="AS_UNIQUEID" val="1182"/>
  <p:tag name="KSO_WM_BEAUTIFY_FLAG" val=""/>
</p:tagLst>
</file>

<file path=ppt/tags/tag785.xml><?xml version="1.0" encoding="utf-8"?>
<p:tagLst xmlns:p="http://schemas.openxmlformats.org/presentationml/2006/main">
  <p:tag name="AS_UNIQUEID" val="1183"/>
  <p:tag name="KSO_WM_BEAUTIFY_FLAG" val=""/>
</p:tagLst>
</file>

<file path=ppt/tags/tag786.xml><?xml version="1.0" encoding="utf-8"?>
<p:tagLst xmlns:p="http://schemas.openxmlformats.org/presentationml/2006/main">
  <p:tag name="AS_UNIQUEID" val="1184"/>
  <p:tag name="KSO_WM_BEAUTIFY_FLAG" val=""/>
</p:tagLst>
</file>

<file path=ppt/tags/tag787.xml><?xml version="1.0" encoding="utf-8"?>
<p:tagLst xmlns:p="http://schemas.openxmlformats.org/presentationml/2006/main">
  <p:tag name="AS_UNIQUEID" val="1185"/>
</p:tagLst>
</file>

<file path=ppt/tags/tag788.xml><?xml version="1.0" encoding="utf-8"?>
<p:tagLst xmlns:p="http://schemas.openxmlformats.org/presentationml/2006/main">
  <p:tag name="AS_UNIQUEID" val="1186"/>
</p:tagLst>
</file>

<file path=ppt/tags/tag789.xml><?xml version="1.0" encoding="utf-8"?>
<p:tagLst xmlns:p="http://schemas.openxmlformats.org/presentationml/2006/main">
  <p:tag name="AS_UNIQUEID" val="1187"/>
</p:tagLst>
</file>

<file path=ppt/tags/tag790.xml><?xml version="1.0" encoding="utf-8"?>
<p:tagLst xmlns:p="http://schemas.openxmlformats.org/presentationml/2006/main">
  <p:tag name="AS_UNIQUEID" val="1188"/>
</p:tagLst>
</file>

<file path=ppt/tags/tag791.xml><?xml version="1.0" encoding="utf-8"?>
<p:tagLst xmlns:p="http://schemas.openxmlformats.org/presentationml/2006/main">
  <p:tag name="AS_UNIQUEID" val="1189"/>
</p:tagLst>
</file>

<file path=ppt/tags/tag792.xml><?xml version="1.0" encoding="utf-8"?>
<p:tagLst xmlns:p="http://schemas.openxmlformats.org/presentationml/2006/main">
  <p:tag name="AS_UNIQUEID" val="1190"/>
</p:tagLst>
</file>

<file path=ppt/tags/tag793.xml><?xml version="1.0" encoding="utf-8"?>
<p:tagLst xmlns:p="http://schemas.openxmlformats.org/presentationml/2006/main">
  <p:tag name="AS_UNIQUEID" val="1191"/>
</p:tagLst>
</file>

<file path=ppt/tags/tag794.xml><?xml version="1.0" encoding="utf-8"?>
<p:tagLst xmlns:p="http://schemas.openxmlformats.org/presentationml/2006/main">
  <p:tag name="AS_UNIQUEID" val="1192"/>
</p:tagLst>
</file>

<file path=ppt/tags/tag795.xml><?xml version="1.0" encoding="utf-8"?>
<p:tagLst xmlns:p="http://schemas.openxmlformats.org/presentationml/2006/main">
  <p:tag name="AS_UNIQUEID" val="1193"/>
</p:tagLst>
</file>

<file path=ppt/tags/tag796.xml><?xml version="1.0" encoding="utf-8"?>
<p:tagLst xmlns:p="http://schemas.openxmlformats.org/presentationml/2006/main">
  <p:tag name="AS_UNIQUEID" val="1194"/>
</p:tagLst>
</file>

<file path=ppt/tags/tag797.xml><?xml version="1.0" encoding="utf-8"?>
<p:tagLst xmlns:p="http://schemas.openxmlformats.org/presentationml/2006/main">
  <p:tag name="AS_UNIQUEID" val="1195"/>
</p:tagLst>
</file>

<file path=ppt/tags/tag798.xml><?xml version="1.0" encoding="utf-8"?>
<p:tagLst xmlns:p="http://schemas.openxmlformats.org/presentationml/2006/main">
  <p:tag name="AS_UNIQUEID" val="1196"/>
</p:tagLst>
</file>

<file path=ppt/tags/tag799.xml><?xml version="1.0" encoding="utf-8"?>
<p:tagLst xmlns:p="http://schemas.openxmlformats.org/presentationml/2006/main">
  <p:tag name="AS_UNIQUEID" val="1197"/>
</p:tagLst>
</file>

<file path=ppt/tags/tag800.xml><?xml version="1.0" encoding="utf-8"?>
<p:tagLst xmlns:p="http://schemas.openxmlformats.org/presentationml/2006/main">
  <p:tag name="AS_UNIQUEID" val="1198"/>
</p:tagLst>
</file>

<file path=ppt/tags/tag801.xml><?xml version="1.0" encoding="utf-8"?>
<p:tagLst xmlns:p="http://schemas.openxmlformats.org/presentationml/2006/main">
  <p:tag name="AS_UNIQUEID" val="1199"/>
</p:tagLst>
</file>

<file path=ppt/tags/tag802.xml><?xml version="1.0" encoding="utf-8"?>
<p:tagLst xmlns:p="http://schemas.openxmlformats.org/presentationml/2006/main">
  <p:tag name="AS_UNIQUEID" val="1200"/>
</p:tagLst>
</file>

<file path=ppt/tags/tag803.xml><?xml version="1.0" encoding="utf-8"?>
<p:tagLst xmlns:p="http://schemas.openxmlformats.org/presentationml/2006/main">
  <p:tag name="AS_UNIQUEID" val="1201"/>
</p:tagLst>
</file>

<file path=ppt/tags/tag804.xml><?xml version="1.0" encoding="utf-8"?>
<p:tagLst xmlns:p="http://schemas.openxmlformats.org/presentationml/2006/main">
  <p:tag name="AS_UNIQUEID" val="1202"/>
</p:tagLst>
</file>

<file path=ppt/tags/tag805.xml><?xml version="1.0" encoding="utf-8"?>
<p:tagLst xmlns:p="http://schemas.openxmlformats.org/presentationml/2006/main">
  <p:tag name="AS_UNIQUEID" val="1203"/>
</p:tagLst>
</file>

<file path=ppt/tags/tag806.xml><?xml version="1.0" encoding="utf-8"?>
<p:tagLst xmlns:p="http://schemas.openxmlformats.org/presentationml/2006/main">
  <p:tag name="AS_UNIQUEID" val="1204"/>
</p:tagLst>
</file>

<file path=ppt/tags/tag807.xml><?xml version="1.0" encoding="utf-8"?>
<p:tagLst xmlns:p="http://schemas.openxmlformats.org/presentationml/2006/main">
  <p:tag name="AS_UNIQUEID" val="1205"/>
</p:tagLst>
</file>

<file path=ppt/tags/tag808.xml><?xml version="1.0" encoding="utf-8"?>
<p:tagLst xmlns:p="http://schemas.openxmlformats.org/presentationml/2006/main">
  <p:tag name="AS_UNIQUEID" val="1206"/>
</p:tagLst>
</file>

<file path=ppt/tags/tag809.xml><?xml version="1.0" encoding="utf-8"?>
<p:tagLst xmlns:p="http://schemas.openxmlformats.org/presentationml/2006/main">
  <p:tag name="AS_UNIQUEID" val="1207"/>
</p:tagLst>
</file>

<file path=ppt/tags/tag810.xml><?xml version="1.0" encoding="utf-8"?>
<p:tagLst xmlns:p="http://schemas.openxmlformats.org/presentationml/2006/main">
  <p:tag name="AS_UNIQUEID" val="1208"/>
</p:tagLst>
</file>

<file path=ppt/tags/tag811.xml><?xml version="1.0" encoding="utf-8"?>
<p:tagLst xmlns:p="http://schemas.openxmlformats.org/presentationml/2006/main">
  <p:tag name="AS_UNIQUEID" val="1209"/>
</p:tagLst>
</file>

<file path=ppt/tags/tag812.xml><?xml version="1.0" encoding="utf-8"?>
<p:tagLst xmlns:p="http://schemas.openxmlformats.org/presentationml/2006/main">
  <p:tag name="AS_UNIQUEID" val="1210"/>
</p:tagLst>
</file>

<file path=ppt/tags/tag813.xml><?xml version="1.0" encoding="utf-8"?>
<p:tagLst xmlns:p="http://schemas.openxmlformats.org/presentationml/2006/main">
  <p:tag name="AS_UNIQUEID" val="1211"/>
</p:tagLst>
</file>

<file path=ppt/tags/tag814.xml><?xml version="1.0" encoding="utf-8"?>
<p:tagLst xmlns:p="http://schemas.openxmlformats.org/presentationml/2006/main">
  <p:tag name="AS_UNIQUEID" val="1212"/>
</p:tagLst>
</file>

<file path=ppt/tags/tag815.xml><?xml version="1.0" encoding="utf-8"?>
<p:tagLst xmlns:p="http://schemas.openxmlformats.org/presentationml/2006/main">
  <p:tag name="AS_UNIQUEID" val="1213"/>
</p:tagLst>
</file>

<file path=ppt/tags/tag816.xml><?xml version="1.0" encoding="utf-8"?>
<p:tagLst xmlns:p="http://schemas.openxmlformats.org/presentationml/2006/main">
  <p:tag name="AS_UNIQUEID" val="1214"/>
</p:tagLst>
</file>

<file path=ppt/tags/tag817.xml><?xml version="1.0" encoding="utf-8"?>
<p:tagLst xmlns:p="http://schemas.openxmlformats.org/presentationml/2006/main">
  <p:tag name="AS_UNIQUEID" val="1215"/>
  <p:tag name="KSO_WM_BEAUTIFY_FLAG" val=""/>
</p:tagLst>
</file>

<file path=ppt/tags/tag818.xml><?xml version="1.0" encoding="utf-8"?>
<p:tagLst xmlns:p="http://schemas.openxmlformats.org/presentationml/2006/main">
  <p:tag name="AS_UNIQUEID" val="1216"/>
</p:tagLst>
</file>

<file path=ppt/tags/tag819.xml><?xml version="1.0" encoding="utf-8"?>
<p:tagLst xmlns:p="http://schemas.openxmlformats.org/presentationml/2006/main">
  <p:tag name="AS_UNIQUEID" val="1217"/>
  <p:tag name="KSO_WM_BEAUTIFY_FLAG" val=""/>
</p:tagLst>
</file>

<file path=ppt/tags/tag820.xml><?xml version="1.0" encoding="utf-8"?>
<p:tagLst xmlns:p="http://schemas.openxmlformats.org/presentationml/2006/main">
  <p:tag name="AS_UNIQUEID" val="1218"/>
  <p:tag name="KSO_WM_BEAUTIFY_FLAG" val=""/>
</p:tagLst>
</file>

<file path=ppt/tags/tag821.xml><?xml version="1.0" encoding="utf-8"?>
<p:tagLst xmlns:p="http://schemas.openxmlformats.org/presentationml/2006/main">
  <p:tag name="AS_UNIQUEID" val="1219"/>
</p:tagLst>
</file>

<file path=ppt/tags/tag822.xml><?xml version="1.0" encoding="utf-8"?>
<p:tagLst xmlns:p="http://schemas.openxmlformats.org/presentationml/2006/main">
  <p:tag name="AS_UNIQUEID" val="1220"/>
</p:tagLst>
</file>

<file path=ppt/tags/tag823.xml><?xml version="1.0" encoding="utf-8"?>
<p:tagLst xmlns:p="http://schemas.openxmlformats.org/presentationml/2006/main">
  <p:tag name="AS_UNIQUEID" val="1221"/>
</p:tagLst>
</file>

<file path=ppt/tags/tag824.xml><?xml version="1.0" encoding="utf-8"?>
<p:tagLst xmlns:p="http://schemas.openxmlformats.org/presentationml/2006/main">
  <p:tag name="AS_UNIQUEID" val="1222"/>
</p:tagLst>
</file>

<file path=ppt/tags/tag825.xml><?xml version="1.0" encoding="utf-8"?>
<p:tagLst xmlns:p="http://schemas.openxmlformats.org/presentationml/2006/main">
  <p:tag name="AS_UNIQUEID" val="1223"/>
</p:tagLst>
</file>

<file path=ppt/tags/tag826.xml><?xml version="1.0" encoding="utf-8"?>
<p:tagLst xmlns:p="http://schemas.openxmlformats.org/presentationml/2006/main">
  <p:tag name="AS_UNIQUEID" val="1224"/>
  <p:tag name="KSO_WM_BEAUTIFY_FLAG" val=""/>
</p:tagLst>
</file>

<file path=ppt/tags/tag827.xml><?xml version="1.0" encoding="utf-8"?>
<p:tagLst xmlns:p="http://schemas.openxmlformats.org/presentationml/2006/main">
  <p:tag name="AS_UNIQUEID" val="1225"/>
  <p:tag name="KSO_WM_BEAUTIFY_FLAG" val=""/>
</p:tagLst>
</file>

<file path=ppt/tags/tag828.xml><?xml version="1.0" encoding="utf-8"?>
<p:tagLst xmlns:p="http://schemas.openxmlformats.org/presentationml/2006/main">
  <p:tag name="AS_UNIQUEID" val="1226"/>
</p:tagLst>
</file>

<file path=ppt/tags/tag829.xml><?xml version="1.0" encoding="utf-8"?>
<p:tagLst xmlns:p="http://schemas.openxmlformats.org/presentationml/2006/main">
  <p:tag name="AS_UNIQUEID" val="1227"/>
</p:tagLst>
</file>

<file path=ppt/tags/tag830.xml><?xml version="1.0" encoding="utf-8"?>
<p:tagLst xmlns:p="http://schemas.openxmlformats.org/presentationml/2006/main">
  <p:tag name="AS_UNIQUEID" val="1228"/>
  <p:tag name="KSO_WM_BEAUTIFY_FLAG" val=""/>
</p:tagLst>
</file>

<file path=ppt/tags/tag831.xml><?xml version="1.0" encoding="utf-8"?>
<p:tagLst xmlns:p="http://schemas.openxmlformats.org/presentationml/2006/main">
  <p:tag name="AS_UNIQUEID" val="1229"/>
  <p:tag name="KSO_WM_BEAUTIFY_FLAG" val=""/>
</p:tagLst>
</file>

<file path=ppt/tags/tag832.xml><?xml version="1.0" encoding="utf-8"?>
<p:tagLst xmlns:p="http://schemas.openxmlformats.org/presentationml/2006/main">
  <p:tag name="AS_UNIQUEID" val="1230"/>
  <p:tag name="KSO_WM_BEAUTIFY_FLAG" val=""/>
</p:tagLst>
</file>

<file path=ppt/tags/tag833.xml><?xml version="1.0" encoding="utf-8"?>
<p:tagLst xmlns:p="http://schemas.openxmlformats.org/presentationml/2006/main">
  <p:tag name="AS_UNIQUEID" val="1231"/>
  <p:tag name="KSO_WM_BEAUTIFY_FLAG" val=""/>
</p:tagLst>
</file>

<file path=ppt/tags/tag834.xml><?xml version="1.0" encoding="utf-8"?>
<p:tagLst xmlns:p="http://schemas.openxmlformats.org/presentationml/2006/main">
  <p:tag name="AS_UNIQUEID" val="1232"/>
  <p:tag name="KSO_WM_BEAUTIFY_FLAG" val=""/>
</p:tagLst>
</file>

<file path=ppt/tags/tag835.xml><?xml version="1.0" encoding="utf-8"?>
<p:tagLst xmlns:p="http://schemas.openxmlformats.org/presentationml/2006/main">
  <p:tag name="AS_UNIQUEID" val="1233"/>
</p:tagLst>
</file>

<file path=ppt/tags/tag836.xml><?xml version="1.0" encoding="utf-8"?>
<p:tagLst xmlns:p="http://schemas.openxmlformats.org/presentationml/2006/main">
  <p:tag name="AS_UNIQUEID" val="1234"/>
  <p:tag name="KSO_WM_BEAUTIFY_FLAG" val=""/>
</p:tagLst>
</file>

<file path=ppt/tags/tag837.xml><?xml version="1.0" encoding="utf-8"?>
<p:tagLst xmlns:p="http://schemas.openxmlformats.org/presentationml/2006/main">
  <p:tag name="AS_UNIQUEID" val="1235"/>
  <p:tag name="KSO_WM_BEAUTIFY_FLAG" val=""/>
</p:tagLst>
</file>

<file path=ppt/tags/tag838.xml><?xml version="1.0" encoding="utf-8"?>
<p:tagLst xmlns:p="http://schemas.openxmlformats.org/presentationml/2006/main">
  <p:tag name="AS_UNIQUEID" val="1236"/>
  <p:tag name="KSO_WM_BEAUTIFY_FLAG" val=""/>
</p:tagLst>
</file>

<file path=ppt/tags/tag839.xml><?xml version="1.0" encoding="utf-8"?>
<p:tagLst xmlns:p="http://schemas.openxmlformats.org/presentationml/2006/main">
  <p:tag name="AS_UNIQUEID" val="1237"/>
  <p:tag name="KSO_WM_BEAUTIFY_FLAG" val=""/>
</p:tagLst>
</file>

<file path=ppt/tags/tag840.xml><?xml version="1.0" encoding="utf-8"?>
<p:tagLst xmlns:p="http://schemas.openxmlformats.org/presentationml/2006/main">
  <p:tag name="AS_UNIQUEID" val="1238"/>
  <p:tag name="KSO_WM_BEAUTIFY_FLAG" val=""/>
</p:tagLst>
</file>

<file path=ppt/tags/tag841.xml><?xml version="1.0" encoding="utf-8"?>
<p:tagLst xmlns:p="http://schemas.openxmlformats.org/presentationml/2006/main">
  <p:tag name="AS_UNIQUEID" val="1239"/>
  <p:tag name="KSO_WM_BEAUTIFY_FLAG" val=""/>
</p:tagLst>
</file>

<file path=ppt/tags/tag842.xml><?xml version="1.0" encoding="utf-8"?>
<p:tagLst xmlns:p="http://schemas.openxmlformats.org/presentationml/2006/main">
  <p:tag name="AS_UNIQUEID" val="1240"/>
</p:tagLst>
</file>

<file path=ppt/tags/tag843.xml><?xml version="1.0" encoding="utf-8"?>
<p:tagLst xmlns:p="http://schemas.openxmlformats.org/presentationml/2006/main">
  <p:tag name="AS_UNIQUEID" val="1241"/>
</p:tagLst>
</file>

<file path=ppt/tags/tag844.xml><?xml version="1.0" encoding="utf-8"?>
<p:tagLst xmlns:p="http://schemas.openxmlformats.org/presentationml/2006/main">
  <p:tag name="AS_UNIQUEID" val="1242"/>
</p:tagLst>
</file>

<file path=ppt/tags/tag845.xml><?xml version="1.0" encoding="utf-8"?>
<p:tagLst xmlns:p="http://schemas.openxmlformats.org/presentationml/2006/main">
  <p:tag name="AS_UNIQUEID" val="1243"/>
</p:tagLst>
</file>

<file path=ppt/tags/tag846.xml><?xml version="1.0" encoding="utf-8"?>
<p:tagLst xmlns:p="http://schemas.openxmlformats.org/presentationml/2006/main">
  <p:tag name="AS_UNIQUEID" val="1244"/>
</p:tagLst>
</file>

<file path=ppt/tags/tag847.xml><?xml version="1.0" encoding="utf-8"?>
<p:tagLst xmlns:p="http://schemas.openxmlformats.org/presentationml/2006/main">
  <p:tag name="AS_UNIQUEID" val="1245"/>
</p:tagLst>
</file>

<file path=ppt/tags/tag848.xml><?xml version="1.0" encoding="utf-8"?>
<p:tagLst xmlns:p="http://schemas.openxmlformats.org/presentationml/2006/main">
  <p:tag name="AS_UNIQUEID" val="1246"/>
</p:tagLst>
</file>

<file path=ppt/tags/tag849.xml><?xml version="1.0" encoding="utf-8"?>
<p:tagLst xmlns:p="http://schemas.openxmlformats.org/presentationml/2006/main">
  <p:tag name="AS_UNIQUEID" val="1247"/>
</p:tagLst>
</file>

<file path=ppt/tags/tag850.xml><?xml version="1.0" encoding="utf-8"?>
<p:tagLst xmlns:p="http://schemas.openxmlformats.org/presentationml/2006/main">
  <p:tag name="AS_UNIQUEID" val="1248"/>
  <p:tag name="KSO_WM_BEAUTIFY_FLAG" val=""/>
</p:tagLst>
</file>

<file path=ppt/tags/tag851.xml><?xml version="1.0" encoding="utf-8"?>
<p:tagLst xmlns:p="http://schemas.openxmlformats.org/presentationml/2006/main">
  <p:tag name="AS_UNIQUEID" val="1249"/>
  <p:tag name="KSO_WM_BEAUTIFY_FLAG" val=""/>
</p:tagLst>
</file>

<file path=ppt/tags/tag852.xml><?xml version="1.0" encoding="utf-8"?>
<p:tagLst xmlns:p="http://schemas.openxmlformats.org/presentationml/2006/main">
  <p:tag name="AS_UNIQUEID" val="1250"/>
</p:tagLst>
</file>

<file path=ppt/tags/tag853.xml><?xml version="1.0" encoding="utf-8"?>
<p:tagLst xmlns:p="http://schemas.openxmlformats.org/presentationml/2006/main">
  <p:tag name="AS_UNIQUEID" val="1251"/>
</p:tagLst>
</file>

<file path=ppt/tags/tag854.xml><?xml version="1.0" encoding="utf-8"?>
<p:tagLst xmlns:p="http://schemas.openxmlformats.org/presentationml/2006/main">
  <p:tag name="AS_UNIQUEID" val="1252"/>
  <p:tag name="KSO_WM_BEAUTIFY_FLAG" val=""/>
</p:tagLst>
</file>

<file path=ppt/tags/tag855.xml><?xml version="1.0" encoding="utf-8"?>
<p:tagLst xmlns:p="http://schemas.openxmlformats.org/presentationml/2006/main">
  <p:tag name="AS_UNIQUEID" val="1253"/>
  <p:tag name="KSO_WM_BEAUTIFY_FLAG" val=""/>
</p:tagLst>
</file>

<file path=ppt/tags/tag856.xml><?xml version="1.0" encoding="utf-8"?>
<p:tagLst xmlns:p="http://schemas.openxmlformats.org/presentationml/2006/main">
  <p:tag name="AS_UNIQUEID" val="1254"/>
  <p:tag name="KSO_WM_BEAUTIFY_FLAG" val=""/>
</p:tagLst>
</file>

<file path=ppt/tags/tag857.xml><?xml version="1.0" encoding="utf-8"?>
<p:tagLst xmlns:p="http://schemas.openxmlformats.org/presentationml/2006/main">
  <p:tag name="AS_UNIQUEID" val="1255"/>
  <p:tag name="KSO_WM_BEAUTIFY_FLAG" val=""/>
</p:tagLst>
</file>

<file path=ppt/tags/tag858.xml><?xml version="1.0" encoding="utf-8"?>
<p:tagLst xmlns:p="http://schemas.openxmlformats.org/presentationml/2006/main">
  <p:tag name="AS_UNIQUEID" val="1256"/>
  <p:tag name="KSO_WM_BEAUTIFY_FLAG" val=""/>
</p:tagLst>
</file>

<file path=ppt/tags/tag859.xml><?xml version="1.0" encoding="utf-8"?>
<p:tagLst xmlns:p="http://schemas.openxmlformats.org/presentationml/2006/main">
  <p:tag name="AS_UNIQUEID" val="1257"/>
</p:tagLst>
</file>

<file path=ppt/tags/tag860.xml><?xml version="1.0" encoding="utf-8"?>
<p:tagLst xmlns:p="http://schemas.openxmlformats.org/presentationml/2006/main">
  <p:tag name="AS_UNIQUEID" val="1258"/>
  <p:tag name="KSO_WM_BEAUTIFY_FLAG" val=""/>
</p:tagLst>
</file>

<file path=ppt/tags/tag861.xml><?xml version="1.0" encoding="utf-8"?>
<p:tagLst xmlns:p="http://schemas.openxmlformats.org/presentationml/2006/main">
  <p:tag name="AS_UNIQUEID" val="1259"/>
  <p:tag name="KSO_WM_BEAUTIFY_FLAG" val=""/>
</p:tagLst>
</file>

<file path=ppt/tags/tag862.xml><?xml version="1.0" encoding="utf-8"?>
<p:tagLst xmlns:p="http://schemas.openxmlformats.org/presentationml/2006/main">
  <p:tag name="AS_UNIQUEID" val="1260"/>
  <p:tag name="KSO_WM_BEAUTIFY_FLAG" val=""/>
</p:tagLst>
</file>

<file path=ppt/tags/tag863.xml><?xml version="1.0" encoding="utf-8"?>
<p:tagLst xmlns:p="http://schemas.openxmlformats.org/presentationml/2006/main">
  <p:tag name="AS_UNIQUEID" val="1261"/>
  <p:tag name="KSO_WM_BEAUTIFY_FLAG" val=""/>
</p:tagLst>
</file>

<file path=ppt/tags/tag864.xml><?xml version="1.0" encoding="utf-8"?>
<p:tagLst xmlns:p="http://schemas.openxmlformats.org/presentationml/2006/main">
  <p:tag name="AS_UNIQUEID" val="1262"/>
  <p:tag name="KSO_WM_BEAUTIFY_FLAG" val=""/>
</p:tagLst>
</file>

<file path=ppt/tags/tag865.xml><?xml version="1.0" encoding="utf-8"?>
<p:tagLst xmlns:p="http://schemas.openxmlformats.org/presentationml/2006/main">
  <p:tag name="AS_UNIQUEID" val="1263"/>
  <p:tag name="KSO_WM_BEAUTIFY_FLAG" val=""/>
</p:tagLst>
</file>

<file path=ppt/tags/tag866.xml><?xml version="1.0" encoding="utf-8"?>
<p:tagLst xmlns:p="http://schemas.openxmlformats.org/presentationml/2006/main">
  <p:tag name="AS_UNIQUEID" val="1264"/>
</p:tagLst>
</file>

<file path=ppt/tags/tag867.xml><?xml version="1.0" encoding="utf-8"?>
<p:tagLst xmlns:p="http://schemas.openxmlformats.org/presentationml/2006/main">
  <p:tag name="AS_UNIQUEID" val="1265"/>
</p:tagLst>
</file>

<file path=ppt/tags/tag868.xml><?xml version="1.0" encoding="utf-8"?>
<p:tagLst xmlns:p="http://schemas.openxmlformats.org/presentationml/2006/main">
  <p:tag name="AS_UNIQUEID" val="1266"/>
</p:tagLst>
</file>

<file path=ppt/tags/tag869.xml><?xml version="1.0" encoding="utf-8"?>
<p:tagLst xmlns:p="http://schemas.openxmlformats.org/presentationml/2006/main">
  <p:tag name="AS_UNIQUEID" val="1267"/>
</p:tagLst>
</file>

<file path=ppt/tags/tag870.xml><?xml version="1.0" encoding="utf-8"?>
<p:tagLst xmlns:p="http://schemas.openxmlformats.org/presentationml/2006/main">
  <p:tag name="AS_UNIQUEID" val="1268"/>
</p:tagLst>
</file>

<file path=ppt/tags/tag871.xml><?xml version="1.0" encoding="utf-8"?>
<p:tagLst xmlns:p="http://schemas.openxmlformats.org/presentationml/2006/main">
  <p:tag name="AS_UNIQUEID" val="1269"/>
</p:tagLst>
</file>

<file path=ppt/tags/tag872.xml><?xml version="1.0" encoding="utf-8"?>
<p:tagLst xmlns:p="http://schemas.openxmlformats.org/presentationml/2006/main">
  <p:tag name="AS_UNIQUEID" val="1270"/>
</p:tagLst>
</file>

<file path=ppt/tags/tag873.xml><?xml version="1.0" encoding="utf-8"?>
<p:tagLst xmlns:p="http://schemas.openxmlformats.org/presentationml/2006/main">
  <p:tag name="AS_UNIQUEID" val="1271"/>
  <p:tag name="KSO_WM_BEAUTIFY_FLAG" val=""/>
</p:tagLst>
</file>

<file path=ppt/tags/tag874.xml><?xml version="1.0" encoding="utf-8"?>
<p:tagLst xmlns:p="http://schemas.openxmlformats.org/presentationml/2006/main">
  <p:tag name="AS_UNIQUEID" val="1272"/>
  <p:tag name="KSO_WM_BEAUTIFY_FLAG" val=""/>
</p:tagLst>
</file>

<file path=ppt/tags/tag875.xml><?xml version="1.0" encoding="utf-8"?>
<p:tagLst xmlns:p="http://schemas.openxmlformats.org/presentationml/2006/main">
  <p:tag name="AS_UNIQUEID" val="1273"/>
</p:tagLst>
</file>

<file path=ppt/tags/tag876.xml><?xml version="1.0" encoding="utf-8"?>
<p:tagLst xmlns:p="http://schemas.openxmlformats.org/presentationml/2006/main">
  <p:tag name="AS_UNIQUEID" val="1274"/>
</p:tagLst>
</file>

<file path=ppt/tags/tag877.xml><?xml version="1.0" encoding="utf-8"?>
<p:tagLst xmlns:p="http://schemas.openxmlformats.org/presentationml/2006/main">
  <p:tag name="AS_UNIQUEID" val="1275"/>
  <p:tag name="KSO_WM_BEAUTIFY_FLAG" val=""/>
</p:tagLst>
</file>

<file path=ppt/tags/tag878.xml><?xml version="1.0" encoding="utf-8"?>
<p:tagLst xmlns:p="http://schemas.openxmlformats.org/presentationml/2006/main">
  <p:tag name="AS_UNIQUEID" val="1276"/>
  <p:tag name="KSO_WM_BEAUTIFY_FLAG" val=""/>
</p:tagLst>
</file>

<file path=ppt/tags/tag879.xml><?xml version="1.0" encoding="utf-8"?>
<p:tagLst xmlns:p="http://schemas.openxmlformats.org/presentationml/2006/main">
  <p:tag name="AS_UNIQUEID" val="1277"/>
  <p:tag name="KSO_WM_BEAUTIFY_FLAG" val=""/>
</p:tagLst>
</file>

<file path=ppt/tags/tag880.xml><?xml version="1.0" encoding="utf-8"?>
<p:tagLst xmlns:p="http://schemas.openxmlformats.org/presentationml/2006/main">
  <p:tag name="AS_UNIQUEID" val="1278"/>
  <p:tag name="KSO_WM_BEAUTIFY_FLAG" val=""/>
</p:tagLst>
</file>

<file path=ppt/tags/tag881.xml><?xml version="1.0" encoding="utf-8"?>
<p:tagLst xmlns:p="http://schemas.openxmlformats.org/presentationml/2006/main">
  <p:tag name="AS_UNIQUEID" val="1279"/>
  <p:tag name="KSO_WM_BEAUTIFY_FLAG" val=""/>
</p:tagLst>
</file>

<file path=ppt/tags/tag882.xml><?xml version="1.0" encoding="utf-8"?>
<p:tagLst xmlns:p="http://schemas.openxmlformats.org/presentationml/2006/main">
  <p:tag name="AS_UNIQUEID" val="1280"/>
</p:tagLst>
</file>

<file path=ppt/tags/tag883.xml><?xml version="1.0" encoding="utf-8"?>
<p:tagLst xmlns:p="http://schemas.openxmlformats.org/presentationml/2006/main">
  <p:tag name="AS_UNIQUEID" val="1281"/>
  <p:tag name="KSO_WM_BEAUTIFY_FLAG" val=""/>
</p:tagLst>
</file>

<file path=ppt/tags/tag884.xml><?xml version="1.0" encoding="utf-8"?>
<p:tagLst xmlns:p="http://schemas.openxmlformats.org/presentationml/2006/main">
  <p:tag name="AS_UNIQUEID" val="1282"/>
  <p:tag name="KSO_WM_BEAUTIFY_FLAG" val=""/>
</p:tagLst>
</file>

<file path=ppt/tags/tag885.xml><?xml version="1.0" encoding="utf-8"?>
<p:tagLst xmlns:p="http://schemas.openxmlformats.org/presentationml/2006/main">
  <p:tag name="AS_UNIQUEID" val="1283"/>
  <p:tag name="KSO_WM_BEAUTIFY_FLAG" val=""/>
</p:tagLst>
</file>

<file path=ppt/tags/tag886.xml><?xml version="1.0" encoding="utf-8"?>
<p:tagLst xmlns:p="http://schemas.openxmlformats.org/presentationml/2006/main">
  <p:tag name="AS_UNIQUEID" val="1284"/>
  <p:tag name="KSO_WM_BEAUTIFY_FLAG" val=""/>
</p:tagLst>
</file>

<file path=ppt/tags/tag887.xml><?xml version="1.0" encoding="utf-8"?>
<p:tagLst xmlns:p="http://schemas.openxmlformats.org/presentationml/2006/main">
  <p:tag name="AS_UNIQUEID" val="1285"/>
  <p:tag name="KSO_WM_BEAUTIFY_FLAG" val=""/>
</p:tagLst>
</file>

<file path=ppt/tags/tag888.xml><?xml version="1.0" encoding="utf-8"?>
<p:tagLst xmlns:p="http://schemas.openxmlformats.org/presentationml/2006/main">
  <p:tag name="AS_UNIQUEID" val="1286"/>
  <p:tag name="KSO_WM_BEAUTIFY_FLAG" val=""/>
</p:tagLst>
</file>

<file path=ppt/tags/tag889.xml><?xml version="1.0" encoding="utf-8"?>
<p:tagLst xmlns:p="http://schemas.openxmlformats.org/presentationml/2006/main">
  <p:tag name="AS_UNIQUEID" val="1287"/>
  <p:tag name="KSO_WM_BEAUTIFY_FLAG" val=""/>
</p:tagLst>
</file>

<file path=ppt/tags/tag890.xml><?xml version="1.0" encoding="utf-8"?>
<p:tagLst xmlns:p="http://schemas.openxmlformats.org/presentationml/2006/main">
  <p:tag name="AS_UNIQUEID" val="1288"/>
</p:tagLst>
</file>

<file path=ppt/tags/tag891.xml><?xml version="1.0" encoding="utf-8"?>
<p:tagLst xmlns:p="http://schemas.openxmlformats.org/presentationml/2006/main">
  <p:tag name="AS_UNIQUEID" val="1289"/>
</p:tagLst>
</file>

<file path=ppt/tags/tag892.xml><?xml version="1.0" encoding="utf-8"?>
<p:tagLst xmlns:p="http://schemas.openxmlformats.org/presentationml/2006/main">
  <p:tag name="AS_UNIQUEID" val="1290"/>
</p:tagLst>
</file>

<file path=ppt/tags/tag893.xml><?xml version="1.0" encoding="utf-8"?>
<p:tagLst xmlns:p="http://schemas.openxmlformats.org/presentationml/2006/main">
  <p:tag name="AS_UNIQUEID" val="1291"/>
</p:tagLst>
</file>

<file path=ppt/tags/tag894.xml><?xml version="1.0" encoding="utf-8"?>
<p:tagLst xmlns:p="http://schemas.openxmlformats.org/presentationml/2006/main">
  <p:tag name="AS_UNIQUEID" val="1292"/>
</p:tagLst>
</file>

<file path=ppt/tags/tag895.xml><?xml version="1.0" encoding="utf-8"?>
<p:tagLst xmlns:p="http://schemas.openxmlformats.org/presentationml/2006/main">
  <p:tag name="AS_UNIQUEID" val="1293"/>
</p:tagLst>
</file>

<file path=ppt/tags/tag896.xml><?xml version="1.0" encoding="utf-8"?>
<p:tagLst xmlns:p="http://schemas.openxmlformats.org/presentationml/2006/main">
  <p:tag name="AS_UNIQUEID" val="1294"/>
</p:tagLst>
</file>

<file path=ppt/tags/tag897.xml><?xml version="1.0" encoding="utf-8"?>
<p:tagLst xmlns:p="http://schemas.openxmlformats.org/presentationml/2006/main">
  <p:tag name="AS_UNIQUEID" val="1295"/>
</p:tagLst>
</file>

<file path=ppt/tags/tag898.xml><?xml version="1.0" encoding="utf-8"?>
<p:tagLst xmlns:p="http://schemas.openxmlformats.org/presentationml/2006/main">
  <p:tag name="AS_UNIQUEID" val="1296"/>
</p:tagLst>
</file>

<file path=ppt/tags/tag899.xml><?xml version="1.0" encoding="utf-8"?>
<p:tagLst xmlns:p="http://schemas.openxmlformats.org/presentationml/2006/main">
  <p:tag name="AS_UNIQUEID" val="1297"/>
</p:tagLst>
</file>

<file path=ppt/tags/tag900.xml><?xml version="1.0" encoding="utf-8"?>
<p:tagLst xmlns:p="http://schemas.openxmlformats.org/presentationml/2006/main">
  <p:tag name="AS_UNIQUEID" val="1298"/>
</p:tagLst>
</file>

<file path=ppt/tags/tag901.xml><?xml version="1.0" encoding="utf-8"?>
<p:tagLst xmlns:p="http://schemas.openxmlformats.org/presentationml/2006/main">
  <p:tag name="AS_UNIQUEID" val="1299"/>
</p:tagLst>
</file>

<file path=ppt/tags/tag902.xml><?xml version="1.0" encoding="utf-8"?>
<p:tagLst xmlns:p="http://schemas.openxmlformats.org/presentationml/2006/main">
  <p:tag name="AS_UNIQUEID" val="1300"/>
</p:tagLst>
</file>

<file path=ppt/tags/tag903.xml><?xml version="1.0" encoding="utf-8"?>
<p:tagLst xmlns:p="http://schemas.openxmlformats.org/presentationml/2006/main">
  <p:tag name="AS_UNIQUEID" val="1301"/>
</p:tagLst>
</file>

<file path=ppt/tags/tag904.xml><?xml version="1.0" encoding="utf-8"?>
<p:tagLst xmlns:p="http://schemas.openxmlformats.org/presentationml/2006/main">
  <p:tag name="AS_UNIQUEID" val="1302"/>
</p:tagLst>
</file>

<file path=ppt/tags/tag905.xml><?xml version="1.0" encoding="utf-8"?>
<p:tagLst xmlns:p="http://schemas.openxmlformats.org/presentationml/2006/main">
  <p:tag name="AS_UNIQUEID" val="1303"/>
</p:tagLst>
</file>

<file path=ppt/tags/tag906.xml><?xml version="1.0" encoding="utf-8"?>
<p:tagLst xmlns:p="http://schemas.openxmlformats.org/presentationml/2006/main">
  <p:tag name="AS_UNIQUEID" val="1304"/>
</p:tagLst>
</file>

<file path=ppt/tags/tag907.xml><?xml version="1.0" encoding="utf-8"?>
<p:tagLst xmlns:p="http://schemas.openxmlformats.org/presentationml/2006/main">
  <p:tag name="AS_UNIQUEID" val="1305"/>
</p:tagLst>
</file>

<file path=ppt/tags/tag908.xml><?xml version="1.0" encoding="utf-8"?>
<p:tagLst xmlns:p="http://schemas.openxmlformats.org/presentationml/2006/main">
  <p:tag name="AS_UNIQUEID" val="1306"/>
</p:tagLst>
</file>

<file path=ppt/tags/tag909.xml><?xml version="1.0" encoding="utf-8"?>
<p:tagLst xmlns:p="http://schemas.openxmlformats.org/presentationml/2006/main">
  <p:tag name="AS_UNIQUEID" val="1307"/>
</p:tagLst>
</file>

<file path=ppt/tags/tag910.xml><?xml version="1.0" encoding="utf-8"?>
<p:tagLst xmlns:p="http://schemas.openxmlformats.org/presentationml/2006/main">
  <p:tag name="AS_UNIQUEID" val="1308"/>
</p:tagLst>
</file>

<file path=ppt/tags/tag911.xml><?xml version="1.0" encoding="utf-8"?>
<p:tagLst xmlns:p="http://schemas.openxmlformats.org/presentationml/2006/main">
  <p:tag name="AS_UNIQUEID" val="1309"/>
</p:tagLst>
</file>

<file path=ppt/tags/tag912.xml><?xml version="1.0" encoding="utf-8"?>
<p:tagLst xmlns:p="http://schemas.openxmlformats.org/presentationml/2006/main">
  <p:tag name="AS_UNIQUEID" val="1310"/>
  <p:tag name="KSO_WM_BEAUTIFY_FLAG" val=""/>
</p:tagLst>
</file>

<file path=ppt/tags/tag913.xml><?xml version="1.0" encoding="utf-8"?>
<p:tagLst xmlns:p="http://schemas.openxmlformats.org/presentationml/2006/main">
  <p:tag name="AS_UNIQUEID" val="1311"/>
  <p:tag name="KSO_WM_BEAUTIFY_FLAG" val=""/>
</p:tagLst>
</file>

<file path=ppt/tags/tag914.xml><?xml version="1.0" encoding="utf-8"?>
<p:tagLst xmlns:p="http://schemas.openxmlformats.org/presentationml/2006/main">
  <p:tag name="AS_UNIQUEID" val="1312"/>
  <p:tag name="KSO_WM_BEAUTIFY_FLAG" val=""/>
</p:tagLst>
</file>

<file path=ppt/tags/tag915.xml><?xml version="1.0" encoding="utf-8"?>
<p:tagLst xmlns:p="http://schemas.openxmlformats.org/presentationml/2006/main">
  <p:tag name="AS_UNIQUEID" val="1313"/>
  <p:tag name="KSO_WM_BEAUTIFY_FLAG" val=""/>
</p:tagLst>
</file>

<file path=ppt/tags/tag916.xml><?xml version="1.0" encoding="utf-8"?>
<p:tagLst xmlns:p="http://schemas.openxmlformats.org/presentationml/2006/main">
  <p:tag name="AS_OS" val="Unix 3.10 unknown"/>
  <p:tag name="AS_RELEASE_DATE" val="2023.03.31"/>
  <p:tag name="AS_TITLE" val="Aspose.Slides for Java"/>
  <p:tag name="AS_VERSION" val="23.3"/>
  <p:tag name="COMMONDATA" val="eyJoZGlkIjoiMjRkMmJiNGNjYjQyYWU5ODBhNzA5MGRhNDI0YWI5ZTYifQ=="/>
</p:tagLst>
</file>

<file path=ppt/theme/theme1.xml><?xml version="1.0" encoding="utf-8"?>
<a:theme xmlns:r="http://schemas.openxmlformats.org/officeDocument/2006/relationships"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思源黑体 CN Bold"/>
        <a:ea typeface="思源黑体 CN Bold"/>
        <a:cs typeface="Arial"/>
      </a:majorFont>
      <a:minorFont>
        <a:latin typeface="思源黑体 CN Normal"/>
        <a:ea typeface="思源黑体 CN Norm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r="http://schemas.openxmlformats.org/officeDocument/2006/relationships"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等线 Light"/>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等线"/>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vt="http://schemas.openxmlformats.org/officeDocument/2006/docPropsVTypes" xmlns="http://schemas.openxmlformats.org/officeDocument/2006/extended-properties">
  <Company>学科网</Company>
  <Paragraphs>191</Paragraphs>
  <Slides>35</Slides>
  <Notes>0</Notes>
  <TotalTime>0</TotalTime>
  <HiddenSlides>0</HiddenSlides>
  <MMClips>0</MMClips>
  <ScaleCrop>0</ScaleCrop>
  <HeadingPairs>
    <vt:vector baseType="variant" size="6">
      <vt:variant>
        <vt:lpstr>Fonts used</vt:lpstr>
      </vt:variant>
      <vt:variant>
        <vt:i4>12</vt:i4>
      </vt:variant>
      <vt:variant>
        <vt:lpstr>Theme</vt:lpstr>
      </vt:variant>
      <vt:variant>
        <vt:i4>1</vt:i4>
      </vt:variant>
      <vt:variant>
        <vt:lpstr>Slide Titles</vt:lpstr>
      </vt:variant>
      <vt:variant>
        <vt:i4>35</vt:i4>
      </vt:variant>
    </vt:vector>
  </HeadingPairs>
  <TitlesOfParts>
    <vt:vector baseType="lpstr" size="48">
      <vt:lpstr>Arial</vt:lpstr>
      <vt:lpstr>思源黑体 CN Bold</vt:lpstr>
      <vt:lpstr>思源黑体 CN Normal</vt:lpstr>
      <vt:lpstr>等线 Light</vt:lpstr>
      <vt:lpstr>等线</vt:lpstr>
      <vt:lpstr>微软雅黑</vt:lpstr>
      <vt:lpstr>黑体</vt:lpstr>
      <vt:lpstr>Times New Roman</vt:lpstr>
      <vt:lpstr>思源黑体 CN Heavy</vt:lpstr>
      <vt:lpstr>Wingdings</vt:lpstr>
      <vt:lpstr>宋体</vt:lpstr>
      <vt:lpstr>楷体</vt:lpstr>
      <vt:lpstr>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0</LinksUpToDate>
  <SharedDoc>0</SharedDoc>
  <HyperlinksChanged>0</HyperlinksChanged>
  <Application>Aspose.Slides for Java</Application>
  <AppVersion>23.0300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dc:creator>rbm.xkw.com</dc:creator>
  <cp:revision>1</cp:revision>
  <cp:lastPrinted>2024-08-01T09:19:12.015</cp:lastPrinted>
  <dcterms:created xsi:type="dcterms:W3CDTF">2024-08-01T09:19:12Z</dcterms:created>
  <dcterms:modified xsi:type="dcterms:W3CDTF">2024-08-01T01:19:12Z</dcterms:modified>
</cp:coreProperties>
</file>

<file path=docProps/custom.xml><?xml version="1.0" encoding="utf-8"?>
<Properties xmlns:vt="http://schemas.openxmlformats.org/officeDocument/2006/docPropsVTypes" xmlns="http://schemas.openxmlformats.org/officeDocument/2006/custom-properties">
  <property fmtid="{D5CDD505-2E9C-101B-9397-08002B2CF9AE}" pid="2" name="album">
    <vt:lpwstr>rbm.xkw.com</vt:lpwstr>
  </property>
  <property fmtid="{D5CDD505-2E9C-101B-9397-08002B2CF9AE}" pid="3" name="author">
    <vt:lpwstr>rbm.xkw.com</vt:lpwstr>
  </property>
  <property fmtid="{D5CDD505-2E9C-101B-9397-08002B2CF9AE}" pid="4" name="company">
    <vt:lpwstr>学科网</vt:lpwstr>
  </property>
  <property fmtid="{D5CDD505-2E9C-101B-9397-08002B2CF9AE}" pid="5" name="copyright">
    <vt:lpwstr>学科网版权所有</vt:lpwstr>
  </property>
</Properties>
</file>
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wdp" ContentType="image/vnd.ms-photo"/>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2"/>
  </p:sldMasterIdLst>
  <p:notesMasterIdLst>
    <p:notesMasterId r:id="rId3"/>
  </p:notesMasterIdLst>
  <p:handoutMasterIdLst>
    <p:handoutMasterId r:id="rId4"/>
  </p:handoutMasterIdLst>
  <p:sldIdLst>
    <p:sldId id="405" r:id="rId5"/>
    <p:sldId id="299" r:id="rId6"/>
    <p:sldId id="304" r:id="rId7"/>
    <p:sldId id="300" r:id="rId8"/>
    <p:sldId id="600" r:id="rId9"/>
    <p:sldId id="460" r:id="rId10"/>
    <p:sldId id="601" r:id="rId11"/>
    <p:sldId id="602" r:id="rId12"/>
    <p:sldId id="603" r:id="rId13"/>
    <p:sldId id="604" r:id="rId14"/>
    <p:sldId id="599" r:id="rId15"/>
    <p:sldId id="607" r:id="rId16"/>
    <p:sldId id="465" r:id="rId17"/>
    <p:sldId id="608" r:id="rId18"/>
    <p:sldId id="524" r:id="rId19"/>
    <p:sldId id="609" r:id="rId20"/>
    <p:sldId id="610" r:id="rId21"/>
    <p:sldId id="611" r:id="rId22"/>
    <p:sldId id="472" r:id="rId23"/>
    <p:sldId id="612" r:id="rId24"/>
    <p:sldId id="613" r:id="rId25"/>
    <p:sldId id="615" r:id="rId26"/>
    <p:sldId id="466" r:id="rId27"/>
    <p:sldId id="580" r:id="rId28"/>
    <p:sldId id="616" r:id="rId29"/>
    <p:sldId id="617" r:id="rId30"/>
    <p:sldId id="619" r:id="rId31"/>
    <p:sldId id="582" r:id="rId32"/>
    <p:sldId id="467" r:id="rId33"/>
    <p:sldId id="620" r:id="rId34"/>
    <p:sldId id="621" r:id="rId35"/>
    <p:sldId id="622" r:id="rId36"/>
    <p:sldId id="623" r:id="rId37"/>
    <p:sldId id="468" r:id="rId38"/>
    <p:sldId id="624" r:id="rId39"/>
    <p:sldId id="625" r:id="rId40"/>
    <p:sldId id="626" r:id="rId41"/>
    <p:sldId id="627" r:id="rId42"/>
    <p:sldId id="459" r:id="rId43"/>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5ACBF0"/>
          </p15:clr>
        </p15:guide>
        <p15:guide id="2" pos="3840" userDrawn="1">
          <p15:clr>
            <a:srgbClr val="5ACBF0"/>
          </p15:clr>
        </p15:guide>
      </p15:sldGuideLst>
    </p:ext>
  </p:extLst>
</p:presentation>
</file>

<file path=ppt/commentAuthors.xml><?xml version="1.0" encoding="utf-8"?>
<p:cmAuthorLst xmlns:p="http://schemas.openxmlformats.org/presentationml/2006/main">
  <p:cmAuthor id="1" name="DELL" initials="D" lastIdx="0" clrIdx="0"/>
</p:cmAuthorLst>
</file>

<file path=ppt/presProps.xml><?xml version="1.0" encoding="utf-8"?>
<p:presentationPr xmlns:r="http://schemas.openxmlformats.org/officeDocument/2006/relationships" xmlns:a="http://schemas.openxmlformats.org/drawingml/2006/main"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96" autoAdjust="0"/>
    <p:restoredTop sz="94660"/>
  </p:normalViewPr>
  <p:slideViewPr>
    <p:cSldViewPr snapToGrid="0" showGuides="1">
      <p:cViewPr>
        <p:scale>
          <a:sx n="75" d="100"/>
          <a:sy n="75" d="100"/>
        </p:scale>
        <p:origin x="198" y="1296"/>
      </p:cViewPr>
      <p:guideLst>
        <p:guide orient="horz" pos="2160"/>
        <p:guide pos="3840"/>
      </p:guideLst>
    </p:cSldViewPr>
  </p:slideViewPr>
  <p:notesTextViewPr>
    <p:cViewPr>
      <p:scale>
        <a:sx n="1" d="1"/>
        <a:sy n="1" d="1"/>
      </p:scale>
      <p:origin x="0" y="0"/>
    </p:cViewPr>
  </p:notesTextViewPr>
  <p:notesViewPr>
    <p:cSldViewPr>
      <p:cViewPr>
        <p:scale>
          <a:sx n="1" d="100"/>
          <a:sy n="1" d="100"/>
        </p:scale>
        <p:origin x="0" y="0"/>
      </p:cViewPr>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commentAuthors" Target="commentAuthors.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 Type="http://schemas.openxmlformats.org/officeDocument/2006/relationships/slideMaster" Target="slideMasters/slideMaster1.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27" Type="http://schemas.openxmlformats.org/officeDocument/2006/relationships/slide" Target="slides/slide23.xml" /><Relationship Id="rId28" Type="http://schemas.openxmlformats.org/officeDocument/2006/relationships/slide" Target="slides/slide24.xml" /><Relationship Id="rId29" Type="http://schemas.openxmlformats.org/officeDocument/2006/relationships/slide" Target="slides/slide25.xml" /><Relationship Id="rId3" Type="http://schemas.openxmlformats.org/officeDocument/2006/relationships/notesMaster" Target="notesMasters/notesMaster1.xml" /><Relationship Id="rId30" Type="http://schemas.openxmlformats.org/officeDocument/2006/relationships/slide" Target="slides/slide26.xml" /><Relationship Id="rId31" Type="http://schemas.openxmlformats.org/officeDocument/2006/relationships/slide" Target="slides/slide27.xml" /><Relationship Id="rId32" Type="http://schemas.openxmlformats.org/officeDocument/2006/relationships/slide" Target="slides/slide28.xml" /><Relationship Id="rId33" Type="http://schemas.openxmlformats.org/officeDocument/2006/relationships/slide" Target="slides/slide29.xml" /><Relationship Id="rId34" Type="http://schemas.openxmlformats.org/officeDocument/2006/relationships/slide" Target="slides/slide30.xml" /><Relationship Id="rId35" Type="http://schemas.openxmlformats.org/officeDocument/2006/relationships/slide" Target="slides/slide31.xml" /><Relationship Id="rId36" Type="http://schemas.openxmlformats.org/officeDocument/2006/relationships/slide" Target="slides/slide32.xml" /><Relationship Id="rId37" Type="http://schemas.openxmlformats.org/officeDocument/2006/relationships/slide" Target="slides/slide33.xml" /><Relationship Id="rId38" Type="http://schemas.openxmlformats.org/officeDocument/2006/relationships/slide" Target="slides/slide34.xml" /><Relationship Id="rId39" Type="http://schemas.openxmlformats.org/officeDocument/2006/relationships/slide" Target="slides/slide35.xml" /><Relationship Id="rId4" Type="http://schemas.openxmlformats.org/officeDocument/2006/relationships/handoutMaster" Target="handoutMasters/handoutMaster1.xml" /><Relationship Id="rId40" Type="http://schemas.openxmlformats.org/officeDocument/2006/relationships/slide" Target="slides/slide36.xml" /><Relationship Id="rId41" Type="http://schemas.openxmlformats.org/officeDocument/2006/relationships/slide" Target="slides/slide37.xml" /><Relationship Id="rId42" Type="http://schemas.openxmlformats.org/officeDocument/2006/relationships/slide" Target="slides/slide38.xml" /><Relationship Id="rId43" Type="http://schemas.openxmlformats.org/officeDocument/2006/relationships/slide" Target="slides/slide39.xml" /><Relationship Id="rId44" Type="http://schemas.openxmlformats.org/officeDocument/2006/relationships/tags" Target="tags/tag1032.xml" /><Relationship Id="rId45" Type="http://schemas.openxmlformats.org/officeDocument/2006/relationships/presProps" Target="presProps.xml" /><Relationship Id="rId46" Type="http://schemas.openxmlformats.org/officeDocument/2006/relationships/viewProps" Target="viewProps.xml" /><Relationship Id="rId47" Type="http://schemas.openxmlformats.org/officeDocument/2006/relationships/theme" Target="theme/theme1.xml" /><Relationship Id="rId48" Type="http://schemas.openxmlformats.org/officeDocument/2006/relationships/tableStyles" Target="tableStyles.xml" /><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8.wmf" /><Relationship Id="rId2" Type="http://schemas.openxmlformats.org/officeDocument/2006/relationships/image" Target="../media/image9.wmf" /><Relationship Id="rId3" Type="http://schemas.openxmlformats.org/officeDocument/2006/relationships/image" Target="../media/image10.wmf" /><Relationship Id="rId4" Type="http://schemas.openxmlformats.org/officeDocument/2006/relationships/image" Target="../media/image11.wmf" /><Relationship Id="rId5" Type="http://schemas.openxmlformats.org/officeDocument/2006/relationships/image" Target="../media/image12.wmf" /><Relationship Id="rId6" Type="http://schemas.openxmlformats.org/officeDocument/2006/relationships/image" Target="../media/image13.w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4.w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8.w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9.wmf" /><Relationship Id="rId2" Type="http://schemas.openxmlformats.org/officeDocument/2006/relationships/image" Target="../media/image20.w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21.wmf" /><Relationship Id="rId2" Type="http://schemas.openxmlformats.org/officeDocument/2006/relationships/image" Target="../media/image22.wmf" /><Relationship Id="rId3" Type="http://schemas.openxmlformats.org/officeDocument/2006/relationships/image" Target="../media/image23.w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29.e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30.wmf" /><Relationship Id="rId2" Type="http://schemas.openxmlformats.org/officeDocument/2006/relationships/image" Target="../media/image31.w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33.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34.emf" /><Relationship Id="rId2" Type="http://schemas.openxmlformats.org/officeDocument/2006/relationships/image" Target="../media/image35.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36.emf" /><Relationship Id="rId2" Type="http://schemas.openxmlformats.org/officeDocument/2006/relationships/image" Target="../media/image37.e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40.emf" /><Relationship Id="rId2" Type="http://schemas.openxmlformats.org/officeDocument/2006/relationships/image" Target="../media/image41.e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44.w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45.w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46.wmf" /><Relationship Id="rId10" Type="http://schemas.openxmlformats.org/officeDocument/2006/relationships/image" Target="../media/image55.wmf" /><Relationship Id="rId11" Type="http://schemas.openxmlformats.org/officeDocument/2006/relationships/image" Target="../media/image56.wmf" /><Relationship Id="rId12" Type="http://schemas.openxmlformats.org/officeDocument/2006/relationships/image" Target="../media/image57.wmf" /><Relationship Id="rId13" Type="http://schemas.openxmlformats.org/officeDocument/2006/relationships/image" Target="../media/image58.wmf" /><Relationship Id="rId2" Type="http://schemas.openxmlformats.org/officeDocument/2006/relationships/image" Target="../media/image47.wmf" /><Relationship Id="rId3" Type="http://schemas.openxmlformats.org/officeDocument/2006/relationships/image" Target="../media/image48.wmf" /><Relationship Id="rId4" Type="http://schemas.openxmlformats.org/officeDocument/2006/relationships/image" Target="../media/image49.wmf" /><Relationship Id="rId5" Type="http://schemas.openxmlformats.org/officeDocument/2006/relationships/image" Target="../media/image50.wmf" /><Relationship Id="rId6" Type="http://schemas.openxmlformats.org/officeDocument/2006/relationships/image" Target="../media/image51.wmf" /><Relationship Id="rId7" Type="http://schemas.openxmlformats.org/officeDocument/2006/relationships/image" Target="../media/image52.wmf" /><Relationship Id="rId8" Type="http://schemas.openxmlformats.org/officeDocument/2006/relationships/image" Target="../media/image53.wmf" /><Relationship Id="rId9" Type="http://schemas.openxmlformats.org/officeDocument/2006/relationships/image" Target="../media/image54.wmf"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59.wmf" /><Relationship Id="rId10" Type="http://schemas.openxmlformats.org/officeDocument/2006/relationships/image" Target="../media/image68.wmf" /><Relationship Id="rId11" Type="http://schemas.openxmlformats.org/officeDocument/2006/relationships/image" Target="../media/image69.wmf" /><Relationship Id="rId12" Type="http://schemas.openxmlformats.org/officeDocument/2006/relationships/image" Target="../media/image70.wmf" /><Relationship Id="rId2" Type="http://schemas.openxmlformats.org/officeDocument/2006/relationships/image" Target="../media/image60.wmf" /><Relationship Id="rId3" Type="http://schemas.openxmlformats.org/officeDocument/2006/relationships/image" Target="../media/image61.wmf" /><Relationship Id="rId4" Type="http://schemas.openxmlformats.org/officeDocument/2006/relationships/image" Target="../media/image62.wmf" /><Relationship Id="rId5" Type="http://schemas.openxmlformats.org/officeDocument/2006/relationships/image" Target="../media/image63.wmf" /><Relationship Id="rId6" Type="http://schemas.openxmlformats.org/officeDocument/2006/relationships/image" Target="../media/image64.wmf" /><Relationship Id="rId7" Type="http://schemas.openxmlformats.org/officeDocument/2006/relationships/image" Target="../media/image65.wmf" /><Relationship Id="rId8" Type="http://schemas.openxmlformats.org/officeDocument/2006/relationships/image" Target="../media/image66.wmf" /><Relationship Id="rId9" Type="http://schemas.openxmlformats.org/officeDocument/2006/relationships/image" Target="../media/image67.wmf" /></Relationships>
</file>

<file path=ppt/handoutMasters/_rels/handoutMaster1.xml.rels>&#65279;<?xml version="1.0" encoding="utf-8" standalone="yes"?><Relationships xmlns="http://schemas.openxmlformats.org/package/2006/relationships"><Relationship Id="rId1" Type="http://schemas.openxmlformats.org/officeDocument/2006/relationships/tags" Target="../tags/tag19.xml" /><Relationship Id="rId2" Type="http://schemas.openxmlformats.org/officeDocument/2006/relationships/tags" Target="../tags/tag20.xml" /><Relationship Id="rId3" Type="http://schemas.openxmlformats.org/officeDocument/2006/relationships/tags" Target="../tags/tag21.xml" /><Relationship Id="rId4" Type="http://schemas.openxmlformats.org/officeDocument/2006/relationships/tags" Target="../tags/tag22.xml" /><Relationship Id="rId5" Type="http://schemas.openxmlformats.org/officeDocument/2006/relationships/tags" Target="../tags/tag23.xml" /><Relationship Id="rId6"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ags" Target="../tags/tag12.xml" /><Relationship Id="rId2" Type="http://schemas.openxmlformats.org/officeDocument/2006/relationships/tags" Target="../tags/tag13.xml" /><Relationship Id="rId3" Type="http://schemas.openxmlformats.org/officeDocument/2006/relationships/tags" Target="../tags/tag14.xml" /><Relationship Id="rId4" Type="http://schemas.openxmlformats.org/officeDocument/2006/relationships/tags" Target="../tags/tag15.xml" /><Relationship Id="rId5" Type="http://schemas.openxmlformats.org/officeDocument/2006/relationships/tags" Target="../tags/tag16.xml" /><Relationship Id="rId6" Type="http://schemas.openxmlformats.org/officeDocument/2006/relationships/tags" Target="../tags/tag17.xml" /><Relationship Id="rId7" Type="http://schemas.openxmlformats.org/officeDocument/2006/relationships/tags" Target="../tags/tag18.xml" /><Relationship Id="rId8"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CCD7375B-645A-4B83-93EC-8A3A766EDBB5}" type="datetimeFigureOut">
              <a:rPr lang="zh-CN" altLang="en-US" smtClean="0"/>
              <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DEBF8934-6CED-46F5-B7D3-6CA103631274}"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custDataLst>
            <p:tags r:id="rId1"/>
          </p:custDataLst>
        </p:nvPr>
      </p:nvGrpSpPr>
      <p:grpSpPr>
        <a:xfrm>
          <a:off x="0" y="0"/>
          <a:ext cx="0" cy="0"/>
        </a:xfrm>
      </p:grpSpPr>
      <p:sp>
        <p:nvSpPr>
          <p:cNvPr id="2" name="日期占位符 1"/>
          <p:cNvSpPr>
            <a:spLocks noGrp="1"/>
          </p:cNvSpPr>
          <p:nvPr>
            <p:ph type="dt" sz="half" idx="10"/>
            <p:custDataLst>
              <p:tags r:id="rId2"/>
            </p:custDataLst>
          </p:nvPr>
        </p:nvSpPr>
        <p:spPr/>
        <p:txBody>
          <a:bodyPr/>
          <a:lstStyle/>
          <a:p>
            <a:fld id="{583E8761-A14E-4E6E-B19C-D0ABAA7747FF}" type="datetimeFigureOut">
              <a:rPr lang="zh-CN" altLang="en-US" smtClean="0"/>
              <a:t/>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03410F0F-E077-475B-A7EC-03CDC27F5B89}" type="slidenum">
              <a:rPr lang="zh-CN" altLang="en-US" smtClean="0"/>
              <a:t/>
            </a:fld>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1.xml" /><Relationship Id="rId11" Type="http://schemas.openxmlformats.org/officeDocument/2006/relationships/theme" Target="../theme/theme1.xml" /><Relationship Id="rId2" Type="http://schemas.openxmlformats.org/officeDocument/2006/relationships/tags" Target="../tags/tag5.xml" /><Relationship Id="rId3" Type="http://schemas.openxmlformats.org/officeDocument/2006/relationships/tags" Target="../tags/tag6.xml" /><Relationship Id="rId4" Type="http://schemas.openxmlformats.org/officeDocument/2006/relationships/tags" Target="../tags/tag7.xml" /><Relationship Id="rId5" Type="http://schemas.openxmlformats.org/officeDocument/2006/relationships/tags" Target="../tags/tag8.xml" /><Relationship Id="rId6" Type="http://schemas.openxmlformats.org/officeDocument/2006/relationships/tags" Target="../tags/tag9.xml" /><Relationship Id="rId7" Type="http://schemas.openxmlformats.org/officeDocument/2006/relationships/tags" Target="../tags/tag10.xml" /><Relationship Id="rId8" Type="http://schemas.openxmlformats.org/officeDocument/2006/relationships/image" Target="file:///D:\qq&#25991;&#20214;\712321467\Image\C2C\Image2\%7b75232B38-A165-1FB7-499C-2E1C792CACB5%7d.png" TargetMode="External" /><Relationship Id="rId9" Type="http://schemas.openxmlformats.org/officeDocument/2006/relationships/image" Target="../media/image1.png"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custDataLst>
            <p:tags r:id="rId2"/>
          </p:custDataLst>
        </p:nvPr>
      </p:nvGrpSpPr>
      <p:grpSpPr>
        <a:xfrm>
          <a:off x="0" y="0"/>
          <a:ext cx="0" cy="0"/>
        </a:xfrm>
      </p:grpSpPr>
      <p:sp>
        <p:nvSpPr>
          <p:cNvPr id="2" name="标题占位符 1"/>
          <p:cNvSpPr>
            <a:spLocks noGrp="1"/>
          </p:cNvSpPr>
          <p:nvPr>
            <p:ph type="title"/>
            <p:custDataLst>
              <p:tags r:id="rId3"/>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4"/>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custDataLst>
              <p:tags r:id="rId5"/>
            </p:custDataLst>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黑体"/>
                <a:ea typeface="黑体"/>
              </a:defRPr>
            </a:lvl1pPr>
          </a:lstStyle>
          <a:p>
            <a:fld id="{583E8761-A14E-4E6E-B19C-D0ABAA7747FF}" type="datetimeFigureOut">
              <a:rPr lang="zh-CN" altLang="en-US" smtClean="0"/>
              <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黑体"/>
                <a:ea typeface="黑体"/>
              </a:defRPr>
            </a:lvl1pPr>
          </a:lstStyle>
          <a:p>
            <a:endParaRPr lang="zh-CN" altLang="en-US"/>
          </a:p>
        </p:txBody>
      </p:sp>
      <p:sp>
        <p:nvSpPr>
          <p:cNvPr id="6" name="灯片编号占位符 5"/>
          <p:cNvSpPr>
            <a:spLocks noGrp="1"/>
          </p:cNvSpPr>
          <p:nvPr>
            <p:ph type="sldNum" sz="quarter" idx="4"/>
            <p:custDataLst>
              <p:tags r:id="rId7"/>
            </p:custDataLst>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黑体"/>
                <a:ea typeface="黑体"/>
              </a:defRPr>
            </a:lvl1pPr>
          </a:lstStyle>
          <a:p>
            <a:fld id="{03410F0F-E077-475B-A7EC-03CDC27F5B89}" type="slidenum">
              <a:rPr lang="zh-CN" altLang="en-US" smtClean="0"/>
              <a:t/>
            </a:fld>
            <a:endParaRPr lang="zh-CN" altLang="en-US"/>
          </a:p>
        </p:txBody>
      </p:sp>
      <p:pic>
        <p:nvPicPr>
          <p:cNvPr id="7" name="图片 1073743875" descr="学科网 zxxk.com" title=""/>
          <p:cNvPicPr>
            <a:picLocks noChangeAspect="1"/>
          </p:cNvPicPr>
          <p:nvPr>
            <p:custDataLst>
              <p:tags r:id="rId10"/>
            </p:custDataLst>
          </p:nvPr>
        </p:nvPicPr>
        <p:blipFill>
          <a:blip r:embed="rId9" r:link="rId8"/>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defTabSz="914400" rtl="0" eaLnBrk="1" latinLnBrk="0" hangingPunct="1">
        <a:lnSpc>
          <a:spcPct val="90000"/>
        </a:lnSpc>
        <a:spcBef>
          <a:spcPct val="0"/>
        </a:spcBef>
        <a:buNone/>
        <a:defRPr sz="4400" kern="1200">
          <a:solidFill>
            <a:schemeClr val="tx1"/>
          </a:solidFill>
          <a:latin typeface="黑体"/>
          <a:ea typeface="黑体"/>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a:ea typeface="黑体"/>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a:ea typeface="黑体"/>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a:ea typeface="黑体"/>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a:ea typeface="黑体"/>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a:ea typeface="黑体"/>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1.xml" /><Relationship Id="rId11" Type="http://schemas.openxmlformats.org/officeDocument/2006/relationships/tags" Target="../tags/tag32.xml" /><Relationship Id="rId12" Type="http://schemas.openxmlformats.org/officeDocument/2006/relationships/tags" Target="../tags/tag33.xml" /><Relationship Id="rId13" Type="http://schemas.openxmlformats.org/officeDocument/2006/relationships/tags" Target="../tags/tag34.xml" /><Relationship Id="rId14" Type="http://schemas.openxmlformats.org/officeDocument/2006/relationships/tags" Target="../tags/tag35.xml" /><Relationship Id="rId15" Type="http://schemas.openxmlformats.org/officeDocument/2006/relationships/tags" Target="../tags/tag36.xml" /><Relationship Id="rId16" Type="http://schemas.openxmlformats.org/officeDocument/2006/relationships/tags" Target="../tags/tag37.xml" /><Relationship Id="rId17" Type="http://schemas.openxmlformats.org/officeDocument/2006/relationships/tags" Target="../tags/tag38.xml" /><Relationship Id="rId18" Type="http://schemas.openxmlformats.org/officeDocument/2006/relationships/tags" Target="../tags/tag39.xml" /><Relationship Id="rId19" Type="http://schemas.openxmlformats.org/officeDocument/2006/relationships/tags" Target="../tags/tag40.xml" /><Relationship Id="rId2" Type="http://schemas.openxmlformats.org/officeDocument/2006/relationships/tags" Target="../tags/tag24.xml" /><Relationship Id="rId20" Type="http://schemas.openxmlformats.org/officeDocument/2006/relationships/tags" Target="../tags/tag41.xml" /><Relationship Id="rId21" Type="http://schemas.openxmlformats.org/officeDocument/2006/relationships/tags" Target="../tags/tag42.xml" /><Relationship Id="rId22" Type="http://schemas.openxmlformats.org/officeDocument/2006/relationships/tags" Target="../tags/tag43.xml" /><Relationship Id="rId23" Type="http://schemas.openxmlformats.org/officeDocument/2006/relationships/tags" Target="../tags/tag44.xml" /><Relationship Id="rId24" Type="http://schemas.openxmlformats.org/officeDocument/2006/relationships/tags" Target="../tags/tag45.xml" /><Relationship Id="rId25" Type="http://schemas.openxmlformats.org/officeDocument/2006/relationships/tags" Target="../tags/tag46.xml" /><Relationship Id="rId26" Type="http://schemas.openxmlformats.org/officeDocument/2006/relationships/tags" Target="../tags/tag47.xml" /><Relationship Id="rId27" Type="http://schemas.openxmlformats.org/officeDocument/2006/relationships/tags" Target="../tags/tag48.xml" /><Relationship Id="rId28" Type="http://schemas.openxmlformats.org/officeDocument/2006/relationships/tags" Target="../tags/tag49.xml" /><Relationship Id="rId29" Type="http://schemas.openxmlformats.org/officeDocument/2006/relationships/image" Target="../media/image3.png" /><Relationship Id="rId3" Type="http://schemas.openxmlformats.org/officeDocument/2006/relationships/image" Target="../media/image2.jpeg" /><Relationship Id="rId30" Type="http://schemas.openxmlformats.org/officeDocument/2006/relationships/tags" Target="../tags/tag50.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tags" Target="../tags/tag30.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7.xml" /><Relationship Id="rId11" Type="http://schemas.openxmlformats.org/officeDocument/2006/relationships/tags" Target="../tags/tag58.xml" /><Relationship Id="rId12" Type="http://schemas.openxmlformats.org/officeDocument/2006/relationships/tags" Target="../tags/tag59.xml" /><Relationship Id="rId13" Type="http://schemas.openxmlformats.org/officeDocument/2006/relationships/tags" Target="../tags/tag60.xml" /><Relationship Id="rId14" Type="http://schemas.openxmlformats.org/officeDocument/2006/relationships/tags" Target="../tags/tag61.xml" /><Relationship Id="rId15" Type="http://schemas.openxmlformats.org/officeDocument/2006/relationships/tags" Target="../tags/tag62.xml" /><Relationship Id="rId16" Type="http://schemas.openxmlformats.org/officeDocument/2006/relationships/tags" Target="../tags/tag63.xml" /><Relationship Id="rId17" Type="http://schemas.openxmlformats.org/officeDocument/2006/relationships/tags" Target="../tags/tag64.xml" /><Relationship Id="rId18" Type="http://schemas.openxmlformats.org/officeDocument/2006/relationships/tags" Target="../tags/tag65.xml" /><Relationship Id="rId19" Type="http://schemas.openxmlformats.org/officeDocument/2006/relationships/tags" Target="../tags/tag66.xml" /><Relationship Id="rId2" Type="http://schemas.openxmlformats.org/officeDocument/2006/relationships/tags" Target="../tags/tag51.xml" /><Relationship Id="rId3" Type="http://schemas.openxmlformats.org/officeDocument/2006/relationships/image" Target="../media/image4.png" /><Relationship Id="rId4" Type="http://schemas.microsoft.com/office/2007/relationships/hdphoto" Target="../media/image5.wdp" /><Relationship Id="rId5" Type="http://schemas.openxmlformats.org/officeDocument/2006/relationships/tags" Target="../tags/tag52.xml" /><Relationship Id="rId6" Type="http://schemas.openxmlformats.org/officeDocument/2006/relationships/tags" Target="../tags/tag53.xml" /><Relationship Id="rId7" Type="http://schemas.openxmlformats.org/officeDocument/2006/relationships/tags" Target="../tags/tag54.xml" /><Relationship Id="rId8" Type="http://schemas.openxmlformats.org/officeDocument/2006/relationships/tags" Target="../tags/tag55.xml" /><Relationship Id="rId9" Type="http://schemas.openxmlformats.org/officeDocument/2006/relationships/tags" Target="../tags/tag56.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3.xml" /><Relationship Id="rId11" Type="http://schemas.openxmlformats.org/officeDocument/2006/relationships/tags" Target="../tags/tag74.xml" /><Relationship Id="rId12" Type="http://schemas.openxmlformats.org/officeDocument/2006/relationships/tags" Target="../tags/tag75.xml" /><Relationship Id="rId13" Type="http://schemas.openxmlformats.org/officeDocument/2006/relationships/tags" Target="../tags/tag76.xml" /><Relationship Id="rId14" Type="http://schemas.openxmlformats.org/officeDocument/2006/relationships/tags" Target="../tags/tag77.xml" /><Relationship Id="rId15" Type="http://schemas.openxmlformats.org/officeDocument/2006/relationships/tags" Target="../tags/tag78.xml" /><Relationship Id="rId16" Type="http://schemas.openxmlformats.org/officeDocument/2006/relationships/tags" Target="../tags/tag79.xml" /><Relationship Id="rId17" Type="http://schemas.openxmlformats.org/officeDocument/2006/relationships/tags" Target="../tags/tag80.xml" /><Relationship Id="rId18" Type="http://schemas.openxmlformats.org/officeDocument/2006/relationships/tags" Target="../tags/tag81.xml" /><Relationship Id="rId19" Type="http://schemas.openxmlformats.org/officeDocument/2006/relationships/tags" Target="../tags/tag82.xml" /><Relationship Id="rId2" Type="http://schemas.openxmlformats.org/officeDocument/2006/relationships/tags" Target="../tags/tag67.xml" /><Relationship Id="rId20" Type="http://schemas.openxmlformats.org/officeDocument/2006/relationships/tags" Target="../tags/tag83.xml" /><Relationship Id="rId21" Type="http://schemas.openxmlformats.org/officeDocument/2006/relationships/tags" Target="../tags/tag84.xml" /><Relationship Id="rId22" Type="http://schemas.openxmlformats.org/officeDocument/2006/relationships/tags" Target="../tags/tag85.xml" /><Relationship Id="rId23" Type="http://schemas.openxmlformats.org/officeDocument/2006/relationships/tags" Target="../tags/tag86.xml" /><Relationship Id="rId24" Type="http://schemas.openxmlformats.org/officeDocument/2006/relationships/tags" Target="../tags/tag87.xml" /><Relationship Id="rId25" Type="http://schemas.openxmlformats.org/officeDocument/2006/relationships/tags" Target="../tags/tag88.xml" /><Relationship Id="rId3" Type="http://schemas.openxmlformats.org/officeDocument/2006/relationships/tags" Target="../tags/tag68.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69.xml" /><Relationship Id="rId7" Type="http://schemas.openxmlformats.org/officeDocument/2006/relationships/tags" Target="../tags/tag70.xml" /><Relationship Id="rId8" Type="http://schemas.openxmlformats.org/officeDocument/2006/relationships/tags" Target="../tags/tag71.xml" /><Relationship Id="rId9" Type="http://schemas.openxmlformats.org/officeDocument/2006/relationships/tags" Target="../tags/tag7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6.xml" /><Relationship Id="rId11" Type="http://schemas.openxmlformats.org/officeDocument/2006/relationships/tags" Target="../tags/tag97.xml" /><Relationship Id="rId12" Type="http://schemas.openxmlformats.org/officeDocument/2006/relationships/tags" Target="../tags/tag98.xml" /><Relationship Id="rId13" Type="http://schemas.openxmlformats.org/officeDocument/2006/relationships/tags" Target="../tags/tag99.xml" /><Relationship Id="rId14" Type="http://schemas.openxmlformats.org/officeDocument/2006/relationships/tags" Target="../tags/tag100.xml" /><Relationship Id="rId15" Type="http://schemas.openxmlformats.org/officeDocument/2006/relationships/tags" Target="../tags/tag101.xml" /><Relationship Id="rId16" Type="http://schemas.openxmlformats.org/officeDocument/2006/relationships/tags" Target="../tags/tag102.xml" /><Relationship Id="rId17" Type="http://schemas.openxmlformats.org/officeDocument/2006/relationships/tags" Target="../tags/tag103.xml" /><Relationship Id="rId18" Type="http://schemas.openxmlformats.org/officeDocument/2006/relationships/tags" Target="../tags/tag104.xml" /><Relationship Id="rId19" Type="http://schemas.openxmlformats.org/officeDocument/2006/relationships/tags" Target="../tags/tag105.xml" /><Relationship Id="rId2" Type="http://schemas.openxmlformats.org/officeDocument/2006/relationships/tags" Target="../tags/tag89.xml" /><Relationship Id="rId20" Type="http://schemas.openxmlformats.org/officeDocument/2006/relationships/tags" Target="../tags/tag106.xml" /><Relationship Id="rId21" Type="http://schemas.openxmlformats.org/officeDocument/2006/relationships/tags" Target="../tags/tag107.xml" /><Relationship Id="rId22" Type="http://schemas.openxmlformats.org/officeDocument/2006/relationships/tags" Target="../tags/tag108.xml" /><Relationship Id="rId23" Type="http://schemas.openxmlformats.org/officeDocument/2006/relationships/tags" Target="../tags/tag109.xml" /><Relationship Id="rId24" Type="http://schemas.openxmlformats.org/officeDocument/2006/relationships/tags" Target="../tags/tag110.xml" /><Relationship Id="rId25" Type="http://schemas.openxmlformats.org/officeDocument/2006/relationships/tags" Target="../tags/tag111.xml" /><Relationship Id="rId26" Type="http://schemas.openxmlformats.org/officeDocument/2006/relationships/tags" Target="../tags/tag112.xml" /><Relationship Id="rId27" Type="http://schemas.openxmlformats.org/officeDocument/2006/relationships/tags" Target="../tags/tag113.xml" /><Relationship Id="rId28" Type="http://schemas.openxmlformats.org/officeDocument/2006/relationships/tags" Target="../tags/tag114.xml" /><Relationship Id="rId29" Type="http://schemas.openxmlformats.org/officeDocument/2006/relationships/tags" Target="../tags/tag115.xml" /><Relationship Id="rId3" Type="http://schemas.openxmlformats.org/officeDocument/2006/relationships/tags" Target="../tags/tag90.xml" /><Relationship Id="rId30" Type="http://schemas.openxmlformats.org/officeDocument/2006/relationships/tags" Target="../tags/tag116.xml" /><Relationship Id="rId31" Type="http://schemas.openxmlformats.org/officeDocument/2006/relationships/tags" Target="../tags/tag117.xml" /><Relationship Id="rId32" Type="http://schemas.openxmlformats.org/officeDocument/2006/relationships/tags" Target="../tags/tag118.xml" /><Relationship Id="rId33" Type="http://schemas.openxmlformats.org/officeDocument/2006/relationships/tags" Target="../tags/tag119.xml" /><Relationship Id="rId34" Type="http://schemas.openxmlformats.org/officeDocument/2006/relationships/tags" Target="../tags/tag120.xml" /><Relationship Id="rId35" Type="http://schemas.openxmlformats.org/officeDocument/2006/relationships/tags" Target="../tags/tag121.xml" /><Relationship Id="rId36" Type="http://schemas.openxmlformats.org/officeDocument/2006/relationships/tags" Target="../tags/tag122.xml" /><Relationship Id="rId37" Type="http://schemas.openxmlformats.org/officeDocument/2006/relationships/tags" Target="../tags/tag123.xml" /><Relationship Id="rId38" Type="http://schemas.openxmlformats.org/officeDocument/2006/relationships/tags" Target="../tags/tag124.xml" /><Relationship Id="rId39" Type="http://schemas.openxmlformats.org/officeDocument/2006/relationships/tags" Target="../tags/tag125.xml" /><Relationship Id="rId4" Type="http://schemas.openxmlformats.org/officeDocument/2006/relationships/image" Target="../media/image6.jpeg" /><Relationship Id="rId40" Type="http://schemas.openxmlformats.org/officeDocument/2006/relationships/tags" Target="../tags/tag126.xml" /><Relationship Id="rId41" Type="http://schemas.openxmlformats.org/officeDocument/2006/relationships/tags" Target="../tags/tag127.xml" /><Relationship Id="rId42" Type="http://schemas.openxmlformats.org/officeDocument/2006/relationships/tags" Target="../tags/tag128.xml" /><Relationship Id="rId43" Type="http://schemas.openxmlformats.org/officeDocument/2006/relationships/tags" Target="../tags/tag129.xml" /><Relationship Id="rId44" Type="http://schemas.openxmlformats.org/officeDocument/2006/relationships/tags" Target="../tags/tag130.xml" /><Relationship Id="rId5" Type="http://schemas.openxmlformats.org/officeDocument/2006/relationships/tags" Target="../tags/tag91.xml" /><Relationship Id="rId6" Type="http://schemas.openxmlformats.org/officeDocument/2006/relationships/tags" Target="../tags/tag92.xml" /><Relationship Id="rId7" Type="http://schemas.openxmlformats.org/officeDocument/2006/relationships/tags" Target="../tags/tag93.xml" /><Relationship Id="rId8" Type="http://schemas.openxmlformats.org/officeDocument/2006/relationships/tags" Target="../tags/tag94.xml" /><Relationship Id="rId9" Type="http://schemas.openxmlformats.org/officeDocument/2006/relationships/tags" Target="../tags/tag95.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37.xml" /><Relationship Id="rId11" Type="http://schemas.openxmlformats.org/officeDocument/2006/relationships/tags" Target="../tags/tag138.xml" /><Relationship Id="rId12" Type="http://schemas.openxmlformats.org/officeDocument/2006/relationships/image" Target="../media/image7.png" /><Relationship Id="rId13" Type="http://schemas.openxmlformats.org/officeDocument/2006/relationships/tags" Target="../tags/tag139.xml" /><Relationship Id="rId2" Type="http://schemas.openxmlformats.org/officeDocument/2006/relationships/tags" Target="../tags/tag131.xml" /><Relationship Id="rId3" Type="http://schemas.openxmlformats.org/officeDocument/2006/relationships/tags" Target="../tags/tag132.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33.xml" /><Relationship Id="rId7" Type="http://schemas.openxmlformats.org/officeDocument/2006/relationships/tags" Target="../tags/tag134.xml" /><Relationship Id="rId8" Type="http://schemas.openxmlformats.org/officeDocument/2006/relationships/tags" Target="../tags/tag135.xml" /><Relationship Id="rId9" Type="http://schemas.openxmlformats.org/officeDocument/2006/relationships/tags" Target="../tags/tag136.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46.xml" /><Relationship Id="rId11" Type="http://schemas.openxmlformats.org/officeDocument/2006/relationships/tags" Target="../tags/tag147.xml" /><Relationship Id="rId12" Type="http://schemas.openxmlformats.org/officeDocument/2006/relationships/tags" Target="../tags/tag148.xml" /><Relationship Id="rId13" Type="http://schemas.openxmlformats.org/officeDocument/2006/relationships/tags" Target="../tags/tag149.xml" /><Relationship Id="rId14" Type="http://schemas.openxmlformats.org/officeDocument/2006/relationships/tags" Target="../tags/tag150.xml" /><Relationship Id="rId15" Type="http://schemas.openxmlformats.org/officeDocument/2006/relationships/tags" Target="../tags/tag151.xml" /><Relationship Id="rId16" Type="http://schemas.openxmlformats.org/officeDocument/2006/relationships/tags" Target="../tags/tag152.xml" /><Relationship Id="rId17" Type="http://schemas.openxmlformats.org/officeDocument/2006/relationships/tags" Target="../tags/tag153.xml" /><Relationship Id="rId2" Type="http://schemas.openxmlformats.org/officeDocument/2006/relationships/tags" Target="../tags/tag140.xml" /><Relationship Id="rId3" Type="http://schemas.openxmlformats.org/officeDocument/2006/relationships/tags" Target="../tags/tag141.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42.xml" /><Relationship Id="rId7" Type="http://schemas.openxmlformats.org/officeDocument/2006/relationships/tags" Target="../tags/tag143.xml" /><Relationship Id="rId8" Type="http://schemas.openxmlformats.org/officeDocument/2006/relationships/tags" Target="../tags/tag144.xml" /><Relationship Id="rId9" Type="http://schemas.openxmlformats.org/officeDocument/2006/relationships/tags" Target="../tags/tag14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60.xml" /><Relationship Id="rId11" Type="http://schemas.openxmlformats.org/officeDocument/2006/relationships/tags" Target="../tags/tag161.xml" /><Relationship Id="rId2" Type="http://schemas.openxmlformats.org/officeDocument/2006/relationships/tags" Target="../tags/tag154.xml" /><Relationship Id="rId3" Type="http://schemas.openxmlformats.org/officeDocument/2006/relationships/tags" Target="../tags/tag155.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56.xml" /><Relationship Id="rId7" Type="http://schemas.openxmlformats.org/officeDocument/2006/relationships/tags" Target="../tags/tag157.xml" /><Relationship Id="rId8" Type="http://schemas.openxmlformats.org/officeDocument/2006/relationships/tags" Target="../tags/tag158.xml" /><Relationship Id="rId9" Type="http://schemas.openxmlformats.org/officeDocument/2006/relationships/tags" Target="../tags/tag159.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68.xml" /><Relationship Id="rId11" Type="http://schemas.openxmlformats.org/officeDocument/2006/relationships/tags" Target="../tags/tag169.xml" /><Relationship Id="rId12" Type="http://schemas.openxmlformats.org/officeDocument/2006/relationships/tags" Target="../tags/tag170.xml" /><Relationship Id="rId13" Type="http://schemas.openxmlformats.org/officeDocument/2006/relationships/oleObject" Target="../embeddings/oleObject1.bin" TargetMode="Internal" /><Relationship Id="rId14" Type="http://schemas.openxmlformats.org/officeDocument/2006/relationships/image" Target="../media/image8.wmf" /><Relationship Id="rId15" Type="http://schemas.openxmlformats.org/officeDocument/2006/relationships/tags" Target="../tags/tag171.xml" /><Relationship Id="rId16" Type="http://schemas.openxmlformats.org/officeDocument/2006/relationships/oleObject" Target="../embeddings/oleObject2.bin" TargetMode="Internal" /><Relationship Id="rId17" Type="http://schemas.openxmlformats.org/officeDocument/2006/relationships/image" Target="../media/image9.wmf" /><Relationship Id="rId18" Type="http://schemas.openxmlformats.org/officeDocument/2006/relationships/tags" Target="../tags/tag172.xml" /><Relationship Id="rId19" Type="http://schemas.openxmlformats.org/officeDocument/2006/relationships/tags" Target="../tags/tag173.xml" /><Relationship Id="rId2" Type="http://schemas.openxmlformats.org/officeDocument/2006/relationships/tags" Target="../tags/tag162.xml" /><Relationship Id="rId20" Type="http://schemas.openxmlformats.org/officeDocument/2006/relationships/tags" Target="../tags/tag174.xml" /><Relationship Id="rId21" Type="http://schemas.openxmlformats.org/officeDocument/2006/relationships/oleObject" Target="../embeddings/oleObject3.bin" TargetMode="Internal" /><Relationship Id="rId22" Type="http://schemas.openxmlformats.org/officeDocument/2006/relationships/image" Target="../media/image10.wmf" /><Relationship Id="rId23" Type="http://schemas.openxmlformats.org/officeDocument/2006/relationships/tags" Target="../tags/tag175.xml" /><Relationship Id="rId24" Type="http://schemas.openxmlformats.org/officeDocument/2006/relationships/tags" Target="../tags/tag176.xml" /><Relationship Id="rId25" Type="http://schemas.openxmlformats.org/officeDocument/2006/relationships/tags" Target="../tags/tag177.xml" /><Relationship Id="rId26" Type="http://schemas.openxmlformats.org/officeDocument/2006/relationships/tags" Target="../tags/tag178.xml" /><Relationship Id="rId27" Type="http://schemas.openxmlformats.org/officeDocument/2006/relationships/tags" Target="../tags/tag179.xml" /><Relationship Id="rId28" Type="http://schemas.openxmlformats.org/officeDocument/2006/relationships/oleObject" Target="../embeddings/oleObject4.bin" TargetMode="Internal" /><Relationship Id="rId29" Type="http://schemas.openxmlformats.org/officeDocument/2006/relationships/image" Target="../media/image11.wmf" /><Relationship Id="rId3" Type="http://schemas.openxmlformats.org/officeDocument/2006/relationships/tags" Target="../tags/tag163.xml" /><Relationship Id="rId30" Type="http://schemas.openxmlformats.org/officeDocument/2006/relationships/tags" Target="../tags/tag180.xml" /><Relationship Id="rId31" Type="http://schemas.openxmlformats.org/officeDocument/2006/relationships/tags" Target="../tags/tag181.xml" /><Relationship Id="rId32" Type="http://schemas.openxmlformats.org/officeDocument/2006/relationships/oleObject" Target="../embeddings/oleObject5.bin" TargetMode="Internal" /><Relationship Id="rId33" Type="http://schemas.openxmlformats.org/officeDocument/2006/relationships/image" Target="../media/image12.wmf" /><Relationship Id="rId34" Type="http://schemas.openxmlformats.org/officeDocument/2006/relationships/tags" Target="../tags/tag182.xml" /><Relationship Id="rId35" Type="http://schemas.openxmlformats.org/officeDocument/2006/relationships/tags" Target="../tags/tag183.xml" /><Relationship Id="rId36" Type="http://schemas.openxmlformats.org/officeDocument/2006/relationships/oleObject" Target="../embeddings/oleObject6.bin" TargetMode="Internal" /><Relationship Id="rId37" Type="http://schemas.openxmlformats.org/officeDocument/2006/relationships/image" Target="../media/image13.wmf" /><Relationship Id="rId38" Type="http://schemas.openxmlformats.org/officeDocument/2006/relationships/tags" Target="../tags/tag184.xml" /><Relationship Id="rId39" Type="http://schemas.openxmlformats.org/officeDocument/2006/relationships/tags" Target="../tags/tag185.xml" /><Relationship Id="rId4" Type="http://schemas.openxmlformats.org/officeDocument/2006/relationships/image" Target="../media/image4.png" /><Relationship Id="rId40" Type="http://schemas.openxmlformats.org/officeDocument/2006/relationships/tags" Target="../tags/tag186.xml" /><Relationship Id="rId41" Type="http://schemas.openxmlformats.org/officeDocument/2006/relationships/tags" Target="../tags/tag187.xml" /><Relationship Id="rId42" Type="http://schemas.openxmlformats.org/officeDocument/2006/relationships/tags" Target="../tags/tag188.xml" /><Relationship Id="rId43" Type="http://schemas.openxmlformats.org/officeDocument/2006/relationships/tags" Target="../tags/tag189.xml" /><Relationship Id="rId44" Type="http://schemas.openxmlformats.org/officeDocument/2006/relationships/tags" Target="../tags/tag190.xml" /><Relationship Id="rId45" Type="http://schemas.openxmlformats.org/officeDocument/2006/relationships/vmlDrawing" Target="../drawings/vmlDrawing1.vml" /><Relationship Id="rId5" Type="http://schemas.microsoft.com/office/2007/relationships/hdphoto" Target="../media/image5.wdp" /><Relationship Id="rId6" Type="http://schemas.openxmlformats.org/officeDocument/2006/relationships/tags" Target="../tags/tag164.xml" /><Relationship Id="rId7" Type="http://schemas.openxmlformats.org/officeDocument/2006/relationships/tags" Target="../tags/tag165.xml" /><Relationship Id="rId8" Type="http://schemas.openxmlformats.org/officeDocument/2006/relationships/tags" Target="../tags/tag166.xml" /><Relationship Id="rId9" Type="http://schemas.openxmlformats.org/officeDocument/2006/relationships/tags" Target="../tags/tag16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97.xml" /><Relationship Id="rId11" Type="http://schemas.openxmlformats.org/officeDocument/2006/relationships/tags" Target="../tags/tag198.xml" /><Relationship Id="rId12" Type="http://schemas.openxmlformats.org/officeDocument/2006/relationships/tags" Target="../tags/tag199.xml" /><Relationship Id="rId13" Type="http://schemas.openxmlformats.org/officeDocument/2006/relationships/oleObject" Target="../embeddings/oleObject7.bin" TargetMode="Internal" /><Relationship Id="rId14" Type="http://schemas.openxmlformats.org/officeDocument/2006/relationships/image" Target="../media/image14.wmf" /><Relationship Id="rId15" Type="http://schemas.openxmlformats.org/officeDocument/2006/relationships/tags" Target="../tags/tag200.xml" /><Relationship Id="rId16" Type="http://schemas.openxmlformats.org/officeDocument/2006/relationships/vmlDrawing" Target="../drawings/vmlDrawing2.vml" /><Relationship Id="rId2" Type="http://schemas.openxmlformats.org/officeDocument/2006/relationships/tags" Target="../tags/tag191.xml" /><Relationship Id="rId3" Type="http://schemas.openxmlformats.org/officeDocument/2006/relationships/tags" Target="../tags/tag192.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93.xml" /><Relationship Id="rId7" Type="http://schemas.openxmlformats.org/officeDocument/2006/relationships/tags" Target="../tags/tag194.xml" /><Relationship Id="rId8" Type="http://schemas.openxmlformats.org/officeDocument/2006/relationships/tags" Target="../tags/tag195.xml" /><Relationship Id="rId9" Type="http://schemas.openxmlformats.org/officeDocument/2006/relationships/tags" Target="../tags/tag196.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07.xml" /><Relationship Id="rId11" Type="http://schemas.openxmlformats.org/officeDocument/2006/relationships/tags" Target="../tags/tag208.xml" /><Relationship Id="rId12" Type="http://schemas.openxmlformats.org/officeDocument/2006/relationships/tags" Target="../tags/tag209.xml" /><Relationship Id="rId13" Type="http://schemas.openxmlformats.org/officeDocument/2006/relationships/tags" Target="../tags/tag210.xml" /><Relationship Id="rId14" Type="http://schemas.openxmlformats.org/officeDocument/2006/relationships/image" Target="../media/image15.png" /><Relationship Id="rId15" Type="http://schemas.openxmlformats.org/officeDocument/2006/relationships/tags" Target="../tags/tag211.xml" /><Relationship Id="rId16" Type="http://schemas.openxmlformats.org/officeDocument/2006/relationships/tags" Target="../tags/tag212.xml" /><Relationship Id="rId17" Type="http://schemas.openxmlformats.org/officeDocument/2006/relationships/tags" Target="../tags/tag213.xml" /><Relationship Id="rId18" Type="http://schemas.openxmlformats.org/officeDocument/2006/relationships/tags" Target="../tags/tag214.xml" /><Relationship Id="rId19" Type="http://schemas.openxmlformats.org/officeDocument/2006/relationships/image" Target="../media/image16.png" /><Relationship Id="rId2" Type="http://schemas.openxmlformats.org/officeDocument/2006/relationships/tags" Target="../tags/tag201.xml" /><Relationship Id="rId20" Type="http://schemas.openxmlformats.org/officeDocument/2006/relationships/tags" Target="../tags/tag215.xml" /><Relationship Id="rId21" Type="http://schemas.openxmlformats.org/officeDocument/2006/relationships/tags" Target="../tags/tag216.xml" /><Relationship Id="rId22" Type="http://schemas.openxmlformats.org/officeDocument/2006/relationships/tags" Target="../tags/tag217.xml" /><Relationship Id="rId23" Type="http://schemas.openxmlformats.org/officeDocument/2006/relationships/tags" Target="../tags/tag218.xml" /><Relationship Id="rId24" Type="http://schemas.openxmlformats.org/officeDocument/2006/relationships/image" Target="../media/image17.png" /><Relationship Id="rId3" Type="http://schemas.openxmlformats.org/officeDocument/2006/relationships/tags" Target="../tags/tag202.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203.xml" /><Relationship Id="rId7" Type="http://schemas.openxmlformats.org/officeDocument/2006/relationships/tags" Target="../tags/tag204.xml" /><Relationship Id="rId8" Type="http://schemas.openxmlformats.org/officeDocument/2006/relationships/tags" Target="../tags/tag205.xml" /><Relationship Id="rId9" Type="http://schemas.openxmlformats.org/officeDocument/2006/relationships/tags" Target="../tags/tag206.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25.xml" /><Relationship Id="rId11" Type="http://schemas.openxmlformats.org/officeDocument/2006/relationships/tags" Target="../tags/tag226.xml" /><Relationship Id="rId12" Type="http://schemas.openxmlformats.org/officeDocument/2006/relationships/oleObject" Target="../embeddings/oleObject8.bin" TargetMode="Internal" /><Relationship Id="rId13" Type="http://schemas.openxmlformats.org/officeDocument/2006/relationships/image" Target="../media/image18.wmf" /><Relationship Id="rId14" Type="http://schemas.openxmlformats.org/officeDocument/2006/relationships/tags" Target="../tags/tag227.xml" /><Relationship Id="rId15" Type="http://schemas.openxmlformats.org/officeDocument/2006/relationships/tags" Target="../tags/tag228.xml" /><Relationship Id="rId16" Type="http://schemas.openxmlformats.org/officeDocument/2006/relationships/vmlDrawing" Target="../drawings/vmlDrawing3.vml" /><Relationship Id="rId2" Type="http://schemas.openxmlformats.org/officeDocument/2006/relationships/tags" Target="../tags/tag219.xml" /><Relationship Id="rId3" Type="http://schemas.openxmlformats.org/officeDocument/2006/relationships/tags" Target="../tags/tag220.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221.xml" /><Relationship Id="rId7" Type="http://schemas.openxmlformats.org/officeDocument/2006/relationships/tags" Target="../tags/tag222.xml" /><Relationship Id="rId8" Type="http://schemas.openxmlformats.org/officeDocument/2006/relationships/tags" Target="../tags/tag223.xml" /><Relationship Id="rId9" Type="http://schemas.openxmlformats.org/officeDocument/2006/relationships/tags" Target="../tags/tag224.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35.xml" /><Relationship Id="rId11" Type="http://schemas.openxmlformats.org/officeDocument/2006/relationships/tags" Target="../tags/tag236.xml" /><Relationship Id="rId12" Type="http://schemas.openxmlformats.org/officeDocument/2006/relationships/tags" Target="../tags/tag237.xml" /><Relationship Id="rId13" Type="http://schemas.openxmlformats.org/officeDocument/2006/relationships/tags" Target="../tags/tag238.xml" /><Relationship Id="rId14" Type="http://schemas.openxmlformats.org/officeDocument/2006/relationships/tags" Target="../tags/tag239.xml" /><Relationship Id="rId15" Type="http://schemas.openxmlformats.org/officeDocument/2006/relationships/tags" Target="../tags/tag240.xml" /><Relationship Id="rId16" Type="http://schemas.openxmlformats.org/officeDocument/2006/relationships/tags" Target="../tags/tag241.xml" /><Relationship Id="rId17" Type="http://schemas.openxmlformats.org/officeDocument/2006/relationships/tags" Target="../tags/tag242.xml" /><Relationship Id="rId18" Type="http://schemas.openxmlformats.org/officeDocument/2006/relationships/tags" Target="../tags/tag243.xml" /><Relationship Id="rId19" Type="http://schemas.openxmlformats.org/officeDocument/2006/relationships/tags" Target="../tags/tag244.xml" /><Relationship Id="rId2" Type="http://schemas.openxmlformats.org/officeDocument/2006/relationships/tags" Target="../tags/tag229.xml" /><Relationship Id="rId20" Type="http://schemas.openxmlformats.org/officeDocument/2006/relationships/tags" Target="../tags/tag245.xml" /><Relationship Id="rId21" Type="http://schemas.openxmlformats.org/officeDocument/2006/relationships/tags" Target="../tags/tag246.xml" /><Relationship Id="rId22" Type="http://schemas.openxmlformats.org/officeDocument/2006/relationships/tags" Target="../tags/tag247.xml" /><Relationship Id="rId23" Type="http://schemas.openxmlformats.org/officeDocument/2006/relationships/tags" Target="../tags/tag248.xml" /><Relationship Id="rId24" Type="http://schemas.openxmlformats.org/officeDocument/2006/relationships/tags" Target="../tags/tag249.xml" /><Relationship Id="rId25" Type="http://schemas.openxmlformats.org/officeDocument/2006/relationships/tags" Target="../tags/tag250.xml" /><Relationship Id="rId26" Type="http://schemas.openxmlformats.org/officeDocument/2006/relationships/tags" Target="../tags/tag251.xml" /><Relationship Id="rId27" Type="http://schemas.openxmlformats.org/officeDocument/2006/relationships/tags" Target="../tags/tag252.xml" /><Relationship Id="rId28" Type="http://schemas.openxmlformats.org/officeDocument/2006/relationships/tags" Target="../tags/tag253.xml" /><Relationship Id="rId29" Type="http://schemas.openxmlformats.org/officeDocument/2006/relationships/tags" Target="../tags/tag254.xml" /><Relationship Id="rId3" Type="http://schemas.openxmlformats.org/officeDocument/2006/relationships/tags" Target="../tags/tag230.xml" /><Relationship Id="rId30" Type="http://schemas.openxmlformats.org/officeDocument/2006/relationships/tags" Target="../tags/tag255.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231.xml" /><Relationship Id="rId7" Type="http://schemas.openxmlformats.org/officeDocument/2006/relationships/tags" Target="../tags/tag232.xml" /><Relationship Id="rId8" Type="http://schemas.openxmlformats.org/officeDocument/2006/relationships/tags" Target="../tags/tag233.xml" /><Relationship Id="rId9" Type="http://schemas.openxmlformats.org/officeDocument/2006/relationships/tags" Target="../tags/tag234.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63.xml" /><Relationship Id="rId11" Type="http://schemas.openxmlformats.org/officeDocument/2006/relationships/tags" Target="../tags/tag264.xml" /><Relationship Id="rId12" Type="http://schemas.openxmlformats.org/officeDocument/2006/relationships/tags" Target="../tags/tag265.xml" /><Relationship Id="rId13" Type="http://schemas.openxmlformats.org/officeDocument/2006/relationships/tags" Target="../tags/tag266.xml" /><Relationship Id="rId14" Type="http://schemas.openxmlformats.org/officeDocument/2006/relationships/tags" Target="../tags/tag267.xml" /><Relationship Id="rId15" Type="http://schemas.openxmlformats.org/officeDocument/2006/relationships/tags" Target="../tags/tag268.xml" /><Relationship Id="rId16" Type="http://schemas.openxmlformats.org/officeDocument/2006/relationships/tags" Target="../tags/tag269.xml" /><Relationship Id="rId17" Type="http://schemas.openxmlformats.org/officeDocument/2006/relationships/tags" Target="../tags/tag270.xml" /><Relationship Id="rId18" Type="http://schemas.openxmlformats.org/officeDocument/2006/relationships/tags" Target="../tags/tag271.xml" /><Relationship Id="rId19" Type="http://schemas.openxmlformats.org/officeDocument/2006/relationships/tags" Target="../tags/tag272.xml" /><Relationship Id="rId2" Type="http://schemas.openxmlformats.org/officeDocument/2006/relationships/tags" Target="../tags/tag256.xml" /><Relationship Id="rId20" Type="http://schemas.openxmlformats.org/officeDocument/2006/relationships/tags" Target="../tags/tag273.xml" /><Relationship Id="rId21" Type="http://schemas.openxmlformats.org/officeDocument/2006/relationships/tags" Target="../tags/tag274.xml" /><Relationship Id="rId22" Type="http://schemas.openxmlformats.org/officeDocument/2006/relationships/tags" Target="../tags/tag275.xml" /><Relationship Id="rId23" Type="http://schemas.openxmlformats.org/officeDocument/2006/relationships/tags" Target="../tags/tag276.xml" /><Relationship Id="rId24" Type="http://schemas.openxmlformats.org/officeDocument/2006/relationships/tags" Target="../tags/tag277.xml" /><Relationship Id="rId25" Type="http://schemas.openxmlformats.org/officeDocument/2006/relationships/tags" Target="../tags/tag278.xml" /><Relationship Id="rId26" Type="http://schemas.openxmlformats.org/officeDocument/2006/relationships/tags" Target="../tags/tag279.xml" /><Relationship Id="rId27" Type="http://schemas.openxmlformats.org/officeDocument/2006/relationships/tags" Target="../tags/tag280.xml" /><Relationship Id="rId28" Type="http://schemas.openxmlformats.org/officeDocument/2006/relationships/tags" Target="../tags/tag281.xml" /><Relationship Id="rId29" Type="http://schemas.openxmlformats.org/officeDocument/2006/relationships/tags" Target="../tags/tag282.xml" /><Relationship Id="rId3" Type="http://schemas.openxmlformats.org/officeDocument/2006/relationships/tags" Target="../tags/tag257.xml" /><Relationship Id="rId30" Type="http://schemas.openxmlformats.org/officeDocument/2006/relationships/tags" Target="../tags/tag283.xml" /><Relationship Id="rId31" Type="http://schemas.openxmlformats.org/officeDocument/2006/relationships/tags" Target="../tags/tag284.xml" /><Relationship Id="rId32" Type="http://schemas.openxmlformats.org/officeDocument/2006/relationships/tags" Target="../tags/tag285.xml" /><Relationship Id="rId33" Type="http://schemas.openxmlformats.org/officeDocument/2006/relationships/tags" Target="../tags/tag286.xml" /><Relationship Id="rId34" Type="http://schemas.openxmlformats.org/officeDocument/2006/relationships/tags" Target="../tags/tag287.xml" /><Relationship Id="rId35" Type="http://schemas.openxmlformats.org/officeDocument/2006/relationships/tags" Target="../tags/tag288.xml" /><Relationship Id="rId36" Type="http://schemas.openxmlformats.org/officeDocument/2006/relationships/tags" Target="../tags/tag289.xml" /><Relationship Id="rId37" Type="http://schemas.openxmlformats.org/officeDocument/2006/relationships/tags" Target="../tags/tag290.xml" /><Relationship Id="rId38" Type="http://schemas.openxmlformats.org/officeDocument/2006/relationships/tags" Target="../tags/tag291.xml" /><Relationship Id="rId39" Type="http://schemas.openxmlformats.org/officeDocument/2006/relationships/tags" Target="../tags/tag292.xml" /><Relationship Id="rId4" Type="http://schemas.openxmlformats.org/officeDocument/2006/relationships/image" Target="../media/image6.jpeg" /><Relationship Id="rId40" Type="http://schemas.openxmlformats.org/officeDocument/2006/relationships/tags" Target="../tags/tag293.xml" /><Relationship Id="rId41" Type="http://schemas.openxmlformats.org/officeDocument/2006/relationships/tags" Target="../tags/tag294.xml" /><Relationship Id="rId42" Type="http://schemas.openxmlformats.org/officeDocument/2006/relationships/tags" Target="../tags/tag295.xml" /><Relationship Id="rId43" Type="http://schemas.openxmlformats.org/officeDocument/2006/relationships/tags" Target="../tags/tag296.xml" /><Relationship Id="rId5" Type="http://schemas.openxmlformats.org/officeDocument/2006/relationships/tags" Target="../tags/tag258.xml" /><Relationship Id="rId6" Type="http://schemas.openxmlformats.org/officeDocument/2006/relationships/tags" Target="../tags/tag259.xml" /><Relationship Id="rId7" Type="http://schemas.openxmlformats.org/officeDocument/2006/relationships/tags" Target="../tags/tag260.xml" /><Relationship Id="rId8" Type="http://schemas.openxmlformats.org/officeDocument/2006/relationships/tags" Target="../tags/tag261.xml" /><Relationship Id="rId9" Type="http://schemas.openxmlformats.org/officeDocument/2006/relationships/tags" Target="../tags/tag262.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03.xml" /><Relationship Id="rId11" Type="http://schemas.openxmlformats.org/officeDocument/2006/relationships/tags" Target="../tags/tag304.xml" /><Relationship Id="rId12" Type="http://schemas.openxmlformats.org/officeDocument/2006/relationships/oleObject" Target="../embeddings/oleObject9.bin" TargetMode="Internal" /><Relationship Id="rId13" Type="http://schemas.openxmlformats.org/officeDocument/2006/relationships/image" Target="../media/image19.wmf" /><Relationship Id="rId14" Type="http://schemas.openxmlformats.org/officeDocument/2006/relationships/tags" Target="../tags/tag305.xml" /><Relationship Id="rId15" Type="http://schemas.openxmlformats.org/officeDocument/2006/relationships/tags" Target="../tags/tag306.xml" /><Relationship Id="rId16" Type="http://schemas.openxmlformats.org/officeDocument/2006/relationships/tags" Target="../tags/tag307.xml" /><Relationship Id="rId17" Type="http://schemas.openxmlformats.org/officeDocument/2006/relationships/tags" Target="../tags/tag308.xml" /><Relationship Id="rId18" Type="http://schemas.openxmlformats.org/officeDocument/2006/relationships/tags" Target="../tags/tag309.xml" /><Relationship Id="rId19" Type="http://schemas.openxmlformats.org/officeDocument/2006/relationships/tags" Target="../tags/tag310.xml" /><Relationship Id="rId2" Type="http://schemas.openxmlformats.org/officeDocument/2006/relationships/tags" Target="../tags/tag297.xml" /><Relationship Id="rId20" Type="http://schemas.openxmlformats.org/officeDocument/2006/relationships/oleObject" Target="../embeddings/oleObject10.bin" TargetMode="Internal" /><Relationship Id="rId21" Type="http://schemas.openxmlformats.org/officeDocument/2006/relationships/image" Target="../media/image20.wmf" /><Relationship Id="rId22" Type="http://schemas.openxmlformats.org/officeDocument/2006/relationships/tags" Target="../tags/tag311.xml" /><Relationship Id="rId23" Type="http://schemas.openxmlformats.org/officeDocument/2006/relationships/vmlDrawing" Target="../drawings/vmlDrawing4.vml" /><Relationship Id="rId3" Type="http://schemas.openxmlformats.org/officeDocument/2006/relationships/tags" Target="../tags/tag298.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299.xml" /><Relationship Id="rId7" Type="http://schemas.openxmlformats.org/officeDocument/2006/relationships/tags" Target="../tags/tag300.xml" /><Relationship Id="rId8" Type="http://schemas.openxmlformats.org/officeDocument/2006/relationships/tags" Target="../tags/tag301.xml" /><Relationship Id="rId9" Type="http://schemas.openxmlformats.org/officeDocument/2006/relationships/tags" Target="../tags/tag302.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18.xml" /><Relationship Id="rId11" Type="http://schemas.openxmlformats.org/officeDocument/2006/relationships/tags" Target="../tags/tag319.xml" /><Relationship Id="rId12" Type="http://schemas.openxmlformats.org/officeDocument/2006/relationships/tags" Target="../tags/tag320.xml" /><Relationship Id="rId13" Type="http://schemas.openxmlformats.org/officeDocument/2006/relationships/oleObject" Target="../embeddings/oleObject11.bin" TargetMode="Internal" /><Relationship Id="rId14" Type="http://schemas.openxmlformats.org/officeDocument/2006/relationships/image" Target="../media/image21.wmf" /><Relationship Id="rId15" Type="http://schemas.openxmlformats.org/officeDocument/2006/relationships/tags" Target="../tags/tag321.xml" /><Relationship Id="rId16" Type="http://schemas.openxmlformats.org/officeDocument/2006/relationships/tags" Target="../tags/tag322.xml" /><Relationship Id="rId17" Type="http://schemas.openxmlformats.org/officeDocument/2006/relationships/oleObject" Target="../embeddings/oleObject12.bin" TargetMode="Internal" /><Relationship Id="rId18" Type="http://schemas.openxmlformats.org/officeDocument/2006/relationships/image" Target="../media/image22.wmf" /><Relationship Id="rId19" Type="http://schemas.openxmlformats.org/officeDocument/2006/relationships/tags" Target="../tags/tag323.xml" /><Relationship Id="rId2" Type="http://schemas.openxmlformats.org/officeDocument/2006/relationships/tags" Target="../tags/tag312.xml" /><Relationship Id="rId20" Type="http://schemas.openxmlformats.org/officeDocument/2006/relationships/oleObject" Target="../embeddings/oleObject13.bin" TargetMode="Internal" /><Relationship Id="rId21" Type="http://schemas.openxmlformats.org/officeDocument/2006/relationships/image" Target="../media/image23.wmf" /><Relationship Id="rId22" Type="http://schemas.openxmlformats.org/officeDocument/2006/relationships/tags" Target="../tags/tag324.xml" /><Relationship Id="rId23" Type="http://schemas.openxmlformats.org/officeDocument/2006/relationships/tags" Target="../tags/tag325.xml" /><Relationship Id="rId24" Type="http://schemas.openxmlformats.org/officeDocument/2006/relationships/tags" Target="../tags/tag326.xml" /><Relationship Id="rId25" Type="http://schemas.openxmlformats.org/officeDocument/2006/relationships/vmlDrawing" Target="../drawings/vmlDrawing5.vml" /><Relationship Id="rId3" Type="http://schemas.openxmlformats.org/officeDocument/2006/relationships/tags" Target="../tags/tag313.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14.xml" /><Relationship Id="rId7" Type="http://schemas.openxmlformats.org/officeDocument/2006/relationships/tags" Target="../tags/tag315.xml" /><Relationship Id="rId8" Type="http://schemas.openxmlformats.org/officeDocument/2006/relationships/tags" Target="../tags/tag316.xml" /><Relationship Id="rId9" Type="http://schemas.openxmlformats.org/officeDocument/2006/relationships/tags" Target="../tags/tag317.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33.xml" /><Relationship Id="rId11" Type="http://schemas.openxmlformats.org/officeDocument/2006/relationships/tags" Target="../tags/tag334.xml" /><Relationship Id="rId12" Type="http://schemas.openxmlformats.org/officeDocument/2006/relationships/tags" Target="../tags/tag335.xml" /><Relationship Id="rId13" Type="http://schemas.openxmlformats.org/officeDocument/2006/relationships/tags" Target="../tags/tag336.xml" /><Relationship Id="rId14" Type="http://schemas.openxmlformats.org/officeDocument/2006/relationships/image" Target="../media/image24.png" /><Relationship Id="rId15" Type="http://schemas.openxmlformats.org/officeDocument/2006/relationships/tags" Target="../tags/tag337.xml" /><Relationship Id="rId16" Type="http://schemas.openxmlformats.org/officeDocument/2006/relationships/tags" Target="../tags/tag338.xml" /><Relationship Id="rId17" Type="http://schemas.openxmlformats.org/officeDocument/2006/relationships/tags" Target="../tags/tag339.xml" /><Relationship Id="rId18" Type="http://schemas.openxmlformats.org/officeDocument/2006/relationships/tags" Target="../tags/tag340.xml" /><Relationship Id="rId19" Type="http://schemas.openxmlformats.org/officeDocument/2006/relationships/tags" Target="../tags/tag341.xml" /><Relationship Id="rId2" Type="http://schemas.openxmlformats.org/officeDocument/2006/relationships/tags" Target="../tags/tag327.xml" /><Relationship Id="rId20" Type="http://schemas.openxmlformats.org/officeDocument/2006/relationships/tags" Target="../tags/tag342.xml" /><Relationship Id="rId21" Type="http://schemas.openxmlformats.org/officeDocument/2006/relationships/tags" Target="../tags/tag343.xml" /><Relationship Id="rId22" Type="http://schemas.openxmlformats.org/officeDocument/2006/relationships/tags" Target="../tags/tag344.xml" /><Relationship Id="rId23" Type="http://schemas.openxmlformats.org/officeDocument/2006/relationships/image" Target="../media/image25.png" /><Relationship Id="rId3" Type="http://schemas.openxmlformats.org/officeDocument/2006/relationships/tags" Target="../tags/tag328.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29.xml" /><Relationship Id="rId7" Type="http://schemas.openxmlformats.org/officeDocument/2006/relationships/tags" Target="../tags/tag330.xml" /><Relationship Id="rId8" Type="http://schemas.openxmlformats.org/officeDocument/2006/relationships/tags" Target="../tags/tag331.xml" /><Relationship Id="rId9" Type="http://schemas.openxmlformats.org/officeDocument/2006/relationships/tags" Target="../tags/tag332.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51.xml" /><Relationship Id="rId11" Type="http://schemas.openxmlformats.org/officeDocument/2006/relationships/tags" Target="../tags/tag352.xml" /><Relationship Id="rId12" Type="http://schemas.openxmlformats.org/officeDocument/2006/relationships/tags" Target="../tags/tag353.xml" /><Relationship Id="rId13" Type="http://schemas.openxmlformats.org/officeDocument/2006/relationships/image" Target="../media/image26.png" /><Relationship Id="rId14" Type="http://schemas.openxmlformats.org/officeDocument/2006/relationships/tags" Target="../tags/tag354.xml" /><Relationship Id="rId15" Type="http://schemas.openxmlformats.org/officeDocument/2006/relationships/tags" Target="../tags/tag355.xml" /><Relationship Id="rId16" Type="http://schemas.openxmlformats.org/officeDocument/2006/relationships/tags" Target="../tags/tag356.xml" /><Relationship Id="rId17" Type="http://schemas.openxmlformats.org/officeDocument/2006/relationships/tags" Target="../tags/tag357.xml" /><Relationship Id="rId18" Type="http://schemas.openxmlformats.org/officeDocument/2006/relationships/tags" Target="../tags/tag358.xml" /><Relationship Id="rId19" Type="http://schemas.openxmlformats.org/officeDocument/2006/relationships/image" Target="../media/image27.png" /><Relationship Id="rId2" Type="http://schemas.openxmlformats.org/officeDocument/2006/relationships/tags" Target="../tags/tag345.xml" /><Relationship Id="rId20" Type="http://schemas.openxmlformats.org/officeDocument/2006/relationships/tags" Target="../tags/tag359.xml" /><Relationship Id="rId21" Type="http://schemas.openxmlformats.org/officeDocument/2006/relationships/tags" Target="../tags/tag360.xml" /><Relationship Id="rId22" Type="http://schemas.openxmlformats.org/officeDocument/2006/relationships/image" Target="../media/image28.png" /><Relationship Id="rId23" Type="http://schemas.openxmlformats.org/officeDocument/2006/relationships/tags" Target="../tags/tag361.xml" /><Relationship Id="rId3" Type="http://schemas.openxmlformats.org/officeDocument/2006/relationships/tags" Target="../tags/tag346.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47.xml" /><Relationship Id="rId7" Type="http://schemas.openxmlformats.org/officeDocument/2006/relationships/tags" Target="../tags/tag348.xml" /><Relationship Id="rId8" Type="http://schemas.openxmlformats.org/officeDocument/2006/relationships/tags" Target="../tags/tag349.xml" /><Relationship Id="rId9" Type="http://schemas.openxmlformats.org/officeDocument/2006/relationships/tags" Target="../tags/tag350.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68.xml" /><Relationship Id="rId11" Type="http://schemas.openxmlformats.org/officeDocument/2006/relationships/tags" Target="../tags/tag369.xml" /><Relationship Id="rId12" Type="http://schemas.openxmlformats.org/officeDocument/2006/relationships/tags" Target="../tags/tag370.xml" /><Relationship Id="rId13" Type="http://schemas.openxmlformats.org/officeDocument/2006/relationships/tags" Target="../tags/tag371.xml" /><Relationship Id="rId14" Type="http://schemas.openxmlformats.org/officeDocument/2006/relationships/tags" Target="../tags/tag372.xml" /><Relationship Id="rId15" Type="http://schemas.openxmlformats.org/officeDocument/2006/relationships/tags" Target="../tags/tag373.xml" /><Relationship Id="rId16" Type="http://schemas.openxmlformats.org/officeDocument/2006/relationships/tags" Target="../tags/tag374.xml" /><Relationship Id="rId17" Type="http://schemas.openxmlformats.org/officeDocument/2006/relationships/tags" Target="../tags/tag375.xml" /><Relationship Id="rId18" Type="http://schemas.openxmlformats.org/officeDocument/2006/relationships/tags" Target="../tags/tag376.xml" /><Relationship Id="rId19" Type="http://schemas.openxmlformats.org/officeDocument/2006/relationships/tags" Target="../tags/tag377.xml" /><Relationship Id="rId2" Type="http://schemas.openxmlformats.org/officeDocument/2006/relationships/tags" Target="../tags/tag362.xml" /><Relationship Id="rId20" Type="http://schemas.openxmlformats.org/officeDocument/2006/relationships/tags" Target="../tags/tag378.xml" /><Relationship Id="rId21" Type="http://schemas.openxmlformats.org/officeDocument/2006/relationships/tags" Target="../tags/tag379.xml" /><Relationship Id="rId22" Type="http://schemas.openxmlformats.org/officeDocument/2006/relationships/tags" Target="../tags/tag380.xml" /><Relationship Id="rId23" Type="http://schemas.openxmlformats.org/officeDocument/2006/relationships/tags" Target="../tags/tag381.xml" /><Relationship Id="rId24" Type="http://schemas.openxmlformats.org/officeDocument/2006/relationships/tags" Target="../tags/tag382.xml" /><Relationship Id="rId25" Type="http://schemas.openxmlformats.org/officeDocument/2006/relationships/tags" Target="../tags/tag383.xml" /><Relationship Id="rId3" Type="http://schemas.openxmlformats.org/officeDocument/2006/relationships/tags" Target="../tags/tag363.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64.xml" /><Relationship Id="rId7" Type="http://schemas.openxmlformats.org/officeDocument/2006/relationships/tags" Target="../tags/tag365.xml" /><Relationship Id="rId8" Type="http://schemas.openxmlformats.org/officeDocument/2006/relationships/tags" Target="../tags/tag366.xml" /><Relationship Id="rId9" Type="http://schemas.openxmlformats.org/officeDocument/2006/relationships/tags" Target="../tags/tag367.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90.xml" /><Relationship Id="rId11" Type="http://schemas.openxmlformats.org/officeDocument/2006/relationships/tags" Target="../tags/tag391.xml" /><Relationship Id="rId12" Type="http://schemas.openxmlformats.org/officeDocument/2006/relationships/tags" Target="../tags/tag392.xml" /><Relationship Id="rId13" Type="http://schemas.openxmlformats.org/officeDocument/2006/relationships/tags" Target="../tags/tag393.xml" /><Relationship Id="rId14" Type="http://schemas.openxmlformats.org/officeDocument/2006/relationships/tags" Target="../tags/tag394.xml" /><Relationship Id="rId15" Type="http://schemas.openxmlformats.org/officeDocument/2006/relationships/tags" Target="../tags/tag395.xml" /><Relationship Id="rId16" Type="http://schemas.openxmlformats.org/officeDocument/2006/relationships/tags" Target="../tags/tag396.xml" /><Relationship Id="rId17" Type="http://schemas.openxmlformats.org/officeDocument/2006/relationships/tags" Target="../tags/tag397.xml" /><Relationship Id="rId18" Type="http://schemas.openxmlformats.org/officeDocument/2006/relationships/tags" Target="../tags/tag398.xml" /><Relationship Id="rId19" Type="http://schemas.openxmlformats.org/officeDocument/2006/relationships/tags" Target="../tags/tag399.xml" /><Relationship Id="rId2" Type="http://schemas.openxmlformats.org/officeDocument/2006/relationships/tags" Target="../tags/tag384.xml" /><Relationship Id="rId20" Type="http://schemas.openxmlformats.org/officeDocument/2006/relationships/tags" Target="../tags/tag400.xml" /><Relationship Id="rId21" Type="http://schemas.openxmlformats.org/officeDocument/2006/relationships/tags" Target="../tags/tag401.xml" /><Relationship Id="rId22" Type="http://schemas.openxmlformats.org/officeDocument/2006/relationships/tags" Target="../tags/tag402.xml" /><Relationship Id="rId23" Type="http://schemas.openxmlformats.org/officeDocument/2006/relationships/tags" Target="../tags/tag403.xml" /><Relationship Id="rId24" Type="http://schemas.openxmlformats.org/officeDocument/2006/relationships/tags" Target="../tags/tag404.xml" /><Relationship Id="rId25" Type="http://schemas.openxmlformats.org/officeDocument/2006/relationships/oleObject" Target="../embeddings/oleObject14.bin" TargetMode="Internal" /><Relationship Id="rId26" Type="http://schemas.openxmlformats.org/officeDocument/2006/relationships/image" Target="../media/image29.emf" /><Relationship Id="rId27" Type="http://schemas.openxmlformats.org/officeDocument/2006/relationships/tags" Target="../tags/tag405.xml" /><Relationship Id="rId28" Type="http://schemas.openxmlformats.org/officeDocument/2006/relationships/tags" Target="../tags/tag406.xml" /><Relationship Id="rId29" Type="http://schemas.openxmlformats.org/officeDocument/2006/relationships/tags" Target="../tags/tag407.xml" /><Relationship Id="rId3" Type="http://schemas.openxmlformats.org/officeDocument/2006/relationships/tags" Target="../tags/tag385.xml" /><Relationship Id="rId30" Type="http://schemas.openxmlformats.org/officeDocument/2006/relationships/vmlDrawing" Target="../drawings/vmlDrawing6.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86.xml" /><Relationship Id="rId7" Type="http://schemas.openxmlformats.org/officeDocument/2006/relationships/tags" Target="../tags/tag387.xml" /><Relationship Id="rId8" Type="http://schemas.openxmlformats.org/officeDocument/2006/relationships/tags" Target="../tags/tag388.xml" /><Relationship Id="rId9" Type="http://schemas.openxmlformats.org/officeDocument/2006/relationships/tags" Target="../tags/tag389.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14.xml" /><Relationship Id="rId11" Type="http://schemas.openxmlformats.org/officeDocument/2006/relationships/tags" Target="../tags/tag415.xml" /><Relationship Id="rId12" Type="http://schemas.openxmlformats.org/officeDocument/2006/relationships/tags" Target="../tags/tag416.xml" /><Relationship Id="rId13" Type="http://schemas.openxmlformats.org/officeDocument/2006/relationships/tags" Target="../tags/tag417.xml" /><Relationship Id="rId14" Type="http://schemas.openxmlformats.org/officeDocument/2006/relationships/tags" Target="../tags/tag418.xml" /><Relationship Id="rId15" Type="http://schemas.openxmlformats.org/officeDocument/2006/relationships/tags" Target="../tags/tag419.xml" /><Relationship Id="rId16" Type="http://schemas.openxmlformats.org/officeDocument/2006/relationships/tags" Target="../tags/tag420.xml" /><Relationship Id="rId17" Type="http://schemas.openxmlformats.org/officeDocument/2006/relationships/tags" Target="../tags/tag421.xml" /><Relationship Id="rId18" Type="http://schemas.openxmlformats.org/officeDocument/2006/relationships/tags" Target="../tags/tag422.xml" /><Relationship Id="rId19" Type="http://schemas.openxmlformats.org/officeDocument/2006/relationships/tags" Target="../tags/tag423.xml" /><Relationship Id="rId2" Type="http://schemas.openxmlformats.org/officeDocument/2006/relationships/tags" Target="../tags/tag408.xml" /><Relationship Id="rId20" Type="http://schemas.openxmlformats.org/officeDocument/2006/relationships/tags" Target="../tags/tag424.xml" /><Relationship Id="rId21" Type="http://schemas.openxmlformats.org/officeDocument/2006/relationships/tags" Target="../tags/tag425.xml" /><Relationship Id="rId22" Type="http://schemas.openxmlformats.org/officeDocument/2006/relationships/tags" Target="../tags/tag426.xml" /><Relationship Id="rId23" Type="http://schemas.openxmlformats.org/officeDocument/2006/relationships/tags" Target="../tags/tag427.xml" /><Relationship Id="rId24" Type="http://schemas.openxmlformats.org/officeDocument/2006/relationships/tags" Target="../tags/tag428.xml" /><Relationship Id="rId25" Type="http://schemas.openxmlformats.org/officeDocument/2006/relationships/tags" Target="../tags/tag429.xml" /><Relationship Id="rId26" Type="http://schemas.openxmlformats.org/officeDocument/2006/relationships/oleObject" Target="../embeddings/oleObject15.bin" TargetMode="Internal" /><Relationship Id="rId27" Type="http://schemas.openxmlformats.org/officeDocument/2006/relationships/image" Target="../media/image30.wmf" /><Relationship Id="rId28" Type="http://schemas.openxmlformats.org/officeDocument/2006/relationships/tags" Target="../tags/tag430.xml" /><Relationship Id="rId29" Type="http://schemas.openxmlformats.org/officeDocument/2006/relationships/oleObject" Target="../embeddings/oleObject16.bin" TargetMode="Internal" /><Relationship Id="rId3" Type="http://schemas.openxmlformats.org/officeDocument/2006/relationships/tags" Target="../tags/tag409.xml" /><Relationship Id="rId30" Type="http://schemas.openxmlformats.org/officeDocument/2006/relationships/image" Target="../media/image31.wmf" /><Relationship Id="rId31" Type="http://schemas.openxmlformats.org/officeDocument/2006/relationships/tags" Target="../tags/tag431.xml" /><Relationship Id="rId32" Type="http://schemas.openxmlformats.org/officeDocument/2006/relationships/tags" Target="../tags/tag432.xml" /><Relationship Id="rId33" Type="http://schemas.openxmlformats.org/officeDocument/2006/relationships/image" Target="../media/image32.png" /><Relationship Id="rId34" Type="http://schemas.openxmlformats.org/officeDocument/2006/relationships/tags" Target="../tags/tag433.xml" /><Relationship Id="rId35" Type="http://schemas.openxmlformats.org/officeDocument/2006/relationships/vmlDrawing" Target="../drawings/vmlDrawing7.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410.xml" /><Relationship Id="rId7" Type="http://schemas.openxmlformats.org/officeDocument/2006/relationships/tags" Target="../tags/tag411.xml" /><Relationship Id="rId8" Type="http://schemas.openxmlformats.org/officeDocument/2006/relationships/tags" Target="../tags/tag412.xml" /><Relationship Id="rId9" Type="http://schemas.openxmlformats.org/officeDocument/2006/relationships/tags" Target="../tags/tag413.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40.xml" /><Relationship Id="rId11" Type="http://schemas.openxmlformats.org/officeDocument/2006/relationships/tags" Target="../tags/tag441.xml" /><Relationship Id="rId12" Type="http://schemas.openxmlformats.org/officeDocument/2006/relationships/tags" Target="../tags/tag442.xml" /><Relationship Id="rId13" Type="http://schemas.openxmlformats.org/officeDocument/2006/relationships/tags" Target="../tags/tag443.xml" /><Relationship Id="rId14" Type="http://schemas.openxmlformats.org/officeDocument/2006/relationships/tags" Target="../tags/tag444.xml" /><Relationship Id="rId15" Type="http://schemas.openxmlformats.org/officeDocument/2006/relationships/tags" Target="../tags/tag445.xml" /><Relationship Id="rId16" Type="http://schemas.openxmlformats.org/officeDocument/2006/relationships/tags" Target="../tags/tag446.xml" /><Relationship Id="rId17" Type="http://schemas.openxmlformats.org/officeDocument/2006/relationships/tags" Target="../tags/tag447.xml" /><Relationship Id="rId18" Type="http://schemas.openxmlformats.org/officeDocument/2006/relationships/tags" Target="../tags/tag448.xml" /><Relationship Id="rId19" Type="http://schemas.openxmlformats.org/officeDocument/2006/relationships/tags" Target="../tags/tag449.xml" /><Relationship Id="rId2" Type="http://schemas.openxmlformats.org/officeDocument/2006/relationships/tags" Target="../tags/tag434.xml" /><Relationship Id="rId20" Type="http://schemas.openxmlformats.org/officeDocument/2006/relationships/tags" Target="../tags/tag450.xml" /><Relationship Id="rId21" Type="http://schemas.openxmlformats.org/officeDocument/2006/relationships/tags" Target="../tags/tag451.xml" /><Relationship Id="rId22" Type="http://schemas.openxmlformats.org/officeDocument/2006/relationships/tags" Target="../tags/tag452.xml" /><Relationship Id="rId23" Type="http://schemas.openxmlformats.org/officeDocument/2006/relationships/tags" Target="../tags/tag453.xml" /><Relationship Id="rId24" Type="http://schemas.openxmlformats.org/officeDocument/2006/relationships/tags" Target="../tags/tag454.xml" /><Relationship Id="rId25" Type="http://schemas.openxmlformats.org/officeDocument/2006/relationships/oleObject" Target="../embeddings/oleObject17.bin" TargetMode="Internal" /><Relationship Id="rId26" Type="http://schemas.openxmlformats.org/officeDocument/2006/relationships/image" Target="../media/image33.emf" /><Relationship Id="rId27" Type="http://schemas.openxmlformats.org/officeDocument/2006/relationships/tags" Target="../tags/tag455.xml" /><Relationship Id="rId28" Type="http://schemas.openxmlformats.org/officeDocument/2006/relationships/tags" Target="../tags/tag456.xml" /><Relationship Id="rId29" Type="http://schemas.openxmlformats.org/officeDocument/2006/relationships/tags" Target="../tags/tag457.xml" /><Relationship Id="rId3" Type="http://schemas.openxmlformats.org/officeDocument/2006/relationships/tags" Target="../tags/tag435.xml" /><Relationship Id="rId30" Type="http://schemas.openxmlformats.org/officeDocument/2006/relationships/tags" Target="../tags/tag458.xml" /><Relationship Id="rId31" Type="http://schemas.openxmlformats.org/officeDocument/2006/relationships/tags" Target="../tags/tag459.xml" /><Relationship Id="rId32" Type="http://schemas.openxmlformats.org/officeDocument/2006/relationships/vmlDrawing" Target="../drawings/vmlDrawing8.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436.xml" /><Relationship Id="rId7" Type="http://schemas.openxmlformats.org/officeDocument/2006/relationships/tags" Target="../tags/tag437.xml" /><Relationship Id="rId8" Type="http://schemas.openxmlformats.org/officeDocument/2006/relationships/tags" Target="../tags/tag438.xml" /><Relationship Id="rId9" Type="http://schemas.openxmlformats.org/officeDocument/2006/relationships/tags" Target="../tags/tag439.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66.xml" /><Relationship Id="rId11" Type="http://schemas.openxmlformats.org/officeDocument/2006/relationships/tags" Target="../tags/tag467.xml" /><Relationship Id="rId12" Type="http://schemas.openxmlformats.org/officeDocument/2006/relationships/tags" Target="../tags/tag468.xml" /><Relationship Id="rId13" Type="http://schemas.openxmlformats.org/officeDocument/2006/relationships/tags" Target="../tags/tag469.xml" /><Relationship Id="rId14" Type="http://schemas.openxmlformats.org/officeDocument/2006/relationships/tags" Target="../tags/tag470.xml" /><Relationship Id="rId15" Type="http://schemas.openxmlformats.org/officeDocument/2006/relationships/tags" Target="../tags/tag471.xml" /><Relationship Id="rId16" Type="http://schemas.openxmlformats.org/officeDocument/2006/relationships/tags" Target="../tags/tag472.xml" /><Relationship Id="rId17" Type="http://schemas.openxmlformats.org/officeDocument/2006/relationships/tags" Target="../tags/tag473.xml" /><Relationship Id="rId18" Type="http://schemas.openxmlformats.org/officeDocument/2006/relationships/tags" Target="../tags/tag474.xml" /><Relationship Id="rId19" Type="http://schemas.openxmlformats.org/officeDocument/2006/relationships/tags" Target="../tags/tag475.xml" /><Relationship Id="rId2" Type="http://schemas.openxmlformats.org/officeDocument/2006/relationships/tags" Target="../tags/tag460.xml" /><Relationship Id="rId20" Type="http://schemas.openxmlformats.org/officeDocument/2006/relationships/tags" Target="../tags/tag476.xml" /><Relationship Id="rId21" Type="http://schemas.openxmlformats.org/officeDocument/2006/relationships/tags" Target="../tags/tag477.xml" /><Relationship Id="rId22" Type="http://schemas.openxmlformats.org/officeDocument/2006/relationships/tags" Target="../tags/tag478.xml" /><Relationship Id="rId23" Type="http://schemas.openxmlformats.org/officeDocument/2006/relationships/tags" Target="../tags/tag479.xml" /><Relationship Id="rId24" Type="http://schemas.openxmlformats.org/officeDocument/2006/relationships/tags" Target="../tags/tag480.xml" /><Relationship Id="rId25" Type="http://schemas.openxmlformats.org/officeDocument/2006/relationships/tags" Target="../tags/tag481.xml" /><Relationship Id="rId26" Type="http://schemas.openxmlformats.org/officeDocument/2006/relationships/tags" Target="../tags/tag482.xml" /><Relationship Id="rId27" Type="http://schemas.openxmlformats.org/officeDocument/2006/relationships/tags" Target="../tags/tag483.xml" /><Relationship Id="rId28" Type="http://schemas.openxmlformats.org/officeDocument/2006/relationships/tags" Target="../tags/tag484.xml" /><Relationship Id="rId29" Type="http://schemas.openxmlformats.org/officeDocument/2006/relationships/tags" Target="../tags/tag485.xml" /><Relationship Id="rId3" Type="http://schemas.openxmlformats.org/officeDocument/2006/relationships/tags" Target="../tags/tag461.xml" /><Relationship Id="rId30" Type="http://schemas.openxmlformats.org/officeDocument/2006/relationships/tags" Target="../tags/tag486.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462.xml" /><Relationship Id="rId7" Type="http://schemas.openxmlformats.org/officeDocument/2006/relationships/tags" Target="../tags/tag463.xml" /><Relationship Id="rId8" Type="http://schemas.openxmlformats.org/officeDocument/2006/relationships/tags" Target="../tags/tag464.xml" /><Relationship Id="rId9" Type="http://schemas.openxmlformats.org/officeDocument/2006/relationships/tags" Target="../tags/tag465.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94.xml" /><Relationship Id="rId11" Type="http://schemas.openxmlformats.org/officeDocument/2006/relationships/tags" Target="../tags/tag495.xml" /><Relationship Id="rId12" Type="http://schemas.openxmlformats.org/officeDocument/2006/relationships/tags" Target="../tags/tag496.xml" /><Relationship Id="rId13" Type="http://schemas.openxmlformats.org/officeDocument/2006/relationships/tags" Target="../tags/tag497.xml" /><Relationship Id="rId14" Type="http://schemas.openxmlformats.org/officeDocument/2006/relationships/tags" Target="../tags/tag498.xml" /><Relationship Id="rId15" Type="http://schemas.openxmlformats.org/officeDocument/2006/relationships/tags" Target="../tags/tag499.xml" /><Relationship Id="rId16" Type="http://schemas.openxmlformats.org/officeDocument/2006/relationships/tags" Target="../tags/tag500.xml" /><Relationship Id="rId17" Type="http://schemas.openxmlformats.org/officeDocument/2006/relationships/tags" Target="../tags/tag501.xml" /><Relationship Id="rId18" Type="http://schemas.openxmlformats.org/officeDocument/2006/relationships/tags" Target="../tags/tag502.xml" /><Relationship Id="rId19" Type="http://schemas.openxmlformats.org/officeDocument/2006/relationships/tags" Target="../tags/tag503.xml" /><Relationship Id="rId2" Type="http://schemas.openxmlformats.org/officeDocument/2006/relationships/tags" Target="../tags/tag487.xml" /><Relationship Id="rId20" Type="http://schemas.openxmlformats.org/officeDocument/2006/relationships/tags" Target="../tags/tag504.xml" /><Relationship Id="rId21" Type="http://schemas.openxmlformats.org/officeDocument/2006/relationships/tags" Target="../tags/tag505.xml" /><Relationship Id="rId22" Type="http://schemas.openxmlformats.org/officeDocument/2006/relationships/tags" Target="../tags/tag506.xml" /><Relationship Id="rId23" Type="http://schemas.openxmlformats.org/officeDocument/2006/relationships/tags" Target="../tags/tag507.xml" /><Relationship Id="rId24" Type="http://schemas.openxmlformats.org/officeDocument/2006/relationships/tags" Target="../tags/tag508.xml" /><Relationship Id="rId25" Type="http://schemas.openxmlformats.org/officeDocument/2006/relationships/tags" Target="../tags/tag509.xml" /><Relationship Id="rId26" Type="http://schemas.openxmlformats.org/officeDocument/2006/relationships/tags" Target="../tags/tag510.xml" /><Relationship Id="rId27" Type="http://schemas.openxmlformats.org/officeDocument/2006/relationships/tags" Target="../tags/tag511.xml" /><Relationship Id="rId28" Type="http://schemas.openxmlformats.org/officeDocument/2006/relationships/tags" Target="../tags/tag512.xml" /><Relationship Id="rId29" Type="http://schemas.openxmlformats.org/officeDocument/2006/relationships/tags" Target="../tags/tag513.xml" /><Relationship Id="rId3" Type="http://schemas.openxmlformats.org/officeDocument/2006/relationships/tags" Target="../tags/tag488.xml" /><Relationship Id="rId30" Type="http://schemas.openxmlformats.org/officeDocument/2006/relationships/tags" Target="../tags/tag514.xml" /><Relationship Id="rId31" Type="http://schemas.openxmlformats.org/officeDocument/2006/relationships/tags" Target="../tags/tag515.xml" /><Relationship Id="rId32" Type="http://schemas.openxmlformats.org/officeDocument/2006/relationships/tags" Target="../tags/tag516.xml" /><Relationship Id="rId33" Type="http://schemas.openxmlformats.org/officeDocument/2006/relationships/tags" Target="../tags/tag517.xml" /><Relationship Id="rId34" Type="http://schemas.openxmlformats.org/officeDocument/2006/relationships/tags" Target="../tags/tag518.xml" /><Relationship Id="rId35" Type="http://schemas.openxmlformats.org/officeDocument/2006/relationships/tags" Target="../tags/tag519.xml" /><Relationship Id="rId36" Type="http://schemas.openxmlformats.org/officeDocument/2006/relationships/tags" Target="../tags/tag520.xml" /><Relationship Id="rId37" Type="http://schemas.openxmlformats.org/officeDocument/2006/relationships/tags" Target="../tags/tag521.xml" /><Relationship Id="rId38" Type="http://schemas.openxmlformats.org/officeDocument/2006/relationships/tags" Target="../tags/tag522.xml" /><Relationship Id="rId39" Type="http://schemas.openxmlformats.org/officeDocument/2006/relationships/tags" Target="../tags/tag523.xml" /><Relationship Id="rId4" Type="http://schemas.openxmlformats.org/officeDocument/2006/relationships/image" Target="../media/image6.jpeg" /><Relationship Id="rId40" Type="http://schemas.openxmlformats.org/officeDocument/2006/relationships/tags" Target="../tags/tag524.xml" /><Relationship Id="rId41" Type="http://schemas.openxmlformats.org/officeDocument/2006/relationships/tags" Target="../tags/tag525.xml" /><Relationship Id="rId42" Type="http://schemas.openxmlformats.org/officeDocument/2006/relationships/tags" Target="../tags/tag526.xml" /><Relationship Id="rId43" Type="http://schemas.openxmlformats.org/officeDocument/2006/relationships/tags" Target="../tags/tag527.xml" /><Relationship Id="rId5" Type="http://schemas.openxmlformats.org/officeDocument/2006/relationships/tags" Target="../tags/tag489.xml" /><Relationship Id="rId6" Type="http://schemas.openxmlformats.org/officeDocument/2006/relationships/tags" Target="../tags/tag490.xml" /><Relationship Id="rId7" Type="http://schemas.openxmlformats.org/officeDocument/2006/relationships/tags" Target="../tags/tag491.xml" /><Relationship Id="rId8" Type="http://schemas.openxmlformats.org/officeDocument/2006/relationships/tags" Target="../tags/tag492.xml" /><Relationship Id="rId9" Type="http://schemas.openxmlformats.org/officeDocument/2006/relationships/tags" Target="../tags/tag493.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34.xml" /><Relationship Id="rId11" Type="http://schemas.openxmlformats.org/officeDocument/2006/relationships/tags" Target="../tags/tag535.xml" /><Relationship Id="rId12" Type="http://schemas.openxmlformats.org/officeDocument/2006/relationships/tags" Target="../tags/tag536.xml" /><Relationship Id="rId13" Type="http://schemas.openxmlformats.org/officeDocument/2006/relationships/tags" Target="../tags/tag537.xml" /><Relationship Id="rId14" Type="http://schemas.openxmlformats.org/officeDocument/2006/relationships/tags" Target="../tags/tag538.xml" /><Relationship Id="rId15" Type="http://schemas.openxmlformats.org/officeDocument/2006/relationships/tags" Target="../tags/tag539.xml" /><Relationship Id="rId16" Type="http://schemas.openxmlformats.org/officeDocument/2006/relationships/tags" Target="../tags/tag540.xml" /><Relationship Id="rId17" Type="http://schemas.openxmlformats.org/officeDocument/2006/relationships/tags" Target="../tags/tag541.xml" /><Relationship Id="rId18" Type="http://schemas.openxmlformats.org/officeDocument/2006/relationships/tags" Target="../tags/tag542.xml" /><Relationship Id="rId19" Type="http://schemas.openxmlformats.org/officeDocument/2006/relationships/tags" Target="../tags/tag543.xml" /><Relationship Id="rId2" Type="http://schemas.openxmlformats.org/officeDocument/2006/relationships/tags" Target="../tags/tag528.xml" /><Relationship Id="rId20" Type="http://schemas.openxmlformats.org/officeDocument/2006/relationships/tags" Target="../tags/tag544.xml" /><Relationship Id="rId21" Type="http://schemas.openxmlformats.org/officeDocument/2006/relationships/tags" Target="../tags/tag545.xml" /><Relationship Id="rId22" Type="http://schemas.openxmlformats.org/officeDocument/2006/relationships/tags" Target="../tags/tag546.xml" /><Relationship Id="rId23" Type="http://schemas.openxmlformats.org/officeDocument/2006/relationships/tags" Target="../tags/tag547.xml" /><Relationship Id="rId24" Type="http://schemas.openxmlformats.org/officeDocument/2006/relationships/tags" Target="../tags/tag548.xml" /><Relationship Id="rId25" Type="http://schemas.openxmlformats.org/officeDocument/2006/relationships/tags" Target="../tags/tag549.xml" /><Relationship Id="rId26" Type="http://schemas.openxmlformats.org/officeDocument/2006/relationships/tags" Target="../tags/tag550.xml" /><Relationship Id="rId27" Type="http://schemas.openxmlformats.org/officeDocument/2006/relationships/tags" Target="../tags/tag551.xml" /><Relationship Id="rId28" Type="http://schemas.openxmlformats.org/officeDocument/2006/relationships/tags" Target="../tags/tag552.xml" /><Relationship Id="rId29" Type="http://schemas.openxmlformats.org/officeDocument/2006/relationships/oleObject" Target="../embeddings/oleObject18.bin" TargetMode="Internal" /><Relationship Id="rId3" Type="http://schemas.openxmlformats.org/officeDocument/2006/relationships/tags" Target="../tags/tag529.xml" /><Relationship Id="rId30" Type="http://schemas.openxmlformats.org/officeDocument/2006/relationships/image" Target="../media/image34.emf" /><Relationship Id="rId31" Type="http://schemas.openxmlformats.org/officeDocument/2006/relationships/tags" Target="../tags/tag553.xml" /><Relationship Id="rId32" Type="http://schemas.openxmlformats.org/officeDocument/2006/relationships/oleObject" Target="../embeddings/oleObject19.bin" TargetMode="Internal" /><Relationship Id="rId33" Type="http://schemas.openxmlformats.org/officeDocument/2006/relationships/image" Target="../media/image35.emf" /><Relationship Id="rId34" Type="http://schemas.openxmlformats.org/officeDocument/2006/relationships/tags" Target="../tags/tag554.xml" /><Relationship Id="rId35" Type="http://schemas.openxmlformats.org/officeDocument/2006/relationships/vmlDrawing" Target="../drawings/vmlDrawing9.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530.xml" /><Relationship Id="rId7" Type="http://schemas.openxmlformats.org/officeDocument/2006/relationships/tags" Target="../tags/tag531.xml" /><Relationship Id="rId8" Type="http://schemas.openxmlformats.org/officeDocument/2006/relationships/tags" Target="../tags/tag532.xml" /><Relationship Id="rId9" Type="http://schemas.openxmlformats.org/officeDocument/2006/relationships/tags" Target="../tags/tag533.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61.xml" /><Relationship Id="rId11" Type="http://schemas.openxmlformats.org/officeDocument/2006/relationships/tags" Target="../tags/tag562.xml" /><Relationship Id="rId12" Type="http://schemas.openxmlformats.org/officeDocument/2006/relationships/tags" Target="../tags/tag563.xml" /><Relationship Id="rId13" Type="http://schemas.openxmlformats.org/officeDocument/2006/relationships/tags" Target="../tags/tag564.xml" /><Relationship Id="rId14" Type="http://schemas.openxmlformats.org/officeDocument/2006/relationships/tags" Target="../tags/tag565.xml" /><Relationship Id="rId15" Type="http://schemas.openxmlformats.org/officeDocument/2006/relationships/tags" Target="../tags/tag566.xml" /><Relationship Id="rId16" Type="http://schemas.openxmlformats.org/officeDocument/2006/relationships/tags" Target="../tags/tag567.xml" /><Relationship Id="rId17" Type="http://schemas.openxmlformats.org/officeDocument/2006/relationships/tags" Target="../tags/tag568.xml" /><Relationship Id="rId18" Type="http://schemas.openxmlformats.org/officeDocument/2006/relationships/tags" Target="../tags/tag569.xml" /><Relationship Id="rId19" Type="http://schemas.openxmlformats.org/officeDocument/2006/relationships/tags" Target="../tags/tag570.xml" /><Relationship Id="rId2" Type="http://schemas.openxmlformats.org/officeDocument/2006/relationships/tags" Target="../tags/tag555.xml" /><Relationship Id="rId20" Type="http://schemas.openxmlformats.org/officeDocument/2006/relationships/tags" Target="../tags/tag571.xml" /><Relationship Id="rId21" Type="http://schemas.openxmlformats.org/officeDocument/2006/relationships/tags" Target="../tags/tag572.xml" /><Relationship Id="rId22" Type="http://schemas.openxmlformats.org/officeDocument/2006/relationships/tags" Target="../tags/tag573.xml" /><Relationship Id="rId23" Type="http://schemas.openxmlformats.org/officeDocument/2006/relationships/tags" Target="../tags/tag574.xml" /><Relationship Id="rId24" Type="http://schemas.openxmlformats.org/officeDocument/2006/relationships/tags" Target="../tags/tag575.xml" /><Relationship Id="rId25" Type="http://schemas.openxmlformats.org/officeDocument/2006/relationships/tags" Target="../tags/tag576.xml" /><Relationship Id="rId26" Type="http://schemas.openxmlformats.org/officeDocument/2006/relationships/tags" Target="../tags/tag577.xml" /><Relationship Id="rId27" Type="http://schemas.openxmlformats.org/officeDocument/2006/relationships/tags" Target="../tags/tag578.xml" /><Relationship Id="rId28" Type="http://schemas.openxmlformats.org/officeDocument/2006/relationships/oleObject" Target="../embeddings/oleObject20.bin" TargetMode="Internal" /><Relationship Id="rId29" Type="http://schemas.openxmlformats.org/officeDocument/2006/relationships/image" Target="../media/image36.emf" /><Relationship Id="rId3" Type="http://schemas.openxmlformats.org/officeDocument/2006/relationships/tags" Target="../tags/tag556.xml" /><Relationship Id="rId30" Type="http://schemas.openxmlformats.org/officeDocument/2006/relationships/tags" Target="../tags/tag579.xml" /><Relationship Id="rId31" Type="http://schemas.openxmlformats.org/officeDocument/2006/relationships/oleObject" Target="../embeddings/oleObject21.bin" TargetMode="Internal" /><Relationship Id="rId32" Type="http://schemas.openxmlformats.org/officeDocument/2006/relationships/image" Target="../media/image37.emf" /><Relationship Id="rId33" Type="http://schemas.openxmlformats.org/officeDocument/2006/relationships/tags" Target="../tags/tag580.xml" /><Relationship Id="rId34" Type="http://schemas.openxmlformats.org/officeDocument/2006/relationships/tags" Target="../tags/tag581.xml" /><Relationship Id="rId35" Type="http://schemas.openxmlformats.org/officeDocument/2006/relationships/tags" Target="../tags/tag582.xml" /><Relationship Id="rId36" Type="http://schemas.openxmlformats.org/officeDocument/2006/relationships/tags" Target="../tags/tag583.xml" /><Relationship Id="rId37" Type="http://schemas.openxmlformats.org/officeDocument/2006/relationships/vmlDrawing" Target="../drawings/vmlDrawing10.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557.xml" /><Relationship Id="rId7" Type="http://schemas.openxmlformats.org/officeDocument/2006/relationships/tags" Target="../tags/tag558.xml" /><Relationship Id="rId8" Type="http://schemas.openxmlformats.org/officeDocument/2006/relationships/tags" Target="../tags/tag559.xml" /><Relationship Id="rId9" Type="http://schemas.openxmlformats.org/officeDocument/2006/relationships/tags" Target="../tags/tag560.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90.xml" /><Relationship Id="rId11" Type="http://schemas.openxmlformats.org/officeDocument/2006/relationships/tags" Target="../tags/tag591.xml" /><Relationship Id="rId12" Type="http://schemas.openxmlformats.org/officeDocument/2006/relationships/tags" Target="../tags/tag592.xml" /><Relationship Id="rId13" Type="http://schemas.openxmlformats.org/officeDocument/2006/relationships/tags" Target="../tags/tag593.xml" /><Relationship Id="rId14" Type="http://schemas.openxmlformats.org/officeDocument/2006/relationships/tags" Target="../tags/tag594.xml" /><Relationship Id="rId15" Type="http://schemas.openxmlformats.org/officeDocument/2006/relationships/tags" Target="../tags/tag595.xml" /><Relationship Id="rId16" Type="http://schemas.openxmlformats.org/officeDocument/2006/relationships/tags" Target="../tags/tag596.xml" /><Relationship Id="rId17" Type="http://schemas.openxmlformats.org/officeDocument/2006/relationships/tags" Target="../tags/tag597.xml" /><Relationship Id="rId18" Type="http://schemas.openxmlformats.org/officeDocument/2006/relationships/tags" Target="../tags/tag598.xml" /><Relationship Id="rId19" Type="http://schemas.openxmlformats.org/officeDocument/2006/relationships/tags" Target="../tags/tag599.xml" /><Relationship Id="rId2" Type="http://schemas.openxmlformats.org/officeDocument/2006/relationships/tags" Target="../tags/tag584.xml" /><Relationship Id="rId20" Type="http://schemas.openxmlformats.org/officeDocument/2006/relationships/tags" Target="../tags/tag600.xml" /><Relationship Id="rId21" Type="http://schemas.openxmlformats.org/officeDocument/2006/relationships/tags" Target="../tags/tag601.xml" /><Relationship Id="rId22" Type="http://schemas.openxmlformats.org/officeDocument/2006/relationships/tags" Target="../tags/tag602.xml" /><Relationship Id="rId23" Type="http://schemas.openxmlformats.org/officeDocument/2006/relationships/tags" Target="../tags/tag603.xml" /><Relationship Id="rId24" Type="http://schemas.openxmlformats.org/officeDocument/2006/relationships/tags" Target="../tags/tag604.xml" /><Relationship Id="rId25" Type="http://schemas.openxmlformats.org/officeDocument/2006/relationships/tags" Target="../tags/tag605.xml" /><Relationship Id="rId26" Type="http://schemas.openxmlformats.org/officeDocument/2006/relationships/tags" Target="../tags/tag606.xml" /><Relationship Id="rId27" Type="http://schemas.openxmlformats.org/officeDocument/2006/relationships/tags" Target="../tags/tag607.xml" /><Relationship Id="rId28" Type="http://schemas.openxmlformats.org/officeDocument/2006/relationships/tags" Target="../tags/tag608.xml" /><Relationship Id="rId29" Type="http://schemas.openxmlformats.org/officeDocument/2006/relationships/tags" Target="../tags/tag609.xml" /><Relationship Id="rId3" Type="http://schemas.openxmlformats.org/officeDocument/2006/relationships/tags" Target="../tags/tag585.xml" /><Relationship Id="rId30" Type="http://schemas.openxmlformats.org/officeDocument/2006/relationships/tags" Target="../tags/tag610.xml" /><Relationship Id="rId31" Type="http://schemas.openxmlformats.org/officeDocument/2006/relationships/tags" Target="../tags/tag611.xml" /><Relationship Id="rId32" Type="http://schemas.openxmlformats.org/officeDocument/2006/relationships/tags" Target="../tags/tag612.xml" /><Relationship Id="rId33" Type="http://schemas.openxmlformats.org/officeDocument/2006/relationships/tags" Target="../tags/tag613.xml" /><Relationship Id="rId34" Type="http://schemas.openxmlformats.org/officeDocument/2006/relationships/tags" Target="../tags/tag614.xml" /><Relationship Id="rId35" Type="http://schemas.openxmlformats.org/officeDocument/2006/relationships/tags" Target="../tags/tag615.xml" /><Relationship Id="rId36" Type="http://schemas.openxmlformats.org/officeDocument/2006/relationships/tags" Target="../tags/tag616.xml" /><Relationship Id="rId37" Type="http://schemas.openxmlformats.org/officeDocument/2006/relationships/tags" Target="../tags/tag617.xml" /><Relationship Id="rId38" Type="http://schemas.openxmlformats.org/officeDocument/2006/relationships/tags" Target="../tags/tag618.xml" /><Relationship Id="rId39" Type="http://schemas.openxmlformats.org/officeDocument/2006/relationships/tags" Target="../tags/tag619.xml" /><Relationship Id="rId4" Type="http://schemas.openxmlformats.org/officeDocument/2006/relationships/image" Target="../media/image4.png" /><Relationship Id="rId40" Type="http://schemas.openxmlformats.org/officeDocument/2006/relationships/tags" Target="../tags/tag620.xml" /><Relationship Id="rId41" Type="http://schemas.openxmlformats.org/officeDocument/2006/relationships/tags" Target="../tags/tag621.xml" /><Relationship Id="rId42" Type="http://schemas.openxmlformats.org/officeDocument/2006/relationships/tags" Target="../tags/tag622.xml" /><Relationship Id="rId43" Type="http://schemas.openxmlformats.org/officeDocument/2006/relationships/tags" Target="../tags/tag623.xml" /><Relationship Id="rId44" Type="http://schemas.openxmlformats.org/officeDocument/2006/relationships/tags" Target="../tags/tag624.xml" /><Relationship Id="rId45" Type="http://schemas.openxmlformats.org/officeDocument/2006/relationships/tags" Target="../tags/tag625.xml" /><Relationship Id="rId46" Type="http://schemas.openxmlformats.org/officeDocument/2006/relationships/tags" Target="../tags/tag626.xml" /><Relationship Id="rId47" Type="http://schemas.openxmlformats.org/officeDocument/2006/relationships/tags" Target="../tags/tag627.xml" /><Relationship Id="rId48" Type="http://schemas.openxmlformats.org/officeDocument/2006/relationships/tags" Target="../tags/tag628.xml" /><Relationship Id="rId49" Type="http://schemas.openxmlformats.org/officeDocument/2006/relationships/tags" Target="../tags/tag629.xml" /><Relationship Id="rId5" Type="http://schemas.microsoft.com/office/2007/relationships/hdphoto" Target="../media/image5.wdp" /><Relationship Id="rId50" Type="http://schemas.openxmlformats.org/officeDocument/2006/relationships/tags" Target="../tags/tag630.xml" /><Relationship Id="rId51" Type="http://schemas.openxmlformats.org/officeDocument/2006/relationships/image" Target="../media/image38.png" /><Relationship Id="rId52" Type="http://schemas.openxmlformats.org/officeDocument/2006/relationships/tags" Target="../tags/tag631.xml" /><Relationship Id="rId53" Type="http://schemas.openxmlformats.org/officeDocument/2006/relationships/tags" Target="../tags/tag632.xml" /><Relationship Id="rId54" Type="http://schemas.openxmlformats.org/officeDocument/2006/relationships/image" Target="../media/image39.png" /><Relationship Id="rId55" Type="http://schemas.openxmlformats.org/officeDocument/2006/relationships/tags" Target="../tags/tag633.xml" /><Relationship Id="rId56" Type="http://schemas.openxmlformats.org/officeDocument/2006/relationships/tags" Target="../tags/tag634.xml" /><Relationship Id="rId57" Type="http://schemas.openxmlformats.org/officeDocument/2006/relationships/tags" Target="../tags/tag635.xml" /><Relationship Id="rId58" Type="http://schemas.openxmlformats.org/officeDocument/2006/relationships/tags" Target="../tags/tag636.xml" /><Relationship Id="rId6" Type="http://schemas.openxmlformats.org/officeDocument/2006/relationships/tags" Target="../tags/tag586.xml" /><Relationship Id="rId7" Type="http://schemas.openxmlformats.org/officeDocument/2006/relationships/tags" Target="../tags/tag587.xml" /><Relationship Id="rId8" Type="http://schemas.openxmlformats.org/officeDocument/2006/relationships/tags" Target="../tags/tag588.xml" /><Relationship Id="rId9" Type="http://schemas.openxmlformats.org/officeDocument/2006/relationships/tags" Target="../tags/tag589.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43.xml" /><Relationship Id="rId11" Type="http://schemas.openxmlformats.org/officeDocument/2006/relationships/tags" Target="../tags/tag644.xml" /><Relationship Id="rId12" Type="http://schemas.openxmlformats.org/officeDocument/2006/relationships/tags" Target="../tags/tag645.xml" /><Relationship Id="rId13" Type="http://schemas.openxmlformats.org/officeDocument/2006/relationships/tags" Target="../tags/tag646.xml" /><Relationship Id="rId14" Type="http://schemas.openxmlformats.org/officeDocument/2006/relationships/tags" Target="../tags/tag647.xml" /><Relationship Id="rId15" Type="http://schemas.openxmlformats.org/officeDocument/2006/relationships/tags" Target="../tags/tag648.xml" /><Relationship Id="rId16" Type="http://schemas.openxmlformats.org/officeDocument/2006/relationships/tags" Target="../tags/tag649.xml" /><Relationship Id="rId17" Type="http://schemas.openxmlformats.org/officeDocument/2006/relationships/tags" Target="../tags/tag650.xml" /><Relationship Id="rId18" Type="http://schemas.openxmlformats.org/officeDocument/2006/relationships/tags" Target="../tags/tag651.xml" /><Relationship Id="rId19" Type="http://schemas.openxmlformats.org/officeDocument/2006/relationships/tags" Target="../tags/tag652.xml" /><Relationship Id="rId2" Type="http://schemas.openxmlformats.org/officeDocument/2006/relationships/tags" Target="../tags/tag637.xml" /><Relationship Id="rId20" Type="http://schemas.openxmlformats.org/officeDocument/2006/relationships/tags" Target="../tags/tag653.xml" /><Relationship Id="rId21" Type="http://schemas.openxmlformats.org/officeDocument/2006/relationships/tags" Target="../tags/tag654.xml" /><Relationship Id="rId22" Type="http://schemas.openxmlformats.org/officeDocument/2006/relationships/tags" Target="../tags/tag655.xml" /><Relationship Id="rId23" Type="http://schemas.openxmlformats.org/officeDocument/2006/relationships/tags" Target="../tags/tag656.xml" /><Relationship Id="rId24" Type="http://schemas.openxmlformats.org/officeDocument/2006/relationships/tags" Target="../tags/tag657.xml" /><Relationship Id="rId25" Type="http://schemas.openxmlformats.org/officeDocument/2006/relationships/tags" Target="../tags/tag658.xml" /><Relationship Id="rId26" Type="http://schemas.openxmlformats.org/officeDocument/2006/relationships/tags" Target="../tags/tag659.xml" /><Relationship Id="rId27" Type="http://schemas.openxmlformats.org/officeDocument/2006/relationships/tags" Target="../tags/tag660.xml" /><Relationship Id="rId28" Type="http://schemas.openxmlformats.org/officeDocument/2006/relationships/tags" Target="../tags/tag661.xml" /><Relationship Id="rId29" Type="http://schemas.openxmlformats.org/officeDocument/2006/relationships/tags" Target="../tags/tag662.xml" /><Relationship Id="rId3" Type="http://schemas.openxmlformats.org/officeDocument/2006/relationships/tags" Target="../tags/tag638.xml" /><Relationship Id="rId30" Type="http://schemas.openxmlformats.org/officeDocument/2006/relationships/tags" Target="../tags/tag663.xml" /><Relationship Id="rId31" Type="http://schemas.openxmlformats.org/officeDocument/2006/relationships/tags" Target="../tags/tag664.xml" /><Relationship Id="rId32" Type="http://schemas.openxmlformats.org/officeDocument/2006/relationships/oleObject" Target="../embeddings/oleObject22.bin" TargetMode="Internal" /><Relationship Id="rId33" Type="http://schemas.openxmlformats.org/officeDocument/2006/relationships/image" Target="../media/image40.emf" /><Relationship Id="rId34" Type="http://schemas.openxmlformats.org/officeDocument/2006/relationships/tags" Target="../tags/tag665.xml" /><Relationship Id="rId35" Type="http://schemas.openxmlformats.org/officeDocument/2006/relationships/oleObject" Target="../embeddings/oleObject23.bin" TargetMode="Internal" /><Relationship Id="rId36" Type="http://schemas.openxmlformats.org/officeDocument/2006/relationships/image" Target="../media/image41.emf" /><Relationship Id="rId37" Type="http://schemas.openxmlformats.org/officeDocument/2006/relationships/vmlDrawing" Target="../drawings/vmlDrawing11.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639.xml" /><Relationship Id="rId7" Type="http://schemas.openxmlformats.org/officeDocument/2006/relationships/tags" Target="../tags/tag640.xml" /><Relationship Id="rId8" Type="http://schemas.openxmlformats.org/officeDocument/2006/relationships/tags" Target="../tags/tag641.xml" /><Relationship Id="rId9" Type="http://schemas.openxmlformats.org/officeDocument/2006/relationships/tags" Target="../tags/tag642.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72.xml" /><Relationship Id="rId11" Type="http://schemas.openxmlformats.org/officeDocument/2006/relationships/tags" Target="../tags/tag673.xml" /><Relationship Id="rId12" Type="http://schemas.openxmlformats.org/officeDocument/2006/relationships/tags" Target="../tags/tag674.xml" /><Relationship Id="rId13" Type="http://schemas.openxmlformats.org/officeDocument/2006/relationships/tags" Target="../tags/tag675.xml" /><Relationship Id="rId14" Type="http://schemas.openxmlformats.org/officeDocument/2006/relationships/tags" Target="../tags/tag676.xml" /><Relationship Id="rId15" Type="http://schemas.openxmlformats.org/officeDocument/2006/relationships/tags" Target="../tags/tag677.xml" /><Relationship Id="rId16" Type="http://schemas.openxmlformats.org/officeDocument/2006/relationships/tags" Target="../tags/tag678.xml" /><Relationship Id="rId17" Type="http://schemas.openxmlformats.org/officeDocument/2006/relationships/tags" Target="../tags/tag679.xml" /><Relationship Id="rId18" Type="http://schemas.openxmlformats.org/officeDocument/2006/relationships/tags" Target="../tags/tag680.xml" /><Relationship Id="rId19" Type="http://schemas.openxmlformats.org/officeDocument/2006/relationships/tags" Target="../tags/tag681.xml" /><Relationship Id="rId2" Type="http://schemas.openxmlformats.org/officeDocument/2006/relationships/tags" Target="../tags/tag666.xml" /><Relationship Id="rId20" Type="http://schemas.openxmlformats.org/officeDocument/2006/relationships/tags" Target="../tags/tag682.xml" /><Relationship Id="rId21" Type="http://schemas.openxmlformats.org/officeDocument/2006/relationships/tags" Target="../tags/tag683.xml" /><Relationship Id="rId22" Type="http://schemas.openxmlformats.org/officeDocument/2006/relationships/tags" Target="../tags/tag684.xml" /><Relationship Id="rId23" Type="http://schemas.openxmlformats.org/officeDocument/2006/relationships/tags" Target="../tags/tag685.xml" /><Relationship Id="rId24" Type="http://schemas.openxmlformats.org/officeDocument/2006/relationships/tags" Target="../tags/tag686.xml" /><Relationship Id="rId25" Type="http://schemas.openxmlformats.org/officeDocument/2006/relationships/tags" Target="../tags/tag687.xml" /><Relationship Id="rId26" Type="http://schemas.openxmlformats.org/officeDocument/2006/relationships/tags" Target="../tags/tag688.xml" /><Relationship Id="rId3" Type="http://schemas.openxmlformats.org/officeDocument/2006/relationships/tags" Target="../tags/tag667.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668.xml" /><Relationship Id="rId7" Type="http://schemas.openxmlformats.org/officeDocument/2006/relationships/tags" Target="../tags/tag669.xml" /><Relationship Id="rId8" Type="http://schemas.openxmlformats.org/officeDocument/2006/relationships/tags" Target="../tags/tag670.xml" /><Relationship Id="rId9" Type="http://schemas.openxmlformats.org/officeDocument/2006/relationships/tags" Target="../tags/tag671.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96.xml" /><Relationship Id="rId11" Type="http://schemas.openxmlformats.org/officeDocument/2006/relationships/tags" Target="../tags/tag697.xml" /><Relationship Id="rId12" Type="http://schemas.openxmlformats.org/officeDocument/2006/relationships/tags" Target="../tags/tag698.xml" /><Relationship Id="rId13" Type="http://schemas.openxmlformats.org/officeDocument/2006/relationships/tags" Target="../tags/tag699.xml" /><Relationship Id="rId14" Type="http://schemas.openxmlformats.org/officeDocument/2006/relationships/tags" Target="../tags/tag700.xml" /><Relationship Id="rId15" Type="http://schemas.openxmlformats.org/officeDocument/2006/relationships/tags" Target="../tags/tag701.xml" /><Relationship Id="rId16" Type="http://schemas.openxmlformats.org/officeDocument/2006/relationships/tags" Target="../tags/tag702.xml" /><Relationship Id="rId17" Type="http://schemas.openxmlformats.org/officeDocument/2006/relationships/tags" Target="../tags/tag703.xml" /><Relationship Id="rId18" Type="http://schemas.openxmlformats.org/officeDocument/2006/relationships/tags" Target="../tags/tag704.xml" /><Relationship Id="rId19" Type="http://schemas.openxmlformats.org/officeDocument/2006/relationships/tags" Target="../tags/tag705.xml" /><Relationship Id="rId2" Type="http://schemas.openxmlformats.org/officeDocument/2006/relationships/tags" Target="../tags/tag689.xml" /><Relationship Id="rId20" Type="http://schemas.openxmlformats.org/officeDocument/2006/relationships/tags" Target="../tags/tag706.xml" /><Relationship Id="rId21" Type="http://schemas.openxmlformats.org/officeDocument/2006/relationships/tags" Target="../tags/tag707.xml" /><Relationship Id="rId22" Type="http://schemas.openxmlformats.org/officeDocument/2006/relationships/tags" Target="../tags/tag708.xml" /><Relationship Id="rId23" Type="http://schemas.openxmlformats.org/officeDocument/2006/relationships/tags" Target="../tags/tag709.xml" /><Relationship Id="rId24" Type="http://schemas.openxmlformats.org/officeDocument/2006/relationships/tags" Target="../tags/tag710.xml" /><Relationship Id="rId25" Type="http://schemas.openxmlformats.org/officeDocument/2006/relationships/tags" Target="../tags/tag711.xml" /><Relationship Id="rId26" Type="http://schemas.openxmlformats.org/officeDocument/2006/relationships/tags" Target="../tags/tag712.xml" /><Relationship Id="rId27" Type="http://schemas.openxmlformats.org/officeDocument/2006/relationships/tags" Target="../tags/tag713.xml" /><Relationship Id="rId28" Type="http://schemas.openxmlformats.org/officeDocument/2006/relationships/tags" Target="../tags/tag714.xml" /><Relationship Id="rId29" Type="http://schemas.openxmlformats.org/officeDocument/2006/relationships/tags" Target="../tags/tag715.xml" /><Relationship Id="rId3" Type="http://schemas.openxmlformats.org/officeDocument/2006/relationships/tags" Target="../tags/tag690.xml" /><Relationship Id="rId30" Type="http://schemas.openxmlformats.org/officeDocument/2006/relationships/tags" Target="../tags/tag716.xml" /><Relationship Id="rId31" Type="http://schemas.openxmlformats.org/officeDocument/2006/relationships/tags" Target="../tags/tag717.xml" /><Relationship Id="rId32" Type="http://schemas.openxmlformats.org/officeDocument/2006/relationships/tags" Target="../tags/tag718.xml" /><Relationship Id="rId33" Type="http://schemas.openxmlformats.org/officeDocument/2006/relationships/tags" Target="../tags/tag719.xml" /><Relationship Id="rId34" Type="http://schemas.openxmlformats.org/officeDocument/2006/relationships/tags" Target="../tags/tag720.xml" /><Relationship Id="rId35" Type="http://schemas.openxmlformats.org/officeDocument/2006/relationships/tags" Target="../tags/tag721.xml" /><Relationship Id="rId36" Type="http://schemas.openxmlformats.org/officeDocument/2006/relationships/tags" Target="../tags/tag722.xml" /><Relationship Id="rId37" Type="http://schemas.openxmlformats.org/officeDocument/2006/relationships/tags" Target="../tags/tag723.xml" /><Relationship Id="rId38" Type="http://schemas.openxmlformats.org/officeDocument/2006/relationships/tags" Target="../tags/tag724.xml" /><Relationship Id="rId39" Type="http://schemas.openxmlformats.org/officeDocument/2006/relationships/tags" Target="../tags/tag725.xml" /><Relationship Id="rId4" Type="http://schemas.openxmlformats.org/officeDocument/2006/relationships/image" Target="../media/image6.jpeg" /><Relationship Id="rId40" Type="http://schemas.openxmlformats.org/officeDocument/2006/relationships/tags" Target="../tags/tag726.xml" /><Relationship Id="rId41" Type="http://schemas.openxmlformats.org/officeDocument/2006/relationships/tags" Target="../tags/tag727.xml" /><Relationship Id="rId42" Type="http://schemas.openxmlformats.org/officeDocument/2006/relationships/tags" Target="../tags/tag728.xml" /><Relationship Id="rId43" Type="http://schemas.openxmlformats.org/officeDocument/2006/relationships/tags" Target="../tags/tag729.xml" /><Relationship Id="rId5" Type="http://schemas.openxmlformats.org/officeDocument/2006/relationships/tags" Target="../tags/tag691.xml" /><Relationship Id="rId6" Type="http://schemas.openxmlformats.org/officeDocument/2006/relationships/tags" Target="../tags/tag692.xml" /><Relationship Id="rId7" Type="http://schemas.openxmlformats.org/officeDocument/2006/relationships/tags" Target="../tags/tag693.xml" /><Relationship Id="rId8" Type="http://schemas.openxmlformats.org/officeDocument/2006/relationships/tags" Target="../tags/tag694.xml" /><Relationship Id="rId9" Type="http://schemas.openxmlformats.org/officeDocument/2006/relationships/tags" Target="../tags/tag695.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36.xml" /><Relationship Id="rId11" Type="http://schemas.openxmlformats.org/officeDocument/2006/relationships/tags" Target="../tags/tag737.xml" /><Relationship Id="rId12" Type="http://schemas.openxmlformats.org/officeDocument/2006/relationships/tags" Target="../tags/tag738.xml" /><Relationship Id="rId13" Type="http://schemas.openxmlformats.org/officeDocument/2006/relationships/tags" Target="../tags/tag739.xml" /><Relationship Id="rId14" Type="http://schemas.openxmlformats.org/officeDocument/2006/relationships/tags" Target="../tags/tag740.xml" /><Relationship Id="rId15" Type="http://schemas.openxmlformats.org/officeDocument/2006/relationships/tags" Target="../tags/tag741.xml" /><Relationship Id="rId16" Type="http://schemas.openxmlformats.org/officeDocument/2006/relationships/tags" Target="../tags/tag742.xml" /><Relationship Id="rId17" Type="http://schemas.openxmlformats.org/officeDocument/2006/relationships/tags" Target="../tags/tag743.xml" /><Relationship Id="rId18" Type="http://schemas.openxmlformats.org/officeDocument/2006/relationships/tags" Target="../tags/tag744.xml" /><Relationship Id="rId19" Type="http://schemas.openxmlformats.org/officeDocument/2006/relationships/tags" Target="../tags/tag745.xml" /><Relationship Id="rId2" Type="http://schemas.openxmlformats.org/officeDocument/2006/relationships/tags" Target="../tags/tag730.xml" /><Relationship Id="rId20" Type="http://schemas.openxmlformats.org/officeDocument/2006/relationships/tags" Target="../tags/tag746.xml" /><Relationship Id="rId21" Type="http://schemas.openxmlformats.org/officeDocument/2006/relationships/tags" Target="../tags/tag747.xml" /><Relationship Id="rId22" Type="http://schemas.openxmlformats.org/officeDocument/2006/relationships/tags" Target="../tags/tag748.xml" /><Relationship Id="rId23" Type="http://schemas.openxmlformats.org/officeDocument/2006/relationships/tags" Target="../tags/tag749.xml" /><Relationship Id="rId24" Type="http://schemas.openxmlformats.org/officeDocument/2006/relationships/tags" Target="../tags/tag750.xml" /><Relationship Id="rId25" Type="http://schemas.openxmlformats.org/officeDocument/2006/relationships/image" Target="../media/image42.png" /><Relationship Id="rId26" Type="http://schemas.openxmlformats.org/officeDocument/2006/relationships/tags" Target="../tags/tag751.xml" /><Relationship Id="rId27" Type="http://schemas.openxmlformats.org/officeDocument/2006/relationships/tags" Target="../tags/tag752.xml" /><Relationship Id="rId3" Type="http://schemas.openxmlformats.org/officeDocument/2006/relationships/tags" Target="../tags/tag731.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732.xml" /><Relationship Id="rId7" Type="http://schemas.openxmlformats.org/officeDocument/2006/relationships/tags" Target="../tags/tag733.xml" /><Relationship Id="rId8" Type="http://schemas.openxmlformats.org/officeDocument/2006/relationships/tags" Target="../tags/tag734.xml" /><Relationship Id="rId9" Type="http://schemas.openxmlformats.org/officeDocument/2006/relationships/tags" Target="../tags/tag735.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59.xml" /><Relationship Id="rId11" Type="http://schemas.openxmlformats.org/officeDocument/2006/relationships/tags" Target="../tags/tag760.xml" /><Relationship Id="rId12" Type="http://schemas.openxmlformats.org/officeDocument/2006/relationships/tags" Target="../tags/tag761.xml" /><Relationship Id="rId13" Type="http://schemas.openxmlformats.org/officeDocument/2006/relationships/tags" Target="../tags/tag762.xml" /><Relationship Id="rId14" Type="http://schemas.openxmlformats.org/officeDocument/2006/relationships/tags" Target="../tags/tag763.xml" /><Relationship Id="rId15" Type="http://schemas.openxmlformats.org/officeDocument/2006/relationships/tags" Target="../tags/tag764.xml" /><Relationship Id="rId16" Type="http://schemas.openxmlformats.org/officeDocument/2006/relationships/tags" Target="../tags/tag765.xml" /><Relationship Id="rId17" Type="http://schemas.openxmlformats.org/officeDocument/2006/relationships/tags" Target="../tags/tag766.xml" /><Relationship Id="rId18" Type="http://schemas.openxmlformats.org/officeDocument/2006/relationships/tags" Target="../tags/tag767.xml" /><Relationship Id="rId19" Type="http://schemas.openxmlformats.org/officeDocument/2006/relationships/tags" Target="../tags/tag768.xml" /><Relationship Id="rId2" Type="http://schemas.openxmlformats.org/officeDocument/2006/relationships/tags" Target="../tags/tag753.xml" /><Relationship Id="rId20" Type="http://schemas.openxmlformats.org/officeDocument/2006/relationships/tags" Target="../tags/tag769.xml" /><Relationship Id="rId21" Type="http://schemas.openxmlformats.org/officeDocument/2006/relationships/tags" Target="../tags/tag770.xml" /><Relationship Id="rId22" Type="http://schemas.openxmlformats.org/officeDocument/2006/relationships/tags" Target="../tags/tag771.xml" /><Relationship Id="rId23" Type="http://schemas.openxmlformats.org/officeDocument/2006/relationships/tags" Target="../tags/tag772.xml" /><Relationship Id="rId24" Type="http://schemas.openxmlformats.org/officeDocument/2006/relationships/tags" Target="../tags/tag773.xml" /><Relationship Id="rId25" Type="http://schemas.openxmlformats.org/officeDocument/2006/relationships/tags" Target="../tags/tag774.xml" /><Relationship Id="rId26" Type="http://schemas.openxmlformats.org/officeDocument/2006/relationships/tags" Target="../tags/tag775.xml" /><Relationship Id="rId27" Type="http://schemas.openxmlformats.org/officeDocument/2006/relationships/tags" Target="../tags/tag776.xml" /><Relationship Id="rId28" Type="http://schemas.openxmlformats.org/officeDocument/2006/relationships/tags" Target="../tags/tag777.xml" /><Relationship Id="rId29" Type="http://schemas.openxmlformats.org/officeDocument/2006/relationships/tags" Target="../tags/tag778.xml" /><Relationship Id="rId3" Type="http://schemas.openxmlformats.org/officeDocument/2006/relationships/tags" Target="../tags/tag754.xml" /><Relationship Id="rId30" Type="http://schemas.openxmlformats.org/officeDocument/2006/relationships/tags" Target="../tags/tag779.xml" /><Relationship Id="rId31" Type="http://schemas.openxmlformats.org/officeDocument/2006/relationships/tags" Target="../tags/tag780.xml" /><Relationship Id="rId32" Type="http://schemas.openxmlformats.org/officeDocument/2006/relationships/tags" Target="../tags/tag781.xml" /><Relationship Id="rId33" Type="http://schemas.openxmlformats.org/officeDocument/2006/relationships/tags" Target="../tags/tag782.xml" /><Relationship Id="rId34" Type="http://schemas.openxmlformats.org/officeDocument/2006/relationships/tags" Target="../tags/tag783.xml" /><Relationship Id="rId35" Type="http://schemas.openxmlformats.org/officeDocument/2006/relationships/tags" Target="../tags/tag784.xml" /><Relationship Id="rId36" Type="http://schemas.openxmlformats.org/officeDocument/2006/relationships/tags" Target="../tags/tag785.xml" /><Relationship Id="rId37" Type="http://schemas.openxmlformats.org/officeDocument/2006/relationships/tags" Target="../tags/tag786.xml" /><Relationship Id="rId38" Type="http://schemas.openxmlformats.org/officeDocument/2006/relationships/tags" Target="../tags/tag787.xml" /><Relationship Id="rId39" Type="http://schemas.openxmlformats.org/officeDocument/2006/relationships/tags" Target="../tags/tag788.xml" /><Relationship Id="rId4" Type="http://schemas.openxmlformats.org/officeDocument/2006/relationships/image" Target="../media/image4.png" /><Relationship Id="rId40" Type="http://schemas.openxmlformats.org/officeDocument/2006/relationships/tags" Target="../tags/tag789.xml" /><Relationship Id="rId41" Type="http://schemas.openxmlformats.org/officeDocument/2006/relationships/tags" Target="../tags/tag790.xml" /><Relationship Id="rId42" Type="http://schemas.openxmlformats.org/officeDocument/2006/relationships/tags" Target="../tags/tag791.xml" /><Relationship Id="rId5" Type="http://schemas.microsoft.com/office/2007/relationships/hdphoto" Target="../media/image5.wdp" /><Relationship Id="rId6" Type="http://schemas.openxmlformats.org/officeDocument/2006/relationships/tags" Target="../tags/tag755.xml" /><Relationship Id="rId7" Type="http://schemas.openxmlformats.org/officeDocument/2006/relationships/tags" Target="../tags/tag756.xml" /><Relationship Id="rId8" Type="http://schemas.openxmlformats.org/officeDocument/2006/relationships/tags" Target="../tags/tag757.xml" /><Relationship Id="rId9" Type="http://schemas.openxmlformats.org/officeDocument/2006/relationships/tags" Target="../tags/tag758.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98.xml" /><Relationship Id="rId11" Type="http://schemas.openxmlformats.org/officeDocument/2006/relationships/tags" Target="../tags/tag799.xml" /><Relationship Id="rId12" Type="http://schemas.openxmlformats.org/officeDocument/2006/relationships/tags" Target="../tags/tag800.xml" /><Relationship Id="rId13" Type="http://schemas.openxmlformats.org/officeDocument/2006/relationships/tags" Target="../tags/tag801.xml" /><Relationship Id="rId14" Type="http://schemas.openxmlformats.org/officeDocument/2006/relationships/tags" Target="../tags/tag802.xml" /><Relationship Id="rId15" Type="http://schemas.openxmlformats.org/officeDocument/2006/relationships/tags" Target="../tags/tag803.xml" /><Relationship Id="rId16" Type="http://schemas.openxmlformats.org/officeDocument/2006/relationships/tags" Target="../tags/tag804.xml" /><Relationship Id="rId17" Type="http://schemas.openxmlformats.org/officeDocument/2006/relationships/tags" Target="../tags/tag805.xml" /><Relationship Id="rId18" Type="http://schemas.openxmlformats.org/officeDocument/2006/relationships/tags" Target="../tags/tag806.xml" /><Relationship Id="rId19" Type="http://schemas.openxmlformats.org/officeDocument/2006/relationships/tags" Target="../tags/tag807.xml" /><Relationship Id="rId2" Type="http://schemas.openxmlformats.org/officeDocument/2006/relationships/tags" Target="../tags/tag792.xml" /><Relationship Id="rId20" Type="http://schemas.openxmlformats.org/officeDocument/2006/relationships/tags" Target="../tags/tag808.xml" /><Relationship Id="rId21" Type="http://schemas.openxmlformats.org/officeDocument/2006/relationships/tags" Target="../tags/tag809.xml" /><Relationship Id="rId22" Type="http://schemas.openxmlformats.org/officeDocument/2006/relationships/tags" Target="../tags/tag810.xml" /><Relationship Id="rId23" Type="http://schemas.openxmlformats.org/officeDocument/2006/relationships/tags" Target="../tags/tag811.xml" /><Relationship Id="rId24" Type="http://schemas.openxmlformats.org/officeDocument/2006/relationships/tags" Target="../tags/tag812.xml" /><Relationship Id="rId25" Type="http://schemas.openxmlformats.org/officeDocument/2006/relationships/tags" Target="../tags/tag813.xml" /><Relationship Id="rId26" Type="http://schemas.openxmlformats.org/officeDocument/2006/relationships/tags" Target="../tags/tag814.xml" /><Relationship Id="rId27" Type="http://schemas.openxmlformats.org/officeDocument/2006/relationships/tags" Target="../tags/tag815.xml" /><Relationship Id="rId28" Type="http://schemas.openxmlformats.org/officeDocument/2006/relationships/tags" Target="../tags/tag816.xml" /><Relationship Id="rId29" Type="http://schemas.openxmlformats.org/officeDocument/2006/relationships/tags" Target="../tags/tag817.xml" /><Relationship Id="rId3" Type="http://schemas.openxmlformats.org/officeDocument/2006/relationships/tags" Target="../tags/tag793.xml" /><Relationship Id="rId30" Type="http://schemas.openxmlformats.org/officeDocument/2006/relationships/tags" Target="../tags/tag818.xml" /><Relationship Id="rId31" Type="http://schemas.openxmlformats.org/officeDocument/2006/relationships/tags" Target="../tags/tag819.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794.xml" /><Relationship Id="rId7" Type="http://schemas.openxmlformats.org/officeDocument/2006/relationships/tags" Target="../tags/tag795.xml" /><Relationship Id="rId8" Type="http://schemas.openxmlformats.org/officeDocument/2006/relationships/tags" Target="../tags/tag796.xml" /><Relationship Id="rId9" Type="http://schemas.openxmlformats.org/officeDocument/2006/relationships/tags" Target="../tags/tag797.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26.xml" /><Relationship Id="rId11" Type="http://schemas.openxmlformats.org/officeDocument/2006/relationships/tags" Target="../tags/tag827.xml" /><Relationship Id="rId12" Type="http://schemas.openxmlformats.org/officeDocument/2006/relationships/tags" Target="../tags/tag828.xml" /><Relationship Id="rId13" Type="http://schemas.openxmlformats.org/officeDocument/2006/relationships/tags" Target="../tags/tag829.xml" /><Relationship Id="rId14" Type="http://schemas.openxmlformats.org/officeDocument/2006/relationships/tags" Target="../tags/tag830.xml" /><Relationship Id="rId15" Type="http://schemas.openxmlformats.org/officeDocument/2006/relationships/tags" Target="../tags/tag831.xml" /><Relationship Id="rId16" Type="http://schemas.openxmlformats.org/officeDocument/2006/relationships/tags" Target="../tags/tag832.xml" /><Relationship Id="rId17" Type="http://schemas.openxmlformats.org/officeDocument/2006/relationships/tags" Target="../tags/tag833.xml" /><Relationship Id="rId18" Type="http://schemas.openxmlformats.org/officeDocument/2006/relationships/tags" Target="../tags/tag834.xml" /><Relationship Id="rId19" Type="http://schemas.openxmlformats.org/officeDocument/2006/relationships/tags" Target="../tags/tag835.xml" /><Relationship Id="rId2" Type="http://schemas.openxmlformats.org/officeDocument/2006/relationships/tags" Target="../tags/tag820.xml" /><Relationship Id="rId20" Type="http://schemas.openxmlformats.org/officeDocument/2006/relationships/tags" Target="../tags/tag836.xml" /><Relationship Id="rId21" Type="http://schemas.openxmlformats.org/officeDocument/2006/relationships/tags" Target="../tags/tag837.xml" /><Relationship Id="rId22" Type="http://schemas.openxmlformats.org/officeDocument/2006/relationships/tags" Target="../tags/tag838.xml" /><Relationship Id="rId23" Type="http://schemas.openxmlformats.org/officeDocument/2006/relationships/tags" Target="../tags/tag839.xml" /><Relationship Id="rId24" Type="http://schemas.openxmlformats.org/officeDocument/2006/relationships/tags" Target="../tags/tag840.xml" /><Relationship Id="rId25" Type="http://schemas.openxmlformats.org/officeDocument/2006/relationships/tags" Target="../tags/tag841.xml" /><Relationship Id="rId26" Type="http://schemas.openxmlformats.org/officeDocument/2006/relationships/tags" Target="../tags/tag842.xml" /><Relationship Id="rId27" Type="http://schemas.openxmlformats.org/officeDocument/2006/relationships/tags" Target="../tags/tag843.xml" /><Relationship Id="rId3" Type="http://schemas.openxmlformats.org/officeDocument/2006/relationships/tags" Target="../tags/tag821.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822.xml" /><Relationship Id="rId7" Type="http://schemas.openxmlformats.org/officeDocument/2006/relationships/tags" Target="../tags/tag823.xml" /><Relationship Id="rId8" Type="http://schemas.openxmlformats.org/officeDocument/2006/relationships/tags" Target="../tags/tag824.xml" /><Relationship Id="rId9" Type="http://schemas.openxmlformats.org/officeDocument/2006/relationships/tags" Target="../tags/tag825.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51.xml" /><Relationship Id="rId11" Type="http://schemas.openxmlformats.org/officeDocument/2006/relationships/tags" Target="../tags/tag852.xml" /><Relationship Id="rId12" Type="http://schemas.openxmlformats.org/officeDocument/2006/relationships/tags" Target="../tags/tag853.xml" /><Relationship Id="rId13" Type="http://schemas.openxmlformats.org/officeDocument/2006/relationships/tags" Target="../tags/tag854.xml" /><Relationship Id="rId14" Type="http://schemas.openxmlformats.org/officeDocument/2006/relationships/tags" Target="../tags/tag855.xml" /><Relationship Id="rId15" Type="http://schemas.openxmlformats.org/officeDocument/2006/relationships/tags" Target="../tags/tag856.xml" /><Relationship Id="rId16" Type="http://schemas.openxmlformats.org/officeDocument/2006/relationships/tags" Target="../tags/tag857.xml" /><Relationship Id="rId17" Type="http://schemas.openxmlformats.org/officeDocument/2006/relationships/tags" Target="../tags/tag858.xml" /><Relationship Id="rId18" Type="http://schemas.openxmlformats.org/officeDocument/2006/relationships/tags" Target="../tags/tag859.xml" /><Relationship Id="rId19" Type="http://schemas.openxmlformats.org/officeDocument/2006/relationships/tags" Target="../tags/tag860.xml" /><Relationship Id="rId2" Type="http://schemas.openxmlformats.org/officeDocument/2006/relationships/tags" Target="../tags/tag844.xml" /><Relationship Id="rId20" Type="http://schemas.openxmlformats.org/officeDocument/2006/relationships/tags" Target="../tags/tag861.xml" /><Relationship Id="rId21" Type="http://schemas.openxmlformats.org/officeDocument/2006/relationships/tags" Target="../tags/tag862.xml" /><Relationship Id="rId22" Type="http://schemas.openxmlformats.org/officeDocument/2006/relationships/tags" Target="../tags/tag863.xml" /><Relationship Id="rId23" Type="http://schemas.openxmlformats.org/officeDocument/2006/relationships/tags" Target="../tags/tag864.xml" /><Relationship Id="rId24" Type="http://schemas.openxmlformats.org/officeDocument/2006/relationships/tags" Target="../tags/tag865.xml" /><Relationship Id="rId25" Type="http://schemas.openxmlformats.org/officeDocument/2006/relationships/tags" Target="../tags/tag866.xml" /><Relationship Id="rId26" Type="http://schemas.openxmlformats.org/officeDocument/2006/relationships/tags" Target="../tags/tag867.xml" /><Relationship Id="rId27" Type="http://schemas.openxmlformats.org/officeDocument/2006/relationships/tags" Target="../tags/tag868.xml" /><Relationship Id="rId28" Type="http://schemas.openxmlformats.org/officeDocument/2006/relationships/tags" Target="../tags/tag869.xml" /><Relationship Id="rId29" Type="http://schemas.openxmlformats.org/officeDocument/2006/relationships/tags" Target="../tags/tag870.xml" /><Relationship Id="rId3" Type="http://schemas.openxmlformats.org/officeDocument/2006/relationships/tags" Target="../tags/tag845.xml" /><Relationship Id="rId30" Type="http://schemas.openxmlformats.org/officeDocument/2006/relationships/tags" Target="../tags/tag871.xml" /><Relationship Id="rId31" Type="http://schemas.openxmlformats.org/officeDocument/2006/relationships/tags" Target="../tags/tag872.xml" /><Relationship Id="rId32" Type="http://schemas.openxmlformats.org/officeDocument/2006/relationships/tags" Target="../tags/tag873.xml" /><Relationship Id="rId33" Type="http://schemas.openxmlformats.org/officeDocument/2006/relationships/tags" Target="../tags/tag874.xml" /><Relationship Id="rId34" Type="http://schemas.openxmlformats.org/officeDocument/2006/relationships/tags" Target="../tags/tag875.xml" /><Relationship Id="rId35" Type="http://schemas.openxmlformats.org/officeDocument/2006/relationships/tags" Target="../tags/tag876.xml" /><Relationship Id="rId36" Type="http://schemas.openxmlformats.org/officeDocument/2006/relationships/tags" Target="../tags/tag877.xml" /><Relationship Id="rId37" Type="http://schemas.openxmlformats.org/officeDocument/2006/relationships/tags" Target="../tags/tag878.xml" /><Relationship Id="rId38" Type="http://schemas.openxmlformats.org/officeDocument/2006/relationships/tags" Target="../tags/tag879.xml" /><Relationship Id="rId39" Type="http://schemas.openxmlformats.org/officeDocument/2006/relationships/tags" Target="../tags/tag880.xml" /><Relationship Id="rId4" Type="http://schemas.openxmlformats.org/officeDocument/2006/relationships/image" Target="../media/image6.jpeg" /><Relationship Id="rId40" Type="http://schemas.openxmlformats.org/officeDocument/2006/relationships/tags" Target="../tags/tag881.xml" /><Relationship Id="rId41" Type="http://schemas.openxmlformats.org/officeDocument/2006/relationships/tags" Target="../tags/tag882.xml" /><Relationship Id="rId42" Type="http://schemas.openxmlformats.org/officeDocument/2006/relationships/tags" Target="../tags/tag883.xml" /><Relationship Id="rId43" Type="http://schemas.openxmlformats.org/officeDocument/2006/relationships/tags" Target="../tags/tag884.xml" /><Relationship Id="rId44" Type="http://schemas.openxmlformats.org/officeDocument/2006/relationships/image" Target="../media/image43.png" /><Relationship Id="rId45" Type="http://schemas.openxmlformats.org/officeDocument/2006/relationships/tags" Target="../tags/tag885.xml" /><Relationship Id="rId5" Type="http://schemas.openxmlformats.org/officeDocument/2006/relationships/tags" Target="../tags/tag846.xml" /><Relationship Id="rId6" Type="http://schemas.openxmlformats.org/officeDocument/2006/relationships/tags" Target="../tags/tag847.xml" /><Relationship Id="rId7" Type="http://schemas.openxmlformats.org/officeDocument/2006/relationships/tags" Target="../tags/tag848.xml" /><Relationship Id="rId8" Type="http://schemas.openxmlformats.org/officeDocument/2006/relationships/tags" Target="../tags/tag849.xml" /><Relationship Id="rId9" Type="http://schemas.openxmlformats.org/officeDocument/2006/relationships/tags" Target="../tags/tag850.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92.xml" /><Relationship Id="rId11" Type="http://schemas.openxmlformats.org/officeDocument/2006/relationships/tags" Target="../tags/tag893.xml" /><Relationship Id="rId12" Type="http://schemas.openxmlformats.org/officeDocument/2006/relationships/tags" Target="../tags/tag894.xml" /><Relationship Id="rId13" Type="http://schemas.openxmlformats.org/officeDocument/2006/relationships/tags" Target="../tags/tag895.xml" /><Relationship Id="rId14" Type="http://schemas.openxmlformats.org/officeDocument/2006/relationships/tags" Target="../tags/tag896.xml" /><Relationship Id="rId15" Type="http://schemas.openxmlformats.org/officeDocument/2006/relationships/tags" Target="../tags/tag897.xml" /><Relationship Id="rId16" Type="http://schemas.openxmlformats.org/officeDocument/2006/relationships/tags" Target="../tags/tag898.xml" /><Relationship Id="rId17" Type="http://schemas.openxmlformats.org/officeDocument/2006/relationships/tags" Target="../tags/tag899.xml" /><Relationship Id="rId18" Type="http://schemas.openxmlformats.org/officeDocument/2006/relationships/tags" Target="../tags/tag900.xml" /><Relationship Id="rId19" Type="http://schemas.openxmlformats.org/officeDocument/2006/relationships/tags" Target="../tags/tag901.xml" /><Relationship Id="rId2" Type="http://schemas.openxmlformats.org/officeDocument/2006/relationships/tags" Target="../tags/tag886.xml" /><Relationship Id="rId20" Type="http://schemas.openxmlformats.org/officeDocument/2006/relationships/tags" Target="../tags/tag902.xml" /><Relationship Id="rId21" Type="http://schemas.openxmlformats.org/officeDocument/2006/relationships/tags" Target="../tags/tag903.xml" /><Relationship Id="rId22" Type="http://schemas.openxmlformats.org/officeDocument/2006/relationships/tags" Target="../tags/tag904.xml" /><Relationship Id="rId23" Type="http://schemas.openxmlformats.org/officeDocument/2006/relationships/tags" Target="../tags/tag905.xml" /><Relationship Id="rId24" Type="http://schemas.openxmlformats.org/officeDocument/2006/relationships/tags" Target="../tags/tag906.xml" /><Relationship Id="rId25" Type="http://schemas.openxmlformats.org/officeDocument/2006/relationships/oleObject" Target="../embeddings/oleObject24.bin" TargetMode="Internal" /><Relationship Id="rId26" Type="http://schemas.openxmlformats.org/officeDocument/2006/relationships/image" Target="../media/image44.wmf" /><Relationship Id="rId27" Type="http://schemas.openxmlformats.org/officeDocument/2006/relationships/tags" Target="../tags/tag907.xml" /><Relationship Id="rId28" Type="http://schemas.openxmlformats.org/officeDocument/2006/relationships/tags" Target="../tags/tag908.xml" /><Relationship Id="rId29" Type="http://schemas.openxmlformats.org/officeDocument/2006/relationships/tags" Target="../tags/tag909.xml" /><Relationship Id="rId3" Type="http://schemas.openxmlformats.org/officeDocument/2006/relationships/tags" Target="../tags/tag887.xml" /><Relationship Id="rId30" Type="http://schemas.openxmlformats.org/officeDocument/2006/relationships/vmlDrawing" Target="../drawings/vmlDrawing12.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888.xml" /><Relationship Id="rId7" Type="http://schemas.openxmlformats.org/officeDocument/2006/relationships/tags" Target="../tags/tag889.xml" /><Relationship Id="rId8" Type="http://schemas.openxmlformats.org/officeDocument/2006/relationships/tags" Target="../tags/tag890.xml" /><Relationship Id="rId9" Type="http://schemas.openxmlformats.org/officeDocument/2006/relationships/tags" Target="../tags/tag891.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16.xml" /><Relationship Id="rId11" Type="http://schemas.openxmlformats.org/officeDocument/2006/relationships/tags" Target="../tags/tag917.xml" /><Relationship Id="rId12" Type="http://schemas.openxmlformats.org/officeDocument/2006/relationships/tags" Target="../tags/tag918.xml" /><Relationship Id="rId13" Type="http://schemas.openxmlformats.org/officeDocument/2006/relationships/tags" Target="../tags/tag919.xml" /><Relationship Id="rId14" Type="http://schemas.openxmlformats.org/officeDocument/2006/relationships/tags" Target="../tags/tag920.xml" /><Relationship Id="rId15" Type="http://schemas.openxmlformats.org/officeDocument/2006/relationships/tags" Target="../tags/tag921.xml" /><Relationship Id="rId16" Type="http://schemas.openxmlformats.org/officeDocument/2006/relationships/tags" Target="../tags/tag922.xml" /><Relationship Id="rId17" Type="http://schemas.openxmlformats.org/officeDocument/2006/relationships/tags" Target="../tags/tag923.xml" /><Relationship Id="rId18" Type="http://schemas.openxmlformats.org/officeDocument/2006/relationships/tags" Target="../tags/tag924.xml" /><Relationship Id="rId19" Type="http://schemas.openxmlformats.org/officeDocument/2006/relationships/tags" Target="../tags/tag925.xml" /><Relationship Id="rId2" Type="http://schemas.openxmlformats.org/officeDocument/2006/relationships/tags" Target="../tags/tag910.xml" /><Relationship Id="rId20" Type="http://schemas.openxmlformats.org/officeDocument/2006/relationships/tags" Target="../tags/tag926.xml" /><Relationship Id="rId21" Type="http://schemas.openxmlformats.org/officeDocument/2006/relationships/tags" Target="../tags/tag927.xml" /><Relationship Id="rId22" Type="http://schemas.openxmlformats.org/officeDocument/2006/relationships/tags" Target="../tags/tag928.xml" /><Relationship Id="rId23" Type="http://schemas.openxmlformats.org/officeDocument/2006/relationships/tags" Target="../tags/tag929.xml" /><Relationship Id="rId24" Type="http://schemas.openxmlformats.org/officeDocument/2006/relationships/tags" Target="../tags/tag930.xml" /><Relationship Id="rId25" Type="http://schemas.openxmlformats.org/officeDocument/2006/relationships/oleObject" Target="../embeddings/oleObject25.bin" TargetMode="Internal" /><Relationship Id="rId26" Type="http://schemas.openxmlformats.org/officeDocument/2006/relationships/image" Target="../media/image45.wmf" /><Relationship Id="rId27" Type="http://schemas.openxmlformats.org/officeDocument/2006/relationships/tags" Target="../tags/tag931.xml" /><Relationship Id="rId28" Type="http://schemas.openxmlformats.org/officeDocument/2006/relationships/tags" Target="../tags/tag932.xml" /><Relationship Id="rId29" Type="http://schemas.openxmlformats.org/officeDocument/2006/relationships/tags" Target="../tags/tag933.xml" /><Relationship Id="rId3" Type="http://schemas.openxmlformats.org/officeDocument/2006/relationships/tags" Target="../tags/tag911.xml" /><Relationship Id="rId30" Type="http://schemas.openxmlformats.org/officeDocument/2006/relationships/vmlDrawing" Target="../drawings/vmlDrawing13.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912.xml" /><Relationship Id="rId7" Type="http://schemas.openxmlformats.org/officeDocument/2006/relationships/tags" Target="../tags/tag913.xml" /><Relationship Id="rId8" Type="http://schemas.openxmlformats.org/officeDocument/2006/relationships/tags" Target="../tags/tag914.xml" /><Relationship Id="rId9" Type="http://schemas.openxmlformats.org/officeDocument/2006/relationships/tags" Target="../tags/tag915.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40.xml" /><Relationship Id="rId11" Type="http://schemas.openxmlformats.org/officeDocument/2006/relationships/tags" Target="../tags/tag941.xml" /><Relationship Id="rId12" Type="http://schemas.openxmlformats.org/officeDocument/2006/relationships/tags" Target="../tags/tag942.xml" /><Relationship Id="rId13" Type="http://schemas.openxmlformats.org/officeDocument/2006/relationships/tags" Target="../tags/tag943.xml" /><Relationship Id="rId14" Type="http://schemas.openxmlformats.org/officeDocument/2006/relationships/tags" Target="../tags/tag944.xml" /><Relationship Id="rId15" Type="http://schemas.openxmlformats.org/officeDocument/2006/relationships/tags" Target="../tags/tag945.xml" /><Relationship Id="rId16" Type="http://schemas.openxmlformats.org/officeDocument/2006/relationships/tags" Target="../tags/tag946.xml" /><Relationship Id="rId17" Type="http://schemas.openxmlformats.org/officeDocument/2006/relationships/tags" Target="../tags/tag947.xml" /><Relationship Id="rId18" Type="http://schemas.openxmlformats.org/officeDocument/2006/relationships/tags" Target="../tags/tag948.xml" /><Relationship Id="rId19" Type="http://schemas.openxmlformats.org/officeDocument/2006/relationships/tags" Target="../tags/tag949.xml" /><Relationship Id="rId2" Type="http://schemas.openxmlformats.org/officeDocument/2006/relationships/tags" Target="../tags/tag934.xml" /><Relationship Id="rId20" Type="http://schemas.openxmlformats.org/officeDocument/2006/relationships/tags" Target="../tags/tag950.xml" /><Relationship Id="rId21" Type="http://schemas.openxmlformats.org/officeDocument/2006/relationships/tags" Target="../tags/tag951.xml" /><Relationship Id="rId22" Type="http://schemas.openxmlformats.org/officeDocument/2006/relationships/tags" Target="../tags/tag952.xml" /><Relationship Id="rId23" Type="http://schemas.openxmlformats.org/officeDocument/2006/relationships/tags" Target="../tags/tag953.xml" /><Relationship Id="rId24" Type="http://schemas.openxmlformats.org/officeDocument/2006/relationships/tags" Target="../tags/tag954.xml" /><Relationship Id="rId25" Type="http://schemas.openxmlformats.org/officeDocument/2006/relationships/oleObject" Target="../embeddings/oleObject26.bin" TargetMode="Internal" /><Relationship Id="rId26" Type="http://schemas.openxmlformats.org/officeDocument/2006/relationships/image" Target="../media/image46.wmf" /><Relationship Id="rId27" Type="http://schemas.openxmlformats.org/officeDocument/2006/relationships/tags" Target="../tags/tag955.xml" /><Relationship Id="rId28" Type="http://schemas.openxmlformats.org/officeDocument/2006/relationships/oleObject" Target="../embeddings/oleObject27.bin" TargetMode="Internal" /><Relationship Id="rId29" Type="http://schemas.openxmlformats.org/officeDocument/2006/relationships/image" Target="../media/image47.wmf" /><Relationship Id="rId3" Type="http://schemas.openxmlformats.org/officeDocument/2006/relationships/tags" Target="../tags/tag935.xml" /><Relationship Id="rId30" Type="http://schemas.openxmlformats.org/officeDocument/2006/relationships/tags" Target="../tags/tag956.xml" /><Relationship Id="rId31" Type="http://schemas.openxmlformats.org/officeDocument/2006/relationships/oleObject" Target="../embeddings/oleObject28.bin" TargetMode="Internal" /><Relationship Id="rId32" Type="http://schemas.openxmlformats.org/officeDocument/2006/relationships/image" Target="../media/image48.wmf" /><Relationship Id="rId33" Type="http://schemas.openxmlformats.org/officeDocument/2006/relationships/tags" Target="../tags/tag957.xml" /><Relationship Id="rId34" Type="http://schemas.openxmlformats.org/officeDocument/2006/relationships/oleObject" Target="../embeddings/oleObject29.bin" TargetMode="Internal" /><Relationship Id="rId35" Type="http://schemas.openxmlformats.org/officeDocument/2006/relationships/image" Target="../media/image49.wmf" /><Relationship Id="rId36" Type="http://schemas.openxmlformats.org/officeDocument/2006/relationships/tags" Target="../tags/tag958.xml" /><Relationship Id="rId37" Type="http://schemas.openxmlformats.org/officeDocument/2006/relationships/oleObject" Target="../embeddings/oleObject30.bin" TargetMode="Internal" /><Relationship Id="rId38" Type="http://schemas.openxmlformats.org/officeDocument/2006/relationships/image" Target="../media/image50.wmf" /><Relationship Id="rId39" Type="http://schemas.openxmlformats.org/officeDocument/2006/relationships/tags" Target="../tags/tag959.xml" /><Relationship Id="rId4" Type="http://schemas.openxmlformats.org/officeDocument/2006/relationships/image" Target="../media/image4.png" /><Relationship Id="rId40" Type="http://schemas.openxmlformats.org/officeDocument/2006/relationships/oleObject" Target="../embeddings/oleObject31.bin" TargetMode="Internal" /><Relationship Id="rId41" Type="http://schemas.openxmlformats.org/officeDocument/2006/relationships/image" Target="../media/image51.wmf" /><Relationship Id="rId42" Type="http://schemas.openxmlformats.org/officeDocument/2006/relationships/tags" Target="../tags/tag960.xml" /><Relationship Id="rId43" Type="http://schemas.openxmlformats.org/officeDocument/2006/relationships/oleObject" Target="../embeddings/oleObject32.bin" TargetMode="Internal" /><Relationship Id="rId44" Type="http://schemas.openxmlformats.org/officeDocument/2006/relationships/image" Target="../media/image52.wmf" /><Relationship Id="rId45" Type="http://schemas.openxmlformats.org/officeDocument/2006/relationships/tags" Target="../tags/tag961.xml" /><Relationship Id="rId46" Type="http://schemas.openxmlformats.org/officeDocument/2006/relationships/oleObject" Target="../embeddings/oleObject33.bin" TargetMode="Internal" /><Relationship Id="rId47" Type="http://schemas.openxmlformats.org/officeDocument/2006/relationships/image" Target="../media/image53.wmf" /><Relationship Id="rId48" Type="http://schemas.openxmlformats.org/officeDocument/2006/relationships/tags" Target="../tags/tag962.xml" /><Relationship Id="rId49" Type="http://schemas.openxmlformats.org/officeDocument/2006/relationships/oleObject" Target="../embeddings/oleObject34.bin" TargetMode="Internal" /><Relationship Id="rId5" Type="http://schemas.microsoft.com/office/2007/relationships/hdphoto" Target="../media/image5.wdp" /><Relationship Id="rId50" Type="http://schemas.openxmlformats.org/officeDocument/2006/relationships/image" Target="../media/image54.wmf" /><Relationship Id="rId51" Type="http://schemas.openxmlformats.org/officeDocument/2006/relationships/tags" Target="../tags/tag963.xml" /><Relationship Id="rId52" Type="http://schemas.openxmlformats.org/officeDocument/2006/relationships/oleObject" Target="../embeddings/oleObject35.bin" TargetMode="Internal" /><Relationship Id="rId53" Type="http://schemas.openxmlformats.org/officeDocument/2006/relationships/image" Target="../media/image55.wmf" /><Relationship Id="rId54" Type="http://schemas.openxmlformats.org/officeDocument/2006/relationships/tags" Target="../tags/tag964.xml" /><Relationship Id="rId55" Type="http://schemas.openxmlformats.org/officeDocument/2006/relationships/oleObject" Target="../embeddings/oleObject36.bin" TargetMode="Internal" /><Relationship Id="rId56" Type="http://schemas.openxmlformats.org/officeDocument/2006/relationships/image" Target="../media/image56.wmf" /><Relationship Id="rId57" Type="http://schemas.openxmlformats.org/officeDocument/2006/relationships/tags" Target="../tags/tag965.xml" /><Relationship Id="rId58" Type="http://schemas.openxmlformats.org/officeDocument/2006/relationships/tags" Target="../tags/tag966.xml" /><Relationship Id="rId59" Type="http://schemas.openxmlformats.org/officeDocument/2006/relationships/tags" Target="../tags/tag967.xml" /><Relationship Id="rId6" Type="http://schemas.openxmlformats.org/officeDocument/2006/relationships/tags" Target="../tags/tag936.xml" /><Relationship Id="rId60" Type="http://schemas.openxmlformats.org/officeDocument/2006/relationships/oleObject" Target="../embeddings/oleObject37.bin" TargetMode="Internal" /><Relationship Id="rId61" Type="http://schemas.openxmlformats.org/officeDocument/2006/relationships/image" Target="../media/image57.wmf" /><Relationship Id="rId62" Type="http://schemas.openxmlformats.org/officeDocument/2006/relationships/tags" Target="../tags/tag968.xml" /><Relationship Id="rId63" Type="http://schemas.openxmlformats.org/officeDocument/2006/relationships/tags" Target="../tags/tag969.xml" /><Relationship Id="rId64" Type="http://schemas.openxmlformats.org/officeDocument/2006/relationships/tags" Target="../tags/tag970.xml" /><Relationship Id="rId65" Type="http://schemas.openxmlformats.org/officeDocument/2006/relationships/oleObject" Target="../embeddings/oleObject38.bin" TargetMode="Internal" /><Relationship Id="rId66" Type="http://schemas.openxmlformats.org/officeDocument/2006/relationships/image" Target="../media/image58.wmf" /><Relationship Id="rId67" Type="http://schemas.openxmlformats.org/officeDocument/2006/relationships/tags" Target="../tags/tag971.xml" /><Relationship Id="rId68" Type="http://schemas.openxmlformats.org/officeDocument/2006/relationships/vmlDrawing" Target="../drawings/vmlDrawing14.vml" /><Relationship Id="rId7" Type="http://schemas.openxmlformats.org/officeDocument/2006/relationships/tags" Target="../tags/tag937.xml" /><Relationship Id="rId8" Type="http://schemas.openxmlformats.org/officeDocument/2006/relationships/tags" Target="../tags/tag938.xml" /><Relationship Id="rId9" Type="http://schemas.openxmlformats.org/officeDocument/2006/relationships/tags" Target="../tags/tag939.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78.xml" /><Relationship Id="rId11" Type="http://schemas.openxmlformats.org/officeDocument/2006/relationships/tags" Target="../tags/tag979.xml" /><Relationship Id="rId12" Type="http://schemas.openxmlformats.org/officeDocument/2006/relationships/tags" Target="../tags/tag980.xml" /><Relationship Id="rId13" Type="http://schemas.openxmlformats.org/officeDocument/2006/relationships/tags" Target="../tags/tag981.xml" /><Relationship Id="rId14" Type="http://schemas.openxmlformats.org/officeDocument/2006/relationships/tags" Target="../tags/tag982.xml" /><Relationship Id="rId15" Type="http://schemas.openxmlformats.org/officeDocument/2006/relationships/tags" Target="../tags/tag983.xml" /><Relationship Id="rId16" Type="http://schemas.openxmlformats.org/officeDocument/2006/relationships/tags" Target="../tags/tag984.xml" /><Relationship Id="rId17" Type="http://schemas.openxmlformats.org/officeDocument/2006/relationships/tags" Target="../tags/tag985.xml" /><Relationship Id="rId18" Type="http://schemas.openxmlformats.org/officeDocument/2006/relationships/tags" Target="../tags/tag986.xml" /><Relationship Id="rId19" Type="http://schemas.openxmlformats.org/officeDocument/2006/relationships/tags" Target="../tags/tag987.xml" /><Relationship Id="rId2" Type="http://schemas.openxmlformats.org/officeDocument/2006/relationships/tags" Target="../tags/tag972.xml" /><Relationship Id="rId20" Type="http://schemas.openxmlformats.org/officeDocument/2006/relationships/tags" Target="../tags/tag988.xml" /><Relationship Id="rId21" Type="http://schemas.openxmlformats.org/officeDocument/2006/relationships/tags" Target="../tags/tag989.xml" /><Relationship Id="rId22" Type="http://schemas.openxmlformats.org/officeDocument/2006/relationships/tags" Target="../tags/tag990.xml" /><Relationship Id="rId23" Type="http://schemas.openxmlformats.org/officeDocument/2006/relationships/tags" Target="../tags/tag991.xml" /><Relationship Id="rId24" Type="http://schemas.openxmlformats.org/officeDocument/2006/relationships/tags" Target="../tags/tag992.xml" /><Relationship Id="rId25" Type="http://schemas.openxmlformats.org/officeDocument/2006/relationships/oleObject" Target="../embeddings/oleObject39.bin" TargetMode="Internal" /><Relationship Id="rId26" Type="http://schemas.openxmlformats.org/officeDocument/2006/relationships/image" Target="../media/image59.wmf" /><Relationship Id="rId27" Type="http://schemas.openxmlformats.org/officeDocument/2006/relationships/tags" Target="../tags/tag993.xml" /><Relationship Id="rId28" Type="http://schemas.openxmlformats.org/officeDocument/2006/relationships/oleObject" Target="../embeddings/oleObject40.bin" TargetMode="Internal" /><Relationship Id="rId29" Type="http://schemas.openxmlformats.org/officeDocument/2006/relationships/image" Target="../media/image60.wmf" /><Relationship Id="rId3" Type="http://schemas.openxmlformats.org/officeDocument/2006/relationships/tags" Target="../tags/tag973.xml" /><Relationship Id="rId30" Type="http://schemas.openxmlformats.org/officeDocument/2006/relationships/tags" Target="../tags/tag994.xml" /><Relationship Id="rId31" Type="http://schemas.openxmlformats.org/officeDocument/2006/relationships/tags" Target="../tags/tag995.xml" /><Relationship Id="rId32" Type="http://schemas.openxmlformats.org/officeDocument/2006/relationships/oleObject" Target="../embeddings/oleObject41.bin" TargetMode="Internal" /><Relationship Id="rId33" Type="http://schemas.openxmlformats.org/officeDocument/2006/relationships/image" Target="../media/image61.wmf" /><Relationship Id="rId34" Type="http://schemas.openxmlformats.org/officeDocument/2006/relationships/tags" Target="../tags/tag996.xml" /><Relationship Id="rId35" Type="http://schemas.openxmlformats.org/officeDocument/2006/relationships/oleObject" Target="../embeddings/oleObject42.bin" TargetMode="Internal" /><Relationship Id="rId36" Type="http://schemas.openxmlformats.org/officeDocument/2006/relationships/image" Target="../media/image62.wmf" /><Relationship Id="rId37" Type="http://schemas.openxmlformats.org/officeDocument/2006/relationships/tags" Target="../tags/tag997.xml" /><Relationship Id="rId38" Type="http://schemas.openxmlformats.org/officeDocument/2006/relationships/oleObject" Target="../embeddings/oleObject43.bin" TargetMode="Internal" /><Relationship Id="rId39" Type="http://schemas.openxmlformats.org/officeDocument/2006/relationships/image" Target="../media/image63.wmf" /><Relationship Id="rId4" Type="http://schemas.openxmlformats.org/officeDocument/2006/relationships/image" Target="../media/image4.png" /><Relationship Id="rId40" Type="http://schemas.openxmlformats.org/officeDocument/2006/relationships/tags" Target="../tags/tag998.xml" /><Relationship Id="rId41" Type="http://schemas.openxmlformats.org/officeDocument/2006/relationships/oleObject" Target="../embeddings/oleObject44.bin" TargetMode="Internal" /><Relationship Id="rId42" Type="http://schemas.openxmlformats.org/officeDocument/2006/relationships/image" Target="../media/image64.wmf" /><Relationship Id="rId43" Type="http://schemas.openxmlformats.org/officeDocument/2006/relationships/tags" Target="../tags/tag999.xml" /><Relationship Id="rId44" Type="http://schemas.openxmlformats.org/officeDocument/2006/relationships/oleObject" Target="../embeddings/oleObject45.bin" TargetMode="Internal" /><Relationship Id="rId45" Type="http://schemas.openxmlformats.org/officeDocument/2006/relationships/image" Target="../media/image65.wmf" /><Relationship Id="rId46" Type="http://schemas.openxmlformats.org/officeDocument/2006/relationships/tags" Target="../tags/tag1000.xml" /><Relationship Id="rId47" Type="http://schemas.openxmlformats.org/officeDocument/2006/relationships/oleObject" Target="../embeddings/oleObject46.bin" TargetMode="Internal" /><Relationship Id="rId48" Type="http://schemas.openxmlformats.org/officeDocument/2006/relationships/image" Target="../media/image66.wmf" /><Relationship Id="rId49" Type="http://schemas.openxmlformats.org/officeDocument/2006/relationships/tags" Target="../tags/tag1001.xml" /><Relationship Id="rId5" Type="http://schemas.microsoft.com/office/2007/relationships/hdphoto" Target="../media/image5.wdp" /><Relationship Id="rId50" Type="http://schemas.openxmlformats.org/officeDocument/2006/relationships/oleObject" Target="../embeddings/oleObject47.bin" TargetMode="Internal" /><Relationship Id="rId51" Type="http://schemas.openxmlformats.org/officeDocument/2006/relationships/image" Target="../media/image67.wmf" /><Relationship Id="rId52" Type="http://schemas.openxmlformats.org/officeDocument/2006/relationships/tags" Target="../tags/tag1002.xml" /><Relationship Id="rId53" Type="http://schemas.openxmlformats.org/officeDocument/2006/relationships/oleObject" Target="../embeddings/oleObject48.bin" TargetMode="Internal" /><Relationship Id="rId54" Type="http://schemas.openxmlformats.org/officeDocument/2006/relationships/image" Target="../media/image68.wmf" /><Relationship Id="rId55" Type="http://schemas.openxmlformats.org/officeDocument/2006/relationships/tags" Target="../tags/tag1003.xml" /><Relationship Id="rId56" Type="http://schemas.openxmlformats.org/officeDocument/2006/relationships/oleObject" Target="../embeddings/oleObject49.bin" TargetMode="Internal" /><Relationship Id="rId57" Type="http://schemas.openxmlformats.org/officeDocument/2006/relationships/image" Target="../media/image69.wmf" /><Relationship Id="rId58" Type="http://schemas.openxmlformats.org/officeDocument/2006/relationships/tags" Target="../tags/tag1004.xml" /><Relationship Id="rId59" Type="http://schemas.openxmlformats.org/officeDocument/2006/relationships/tags" Target="../tags/tag1005.xml" /><Relationship Id="rId6" Type="http://schemas.openxmlformats.org/officeDocument/2006/relationships/tags" Target="../tags/tag974.xml" /><Relationship Id="rId60" Type="http://schemas.openxmlformats.org/officeDocument/2006/relationships/tags" Target="../tags/tag1006.xml" /><Relationship Id="rId61" Type="http://schemas.openxmlformats.org/officeDocument/2006/relationships/tags" Target="../tags/tag1007.xml" /><Relationship Id="rId62" Type="http://schemas.openxmlformats.org/officeDocument/2006/relationships/oleObject" Target="../embeddings/oleObject50.bin" TargetMode="Internal" /><Relationship Id="rId63" Type="http://schemas.openxmlformats.org/officeDocument/2006/relationships/image" Target="../media/image70.wmf" /><Relationship Id="rId64" Type="http://schemas.openxmlformats.org/officeDocument/2006/relationships/vmlDrawing" Target="../drawings/vmlDrawing15.vml" /><Relationship Id="rId7" Type="http://schemas.openxmlformats.org/officeDocument/2006/relationships/tags" Target="../tags/tag975.xml" /><Relationship Id="rId8" Type="http://schemas.openxmlformats.org/officeDocument/2006/relationships/tags" Target="../tags/tag976.xml" /><Relationship Id="rId9" Type="http://schemas.openxmlformats.org/officeDocument/2006/relationships/tags" Target="../tags/tag977.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015.xml" /><Relationship Id="rId11" Type="http://schemas.openxmlformats.org/officeDocument/2006/relationships/tags" Target="../tags/tag1016.xml" /><Relationship Id="rId12" Type="http://schemas.openxmlformats.org/officeDocument/2006/relationships/tags" Target="../tags/tag1017.xml" /><Relationship Id="rId13" Type="http://schemas.openxmlformats.org/officeDocument/2006/relationships/tags" Target="../tags/tag1018.xml" /><Relationship Id="rId14" Type="http://schemas.openxmlformats.org/officeDocument/2006/relationships/tags" Target="../tags/tag1019.xml" /><Relationship Id="rId15" Type="http://schemas.openxmlformats.org/officeDocument/2006/relationships/tags" Target="../tags/tag1020.xml" /><Relationship Id="rId16" Type="http://schemas.openxmlformats.org/officeDocument/2006/relationships/tags" Target="../tags/tag1021.xml" /><Relationship Id="rId17" Type="http://schemas.openxmlformats.org/officeDocument/2006/relationships/tags" Target="../tags/tag1022.xml" /><Relationship Id="rId18" Type="http://schemas.openxmlformats.org/officeDocument/2006/relationships/tags" Target="../tags/tag1023.xml" /><Relationship Id="rId19" Type="http://schemas.openxmlformats.org/officeDocument/2006/relationships/tags" Target="../tags/tag1024.xml" /><Relationship Id="rId2" Type="http://schemas.openxmlformats.org/officeDocument/2006/relationships/tags" Target="../tags/tag1008.xml" /><Relationship Id="rId20" Type="http://schemas.openxmlformats.org/officeDocument/2006/relationships/tags" Target="../tags/tag1025.xml" /><Relationship Id="rId21" Type="http://schemas.openxmlformats.org/officeDocument/2006/relationships/tags" Target="../tags/tag1026.xml" /><Relationship Id="rId22" Type="http://schemas.openxmlformats.org/officeDocument/2006/relationships/tags" Target="../tags/tag1027.xml" /><Relationship Id="rId23" Type="http://schemas.openxmlformats.org/officeDocument/2006/relationships/tags" Target="../tags/tag1028.xml" /><Relationship Id="rId24" Type="http://schemas.openxmlformats.org/officeDocument/2006/relationships/tags" Target="../tags/tag1029.xml" /><Relationship Id="rId25" Type="http://schemas.openxmlformats.org/officeDocument/2006/relationships/tags" Target="../tags/tag1030.xml" /><Relationship Id="rId26" Type="http://schemas.openxmlformats.org/officeDocument/2006/relationships/image" Target="../media/image3.png" /><Relationship Id="rId27" Type="http://schemas.openxmlformats.org/officeDocument/2006/relationships/tags" Target="../tags/tag1031.xml" /><Relationship Id="rId3" Type="http://schemas.openxmlformats.org/officeDocument/2006/relationships/image" Target="../media/image2.jpeg" /><Relationship Id="rId4" Type="http://schemas.openxmlformats.org/officeDocument/2006/relationships/tags" Target="../tags/tag1009.xml" /><Relationship Id="rId5" Type="http://schemas.openxmlformats.org/officeDocument/2006/relationships/tags" Target="../tags/tag1010.xml" /><Relationship Id="rId6" Type="http://schemas.openxmlformats.org/officeDocument/2006/relationships/tags" Target="../tags/tag1011.xml" /><Relationship Id="rId7" Type="http://schemas.openxmlformats.org/officeDocument/2006/relationships/tags" Target="../tags/tag1012.xml" /><Relationship Id="rId8" Type="http://schemas.openxmlformats.org/officeDocument/2006/relationships/tags" Target="../tags/tag1013.xml" /><Relationship Id="rId9" Type="http://schemas.openxmlformats.org/officeDocument/2006/relationships/tags" Target="../tags/tag1014.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8" name="图片 7" title=""/>
          <p:cNvPicPr>
            <a:picLocks noChangeAspect="1"/>
          </p:cNvPicPr>
          <p:nvPr>
            <p:custDataLst>
              <p:tags r:id="rId4"/>
            </p:custDataLst>
          </p:nvPr>
        </p:nvPicPr>
        <p:blipFill>
          <a:blip r:embed="rId3"/>
          <a:srcRect l="36" r="36"/>
          <a:stretch>
            <a:fillRect/>
          </a:stretch>
        </p:blipFill>
        <p:spPr>
          <a:xfrm>
            <a:off x="2540" y="0"/>
            <a:ext cx="12189460" cy="6858000"/>
          </a:xfrm>
          <a:prstGeom prst="rect">
            <a:avLst/>
          </a:prstGeom>
        </p:spPr>
      </p:pic>
      <p:grpSp>
        <p:nvGrpSpPr>
          <p:cNvPr id="22" name="组合 21" title=""/>
          <p:cNvGrpSpPr/>
          <p:nvPr>
            <p:custDataLst>
              <p:tags r:id="rId5"/>
            </p:custDataLst>
          </p:nvPr>
        </p:nvGrpSpPr>
        <p:grpSpPr>
          <a:xfrm flipH="1">
            <a:off x="914400" y="1318230"/>
            <a:ext cx="10363200" cy="4221540"/>
            <a:chOff x="838200" y="1460500"/>
            <a:chExt cx="9664700" cy="3937000"/>
          </a:xfrm>
        </p:grpSpPr>
        <p:sp>
          <p:nvSpPr>
            <p:cNvPr id="13" name="矩形: 圆角 12"/>
            <p:cNvSpPr/>
            <p:nvPr>
              <p:custDataLst>
                <p:tags r:id="rId6"/>
              </p:custDataLst>
            </p:nvPr>
          </p:nvSpPr>
          <p:spPr>
            <a:xfrm>
              <a:off x="838200" y="1460500"/>
              <a:ext cx="9664700" cy="3937000"/>
            </a:xfrm>
            <a:prstGeom prst="roundRect">
              <a:avLst>
                <a:gd name="adj" fmla="val 9794"/>
              </a:avLst>
            </a:prstGeom>
            <a:gradFill>
              <a:gsLst>
                <a:gs pos="52000">
                  <a:srgbClr val="FFFFFF">
                    <a:alpha val="100000"/>
                  </a:srgbClr>
                </a:gs>
                <a:gs pos="0">
                  <a:schemeClr val="bg1">
                    <a:alpha val="78000"/>
                  </a:schemeClr>
                </a:gs>
                <a:gs pos="100000">
                  <a:schemeClr val="bg1">
                    <a:alpha val="3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7"/>
              </p:custDataLst>
            </p:nvPr>
          </p:nvSpPr>
          <p:spPr>
            <a:xfrm>
              <a:off x="8109821" y="1460500"/>
              <a:ext cx="2393079" cy="2163898"/>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50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title=""/>
          <p:cNvSpPr txBox="1"/>
          <p:nvPr>
            <p:custDataLst>
              <p:tags r:id="rId8"/>
            </p:custDataLst>
          </p:nvPr>
        </p:nvSpPr>
        <p:spPr>
          <a:xfrm>
            <a:off x="0" y="2034540"/>
            <a:ext cx="12191365" cy="1677670"/>
          </a:xfrm>
          <a:prstGeom prst="rect">
            <a:avLst/>
          </a:prstGeom>
          <a:noFill/>
        </p:spPr>
        <p:txBody>
          <a:bodyPr wrap="square" rtlCol="0">
            <a:noAutofit/>
          </a:bodyPr>
          <a:lstStyle/>
          <a:p>
            <a:pPr algn="ctr"/>
            <a:r>
              <a:rPr lang="zh-CN" altLang="en-US" sz="4800" b="1">
                <a:latin typeface="微软雅黑" panose="020b0503020204020204" charset="-122"/>
                <a:ea typeface="微软雅黑" panose="020b0503020204020204" charset="-122"/>
                <a:cs typeface="微软雅黑" panose="020b0503020204020204" charset="-122"/>
              </a:rPr>
              <a:t>第</a:t>
            </a:r>
            <a:r>
              <a:rPr lang="en-US" altLang="zh-CN" sz="4800" b="1">
                <a:latin typeface="微软雅黑" panose="020b0503020204020204" charset="-122"/>
                <a:ea typeface="微软雅黑" panose="020b0503020204020204" charset="-122"/>
                <a:cs typeface="微软雅黑" panose="020b0503020204020204" charset="-122"/>
              </a:rPr>
              <a:t> </a:t>
            </a:r>
            <a:r>
              <a:rPr lang="en-US" altLang="zh-CN" sz="4800" b="1">
                <a:solidFill>
                  <a:srgbClr val="4175FC"/>
                </a:solidFill>
                <a:latin typeface="微软雅黑" panose="020b0503020204020204" charset="-122"/>
                <a:ea typeface="微软雅黑" panose="020b0503020204020204" charset="-122"/>
                <a:cs typeface="微软雅黑" panose="020b0503020204020204" charset="-122"/>
              </a:rPr>
              <a:t>1 </a:t>
            </a:r>
            <a:r>
              <a:rPr lang="zh-CN" altLang="en-US" sz="4800" b="1">
                <a:latin typeface="微软雅黑" panose="020b0503020204020204" charset="-122"/>
                <a:ea typeface="微软雅黑" panose="020b0503020204020204" charset="-122"/>
                <a:cs typeface="微软雅黑" panose="020b0503020204020204" charset="-122"/>
              </a:rPr>
              <a:t>章</a:t>
            </a:r>
            <a:endParaRPr lang="zh-CN" altLang="en-US" sz="4800" b="1">
              <a:latin typeface="微软雅黑" panose="020b0503020204020204" charset="-122"/>
              <a:ea typeface="微软雅黑" panose="020b0503020204020204" charset="-122"/>
              <a:cs typeface="微软雅黑" panose="020b0503020204020204" charset="-122"/>
            </a:endParaRPr>
          </a:p>
          <a:p>
            <a:pPr algn="ctr"/>
            <a:r>
              <a:rPr lang="zh-CN" altLang="en-US" sz="4800" b="1">
                <a:latin typeface="微软雅黑" panose="020b0503020204020204" charset="-122"/>
                <a:ea typeface="微软雅黑" panose="020b0503020204020204" charset="-122"/>
                <a:cs typeface="微软雅黑" panose="020b0503020204020204" charset="-122"/>
              </a:rPr>
              <a:t>集合与常用逻辑用语</a:t>
            </a:r>
            <a:endParaRPr lang="zh-CN" altLang="en-US" sz="4800" b="1">
              <a:latin typeface="微软雅黑" panose="020b0503020204020204" charset="-122"/>
              <a:ea typeface="微软雅黑" panose="020b0503020204020204" charset="-122"/>
              <a:cs typeface="微软雅黑" panose="020b0503020204020204" charset="-122"/>
            </a:endParaRPr>
          </a:p>
        </p:txBody>
      </p:sp>
      <p:sp>
        <p:nvSpPr>
          <p:cNvPr id="31" name="矩形: 圆角 30" title=""/>
          <p:cNvSpPr/>
          <p:nvPr>
            <p:custDataLst>
              <p:tags r:id="rId9"/>
            </p:custDataLst>
          </p:nvPr>
        </p:nvSpPr>
        <p:spPr>
          <a:xfrm flipV="1">
            <a:off x="8349137" y="2657103"/>
            <a:ext cx="1674812" cy="47625"/>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title=""/>
          <p:cNvGrpSpPr/>
          <p:nvPr>
            <p:custDataLst>
              <p:tags r:id="rId10"/>
            </p:custDataLst>
          </p:nvPr>
        </p:nvGrpSpPr>
        <p:grpSpPr>
          <a:xfrm flipH="1">
            <a:off x="10644249" y="1800935"/>
            <a:ext cx="176150" cy="780068"/>
            <a:chOff x="8290832" y="4887686"/>
            <a:chExt cx="296617" cy="1313542"/>
          </a:xfrm>
          <a:solidFill>
            <a:srgbClr val="4076FD"/>
          </a:solidFill>
        </p:grpSpPr>
        <p:grpSp>
          <p:nvGrpSpPr>
            <p:cNvPr id="33" name="组合 32"/>
            <p:cNvGrpSpPr/>
            <p:nvPr>
              <p:custDataLst>
                <p:tags r:id="rId11"/>
              </p:custDataLst>
            </p:nvPr>
          </p:nvGrpSpPr>
          <p:grpSpPr>
            <a:xfrm>
              <a:off x="8452757" y="5040086"/>
              <a:ext cx="134692" cy="1161142"/>
              <a:chOff x="8490857" y="4963886"/>
              <a:chExt cx="134692" cy="1161142"/>
            </a:xfrm>
            <a:grpFill/>
          </p:grpSpPr>
          <p:sp>
            <p:nvSpPr>
              <p:cNvPr id="40" name="等腰三角形 39"/>
              <p:cNvSpPr/>
              <p:nvPr>
                <p:custDataLst>
                  <p:tags r:id="rId1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1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1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17"/>
              </p:custDataLst>
            </p:nvPr>
          </p:nvGrpSpPr>
          <p:grpSpPr>
            <a:xfrm>
              <a:off x="8290832" y="4887686"/>
              <a:ext cx="134692" cy="1161142"/>
              <a:chOff x="8490857" y="4963886"/>
              <a:chExt cx="134692" cy="1161142"/>
            </a:xfrm>
            <a:grpFill/>
          </p:grpSpPr>
          <p:sp>
            <p:nvSpPr>
              <p:cNvPr id="35" name="等腰三角形 34"/>
              <p:cNvSpPr/>
              <p:nvPr>
                <p:custDataLst>
                  <p:tags r:id="rId18"/>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19"/>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0"/>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1"/>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2"/>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8" name="文本框 57" title=""/>
          <p:cNvSpPr txBox="1"/>
          <p:nvPr>
            <p:custDataLst>
              <p:tags r:id="rId23"/>
            </p:custDataLst>
          </p:nvPr>
        </p:nvSpPr>
        <p:spPr>
          <a:xfrm>
            <a:off x="4414463" y="5061188"/>
            <a:ext cx="3363074" cy="368300"/>
          </a:xfrm>
          <a:prstGeom prst="rect">
            <a:avLst/>
          </a:prstGeom>
          <a:noFill/>
        </p:spPr>
        <p:txBody>
          <a:bodyPr wrap="square" rtlCol="0">
            <a:spAutoFit/>
          </a:bodyPr>
          <a:lstStyle/>
          <a:p>
            <a:pPr algn="ctr"/>
            <a:r>
              <a:rPr>
                <a:latin typeface="黑体"/>
                <a:ea typeface="黑体"/>
                <a:cs typeface="黑体" panose="02010609060101010101" charset="-122"/>
              </a:rPr>
              <a:t>人教A版2019必修第一册</a:t>
            </a:r>
            <a:endParaRPr>
              <a:latin typeface="黑体"/>
              <a:ea typeface="黑体"/>
              <a:cs typeface="黑体" panose="02010609060101010101" charset="-122"/>
            </a:endParaRPr>
          </a:p>
        </p:txBody>
      </p:sp>
      <p:grpSp>
        <p:nvGrpSpPr>
          <p:cNvPr id="3" name="组合 2" title=""/>
          <p:cNvGrpSpPr/>
          <p:nvPr>
            <p:custDataLst>
              <p:tags r:id="rId24"/>
            </p:custDataLst>
          </p:nvPr>
        </p:nvGrpSpPr>
        <p:grpSpPr>
          <a:xfrm>
            <a:off x="3480931" y="3700145"/>
            <a:ext cx="5377320" cy="1120775"/>
            <a:chOff x="1574" y="5979"/>
            <a:chExt cx="10322" cy="1765"/>
          </a:xfrm>
        </p:grpSpPr>
        <p:sp>
          <p:nvSpPr>
            <p:cNvPr id="30" name="矩形: 圆角 29"/>
            <p:cNvSpPr/>
            <p:nvPr>
              <p:custDataLst>
                <p:tags r:id="rId25"/>
              </p:custDataLst>
            </p:nvPr>
          </p:nvSpPr>
          <p:spPr>
            <a:xfrm rot="10800000" flipV="1">
              <a:off x="1574" y="5979"/>
              <a:ext cx="10154" cy="1062"/>
            </a:xfrm>
            <a:prstGeom prst="roundRect">
              <a:avLst>
                <a:gd name="adj" fmla="val 50000"/>
              </a:avLst>
            </a:prstGeom>
            <a:gradFill flip="none" rotWithShape="1">
              <a:gsLst>
                <a:gs pos="0">
                  <a:srgbClr val="4076FD"/>
                </a:gs>
                <a:gs pos="100000">
                  <a:schemeClr val="accent2">
                    <a:alpha val="4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26"/>
              </p:custDataLst>
            </p:nvPr>
          </p:nvSpPr>
          <p:spPr>
            <a:xfrm>
              <a:off x="1740" y="6049"/>
              <a:ext cx="10156" cy="1695"/>
            </a:xfrm>
            <a:prstGeom prst="rect">
              <a:avLst/>
            </a:prstGeom>
            <a:noFill/>
          </p:spPr>
          <p:txBody>
            <a:bodyPr wrap="square" rtlCol="0">
              <a:spAutoFit/>
            </a:bodyPr>
            <a:lstStyle/>
            <a:p>
              <a:pPr algn="l"/>
              <a:r>
                <a:rPr lang="zh-CN" altLang="en-US" sz="3200" b="1">
                  <a:solidFill>
                    <a:srgbClr val="FCFDFE"/>
                  </a:solidFill>
                  <a:latin typeface="黑体"/>
                  <a:ea typeface="黑体"/>
                  <a:cs typeface="黑体" panose="02010609060101010101" charset="-122"/>
                  <a:sym typeface="+mn-ea"/>
                </a:rPr>
                <a:t>1.5.1 全称量词和存在量词</a:t>
              </a:r>
              <a:endParaRPr lang="zh-CN" altLang="en-US" sz="3200" b="1">
                <a:solidFill>
                  <a:srgbClr val="FCFDFE"/>
                </a:solidFill>
                <a:latin typeface="黑体"/>
                <a:ea typeface="黑体"/>
                <a:cs typeface="黑体" panose="02010609060101010101" charset="-122"/>
                <a:sym typeface="+mn-ea"/>
              </a:endParaRPr>
            </a:p>
            <a:p>
              <a:pPr algn="l"/>
              <a:endParaRPr lang="zh-CN" altLang="en-US" sz="3200" b="1">
                <a:solidFill>
                  <a:srgbClr val="FCFDFE"/>
                </a:solidFill>
                <a:latin typeface="黑体"/>
                <a:ea typeface="黑体"/>
                <a:cs typeface="黑体" panose="02010609060101010101" charset="-122"/>
              </a:endParaRPr>
            </a:p>
          </p:txBody>
        </p:sp>
      </p:grpSp>
      <p:sp>
        <p:nvSpPr>
          <p:cNvPr id="9" name="矩形: 圆角 13" title=""/>
          <p:cNvSpPr/>
          <p:nvPr>
            <p:custDataLst>
              <p:tags r:id="rId27"/>
            </p:custDataLst>
          </p:nvPr>
        </p:nvSpPr>
        <p:spPr>
          <a:xfrm>
            <a:off x="2306320" y="669925"/>
            <a:ext cx="3429000" cy="34290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4" title=""/>
          <p:cNvSpPr/>
          <p:nvPr>
            <p:custDataLst>
              <p:tags r:id="rId28"/>
            </p:custDataLst>
          </p:nvPr>
        </p:nvSpPr>
        <p:spPr>
          <a:xfrm>
            <a:off x="4820920" y="5845175"/>
            <a:ext cx="4457700" cy="40259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title=""/>
          <p:cNvPicPr>
            <a:picLocks noChangeAspect="1"/>
          </p:cNvPicPr>
          <p:nvPr userDrawn="1">
            <p:custDataLst>
              <p:tags r:id="rId30"/>
            </p:custDataLst>
          </p:nvPr>
        </p:nvPicPr>
        <p:blipFill>
          <a:blip r:embed="rId29"/>
          <a:srcRect t="193" b="193"/>
          <a:stretch>
            <a:fillRect/>
          </a:stretch>
        </p:blipFill>
        <p:spPr>
          <a:xfrm>
            <a:off x="267335" y="262890"/>
            <a:ext cx="1640840" cy="5207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iterate type="wd">
                                    <p:tmPct val="10000"/>
                                  </p:iterate>
                                  <p:childTnLst>
                                    <p:set>
                                      <p:cBhvr>
                                        <p:cTn id="6" dur="250" fill="hold">
                                          <p:stCondLst>
                                            <p:cond delay="0"/>
                                          </p:stCondLst>
                                        </p:cTn>
                                        <p:tgtEl>
                                          <p:spTgt spid="25"/>
                                        </p:tgtEl>
                                        <p:attrNameLst>
                                          <p:attrName>style.visibility</p:attrName>
                                        </p:attrNameLst>
                                      </p:cBhvr>
                                      <p:to>
                                        <p:strVal val="visible"/>
                                      </p:to>
                                    </p:set>
                                    <p:anim to="0" calcmode="lin" valueType="num">
                                      <p:cBhvr>
                                        <p:cTn id="7" dur="250" decel="100000" fill="hold">
                                          <p:stCondLst>
                                            <p:cond delay="0"/>
                                          </p:stCondLst>
                                        </p:cTn>
                                        <p:tgtEl>
                                          <p:spTgt spid="25"/>
                                        </p:tgtEl>
                                        <p:attrNameLst>
                                          <p:attrName>ppt_y</p:attrName>
                                        </p:attrNameLst>
                                      </p:cBhvr>
                                      <p:tavLst>
                                        <p:tav tm="0">
                                          <p:val>
                                            <p:strVal val="ppt_y+0.02"/>
                                          </p:val>
                                        </p:tav>
                                        <p:tav tm="100000">
                                          <p:val>
                                            <p:strVal val="#ppt_y"/>
                                          </p:val>
                                        </p:tav>
                                      </p:tavLst>
                                    </p:anim>
                                    <p:animEffect transition="in" filter="fade">
                                      <p:cBhvr>
                                        <p:cTn id="8" dur="250">
                                          <p:stCondLst>
                                            <p:cond delay="0"/>
                                          </p:stCondLst>
                                        </p:cTn>
                                        <p:tgtEl>
                                          <p:spTgt spid="25"/>
                                        </p:tgtEl>
                                      </p:cBhvr>
                                    </p:animEffect>
                                    <p:animScale>
                                      <p:cBhvr>
                                        <p:cTn id="9" dur="250" decel="100000" fill="hold">
                                          <p:stCondLst>
                                            <p:cond delay="0"/>
                                          </p:stCondLst>
                                        </p:cTn>
                                        <p:tgtEl>
                                          <p:spTgt spid="25"/>
                                        </p:tgtEl>
                                      </p:cBhvr>
                                      <p:by x="100000" y="100000"/>
                                      <p:from x="110000" y="110000"/>
                                      <p:to x="100000" y="100000"/>
                                    </p:animScale>
                                  </p:childTnLst>
                                </p:cTn>
                              </p:par>
                            </p:childTnLst>
                          </p:cTn>
                        </p:par>
                        <p:par>
                          <p:cTn id="10" fill="hold" nodeType="afterGroup">
                            <p:stCondLst>
                              <p:cond delay="250"/>
                            </p:stCondLst>
                            <p:childTnLst>
                              <p:par>
                                <p:cTn id="11" presetID="12" presetClass="entr" presetSubtype="4" fill="hold" nodeType="afterEffect">
                                  <p:stCondLst>
                                    <p:cond delay="0"/>
                                  </p:stCondLst>
                                  <p:childTnLst>
                                    <p:set>
                                      <p:cBhvr>
                                        <p:cTn id="12" dur="250" fill="hold">
                                          <p:stCondLst>
                                            <p:cond delay="0"/>
                                          </p:stCondLst>
                                        </p:cTn>
                                        <p:tgtEl>
                                          <p:spTgt spid="3"/>
                                        </p:tgtEl>
                                        <p:attrNameLst>
                                          <p:attrName>style.visibility</p:attrName>
                                        </p:attrNameLst>
                                      </p:cBhvr>
                                      <p:to>
                                        <p:strVal val="visible"/>
                                      </p:to>
                                    </p:set>
                                    <p:anim calcmode="lin" valueType="num">
                                      <p:cBhvr additive="base">
                                        <p:cTn id="13" dur="250"/>
                                        <p:tgtEl>
                                          <p:spTgt spid="3"/>
                                        </p:tgtEl>
                                        <p:attrNameLst>
                                          <p:attrName>ppt_y</p:attrName>
                                        </p:attrNameLst>
                                      </p:cBhvr>
                                      <p:tavLst>
                                        <p:tav tm="0">
                                          <p:val>
                                            <p:strVal val="#ppt_y+#ppt_h*1.125000"/>
                                          </p:val>
                                        </p:tav>
                                        <p:tav tm="100000">
                                          <p:val>
                                            <p:strVal val="#ppt_y"/>
                                          </p:val>
                                        </p:tav>
                                      </p:tavLst>
                                    </p:anim>
                                    <p:animEffect transition="in" filter="wipe(up)">
                                      <p:cBhvr>
                                        <p:cTn id="14"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12" name="图片 11" title=""/>
          <p:cNvPicPr>
            <a:picLocks noChangeAspect="1"/>
          </p:cNvPicPr>
          <p:nvPr>
            <p:custDataLst>
              <p:tags r:id="rId5"/>
            </p:custDataLst>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grpSp>
        <p:nvGrpSpPr>
          <p:cNvPr id="4" name="组合 3" title=""/>
          <p:cNvGrpSpPr/>
          <p:nvPr>
            <p:custDataLst>
              <p:tags r:id="rId6"/>
            </p:custDataLst>
          </p:nvPr>
        </p:nvGrpSpPr>
        <p:grpSpPr>
          <a:xfrm>
            <a:off x="703036" y="716625"/>
            <a:ext cx="2047422" cy="3312449"/>
            <a:chOff x="17236" y="716625"/>
            <a:chExt cx="2047422" cy="3312449"/>
          </a:xfrm>
        </p:grpSpPr>
        <p:sp>
          <p:nvSpPr>
            <p:cNvPr id="2" name="文本框 1"/>
            <p:cNvSpPr txBox="1"/>
            <p:nvPr>
              <p:custDataLst>
                <p:tags r:id="rId7"/>
              </p:custDataLst>
            </p:nvPr>
          </p:nvSpPr>
          <p:spPr>
            <a:xfrm>
              <a:off x="17236" y="716625"/>
              <a:ext cx="2008414" cy="2553335"/>
            </a:xfrm>
            <a:prstGeom prst="rect">
              <a:avLst/>
            </a:prstGeom>
            <a:noFill/>
          </p:spPr>
          <p:txBody>
            <a:bodyPr wrap="square" rtlCol="0">
              <a:spAutoFit/>
            </a:bodyPr>
            <a:lstStyle/>
            <a:p>
              <a:pPr algn="ctr"/>
              <a:r>
                <a:rPr lang="zh-CN" altLang="en-US" sz="8000">
                  <a:solidFill>
                    <a:schemeClr val="tx1">
                      <a:lumMod val="85000"/>
                      <a:lumOff val="15000"/>
                    </a:schemeClr>
                  </a:solidFill>
                  <a:latin typeface="黑体"/>
                  <a:ea typeface="黑体"/>
                </a:rPr>
                <a:t>目录</a:t>
              </a:r>
              <a:endParaRPr lang="zh-CN" altLang="en-US" sz="8000">
                <a:solidFill>
                  <a:schemeClr val="tx1">
                    <a:lumMod val="85000"/>
                    <a:lumOff val="15000"/>
                  </a:schemeClr>
                </a:solidFill>
                <a:latin typeface="黑体"/>
                <a:ea typeface="黑体"/>
              </a:endParaRPr>
            </a:p>
          </p:txBody>
        </p:sp>
        <p:sp>
          <p:nvSpPr>
            <p:cNvPr id="3" name="文本框 2"/>
            <p:cNvSpPr txBox="1"/>
            <p:nvPr>
              <p:custDataLst>
                <p:tags r:id="rId8"/>
              </p:custDataLst>
            </p:nvPr>
          </p:nvSpPr>
          <p:spPr>
            <a:xfrm>
              <a:off x="1604918" y="1625599"/>
              <a:ext cx="459740" cy="2403475"/>
            </a:xfrm>
            <a:prstGeom prst="rect">
              <a:avLst/>
            </a:prstGeom>
            <a:noFill/>
          </p:spPr>
          <p:txBody>
            <a:bodyPr vert="eaVert" wrap="square" rtlCol="0">
              <a:spAutoFit/>
            </a:bodyPr>
            <a:lstStyle/>
            <a:p>
              <a:pPr algn="dist"/>
              <a:r>
                <a:rPr lang="en-US" altLang="zh-CN">
                  <a:latin typeface="Times New Roman" panose="02020603050405020304" pitchFamily="18" charset="0"/>
                  <a:ea typeface="黑体"/>
                  <a:cs typeface="Times New Roman" panose="02020603050405020304" pitchFamily="18" charset="0"/>
                </a:rPr>
                <a:t>CATALOG</a:t>
              </a:r>
              <a:endParaRPr lang="en-US" altLang="zh-CN">
                <a:latin typeface="Times New Roman" panose="02020603050405020304" pitchFamily="18" charset="0"/>
                <a:ea typeface="黑体"/>
                <a:cs typeface="Times New Roman" panose="02020603050405020304" pitchFamily="18" charset="0"/>
              </a:endParaRPr>
            </a:p>
          </p:txBody>
        </p:sp>
      </p:grpSp>
      <p:grpSp>
        <p:nvGrpSpPr>
          <p:cNvPr id="19" name="组合 18" title=""/>
          <p:cNvGrpSpPr/>
          <p:nvPr>
            <p:custDataLst>
              <p:tags r:id="rId9"/>
            </p:custDataLst>
          </p:nvPr>
        </p:nvGrpSpPr>
        <p:grpSpPr>
          <a:xfrm>
            <a:off x="4482465" y="787400"/>
            <a:ext cx="6122035" cy="1161415"/>
            <a:chOff x="4718050" y="609600"/>
            <a:chExt cx="6122035" cy="1161415"/>
          </a:xfrm>
        </p:grpSpPr>
        <p:sp>
          <p:nvSpPr>
            <p:cNvPr id="5" name="矩形: 圆角 4"/>
            <p:cNvSpPr/>
            <p:nvPr>
              <p:custDataLst>
                <p:tags r:id="rId10"/>
              </p:custDataLst>
            </p:nvPr>
          </p:nvSpPr>
          <p:spPr>
            <a:xfrm flipH="1">
              <a:off x="4718050" y="609600"/>
              <a:ext cx="5391150" cy="749300"/>
            </a:xfrm>
            <a:prstGeom prst="roundRect">
              <a:avLst>
                <a:gd name="adj" fmla="val 50000"/>
              </a:avLst>
            </a:prstGeom>
            <a:gradFill flip="none" rotWithShape="1">
              <a:gsLst>
                <a:gs pos="0">
                  <a:schemeClr val="accent2">
                    <a:alpha val="34000"/>
                  </a:scheme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0" name="文本框 9"/>
            <p:cNvSpPr txBox="1"/>
            <p:nvPr>
              <p:custDataLst>
                <p:tags r:id="rId11"/>
              </p:custDataLst>
            </p:nvPr>
          </p:nvSpPr>
          <p:spPr>
            <a:xfrm>
              <a:off x="5035550" y="694690"/>
              <a:ext cx="5804535" cy="1076325"/>
            </a:xfrm>
            <a:prstGeom prst="rect">
              <a:avLst/>
            </a:prstGeom>
            <a:noFill/>
          </p:spPr>
          <p:txBody>
            <a:bodyPr wrap="square" rtlCol="0">
              <a:spAutoFit/>
            </a:bodyPr>
            <a:lstStyle/>
            <a:p>
              <a:r>
                <a:rPr lang="en-US" altLang="zh-CN"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01.</a:t>
              </a:r>
              <a:r>
                <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全称量词与全称量词命题</a:t>
              </a:r>
              <a:endPar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endPar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4" name="组合 23" title=""/>
          <p:cNvGrpSpPr/>
          <p:nvPr>
            <p:custDataLst>
              <p:tags r:id="rId12"/>
            </p:custDataLst>
          </p:nvPr>
        </p:nvGrpSpPr>
        <p:grpSpPr>
          <a:xfrm>
            <a:off x="4482465" y="3615266"/>
            <a:ext cx="5391150" cy="749300"/>
            <a:chOff x="4718050" y="3666066"/>
            <a:chExt cx="5391150" cy="749300"/>
          </a:xfrm>
        </p:grpSpPr>
        <p:sp>
          <p:nvSpPr>
            <p:cNvPr id="7" name="矩形: 圆角 6"/>
            <p:cNvSpPr/>
            <p:nvPr>
              <p:custDataLst>
                <p:tags r:id="rId13"/>
              </p:custDataLst>
            </p:nvPr>
          </p:nvSpPr>
          <p:spPr>
            <a:xfrm flipH="1">
              <a:off x="4718050" y="3666066"/>
              <a:ext cx="5391150" cy="749300"/>
            </a:xfrm>
            <a:prstGeom prst="roundRect">
              <a:avLst>
                <a:gd name="adj" fmla="val 50000"/>
              </a:avLst>
            </a:prstGeom>
            <a:gradFill flip="none" rotWithShape="1">
              <a:gsLst>
                <a:gs pos="0">
                  <a:schemeClr val="accent2">
                    <a:alpha val="34000"/>
                  </a:scheme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1" name="文本框 10"/>
            <p:cNvSpPr txBox="1"/>
            <p:nvPr>
              <p:custDataLst>
                <p:tags r:id="rId14"/>
              </p:custDataLst>
            </p:nvPr>
          </p:nvSpPr>
          <p:spPr>
            <a:xfrm>
              <a:off x="5035550" y="3759091"/>
              <a:ext cx="5003800" cy="583565"/>
            </a:xfrm>
            <a:prstGeom prst="rect">
              <a:avLst/>
            </a:prstGeom>
            <a:noFill/>
          </p:spPr>
          <p:txBody>
            <a:bodyPr wrap="square" rtlCol="0">
              <a:spAutoFit/>
            </a:bodyPr>
            <a:lstStyle/>
            <a:p>
              <a:r>
                <a:rPr lang="en-US" altLang="zh-CN"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03.</a:t>
              </a:r>
              <a:r>
                <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典型例题分析</a:t>
              </a:r>
              <a:endPar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grpSp>
      <p:sp>
        <p:nvSpPr>
          <p:cNvPr id="9" name="矩形: 圆角 5" title=""/>
          <p:cNvSpPr/>
          <p:nvPr>
            <p:custDataLst>
              <p:tags r:id="rId15"/>
            </p:custDataLst>
          </p:nvPr>
        </p:nvSpPr>
        <p:spPr>
          <a:xfrm flipH="1">
            <a:off x="5213350" y="2201545"/>
            <a:ext cx="6203950" cy="749300"/>
          </a:xfrm>
          <a:prstGeom prst="roundRect">
            <a:avLst>
              <a:gd name="adj" fmla="val 50000"/>
            </a:avLst>
          </a:prstGeom>
          <a:gradFill flip="none" rotWithShape="1">
            <a:gsLst>
              <a:gs pos="0">
                <a:srgbClr val="4175FC"/>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7" name="文本框 16" title=""/>
          <p:cNvSpPr txBox="1"/>
          <p:nvPr>
            <p:custDataLst>
              <p:tags r:id="rId16"/>
            </p:custDataLst>
          </p:nvPr>
        </p:nvSpPr>
        <p:spPr>
          <a:xfrm>
            <a:off x="5460365" y="2298065"/>
            <a:ext cx="5671185" cy="583565"/>
          </a:xfrm>
          <a:prstGeom prst="rect">
            <a:avLst/>
          </a:prstGeom>
          <a:noFill/>
        </p:spPr>
        <p:txBody>
          <a:bodyPr wrap="square" rtlCol="0">
            <a:spAutoFit/>
          </a:bodyPr>
          <a:lstStyle/>
          <a:p>
            <a:r>
              <a:rPr lang="en-US" altLang="zh-CN" sz="3200">
                <a:solidFill>
                  <a:schemeClr val="bg1"/>
                </a:solidFill>
                <a:latin typeface="微软雅黑" panose="020b0503020204020204" charset="-122"/>
                <a:ea typeface="微软雅黑" panose="020b0503020204020204" charset="-122"/>
                <a:cs typeface="微软雅黑" panose="020b0503020204020204" charset="-122"/>
              </a:rPr>
              <a:t>02.</a:t>
            </a:r>
            <a:r>
              <a:rPr lang="zh-CN" altLang="en-US" sz="3200">
                <a:solidFill>
                  <a:schemeClr val="bg1"/>
                </a:solidFill>
                <a:latin typeface="微软雅黑" panose="020b0503020204020204" charset="-122"/>
                <a:ea typeface="微软雅黑" panose="020b0503020204020204" charset="-122"/>
                <a:cs typeface="微软雅黑" panose="020b0503020204020204" charset="-122"/>
                <a:sym typeface="+mn-ea"/>
              </a:rPr>
              <a:t>存在量词与存在量词命题</a:t>
            </a:r>
            <a:endParaRPr lang="zh-CN" altLang="en-US" sz="320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7" name="组合 26" title=""/>
          <p:cNvGrpSpPr/>
          <p:nvPr>
            <p:custDataLst>
              <p:tags r:id="rId17"/>
            </p:custDataLst>
          </p:nvPr>
        </p:nvGrpSpPr>
        <p:grpSpPr>
          <a:xfrm>
            <a:off x="5213350" y="5028565"/>
            <a:ext cx="5391150" cy="749300"/>
            <a:chOff x="6534150" y="5194300"/>
            <a:chExt cx="5391150" cy="749300"/>
          </a:xfrm>
        </p:grpSpPr>
        <p:sp>
          <p:nvSpPr>
            <p:cNvPr id="8" name="矩形: 圆角 7"/>
            <p:cNvSpPr/>
            <p:nvPr>
              <p:custDataLst>
                <p:tags r:id="rId18"/>
              </p:custDataLst>
            </p:nvPr>
          </p:nvSpPr>
          <p:spPr>
            <a:xfrm flipH="1">
              <a:off x="6534150" y="5194300"/>
              <a:ext cx="5391150" cy="749300"/>
            </a:xfrm>
            <a:prstGeom prst="roundRect">
              <a:avLst>
                <a:gd name="adj" fmla="val 50000"/>
              </a:avLst>
            </a:prstGeom>
            <a:gradFill flip="none" rotWithShape="1">
              <a:gsLst>
                <a:gs pos="0">
                  <a:srgbClr val="4175FC"/>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8" name="文本框 17"/>
            <p:cNvSpPr txBox="1"/>
            <p:nvPr>
              <p:custDataLst>
                <p:tags r:id="rId19"/>
              </p:custDataLst>
            </p:nvPr>
          </p:nvSpPr>
          <p:spPr>
            <a:xfrm>
              <a:off x="6762750" y="5307856"/>
              <a:ext cx="5003800" cy="583565"/>
            </a:xfrm>
            <a:prstGeom prst="rect">
              <a:avLst/>
            </a:prstGeom>
            <a:noFill/>
          </p:spPr>
          <p:txBody>
            <a:bodyPr wrap="square" rtlCol="0">
              <a:spAutoFit/>
            </a:bodyPr>
            <a:lstStyle/>
            <a:p>
              <a:r>
                <a:rPr lang="en-US" altLang="zh-CN" sz="3200">
                  <a:solidFill>
                    <a:schemeClr val="bg1"/>
                  </a:solidFill>
                  <a:latin typeface="微软雅黑" panose="020b0503020204020204" charset="-122"/>
                  <a:ea typeface="微软雅黑" panose="020b0503020204020204" charset="-122"/>
                  <a:cs typeface="微软雅黑" panose="020b0503020204020204" charset="-122"/>
                </a:rPr>
                <a:t>04.</a:t>
              </a:r>
              <a:r>
                <a:rPr lang="zh-CN" altLang="en-US" sz="3200">
                  <a:solidFill>
                    <a:schemeClr val="bg1"/>
                  </a:solidFill>
                  <a:latin typeface="微软雅黑" panose="020b0503020204020204" charset="-122"/>
                  <a:ea typeface="微软雅黑" panose="020b0503020204020204" charset="-122"/>
                  <a:cs typeface="微软雅黑" panose="020b0503020204020204" charset="-122"/>
                </a:rPr>
                <a:t>小结及随堂练习</a:t>
              </a:r>
              <a:endParaRPr lang="zh-CN" altLang="en-US" sz="3200">
                <a:solidFill>
                  <a:schemeClr val="bg1"/>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flipH="1">
              <a:off x="330200" y="342900"/>
              <a:ext cx="11515090" cy="6224270"/>
            </a:xfrm>
            <a:prstGeom prst="round2DiagRect">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title=""/>
          <p:cNvGrpSpPr/>
          <p:nvPr>
            <p:custDataLst>
              <p:tags r:id="rId8"/>
            </p:custDataLst>
          </p:nvPr>
        </p:nvGrpSpPr>
        <p:grpSpPr>
          <a:xfrm>
            <a:off x="854711" y="628541"/>
            <a:ext cx="5197474" cy="521970"/>
            <a:chOff x="330201" y="576471"/>
            <a:chExt cx="5197474" cy="521970"/>
          </a:xfrm>
        </p:grpSpPr>
        <p:sp>
          <p:nvSpPr>
            <p:cNvPr id="14" name="文本框 1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学习目标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16" name="矩形: 圆角 15"/>
            <p:cNvSpPr/>
            <p:nvPr>
              <p:custDataLst>
                <p:tags r:id="rId10"/>
              </p:custDataLst>
            </p:nvPr>
          </p:nvSpPr>
          <p:spPr>
            <a:xfrm>
              <a:off x="330201" y="692041"/>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5" name="文本框 24" title=""/>
          <p:cNvSpPr txBox="1"/>
          <p:nvPr>
            <p:custDataLst>
              <p:tags r:id="rId11"/>
            </p:custDataLst>
          </p:nvPr>
        </p:nvSpPr>
        <p:spPr>
          <a:xfrm>
            <a:off x="1048385" y="1621790"/>
            <a:ext cx="10189845" cy="3937635"/>
          </a:xfrm>
          <a:prstGeom prst="rect">
            <a:avLst/>
          </a:prstGeom>
          <a:noFill/>
        </p:spPr>
        <p:txBody>
          <a:bodyPr wrap="square" lIns="0" tIns="0" rIns="0" bIns="0">
            <a:noAutofit/>
          </a:bodyPr>
          <a:lstStyle/>
          <a:p>
            <a:pPr marL="342900" indent="-342900" algn="just" fontAlgn="auto">
              <a:lnSpc>
                <a:spcPct val="200000"/>
              </a:lnSpc>
              <a:buClr>
                <a:srgbClr val="ED7D31"/>
              </a:buClr>
              <a:buFont typeface="Wingdings" panose="05000000000000000000" charset="0"/>
              <a:buChar char="l"/>
            </a:pPr>
            <a:r>
              <a:rPr lang="zh-CN" altLang="en-US" sz="2400">
                <a:latin typeface="黑体"/>
                <a:ea typeface="黑体"/>
                <a:cs typeface="黑体" panose="02010609060101010101" charset="-122"/>
                <a:sym typeface="+mn-ea"/>
              </a:rPr>
              <a:t>理解全称量词与存在量词的含义,熟悉常见的全称量词和存在量词.</a:t>
            </a:r>
            <a:endParaRPr lang="zh-CN" altLang="en-US" sz="600">
              <a:latin typeface="黑体"/>
              <a:ea typeface="黑体"/>
              <a:cs typeface="黑体" panose="02010609060101010101" charset="-122"/>
              <a:sym typeface="+mn-ea"/>
            </a:endParaRPr>
          </a:p>
          <a:p>
            <a:pPr marL="342900" indent="-342900" algn="just" fontAlgn="auto">
              <a:lnSpc>
                <a:spcPct val="200000"/>
              </a:lnSpc>
              <a:buClr>
                <a:srgbClr val="ED7D31"/>
              </a:buClr>
              <a:buFont typeface="Wingdings" panose="05000000000000000000" charset="0"/>
              <a:buChar char="l"/>
            </a:pPr>
            <a:r>
              <a:rPr lang="zh-CN" altLang="en-US" sz="2400">
                <a:latin typeface="黑体"/>
                <a:ea typeface="黑体"/>
                <a:cs typeface="黑体" panose="02010609060101010101" charset="-122"/>
                <a:sym typeface="+mn-ea"/>
              </a:rPr>
              <a:t>了解含有量词的全称命题和特称命题的含义,并能用数学符号表示含有量词的命题及判断命题的真假性.</a:t>
            </a:r>
            <a:endParaRPr lang="zh-CN" altLang="en-US" sz="2400">
              <a:latin typeface="黑体"/>
              <a:ea typeface="黑体"/>
              <a:cs typeface="黑体" panose="02010609060101010101" charset="-122"/>
              <a:sym typeface="+mn-ea"/>
            </a:endParaRPr>
          </a:p>
          <a:p>
            <a:pPr marL="342900" indent="-342900" algn="just" fontAlgn="auto">
              <a:lnSpc>
                <a:spcPct val="200000"/>
              </a:lnSpc>
              <a:buClr>
                <a:srgbClr val="ED7D31"/>
              </a:buClr>
              <a:buFont typeface="Wingdings" panose="05000000000000000000" charset="0"/>
              <a:buChar char="l"/>
            </a:pPr>
            <a:r>
              <a:rPr lang="zh-CN" altLang="en-US" sz="2400">
                <a:latin typeface="黑体"/>
                <a:ea typeface="黑体"/>
                <a:cs typeface="黑体" panose="02010609060101010101" charset="-122"/>
                <a:sym typeface="+mn-ea"/>
              </a:rPr>
              <a:t>能正确地对含有一个量词的命题进行否定,理解全称命题与特称命题之间的关系.</a:t>
            </a:r>
            <a:endParaRPr lang="zh-CN" altLang="en-US" sz="2400">
              <a:latin typeface="黑体"/>
              <a:ea typeface="黑体"/>
              <a:cs typeface="黑体" panose="02010609060101010101" charset="-122"/>
              <a:sym typeface="+mn-ea"/>
            </a:endParaRPr>
          </a:p>
          <a:p>
            <a:pPr indent="0" algn="just" fontAlgn="auto">
              <a:lnSpc>
                <a:spcPct val="200000"/>
              </a:lnSpc>
              <a:buClr>
                <a:srgbClr val="ED7D31"/>
              </a:buClr>
              <a:buFont typeface="Wingdings" panose="05000000000000000000" charset="0"/>
              <a:buNone/>
            </a:pPr>
            <a:endParaRPr lang="zh-CN" altLang="en-US" sz="2400">
              <a:latin typeface="黑体"/>
              <a:ea typeface="黑体"/>
              <a:cs typeface="黑体" panose="02010609060101010101" charset="-122"/>
              <a:sym typeface="+mn-ea"/>
            </a:endParaRPr>
          </a:p>
          <a:p>
            <a:pPr marL="342900" indent="-342900" algn="just" fontAlgn="auto">
              <a:lnSpc>
                <a:spcPct val="200000"/>
              </a:lnSpc>
              <a:buClr>
                <a:srgbClr val="ED7D31"/>
              </a:buClr>
              <a:buFont typeface="Wingdings" panose="05000000000000000000" charset="0"/>
              <a:buChar char="l"/>
            </a:pPr>
            <a:endParaRPr lang="zh-CN" altLang="en-US" sz="2400">
              <a:latin typeface="黑体"/>
              <a:ea typeface="黑体"/>
              <a:cs typeface="黑体" panose="02010609060101010101" charset="-122"/>
              <a:sym typeface="+mn-ea"/>
            </a:endParaRPr>
          </a:p>
          <a:p>
            <a:pPr marL="342900" indent="-342900" algn="just" fontAlgn="auto">
              <a:lnSpc>
                <a:spcPct val="200000"/>
              </a:lnSpc>
              <a:buClr>
                <a:srgbClr val="ED7D31"/>
              </a:buClr>
              <a:buFont typeface="Wingdings" panose="05000000000000000000" charset="0"/>
              <a:buChar char="l"/>
            </a:pPr>
            <a:endParaRPr lang="zh-CN" altLang="en-US" sz="2400">
              <a:latin typeface="黑体"/>
              <a:ea typeface="黑体"/>
              <a:cs typeface="黑体" panose="02010609060101010101" charset="-122"/>
              <a:sym typeface="+mn-ea"/>
            </a:endParaRPr>
          </a:p>
        </p:txBody>
      </p:sp>
      <p:grpSp>
        <p:nvGrpSpPr>
          <p:cNvPr id="6" name="组合 5" title=""/>
          <p:cNvGrpSpPr/>
          <p:nvPr>
            <p:custDataLst>
              <p:tags r:id="rId12"/>
            </p:custDataLst>
          </p:nvPr>
        </p:nvGrpSpPr>
        <p:grpSpPr>
          <a:xfrm rot="16200000" flipH="1">
            <a:off x="10828399" y="5261685"/>
            <a:ext cx="176150" cy="780068"/>
            <a:chOff x="8290832" y="4887686"/>
            <a:chExt cx="296617" cy="1313542"/>
          </a:xfrm>
          <a:solidFill>
            <a:srgbClr val="4076FD"/>
          </a:solidFill>
        </p:grpSpPr>
        <p:grpSp>
          <p:nvGrpSpPr>
            <p:cNvPr id="7" name="组合 6"/>
            <p:cNvGrpSpPr/>
            <p:nvPr>
              <p:custDataLst>
                <p:tags r:id="rId13"/>
              </p:custDataLst>
            </p:nvPr>
          </p:nvGrpSpPr>
          <p:grpSpPr>
            <a:xfrm>
              <a:off x="8452757" y="5040086"/>
              <a:ext cx="134692" cy="1161142"/>
              <a:chOff x="8490857" y="4963886"/>
              <a:chExt cx="134692" cy="1161142"/>
            </a:xfrm>
            <a:grpFill/>
          </p:grpSpPr>
          <p:sp>
            <p:nvSpPr>
              <p:cNvPr id="53" name="等腰三角形 52"/>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custDataLst>
                <p:tags r:id="rId19"/>
              </p:custDataLst>
            </p:nvPr>
          </p:nvGrpSpPr>
          <p:grpSpPr>
            <a:xfrm>
              <a:off x="8290832" y="4887686"/>
              <a:ext cx="134692" cy="1161142"/>
              <a:chOff x="8490857" y="4963886"/>
              <a:chExt cx="134692" cy="1161142"/>
            </a:xfrm>
            <a:grpFill/>
          </p:grpSpPr>
          <p:sp>
            <p:nvSpPr>
              <p:cNvPr id="10" name="等腰三角形 9"/>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1" name="矩形: 圆角 13" title=""/>
          <p:cNvSpPr/>
          <p:nvPr>
            <p:custDataLst>
              <p:tags r:id="rId25"/>
            </p:custDataLst>
          </p:nvPr>
        </p:nvSpPr>
        <p:spPr>
          <a:xfrm>
            <a:off x="8764905" y="5964555"/>
            <a:ext cx="2736850" cy="227965"/>
          </a:xfrm>
          <a:prstGeom prst="roundRect">
            <a:avLst>
              <a:gd name="adj" fmla="val 50000"/>
            </a:avLst>
          </a:prstGeom>
          <a:gradFill flip="none" rotWithShape="1">
            <a:gsLst>
              <a:gs pos="0">
                <a:srgbClr val="4076FD"/>
              </a:gs>
              <a:gs pos="100000">
                <a:schemeClr val="accent2">
                  <a:alpha val="11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1833880" y="2222500"/>
            <a:ext cx="5059680"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a:ea typeface="黑体"/>
              </a:rPr>
              <a:t>01</a:t>
            </a:r>
            <a:endParaRPr lang="zh-CN" altLang="en-US" sz="18000">
              <a:gradFill>
                <a:gsLst>
                  <a:gs pos="0">
                    <a:srgbClr val="4479FD"/>
                  </a:gs>
                  <a:gs pos="100000">
                    <a:srgbClr val="4175FC"/>
                  </a:gs>
                </a:gsLst>
                <a:lin ang="10800000" scaled="0"/>
              </a:gradFill>
              <a:latin typeface="黑体"/>
              <a:ea typeface="黑体"/>
            </a:endParaRPr>
          </a:p>
        </p:txBody>
      </p:sp>
      <p:sp>
        <p:nvSpPr>
          <p:cNvPr id="60" name="文本框 59" title=""/>
          <p:cNvSpPr txBox="1"/>
          <p:nvPr>
            <p:custDataLst>
              <p:tags r:id="rId42"/>
            </p:custDataLst>
          </p:nvPr>
        </p:nvSpPr>
        <p:spPr>
          <a:xfrm>
            <a:off x="4467860" y="3123565"/>
            <a:ext cx="6124575" cy="1568450"/>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全</a:t>
            </a:r>
            <a:r>
              <a:rPr lang="zh-CN" altLang="en-US" sz="4800" b="1">
                <a:solidFill>
                  <a:srgbClr val="4378FD"/>
                </a:solidFill>
                <a:latin typeface="微软雅黑" panose="020b0503020204020204" charset="-122"/>
                <a:ea typeface="微软雅黑" panose="020b0503020204020204" charset="-122"/>
              </a:rPr>
              <a:t>称</a:t>
            </a:r>
            <a:r>
              <a:rPr lang="zh-CN" altLang="en-US" sz="4800" b="1">
                <a:solidFill>
                  <a:schemeClr val="tx1"/>
                </a:solidFill>
                <a:latin typeface="微软雅黑" panose="020b0503020204020204" charset="-122"/>
                <a:ea typeface="微软雅黑" panose="020b0503020204020204" charset="-122"/>
              </a:rPr>
              <a:t>量</a:t>
            </a:r>
            <a:r>
              <a:rPr lang="zh-CN" altLang="en-US" sz="4800" b="1">
                <a:solidFill>
                  <a:srgbClr val="4378FD"/>
                </a:solidFill>
                <a:latin typeface="微软雅黑" panose="020b0503020204020204" charset="-122"/>
                <a:ea typeface="微软雅黑" panose="020b0503020204020204" charset="-122"/>
              </a:rPr>
              <a:t>词</a:t>
            </a:r>
            <a:r>
              <a:rPr lang="zh-CN" altLang="en-US" sz="4800" b="1">
                <a:solidFill>
                  <a:schemeClr val="tx1">
                    <a:lumMod val="95000"/>
                    <a:lumOff val="5000"/>
                  </a:schemeClr>
                </a:solidFill>
                <a:latin typeface="微软雅黑" panose="020b0503020204020204" charset="-122"/>
                <a:ea typeface="微软雅黑" panose="020b0503020204020204" charset="-122"/>
              </a:rPr>
              <a:t>与</a:t>
            </a:r>
            <a:r>
              <a:rPr lang="zh-CN" altLang="en-US" sz="4800" b="1">
                <a:solidFill>
                  <a:srgbClr val="4378FD"/>
                </a:solidFill>
                <a:latin typeface="微软雅黑" panose="020b0503020204020204" charset="-122"/>
                <a:ea typeface="微软雅黑" panose="020b0503020204020204" charset="-122"/>
              </a:rPr>
              <a:t>全</a:t>
            </a:r>
            <a:r>
              <a:rPr lang="zh-CN" altLang="en-US" sz="4800" b="1">
                <a:solidFill>
                  <a:schemeClr val="tx1"/>
                </a:solidFill>
                <a:latin typeface="微软雅黑" panose="020b0503020204020204" charset="-122"/>
                <a:ea typeface="微软雅黑" panose="020b0503020204020204" charset="-122"/>
              </a:rPr>
              <a:t>称</a:t>
            </a:r>
            <a:r>
              <a:rPr lang="zh-CN" altLang="en-US" sz="4800" b="1">
                <a:solidFill>
                  <a:srgbClr val="4378FD"/>
                </a:solidFill>
                <a:latin typeface="微软雅黑" panose="020b0503020204020204" charset="-122"/>
                <a:ea typeface="微软雅黑" panose="020b0503020204020204" charset="-122"/>
              </a:rPr>
              <a:t>量</a:t>
            </a:r>
            <a:r>
              <a:rPr lang="zh-CN" altLang="en-US" sz="4800" b="1">
                <a:solidFill>
                  <a:schemeClr val="tx1"/>
                </a:solidFill>
                <a:latin typeface="微软雅黑" panose="020b0503020204020204" charset="-122"/>
                <a:ea typeface="微软雅黑" panose="020b0503020204020204" charset="-122"/>
              </a:rPr>
              <a:t>词</a:t>
            </a:r>
            <a:r>
              <a:rPr lang="zh-CN" altLang="en-US" sz="4800" b="1">
                <a:solidFill>
                  <a:srgbClr val="4378FD"/>
                </a:solidFill>
                <a:latin typeface="微软雅黑" panose="020b0503020204020204" charset="-122"/>
                <a:ea typeface="微软雅黑" panose="020b0503020204020204" charset="-122"/>
              </a:rPr>
              <a:t>命</a:t>
            </a:r>
            <a:r>
              <a:rPr lang="zh-CN" altLang="en-US" sz="4800" b="1">
                <a:solidFill>
                  <a:schemeClr val="tx1"/>
                </a:solidFill>
                <a:latin typeface="微软雅黑" panose="020b0503020204020204" charset="-122"/>
                <a:ea typeface="微软雅黑" panose="020b0503020204020204" charset="-122"/>
              </a:rPr>
              <a:t>题</a:t>
            </a:r>
            <a:endParaRPr lang="zh-CN" altLang="en-US" sz="4800" b="1">
              <a:solidFill>
                <a:schemeClr val="tx1"/>
              </a:solidFill>
              <a:latin typeface="微软雅黑" panose="020b0503020204020204" charset="-122"/>
              <a:ea typeface="微软雅黑" panose="020b0503020204020204" charset="-122"/>
            </a:endParaRPr>
          </a:p>
        </p:txBody>
      </p:sp>
      <p:sp>
        <p:nvSpPr>
          <p:cNvPr id="3" name="文本框 2" title=""/>
          <p:cNvSpPr txBox="1"/>
          <p:nvPr>
            <p:custDataLst>
              <p:tags r:id="rId43"/>
            </p:custDataLst>
          </p:nvPr>
        </p:nvSpPr>
        <p:spPr>
          <a:xfrm>
            <a:off x="3700780" y="1657350"/>
            <a:ext cx="4791075" cy="405765"/>
          </a:xfrm>
          <a:prstGeom prst="rect">
            <a:avLst/>
          </a:prstGeom>
          <a:noFill/>
        </p:spPr>
        <p:txBody>
          <a:bodyPr wrap="square" rtlCol="0">
            <a:noAutofit/>
          </a:bodyPr>
          <a:lstStyle/>
          <a:p>
            <a:pPr algn="dist"/>
            <a:r>
              <a:rPr lang="en-US" altLang="zh-CN">
                <a:latin typeface="黑体"/>
                <a:ea typeface="黑体"/>
                <a:sym typeface="+mn-ea"/>
              </a:rPr>
              <a:t>全称量词和存在量词</a:t>
            </a:r>
            <a:endParaRPr lang="en-US" altLang="zh-CN">
              <a:latin typeface="黑体"/>
              <a:ea typeface="黑体"/>
              <a:sym typeface="+mn-ea"/>
            </a:endParaRPr>
          </a:p>
          <a:p>
            <a:pPr algn="dist"/>
            <a:endParaRPr lang="en-US" altLang="zh-CN">
              <a:latin typeface="黑体"/>
              <a:ea typeface="黑体"/>
            </a:endParaRPr>
          </a:p>
        </p:txBody>
      </p:sp>
      <p:sp>
        <p:nvSpPr>
          <p:cNvPr id="11" name="文本框 10" title=""/>
          <p:cNvSpPr txBox="1"/>
          <p:nvPr>
            <p:custDataLst>
              <p:tags r:id="rId44"/>
            </p:custDataLst>
          </p:nvPr>
        </p:nvSpPr>
        <p:spPr>
          <a:xfrm>
            <a:off x="2925445" y="-686435"/>
            <a:ext cx="6096000" cy="368300"/>
          </a:xfrm>
          <a:prstGeom prst="rect">
            <a:avLst/>
          </a:prstGeom>
          <a:noFill/>
        </p:spPr>
        <p:txBody>
          <a:bodyPr wrap="square" rtlCol="0" anchor="t">
            <a:spAutoFit/>
          </a:bodyPr>
          <a:lstStyle/>
          <a:p>
            <a:endParaRPr lang="en-US" altLang="zh-CN" sz="1800">
              <a:latin typeface="黑体"/>
              <a:ea typeface="黑体"/>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60"/>
                                        </p:tgtEl>
                                        <p:attrNameLst>
                                          <p:attrName>style.visibility</p:attrName>
                                        </p:attrNameLst>
                                      </p:cBhvr>
                                      <p:to>
                                        <p:strVal val="visible"/>
                                      </p:to>
                                    </p:set>
                                    <p:anim calcmode="lin" valueType="num">
                                      <p:cBhvr additive="base">
                                        <p:cTn id="7" dur="250"/>
                                        <p:tgtEl>
                                          <p:spTgt spid="60"/>
                                        </p:tgtEl>
                                        <p:attrNameLst>
                                          <p:attrName>ppt_y</p:attrName>
                                        </p:attrNameLst>
                                      </p:cBhvr>
                                      <p:tavLst>
                                        <p:tav tm="0">
                                          <p:val>
                                            <p:strVal val="#ppt_y+#ppt_h*1.125000"/>
                                          </p:val>
                                        </p:tav>
                                        <p:tav tm="100000">
                                          <p:val>
                                            <p:strVal val="#ppt_y"/>
                                          </p:val>
                                        </p:tav>
                                      </p:tavLst>
                                    </p:anim>
                                    <p:animEffect transition="in" filter="wipe(up)">
                                      <p:cBhvr>
                                        <p:cTn id="8"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3" name="文本框 2" title=""/>
          <p:cNvSpPr txBox="1"/>
          <p:nvPr>
            <p:custDataLst>
              <p:tags r:id="rId11"/>
            </p:custDataLst>
          </p:nvPr>
        </p:nvSpPr>
        <p:spPr>
          <a:xfrm>
            <a:off x="500380" y="1201420"/>
            <a:ext cx="6703060" cy="5367655"/>
          </a:xfrm>
          <a:prstGeom prst="rect">
            <a:avLst/>
          </a:prstGeom>
          <a:noFill/>
        </p:spPr>
        <p:txBody>
          <a:bodyPr wrap="square" rtlCol="0" anchor="t">
            <a:spAutoFit/>
          </a:bodyPr>
          <a:lstStyle/>
          <a:p>
            <a:pPr indent="558800" fontAlgn="auto">
              <a:lnSpc>
                <a:spcPct val="120000"/>
              </a:lnSpc>
              <a:spcBef>
                <a:spcPct val="0"/>
              </a:spcBef>
              <a:spcAft>
                <a:spcPct val="0"/>
              </a:spcAft>
            </a:pPr>
            <a:r>
              <a:rPr lang="zh-CN" altLang="en-US" sz="2200">
                <a:latin typeface="黑体"/>
                <a:ea typeface="黑体"/>
                <a:cs typeface="黑体" panose="02010609060101010101" charset="-122"/>
                <a:sym typeface="+mn-ea"/>
              </a:rPr>
              <a:t>在某个城市中有一位理发师,他的广告词是这样写的:“本人的理发技艺十分高超,誉满全城.我将为本城所有不给自己刮脸的人刮脸,我也只给这些人刮脸.我对各位表示热诚欢迎!”</a:t>
            </a:r>
            <a:endParaRPr lang="zh-CN" altLang="en-US" sz="2200">
              <a:latin typeface="黑体"/>
              <a:ea typeface="黑体"/>
              <a:cs typeface="黑体" panose="02010609060101010101" charset="-122"/>
            </a:endParaRPr>
          </a:p>
          <a:p>
            <a:pPr indent="558800" fontAlgn="auto">
              <a:lnSpc>
                <a:spcPct val="120000"/>
              </a:lnSpc>
              <a:spcBef>
                <a:spcPct val="0"/>
              </a:spcBef>
              <a:spcAft>
                <a:spcPct val="0"/>
              </a:spcAft>
            </a:pPr>
            <a:r>
              <a:rPr lang="zh-CN" altLang="en-US" sz="2200">
                <a:latin typeface="黑体"/>
                <a:ea typeface="黑体"/>
                <a:cs typeface="黑体" panose="02010609060101010101" charset="-122"/>
                <a:sym typeface="+mn-ea"/>
              </a:rPr>
              <a:t>来找他刮脸的人络绎不绝,自然都是那些不给自己刮脸的人.</a:t>
            </a:r>
            <a:endParaRPr lang="zh-CN" altLang="en-US" sz="2200">
              <a:latin typeface="黑体"/>
              <a:ea typeface="黑体"/>
              <a:cs typeface="黑体" panose="02010609060101010101" charset="-122"/>
            </a:endParaRPr>
          </a:p>
          <a:p>
            <a:pPr indent="558800" fontAlgn="auto">
              <a:lnSpc>
                <a:spcPct val="120000"/>
              </a:lnSpc>
              <a:spcBef>
                <a:spcPct val="0"/>
              </a:spcBef>
              <a:spcAft>
                <a:spcPct val="0"/>
              </a:spcAft>
            </a:pPr>
            <a:r>
              <a:rPr lang="zh-CN" altLang="en-US" sz="2200">
                <a:latin typeface="黑体"/>
                <a:ea typeface="黑体"/>
                <a:cs typeface="黑体" panose="02010609060101010101" charset="-122"/>
                <a:sym typeface="+mn-ea"/>
              </a:rPr>
              <a:t>可是,有一天,这位理发师从镜子里看见自己的胡子长了,他本能地抓起了剃刀,你们说他能不能给他自己刮脸呢? 如果他不给自己刮脸,他就属于“不给自己刮脸的人”,他就要给自己刮脸, 而如果他给自己刮脸呢?他又属于“给自己刮脸的人”,他就不该给自己刮脸.</a:t>
            </a:r>
            <a:endParaRPr lang="zh-CN" altLang="en-US" sz="2200">
              <a:latin typeface="黑体"/>
              <a:ea typeface="黑体"/>
              <a:cs typeface="黑体" panose="02010609060101010101" charset="-122"/>
            </a:endParaRPr>
          </a:p>
          <a:p>
            <a:pPr indent="558800" fontAlgn="auto">
              <a:lnSpc>
                <a:spcPct val="120000"/>
              </a:lnSpc>
              <a:spcBef>
                <a:spcPct val="0"/>
              </a:spcBef>
              <a:spcAft>
                <a:spcPct val="0"/>
              </a:spcAft>
            </a:pPr>
            <a:r>
              <a:rPr lang="zh-CN" altLang="en-US" sz="2200" b="1">
                <a:solidFill>
                  <a:srgbClr val="437AFC"/>
                </a:solidFill>
                <a:latin typeface="Times New Roman" panose="02020603050405020304" pitchFamily="18" charset="0"/>
                <a:ea typeface="黑体"/>
                <a:cs typeface="Times New Roman" panose="02020603050405020304" pitchFamily="18" charset="0"/>
                <a:sym typeface="+mn-ea"/>
              </a:rPr>
              <a:t>这就是著名的“罗素理发师悖论”问题</a:t>
            </a:r>
            <a:r>
              <a:rPr lang="zh-CN" altLang="en-US" sz="2200">
                <a:latin typeface="黑体"/>
                <a:ea typeface="黑体"/>
                <a:cs typeface="黑体" panose="02010609060101010101" charset="-122"/>
                <a:sym typeface="+mn-ea"/>
              </a:rPr>
              <a:t>.</a:t>
            </a:r>
            <a:endParaRPr lang="zh-CN" altLang="en-US" sz="2200">
              <a:latin typeface="黑体"/>
              <a:ea typeface="黑体"/>
              <a:cs typeface="黑体" panose="02010609060101010101" charset="-122"/>
              <a:sym typeface="+mn-ea"/>
            </a:endParaRPr>
          </a:p>
        </p:txBody>
      </p:sp>
      <p:pic>
        <p:nvPicPr>
          <p:cNvPr id="4" name="图片 10" title=""/>
          <p:cNvPicPr>
            <a:picLocks noChangeAspect="1"/>
          </p:cNvPicPr>
          <p:nvPr>
            <p:custDataLst>
              <p:tags r:id="rId13"/>
            </p:custDataLst>
          </p:nvPr>
        </p:nvPicPr>
        <p:blipFill>
          <a:blip r:embed="rId12"/>
          <a:stretch>
            <a:fillRect/>
          </a:stretch>
        </p:blipFill>
        <p:spPr>
          <a:xfrm>
            <a:off x="7350760" y="2385695"/>
            <a:ext cx="4500880" cy="2422525"/>
          </a:xfrm>
          <a:prstGeom prst="rect">
            <a:avLst/>
          </a:prstGeom>
          <a:noFill/>
          <a:ln>
            <a:noFill/>
          </a:ln>
        </p:spPr>
      </p:pic>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7" name="文本框 6" title=""/>
          <p:cNvSpPr txBox="1"/>
          <p:nvPr>
            <p:custDataLst>
              <p:tags r:id="rId11"/>
            </p:custDataLst>
          </p:nvPr>
        </p:nvSpPr>
        <p:spPr>
          <a:xfrm>
            <a:off x="664845" y="1290955"/>
            <a:ext cx="1400215" cy="460375"/>
          </a:xfrm>
          <a:prstGeom prst="rect">
            <a:avLst/>
          </a:prstGeom>
          <a:noFill/>
          <a:ln>
            <a:noFill/>
          </a:ln>
        </p:spPr>
        <p:txBody>
          <a:bodyPr wrap="square" rtlCol="0">
            <a:spAutoFit/>
          </a:bodyPr>
          <a:lstStyle/>
          <a:p>
            <a:r>
              <a:rPr lang="zh-CN" altLang="en-US" sz="2400" b="1">
                <a:solidFill>
                  <a:srgbClr val="437AFC"/>
                </a:solidFill>
                <a:latin typeface="黑体"/>
                <a:ea typeface="黑体"/>
                <a:cs typeface="微软雅黑" panose="020b0503020204020204" charset="-122"/>
              </a:rPr>
              <a:t>【问题】</a:t>
            </a:r>
            <a:endParaRPr lang="zh-CN" altLang="en-US" sz="2400" b="1">
              <a:solidFill>
                <a:srgbClr val="437AFC"/>
              </a:solidFill>
              <a:latin typeface="黑体"/>
              <a:ea typeface="黑体"/>
              <a:cs typeface="微软雅黑" panose="020b0503020204020204" charset="-122"/>
            </a:endParaRPr>
          </a:p>
        </p:txBody>
      </p:sp>
      <p:sp>
        <p:nvSpPr>
          <p:cNvPr id="21" name="圆角矩形 20" title=""/>
          <p:cNvSpPr/>
          <p:nvPr>
            <p:custDataLst>
              <p:tags r:id="rId12"/>
            </p:custDataLst>
          </p:nvPr>
        </p:nvSpPr>
        <p:spPr>
          <a:xfrm>
            <a:off x="869950" y="4046855"/>
            <a:ext cx="10396220" cy="2026920"/>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title=""/>
          <p:cNvSpPr txBox="1"/>
          <p:nvPr>
            <p:custDataLst>
              <p:tags r:id="rId13"/>
            </p:custDataLst>
          </p:nvPr>
        </p:nvSpPr>
        <p:spPr>
          <a:xfrm>
            <a:off x="1216660" y="1701800"/>
            <a:ext cx="10504805" cy="1529715"/>
          </a:xfrm>
          <a:prstGeom prst="rect">
            <a:avLst/>
          </a:prstGeom>
          <a:noFill/>
        </p:spPr>
        <p:txBody>
          <a:bodyPr wrap="square" rtlCol="0" anchor="t">
            <a:spAutoFit/>
          </a:bodyPr>
          <a:lstStyle/>
          <a:p>
            <a:pPr algn="l">
              <a:lnSpc>
                <a:spcPct val="130000"/>
              </a:lnSpc>
              <a:spcBef>
                <a:spcPct val="0"/>
              </a:spcBef>
              <a:spcAft>
                <a:spcPct val="0"/>
              </a:spcAft>
            </a:pPr>
            <a:r>
              <a:rPr lang="zh-CN" altLang="en-US" sz="2400" b="1">
                <a:latin typeface="Times New Roman" panose="02020603050405020304" pitchFamily="18" charset="0"/>
                <a:ea typeface="黑体"/>
                <a:cs typeface="Times New Roman" panose="02020603050405020304" pitchFamily="18" charset="0"/>
                <a:sym typeface="+mn-ea"/>
              </a:rPr>
              <a:t>(1) 文中理发师说:“我将给所有的不给自己刮脸的人刮脸”.</a:t>
            </a:r>
            <a:endParaRPr lang="zh-CN" altLang="en-US" sz="2400" b="1">
              <a:latin typeface="Times New Roman" panose="02020603050405020304" pitchFamily="18" charset="0"/>
              <a:ea typeface="黑体"/>
              <a:cs typeface="Times New Roman" panose="02020603050405020304" pitchFamily="18" charset="0"/>
            </a:endParaRPr>
          </a:p>
          <a:p>
            <a:pPr algn="l">
              <a:lnSpc>
                <a:spcPct val="130000"/>
              </a:lnSpc>
              <a:spcBef>
                <a:spcPct val="0"/>
              </a:spcBef>
              <a:spcAft>
                <a:spcPct val="0"/>
              </a:spcAft>
            </a:pPr>
            <a:r>
              <a:rPr lang="zh-CN" altLang="en-US" sz="2400" b="1">
                <a:latin typeface="Times New Roman" panose="02020603050405020304" pitchFamily="18" charset="0"/>
                <a:ea typeface="黑体"/>
                <a:cs typeface="Times New Roman" panose="02020603050405020304" pitchFamily="18" charset="0"/>
                <a:sym typeface="+mn-ea"/>
              </a:rPr>
              <a:t>      对“所有的”这一词语,你还能用其他词语代替吗?</a:t>
            </a:r>
            <a:endParaRPr lang="zh-CN" altLang="en-US" sz="2400" b="1">
              <a:latin typeface="Times New Roman" panose="02020603050405020304" pitchFamily="18" charset="0"/>
              <a:ea typeface="黑体"/>
              <a:cs typeface="Times New Roman" panose="02020603050405020304" pitchFamily="18" charset="0"/>
            </a:endParaRPr>
          </a:p>
          <a:p>
            <a:pPr algn="l">
              <a:lnSpc>
                <a:spcPct val="130000"/>
              </a:lnSpc>
              <a:spcBef>
                <a:spcPct val="0"/>
              </a:spcBef>
              <a:spcAft>
                <a:spcPct val="0"/>
              </a:spcAft>
            </a:pPr>
            <a:r>
              <a:rPr lang="zh-CN" altLang="en-US" sz="2400" b="1">
                <a:latin typeface="Times New Roman" panose="02020603050405020304" pitchFamily="18" charset="0"/>
                <a:ea typeface="黑体"/>
                <a:cs typeface="Times New Roman" panose="02020603050405020304" pitchFamily="18" charset="0"/>
                <a:sym typeface="+mn-ea"/>
              </a:rPr>
              <a:t>(2)  上述词语都有什么含义?</a:t>
            </a:r>
            <a:endParaRPr lang="zh-CN" altLang="en-US" sz="2400" b="1">
              <a:latin typeface="Times New Roman" panose="02020603050405020304" pitchFamily="18" charset="0"/>
              <a:ea typeface="黑体"/>
              <a:cs typeface="Times New Roman" panose="02020603050405020304" pitchFamily="18" charset="0"/>
              <a:sym typeface="+mn-ea"/>
            </a:endParaRPr>
          </a:p>
        </p:txBody>
      </p:sp>
      <p:grpSp>
        <p:nvGrpSpPr>
          <p:cNvPr id="18" name="组合 17" title=""/>
          <p:cNvGrpSpPr/>
          <p:nvPr>
            <p:custDataLst>
              <p:tags r:id="rId14"/>
            </p:custDataLst>
          </p:nvPr>
        </p:nvGrpSpPr>
        <p:grpSpPr>
          <a:xfrm>
            <a:off x="1216660" y="4203700"/>
            <a:ext cx="10069830" cy="2056765"/>
            <a:chOff x="2488" y="6164"/>
            <a:chExt cx="15858" cy="3239"/>
          </a:xfrm>
        </p:grpSpPr>
        <p:sp>
          <p:nvSpPr>
            <p:cNvPr id="16" name="文本框 15"/>
            <p:cNvSpPr txBox="1"/>
            <p:nvPr>
              <p:custDataLst>
                <p:tags r:id="rId15"/>
              </p:custDataLst>
            </p:nvPr>
          </p:nvSpPr>
          <p:spPr>
            <a:xfrm>
              <a:off x="2488" y="6164"/>
              <a:ext cx="15858" cy="1654"/>
            </a:xfrm>
            <a:prstGeom prst="rect">
              <a:avLst/>
            </a:prstGeom>
            <a:noFill/>
          </p:spPr>
          <p:txBody>
            <a:bodyPr wrap="square" rtlCol="0">
              <a:spAutoFit/>
            </a:bodyPr>
            <a:lstStyle/>
            <a:p>
              <a:pPr algn="l">
                <a:lnSpc>
                  <a:spcPct val="130000"/>
                </a:lnSpc>
                <a:spcBef>
                  <a:spcPct val="0"/>
                </a:spcBef>
                <a:spcAft>
                  <a:spcPct val="0"/>
                </a:spcAft>
              </a:pPr>
              <a:r>
                <a:rPr lang="zh-CN" altLang="en-US" sz="2400" b="1">
                  <a:latin typeface="Times New Roman" panose="02020603050405020304" pitchFamily="18" charset="0"/>
                  <a:ea typeface="黑体"/>
                  <a:cs typeface="Times New Roman" panose="02020603050405020304" pitchFamily="18" charset="0"/>
                  <a:sym typeface="+mn-ea"/>
                </a:rPr>
                <a:t>（</a:t>
              </a:r>
              <a:r>
                <a:rPr lang="en-US" altLang="zh-CN" sz="2400" b="1">
                  <a:latin typeface="Times New Roman" panose="02020603050405020304" pitchFamily="18" charset="0"/>
                  <a:ea typeface="黑体"/>
                  <a:cs typeface="Times New Roman" panose="02020603050405020304" pitchFamily="18" charset="0"/>
                  <a:sym typeface="+mn-ea"/>
                </a:rPr>
                <a:t>1</a:t>
              </a:r>
              <a:r>
                <a:rPr lang="zh-CN" altLang="en-US" sz="2400" b="1">
                  <a:latin typeface="Times New Roman" panose="02020603050405020304" pitchFamily="18" charset="0"/>
                  <a:ea typeface="黑体"/>
                  <a:cs typeface="Times New Roman" panose="02020603050405020304" pitchFamily="18" charset="0"/>
                  <a:sym typeface="+mn-ea"/>
                </a:rPr>
                <a:t>）“任意一个”、“一切”、“每一个”、“任给”、“所有</a:t>
              </a:r>
              <a:r>
                <a:rPr lang="en-US" altLang="zh-CN" sz="2400" b="1">
                  <a:latin typeface="Times New Roman" panose="02020603050405020304" pitchFamily="18" charset="0"/>
                  <a:ea typeface="黑体"/>
                  <a:cs typeface="Times New Roman" panose="02020603050405020304" pitchFamily="18" charset="0"/>
                  <a:sym typeface="+mn-ea"/>
                </a:rPr>
                <a:t>  </a:t>
              </a:r>
              <a:r>
                <a:rPr lang="zh-CN" altLang="en-US" sz="2400" b="1">
                  <a:latin typeface="Times New Roman" panose="02020603050405020304" pitchFamily="18" charset="0"/>
                  <a:ea typeface="黑体"/>
                  <a:cs typeface="Times New Roman" panose="02020603050405020304" pitchFamily="18" charset="0"/>
                  <a:sym typeface="+mn-ea"/>
                </a:rPr>
                <a:t>的”“凡是”等.</a:t>
              </a:r>
              <a:endParaRPr lang="zh-CN" altLang="en-US" sz="2400" b="1">
                <a:latin typeface="Times New Roman" panose="02020603050405020304" pitchFamily="18" charset="0"/>
                <a:ea typeface="黑体"/>
                <a:cs typeface="Times New Roman" panose="02020603050405020304" pitchFamily="18" charset="0"/>
                <a:sym typeface="+mn-ea"/>
              </a:endParaRPr>
            </a:p>
          </p:txBody>
        </p:sp>
        <p:sp>
          <p:nvSpPr>
            <p:cNvPr id="17" name="文本框 16"/>
            <p:cNvSpPr txBox="1"/>
            <p:nvPr>
              <p:custDataLst>
                <p:tags r:id="rId16"/>
              </p:custDataLst>
            </p:nvPr>
          </p:nvSpPr>
          <p:spPr>
            <a:xfrm>
              <a:off x="2488" y="7923"/>
              <a:ext cx="12164" cy="1480"/>
            </a:xfrm>
            <a:prstGeom prst="rect">
              <a:avLst/>
            </a:prstGeom>
            <a:noFill/>
          </p:spPr>
          <p:txBody>
            <a:bodyPr wrap="square" rtlCol="0">
              <a:spAutoFit/>
            </a:bodyPr>
            <a:lstStyle/>
            <a:p>
              <a:pPr algn="l">
                <a:lnSpc>
                  <a:spcPct val="130000"/>
                </a:lnSpc>
                <a:spcBef>
                  <a:spcPct val="0"/>
                </a:spcBef>
                <a:spcAft>
                  <a:spcPct val="0"/>
                </a:spcAft>
              </a:pPr>
              <a:r>
                <a:rPr lang="zh-CN" altLang="en-US" sz="2400" b="1">
                  <a:latin typeface="Times New Roman" panose="02020603050405020304" pitchFamily="18" charset="0"/>
                  <a:ea typeface="黑体"/>
                  <a:cs typeface="Times New Roman" panose="02020603050405020304" pitchFamily="18" charset="0"/>
                </a:rPr>
                <a:t>（</a:t>
              </a:r>
              <a:r>
                <a:rPr lang="en-US" altLang="zh-CN" sz="2400" b="1">
                  <a:latin typeface="Times New Roman" panose="02020603050405020304" pitchFamily="18" charset="0"/>
                  <a:ea typeface="黑体"/>
                  <a:cs typeface="Times New Roman" panose="02020603050405020304" pitchFamily="18" charset="0"/>
                </a:rPr>
                <a:t>2</a:t>
              </a:r>
              <a:r>
                <a:rPr lang="zh-CN" altLang="en-US" sz="2400" b="1">
                  <a:latin typeface="Times New Roman" panose="02020603050405020304" pitchFamily="18" charset="0"/>
                  <a:ea typeface="黑体"/>
                  <a:cs typeface="Times New Roman" panose="02020603050405020304" pitchFamily="18" charset="0"/>
                </a:rPr>
                <a:t>）  </a:t>
              </a:r>
              <a:r>
                <a:rPr lang="zh-CN" altLang="en-US" sz="2400" b="1">
                  <a:latin typeface="Times New Roman" panose="02020603050405020304" pitchFamily="18" charset="0"/>
                  <a:ea typeface="黑体"/>
                  <a:cs typeface="Times New Roman" panose="02020603050405020304" pitchFamily="18" charset="0"/>
                  <a:sym typeface="+mn-ea"/>
                </a:rPr>
                <a:t>表示某个范围内的整体或全部</a:t>
              </a:r>
              <a:endParaRPr lang="zh-CN" altLang="en-US" sz="2400" b="1">
                <a:latin typeface="Times New Roman" panose="02020603050405020304" pitchFamily="18" charset="0"/>
                <a:ea typeface="黑体"/>
                <a:cs typeface="Times New Roman" panose="02020603050405020304" pitchFamily="18" charset="0"/>
              </a:endParaRPr>
            </a:p>
            <a:p>
              <a:endParaRPr lang="zh-CN" altLang="en-US" sz="2400" b="1">
                <a:latin typeface="Times New Roman" panose="02020603050405020304" pitchFamily="18" charset="0"/>
                <a:ea typeface="黑体"/>
                <a:cs typeface="Times New Roman" panose="02020603050405020304" pitchFamily="18" charset="0"/>
              </a:endParaRPr>
            </a:p>
          </p:txBody>
        </p:sp>
      </p:grpSp>
      <p:sp>
        <p:nvSpPr>
          <p:cNvPr id="20" name="文本框 19" title=""/>
          <p:cNvSpPr txBox="1"/>
          <p:nvPr>
            <p:custDataLst>
              <p:tags r:id="rId17"/>
            </p:custDataLst>
          </p:nvPr>
        </p:nvSpPr>
        <p:spPr>
          <a:xfrm>
            <a:off x="664845" y="3541395"/>
            <a:ext cx="1400215" cy="460375"/>
          </a:xfrm>
          <a:prstGeom prst="rect">
            <a:avLst/>
          </a:prstGeom>
          <a:noFill/>
          <a:ln>
            <a:noFill/>
          </a:ln>
        </p:spPr>
        <p:txBody>
          <a:bodyPr wrap="square" rtlCol="0">
            <a:spAutoFit/>
          </a:bodyPr>
          <a:lstStyle/>
          <a:p>
            <a:r>
              <a:rPr lang="zh-CN" altLang="en-US" sz="2400" b="1">
                <a:solidFill>
                  <a:srgbClr val="437AFC"/>
                </a:solidFill>
                <a:latin typeface="黑体"/>
                <a:ea typeface="黑体"/>
                <a:cs typeface="微软雅黑" panose="020b0503020204020204" charset="-122"/>
              </a:rPr>
              <a:t>【答案】</a:t>
            </a:r>
            <a:endParaRPr lang="zh-CN" altLang="en-US" sz="2400" b="1">
              <a:solidFill>
                <a:srgbClr val="437AFC"/>
              </a:solidFill>
              <a:latin typeface="黑体"/>
              <a:ea typeface="黑体"/>
              <a:cs typeface="微软雅黑" panose="020b0503020204020204"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 name="文本框 1" title=""/>
          <p:cNvSpPr txBox="1"/>
          <p:nvPr>
            <p:custDataLst>
              <p:tags r:id="rId11"/>
            </p:custDataLst>
          </p:nvPr>
        </p:nvSpPr>
        <p:spPr>
          <a:xfrm>
            <a:off x="952500" y="2169795"/>
            <a:ext cx="10271125" cy="2861310"/>
          </a:xfrm>
          <a:prstGeom prst="rect">
            <a:avLst/>
          </a:prstGeom>
          <a:noFill/>
        </p:spPr>
        <p:txBody>
          <a:bodyPr wrap="square" rtlCol="0" anchor="t">
            <a:spAutoFit/>
          </a:bodyPr>
          <a:lstStyle/>
          <a:p>
            <a:pPr>
              <a:lnSpc>
                <a:spcPct val="150000"/>
              </a:lnSpc>
              <a:spcBef>
                <a:spcPct val="0"/>
              </a:spcBef>
              <a:spcAft>
                <a:spcPct val="0"/>
              </a:spcAft>
            </a:pPr>
            <a:r>
              <a:rPr lang="zh-CN" altLang="en-US" sz="2400" b="1">
                <a:latin typeface="Times New Roman" panose="02020603050405020304" pitchFamily="18" charset="0"/>
                <a:ea typeface="黑体"/>
                <a:cs typeface="Times New Roman" panose="02020603050405020304" pitchFamily="18" charset="0"/>
                <a:sym typeface="+mn-ea"/>
              </a:rPr>
              <a:t>我们知道，命题是可以判断真假的陈述句</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在数学中，有时会遇到一些含有变量的陈述句，由于不知道变量代表什么数，无法判断真假，因此他们不是命题</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但是，如果在原语句的基础上，用一个短语对变量的取值范围进行限定，就可以使它们成为一个命题</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我们把这样的短语称为量词</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本节将学习全称量词和存在量词，以及如何正确的对含有一个量词的命题进行否定</a:t>
            </a:r>
            <a:r>
              <a:rPr lang="en-US" altLang="zh-CN" sz="2400" b="1">
                <a:latin typeface="Times New Roman" panose="02020603050405020304" pitchFamily="18" charset="0"/>
                <a:ea typeface="黑体"/>
                <a:cs typeface="Times New Roman" panose="02020603050405020304" pitchFamily="18" charset="0"/>
                <a:sym typeface="+mn-ea"/>
              </a:rPr>
              <a:t>.</a:t>
            </a:r>
            <a:endParaRPr lang="en-US" altLang="zh-CN" sz="2400" b="1">
              <a:latin typeface="Times New Roman" panose="02020603050405020304" pitchFamily="18" charset="0"/>
              <a:ea typeface="黑体"/>
              <a:cs typeface="Times New Roman" panose="02020603050405020304" pitchFamily="18" charset="0"/>
              <a:sym typeface="+mn-ea"/>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圆角矩形 25" title=""/>
          <p:cNvSpPr/>
          <p:nvPr>
            <p:custDataLst>
              <p:tags r:id="rId8"/>
            </p:custDataLst>
          </p:nvPr>
        </p:nvSpPr>
        <p:spPr>
          <a:xfrm>
            <a:off x="1415415" y="1330325"/>
            <a:ext cx="3320415" cy="678815"/>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3" name="组合 22" title=""/>
          <p:cNvGrpSpPr/>
          <p:nvPr>
            <p:custDataLst>
              <p:tags r:id="rId9"/>
            </p:custDataLst>
          </p:nvPr>
        </p:nvGrpSpPr>
        <p:grpSpPr>
          <a:xfrm>
            <a:off x="577851" y="576471"/>
            <a:ext cx="5197474" cy="521970"/>
            <a:chOff x="330201" y="576471"/>
            <a:chExt cx="5197474" cy="521970"/>
          </a:xfrm>
        </p:grpSpPr>
        <p:sp>
          <p:nvSpPr>
            <p:cNvPr id="24" name="文本框 2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aphicFrame>
        <p:nvGraphicFramePr>
          <p:cNvPr id="22530" name="对象 7" title="">
            <a:hlinkClick action="ppaction://ole?verb=0"/>
          </p:cNvPr>
          <p:cNvGraphicFramePr>
            <a:graphicFrameLocks noChangeAspect="1"/>
          </p:cNvGraphicFramePr>
          <p:nvPr>
            <p:custDataLst>
              <p:tags r:id="rId12"/>
            </p:custDataLst>
          </p:nvPr>
        </p:nvGraphicFramePr>
        <p:xfrm>
          <a:off x="4979670" y="1430973"/>
          <a:ext cx="820420" cy="444500"/>
        </p:xfrm>
        <a:graphic>
          <a:graphicData uri="http://schemas.openxmlformats.org/presentationml/2006/ole">
            <mc:AlternateContent>
              <mc:Choice xmlns:v="urn:schemas-microsoft-com:vml" Requires="v">
                <p:oleObj spid="_x0000_s1038" r:id="rId13" imgW="304800" imgH="165100" progId="Equation.KSEE3">
                  <p:embed/>
                </p:oleObj>
              </mc:Choice>
              <mc:Fallback>
                <p:oleObj r:id="rId13" imgW="304800" imgH="165100" progId="Equation.KSEE3">
                  <p:embed/>
                  <p:pic>
                    <p:nvPicPr>
                      <p:cNvPr id="0" name="OLE substitute image"/>
                      <p:cNvPicPr/>
                      <p:nvPr/>
                    </p:nvPicPr>
                    <p:blipFill>
                      <a:blip r:embed="rId14">
                        <a:lum contrast="-6000"/>
                      </a:blip>
                      <a:stretch>
                        <a:fillRect/>
                      </a:stretch>
                    </p:blipFill>
                    <p:spPr>
                      <a:xfrm>
                        <a:off x="4979670" y="1430973"/>
                        <a:ext cx="820420" cy="444500"/>
                      </a:xfrm>
                      <a:prstGeom prst="rect">
                        <a:avLst/>
                      </a:prstGeom>
                      <a:noFill/>
                      <a:ln w="38100">
                        <a:noFill/>
                        <a:miter/>
                      </a:ln>
                    </p:spPr>
                  </p:pic>
                </p:oleObj>
              </mc:Fallback>
            </mc:AlternateContent>
          </a:graphicData>
        </a:graphic>
      </p:graphicFrame>
      <p:graphicFrame>
        <p:nvGraphicFramePr>
          <p:cNvPr id="22531" name="对象 7" title="">
            <a:hlinkClick action="ppaction://ole?verb=0"/>
          </p:cNvPr>
          <p:cNvGraphicFramePr>
            <a:graphicFrameLocks noChangeAspect="1"/>
          </p:cNvGraphicFramePr>
          <p:nvPr>
            <p:custDataLst>
              <p:tags r:id="rId15"/>
            </p:custDataLst>
          </p:nvPr>
        </p:nvGraphicFramePr>
        <p:xfrm>
          <a:off x="4979670" y="2240915"/>
          <a:ext cx="1903730" cy="471170"/>
        </p:xfrm>
        <a:graphic>
          <a:graphicData uri="http://schemas.openxmlformats.org/presentationml/2006/ole">
            <mc:AlternateContent>
              <mc:Choice xmlns:v="urn:schemas-microsoft-com:vml" Requires="v">
                <p:oleObj spid="_x0000_s1039" r:id="rId16" imgW="711200" imgH="177165" progId="Equation.KSEE3">
                  <p:embed/>
                </p:oleObj>
              </mc:Choice>
              <mc:Fallback>
                <p:oleObj r:id="rId16" imgW="711200" imgH="177165" progId="Equation.KSEE3">
                  <p:embed/>
                  <p:pic>
                    <p:nvPicPr>
                      <p:cNvPr id="0" name="OLE substitute image"/>
                      <p:cNvPicPr/>
                      <p:nvPr/>
                    </p:nvPicPr>
                    <p:blipFill>
                      <a:blip r:embed="rId17"/>
                      <a:stretch>
                        <a:fillRect/>
                      </a:stretch>
                    </p:blipFill>
                    <p:spPr>
                      <a:xfrm>
                        <a:off x="4979670" y="2240915"/>
                        <a:ext cx="1903730" cy="471170"/>
                      </a:xfrm>
                      <a:prstGeom prst="rect">
                        <a:avLst/>
                      </a:prstGeom>
                      <a:noFill/>
                      <a:ln w="38100">
                        <a:noFill/>
                        <a:miter/>
                      </a:ln>
                    </p:spPr>
                  </p:pic>
                </p:oleObj>
              </mc:Fallback>
            </mc:AlternateContent>
          </a:graphicData>
        </a:graphic>
      </p:graphicFrame>
      <p:sp>
        <p:nvSpPr>
          <p:cNvPr id="4" name="文本框 3" title=""/>
          <p:cNvSpPr txBox="1"/>
          <p:nvPr>
            <p:custDataLst>
              <p:tags r:id="rId18"/>
            </p:custDataLst>
          </p:nvPr>
        </p:nvSpPr>
        <p:spPr>
          <a:xfrm>
            <a:off x="8080058" y="1430973"/>
            <a:ext cx="1728787" cy="460375"/>
          </a:xfrm>
          <a:prstGeom prst="rect">
            <a:avLst/>
          </a:prstGeom>
          <a:noFill/>
          <a:ln w="9525">
            <a:noFill/>
          </a:ln>
        </p:spPr>
        <p:txBody>
          <a:bodyPr wrap="square" anchor="t" anchorCtr="0">
            <a:spAutoFit/>
          </a:bodyPr>
          <a:lstStyle/>
          <a:p>
            <a:r>
              <a:rPr lang="zh-CN" altLang="en-US" sz="2400" b="1">
                <a:solidFill>
                  <a:srgbClr val="4378FD"/>
                </a:solidFill>
                <a:latin typeface="Times New Roman" panose="02020603050405020304" pitchFamily="18" charset="0"/>
                <a:ea typeface="黑体"/>
                <a:cs typeface="Times New Roman" panose="02020603050405020304" pitchFamily="18" charset="0"/>
              </a:rPr>
              <a:t>假命题</a:t>
            </a:r>
            <a:endParaRPr lang="zh-CN" altLang="en-US" sz="2400" b="1">
              <a:solidFill>
                <a:srgbClr val="4378FD"/>
              </a:solidFill>
              <a:latin typeface="Times New Roman" panose="02020603050405020304" pitchFamily="18" charset="0"/>
              <a:ea typeface="黑体"/>
              <a:cs typeface="Times New Roman" panose="02020603050405020304" pitchFamily="18" charset="0"/>
            </a:endParaRPr>
          </a:p>
        </p:txBody>
      </p:sp>
      <p:sp>
        <p:nvSpPr>
          <p:cNvPr id="14" name="文本框 13" title=""/>
          <p:cNvSpPr txBox="1"/>
          <p:nvPr>
            <p:custDataLst>
              <p:tags r:id="rId19"/>
            </p:custDataLst>
          </p:nvPr>
        </p:nvSpPr>
        <p:spPr>
          <a:xfrm>
            <a:off x="8080058" y="2251710"/>
            <a:ext cx="1728787" cy="460375"/>
          </a:xfrm>
          <a:prstGeom prst="rect">
            <a:avLst/>
          </a:prstGeom>
          <a:noFill/>
          <a:ln w="9525">
            <a:noFill/>
          </a:ln>
        </p:spPr>
        <p:txBody>
          <a:bodyPr wrap="square" anchor="t" anchorCtr="0">
            <a:spAutoFit/>
          </a:bodyPr>
          <a:lstStyle/>
          <a:p>
            <a:pPr algn="l">
              <a:buClrTx/>
              <a:buSzTx/>
              <a:buFontTx/>
            </a:pPr>
            <a:r>
              <a:rPr lang="zh-CN" altLang="en-US" sz="2400" b="1">
                <a:solidFill>
                  <a:srgbClr val="4378FD"/>
                </a:solidFill>
                <a:latin typeface="Times New Roman" panose="02020603050405020304" pitchFamily="18" charset="0"/>
                <a:ea typeface="黑体"/>
                <a:cs typeface="Times New Roman" panose="02020603050405020304" pitchFamily="18" charset="0"/>
              </a:rPr>
              <a:t>真命题</a:t>
            </a:r>
            <a:endParaRPr lang="zh-CN" altLang="en-US" sz="2400" b="1">
              <a:solidFill>
                <a:srgbClr val="4378FD"/>
              </a:solidFill>
              <a:latin typeface="Times New Roman" panose="02020603050405020304" pitchFamily="18" charset="0"/>
              <a:ea typeface="黑体"/>
              <a:cs typeface="Times New Roman" panose="02020603050405020304" pitchFamily="18" charset="0"/>
            </a:endParaRPr>
          </a:p>
        </p:txBody>
      </p:sp>
      <p:graphicFrame>
        <p:nvGraphicFramePr>
          <p:cNvPr id="22537" name="对象 7" title="">
            <a:hlinkClick action="ppaction://ole?verb=0"/>
          </p:cNvPr>
          <p:cNvGraphicFramePr>
            <a:graphicFrameLocks noChangeAspect="1"/>
          </p:cNvGraphicFramePr>
          <p:nvPr>
            <p:custDataLst>
              <p:tags r:id="rId20"/>
            </p:custDataLst>
          </p:nvPr>
        </p:nvGraphicFramePr>
        <p:xfrm>
          <a:off x="4979670" y="3026410"/>
          <a:ext cx="2284095" cy="481965"/>
        </p:xfrm>
        <a:graphic>
          <a:graphicData uri="http://schemas.openxmlformats.org/presentationml/2006/ole">
            <mc:AlternateContent>
              <mc:Choice xmlns:v="urn:schemas-microsoft-com:vml" Requires="v">
                <p:oleObj spid="_x0000_s1040" r:id="rId21" imgW="901700" imgH="190500" progId="Equation.KSEE3">
                  <p:embed/>
                </p:oleObj>
              </mc:Choice>
              <mc:Fallback>
                <p:oleObj r:id="rId21" imgW="901700" imgH="190500" progId="Equation.KSEE3">
                  <p:embed/>
                  <p:pic>
                    <p:nvPicPr>
                      <p:cNvPr id="0" name="OLE substitute image"/>
                      <p:cNvPicPr/>
                      <p:nvPr/>
                    </p:nvPicPr>
                    <p:blipFill>
                      <a:blip r:embed="rId22"/>
                      <a:stretch>
                        <a:fillRect/>
                      </a:stretch>
                    </p:blipFill>
                    <p:spPr>
                      <a:xfrm>
                        <a:off x="4979670" y="3026410"/>
                        <a:ext cx="2284095" cy="481965"/>
                      </a:xfrm>
                      <a:prstGeom prst="rect">
                        <a:avLst/>
                      </a:prstGeom>
                      <a:noFill/>
                      <a:ln w="38100">
                        <a:noFill/>
                        <a:miter/>
                      </a:ln>
                    </p:spPr>
                  </p:pic>
                </p:oleObj>
              </mc:Fallback>
            </mc:AlternateContent>
          </a:graphicData>
        </a:graphic>
      </p:graphicFrame>
      <p:sp>
        <p:nvSpPr>
          <p:cNvPr id="19" name="文本框 18" title=""/>
          <p:cNvSpPr txBox="1"/>
          <p:nvPr>
            <p:custDataLst>
              <p:tags r:id="rId23"/>
            </p:custDataLst>
          </p:nvPr>
        </p:nvSpPr>
        <p:spPr>
          <a:xfrm>
            <a:off x="8080058" y="3048000"/>
            <a:ext cx="1728787" cy="460375"/>
          </a:xfrm>
          <a:prstGeom prst="rect">
            <a:avLst/>
          </a:prstGeom>
          <a:noFill/>
          <a:ln w="9525">
            <a:noFill/>
          </a:ln>
        </p:spPr>
        <p:txBody>
          <a:bodyPr wrap="square" anchor="t" anchorCtr="0">
            <a:spAutoFit/>
          </a:bodyPr>
          <a:lstStyle/>
          <a:p>
            <a:pPr algn="l">
              <a:buClrTx/>
              <a:buSzTx/>
              <a:buFontTx/>
            </a:pPr>
            <a:r>
              <a:rPr lang="zh-CN" altLang="en-US" sz="2400" b="1">
                <a:solidFill>
                  <a:srgbClr val="4378FD"/>
                </a:solidFill>
                <a:latin typeface="Times New Roman" panose="02020603050405020304" pitchFamily="18" charset="0"/>
                <a:ea typeface="黑体"/>
                <a:cs typeface="Times New Roman" panose="02020603050405020304" pitchFamily="18" charset="0"/>
              </a:rPr>
              <a:t>真命题</a:t>
            </a:r>
            <a:endParaRPr lang="zh-CN" altLang="en-US" sz="2400" b="1">
              <a:solidFill>
                <a:srgbClr val="4378FD"/>
              </a:solidFill>
              <a:latin typeface="Times New Roman" panose="02020603050405020304" pitchFamily="18" charset="0"/>
              <a:ea typeface="黑体"/>
              <a:cs typeface="Times New Roman" panose="02020603050405020304" pitchFamily="18" charset="0"/>
            </a:endParaRPr>
          </a:p>
        </p:txBody>
      </p:sp>
      <p:sp>
        <p:nvSpPr>
          <p:cNvPr id="22" name="文本框 21" title=""/>
          <p:cNvSpPr txBox="1"/>
          <p:nvPr>
            <p:custDataLst>
              <p:tags r:id="rId24"/>
            </p:custDataLst>
          </p:nvPr>
        </p:nvSpPr>
        <p:spPr>
          <a:xfrm>
            <a:off x="3681095" y="4918075"/>
            <a:ext cx="4911725" cy="497205"/>
          </a:xfrm>
          <a:prstGeom prst="rect">
            <a:avLst/>
          </a:prstGeom>
          <a:noFill/>
          <a:ln w="9525">
            <a:noFill/>
          </a:ln>
        </p:spPr>
        <p:txBody>
          <a:bodyPr wrap="square" anchor="t" anchorCtr="0">
            <a:spAutoFit/>
          </a:bodyPr>
          <a:lstStyle/>
          <a:p>
            <a:pPr>
              <a:lnSpc>
                <a:spcPct val="110000"/>
              </a:lnSpc>
            </a:pPr>
            <a:r>
              <a:rPr lang="zh-CN" altLang="en-US" sz="2400" b="1">
                <a:latin typeface="黑体"/>
                <a:ea typeface="黑体"/>
              </a:rPr>
              <a:t>所有的、任意的、任给、每个</a:t>
            </a:r>
            <a:endParaRPr lang="zh-CN" altLang="en-US" sz="2400" b="1">
              <a:latin typeface="黑体"/>
              <a:ea typeface="黑体"/>
            </a:endParaRPr>
          </a:p>
        </p:txBody>
      </p:sp>
      <p:sp>
        <p:nvSpPr>
          <p:cNvPr id="5" name="文本框 4" title=""/>
          <p:cNvSpPr txBox="1"/>
          <p:nvPr>
            <p:custDataLst>
              <p:tags r:id="rId25"/>
            </p:custDataLst>
          </p:nvPr>
        </p:nvSpPr>
        <p:spPr>
          <a:xfrm>
            <a:off x="3681095" y="5720715"/>
            <a:ext cx="6240463" cy="497205"/>
          </a:xfrm>
          <a:prstGeom prst="rect">
            <a:avLst/>
          </a:prstGeom>
          <a:noFill/>
          <a:ln w="9525">
            <a:noFill/>
          </a:ln>
        </p:spPr>
        <p:txBody>
          <a:bodyPr wrap="square" anchor="t" anchorCtr="0">
            <a:spAutoFit/>
          </a:bodyPr>
          <a:lstStyle/>
          <a:p>
            <a:pPr>
              <a:lnSpc>
                <a:spcPct val="110000"/>
              </a:lnSpc>
            </a:pPr>
            <a:r>
              <a:rPr lang="zh-CN" altLang="en-US" sz="2400" b="1">
                <a:latin typeface="黑体"/>
                <a:ea typeface="黑体"/>
              </a:rPr>
              <a:t>存在</a:t>
            </a:r>
            <a:r>
              <a:rPr lang="en-US" altLang="zh-CN" sz="2400" b="1">
                <a:latin typeface="黑体"/>
                <a:ea typeface="黑体"/>
              </a:rPr>
              <a:t>(</a:t>
            </a:r>
            <a:r>
              <a:rPr lang="zh-CN" altLang="en-US" sz="2400" b="1">
                <a:latin typeface="黑体"/>
                <a:ea typeface="黑体"/>
              </a:rPr>
              <a:t>一个</a:t>
            </a:r>
            <a:r>
              <a:rPr lang="en-US" altLang="zh-CN" sz="2400" b="1">
                <a:latin typeface="黑体"/>
                <a:ea typeface="黑体"/>
              </a:rPr>
              <a:t>)</a:t>
            </a:r>
            <a:r>
              <a:rPr lang="zh-CN" altLang="en-US" sz="2400" b="1">
                <a:latin typeface="黑体"/>
                <a:ea typeface="黑体"/>
              </a:rPr>
              <a:t>、至少有一个、有些</a:t>
            </a:r>
            <a:endParaRPr lang="zh-CN" altLang="en-US" sz="2400" b="1">
              <a:latin typeface="黑体"/>
              <a:ea typeface="黑体"/>
            </a:endParaRPr>
          </a:p>
        </p:txBody>
      </p:sp>
      <p:sp>
        <p:nvSpPr>
          <p:cNvPr id="6" name="文本框 5" title=""/>
          <p:cNvSpPr txBox="1"/>
          <p:nvPr>
            <p:custDataLst>
              <p:tags r:id="rId26"/>
            </p:custDataLst>
          </p:nvPr>
        </p:nvSpPr>
        <p:spPr>
          <a:xfrm>
            <a:off x="8592503" y="5720715"/>
            <a:ext cx="2847975" cy="534035"/>
          </a:xfrm>
          <a:prstGeom prst="rect">
            <a:avLst/>
          </a:prstGeom>
          <a:noFill/>
          <a:ln w="9525">
            <a:noFill/>
          </a:ln>
        </p:spPr>
        <p:txBody>
          <a:bodyPr wrap="square" anchor="t" anchorCtr="0">
            <a:spAutoFit/>
          </a:bodyPr>
          <a:lstStyle/>
          <a:p>
            <a:pPr>
              <a:lnSpc>
                <a:spcPct val="120000"/>
              </a:lnSpc>
            </a:pPr>
            <a:r>
              <a:rPr lang="zh-CN" altLang="en-US" sz="2400" b="1">
                <a:solidFill>
                  <a:schemeClr val="accent2"/>
                </a:solidFill>
                <a:latin typeface="黑体"/>
                <a:ea typeface="黑体"/>
                <a:sym typeface="+mn-ea"/>
              </a:rPr>
              <a:t>存在</a:t>
            </a:r>
            <a:r>
              <a:rPr lang="zh-CN" altLang="en-US" sz="2400" b="1">
                <a:solidFill>
                  <a:schemeClr val="accent2"/>
                </a:solidFill>
                <a:latin typeface="黑体"/>
                <a:ea typeface="黑体"/>
              </a:rPr>
              <a:t>量词命题</a:t>
            </a:r>
            <a:endParaRPr lang="zh-CN" altLang="en-US" sz="2400" b="1">
              <a:solidFill>
                <a:schemeClr val="accent2"/>
              </a:solidFill>
              <a:latin typeface="黑体"/>
              <a:ea typeface="黑体"/>
            </a:endParaRPr>
          </a:p>
        </p:txBody>
      </p:sp>
      <p:graphicFrame>
        <p:nvGraphicFramePr>
          <p:cNvPr id="7" name="对象 6" title=""/>
          <p:cNvGraphicFramePr>
            <a:graphicFrameLocks noChangeAspect="1"/>
          </p:cNvGraphicFramePr>
          <p:nvPr>
            <p:custDataLst>
              <p:tags r:id="rId27"/>
            </p:custDataLst>
          </p:nvPr>
        </p:nvGraphicFramePr>
        <p:xfrm>
          <a:off x="1581150" y="1415733"/>
          <a:ext cx="2367280" cy="506095"/>
        </p:xfrm>
        <a:graphic>
          <a:graphicData uri="http://schemas.openxmlformats.org/presentationml/2006/ole">
            <mc:AlternateContent>
              <mc:Choice xmlns:v="urn:schemas-microsoft-com:vml" Requires="v">
                <p:oleObj spid="_x0000_s1041" r:id="rId28" imgW="850900" imgH="190500" progId="Equation.KSEE3">
                  <p:embed/>
                </p:oleObj>
              </mc:Choice>
              <mc:Fallback>
                <p:oleObj r:id="rId28" imgW="850900" imgH="190500" progId="Equation.KSEE3">
                  <p:embed/>
                  <p:pic>
                    <p:nvPicPr>
                      <p:cNvPr id="0" name="OLE substitute image"/>
                      <p:cNvPicPr/>
                      <p:nvPr/>
                    </p:nvPicPr>
                    <p:blipFill>
                      <a:blip r:embed="rId29"/>
                      <a:stretch>
                        <a:fillRect/>
                      </a:stretch>
                    </p:blipFill>
                    <p:spPr>
                      <a:xfrm>
                        <a:off x="1581150" y="1415733"/>
                        <a:ext cx="2367280" cy="506095"/>
                      </a:xfrm>
                      <a:prstGeom prst="rect">
                        <a:avLst/>
                      </a:prstGeom>
                    </p:spPr>
                  </p:pic>
                </p:oleObj>
              </mc:Fallback>
            </mc:AlternateContent>
          </a:graphicData>
        </a:graphic>
      </p:graphicFrame>
      <p:sp>
        <p:nvSpPr>
          <p:cNvPr id="31" name="圆角矩形 30" title=""/>
          <p:cNvSpPr/>
          <p:nvPr>
            <p:custDataLst>
              <p:tags r:id="rId30"/>
            </p:custDataLst>
          </p:nvPr>
        </p:nvSpPr>
        <p:spPr>
          <a:xfrm>
            <a:off x="1415415" y="2089785"/>
            <a:ext cx="3320415" cy="678815"/>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15" name="对象 14" title=""/>
          <p:cNvGraphicFramePr>
            <a:graphicFrameLocks noChangeAspect="1"/>
          </p:cNvGraphicFramePr>
          <p:nvPr>
            <p:custDataLst>
              <p:tags r:id="rId31"/>
            </p:custDataLst>
          </p:nvPr>
        </p:nvGraphicFramePr>
        <p:xfrm>
          <a:off x="1581150" y="2212975"/>
          <a:ext cx="2602230" cy="499110"/>
        </p:xfrm>
        <a:graphic>
          <a:graphicData uri="http://schemas.openxmlformats.org/presentationml/2006/ole">
            <mc:AlternateContent>
              <mc:Choice xmlns:v="urn:schemas-microsoft-com:vml" Requires="v">
                <p:oleObj spid="_x0000_s1042" r:id="rId32" imgW="977900" imgH="190500" progId="Equation.KSEE3">
                  <p:embed/>
                </p:oleObj>
              </mc:Choice>
              <mc:Fallback>
                <p:oleObj r:id="rId32" imgW="977900" imgH="190500" progId="Equation.KSEE3">
                  <p:embed/>
                  <p:pic>
                    <p:nvPicPr>
                      <p:cNvPr id="0" name="OLE substitute image"/>
                      <p:cNvPicPr/>
                      <p:nvPr/>
                    </p:nvPicPr>
                    <p:blipFill>
                      <a:blip r:embed="rId33"/>
                      <a:stretch>
                        <a:fillRect/>
                      </a:stretch>
                    </p:blipFill>
                    <p:spPr>
                      <a:xfrm>
                        <a:off x="1581150" y="2212975"/>
                        <a:ext cx="2602230" cy="499110"/>
                      </a:xfrm>
                      <a:prstGeom prst="rect">
                        <a:avLst/>
                      </a:prstGeom>
                    </p:spPr>
                  </p:pic>
                </p:oleObj>
              </mc:Fallback>
            </mc:AlternateContent>
          </a:graphicData>
        </a:graphic>
      </p:graphicFrame>
      <p:sp>
        <p:nvSpPr>
          <p:cNvPr id="32" name="圆角矩形 31" title=""/>
          <p:cNvSpPr/>
          <p:nvPr>
            <p:custDataLst>
              <p:tags r:id="rId34"/>
            </p:custDataLst>
          </p:nvPr>
        </p:nvSpPr>
        <p:spPr>
          <a:xfrm>
            <a:off x="1415415" y="2915285"/>
            <a:ext cx="3320415" cy="678815"/>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18" name="对象 17" title=""/>
          <p:cNvGraphicFramePr>
            <a:graphicFrameLocks noChangeAspect="1"/>
          </p:cNvGraphicFramePr>
          <p:nvPr>
            <p:custDataLst>
              <p:tags r:id="rId35"/>
            </p:custDataLst>
          </p:nvPr>
        </p:nvGraphicFramePr>
        <p:xfrm>
          <a:off x="1581150" y="3002915"/>
          <a:ext cx="3045460" cy="505460"/>
        </p:xfrm>
        <a:graphic>
          <a:graphicData uri="http://schemas.openxmlformats.org/presentationml/2006/ole">
            <mc:AlternateContent>
              <mc:Choice xmlns:v="urn:schemas-microsoft-com:vml" Requires="v">
                <p:oleObj spid="_x0000_s1043" r:id="rId36" imgW="2900045" imgH="482600" progId="Equation.KSEE3">
                  <p:embed/>
                </p:oleObj>
              </mc:Choice>
              <mc:Fallback>
                <p:oleObj r:id="rId36" imgW="2900045" imgH="482600" progId="Equation.KSEE3">
                  <p:embed/>
                  <p:pic>
                    <p:nvPicPr>
                      <p:cNvPr id="0" name="OLE substitute image"/>
                      <p:cNvPicPr/>
                      <p:nvPr/>
                    </p:nvPicPr>
                    <p:blipFill>
                      <a:blip r:embed="rId37"/>
                      <a:stretch>
                        <a:fillRect/>
                      </a:stretch>
                    </p:blipFill>
                    <p:spPr>
                      <a:xfrm>
                        <a:off x="1581150" y="3002915"/>
                        <a:ext cx="3045460" cy="505460"/>
                      </a:xfrm>
                      <a:prstGeom prst="rect">
                        <a:avLst/>
                      </a:prstGeom>
                    </p:spPr>
                  </p:pic>
                </p:oleObj>
              </mc:Fallback>
            </mc:AlternateContent>
          </a:graphicData>
        </a:graphic>
      </p:graphicFrame>
      <p:sp>
        <p:nvSpPr>
          <p:cNvPr id="72" name="圆角矩形 71" title=""/>
          <p:cNvSpPr/>
          <p:nvPr>
            <p:custDataLst>
              <p:tags r:id="rId38"/>
            </p:custDataLst>
          </p:nvPr>
        </p:nvSpPr>
        <p:spPr>
          <a:xfrm>
            <a:off x="1415415" y="4812030"/>
            <a:ext cx="2111375" cy="687705"/>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a:solidFill>
                  <a:schemeClr val="bg1"/>
                </a:solidFill>
                <a:latin typeface="Times New Roman" panose="02020603050405020304" pitchFamily="18" charset="0"/>
                <a:ea typeface="黑体"/>
                <a:cs typeface="Times New Roman" panose="02020603050405020304" pitchFamily="18" charset="0"/>
                <a:sym typeface="+mn-ea"/>
              </a:rPr>
              <a:t>全称量词：</a:t>
            </a: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27" name="圆角矩形 26" title=""/>
          <p:cNvSpPr/>
          <p:nvPr>
            <p:custDataLst>
              <p:tags r:id="rId39"/>
            </p:custDataLst>
          </p:nvPr>
        </p:nvSpPr>
        <p:spPr>
          <a:xfrm>
            <a:off x="1415415" y="5608320"/>
            <a:ext cx="2111375" cy="687705"/>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存在</a:t>
            </a:r>
            <a:r>
              <a:rPr sz="2400" b="1">
                <a:solidFill>
                  <a:schemeClr val="bg1"/>
                </a:solidFill>
                <a:latin typeface="Times New Roman" panose="02020603050405020304" pitchFamily="18" charset="0"/>
                <a:ea typeface="黑体"/>
                <a:cs typeface="Times New Roman" panose="02020603050405020304" pitchFamily="18" charset="0"/>
                <a:sym typeface="+mn-ea"/>
              </a:rPr>
              <a:t>量词：</a:t>
            </a: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28" name="文本框 27" title=""/>
          <p:cNvSpPr txBox="1"/>
          <p:nvPr>
            <p:custDataLst>
              <p:tags r:id="rId40"/>
            </p:custDataLst>
          </p:nvPr>
        </p:nvSpPr>
        <p:spPr>
          <a:xfrm>
            <a:off x="8592503" y="4918075"/>
            <a:ext cx="6096000" cy="534035"/>
          </a:xfrm>
          <a:prstGeom prst="rect">
            <a:avLst/>
          </a:prstGeom>
          <a:noFill/>
        </p:spPr>
        <p:txBody>
          <a:bodyPr wrap="square" rtlCol="0" anchor="t">
            <a:spAutoFit/>
          </a:bodyPr>
          <a:lstStyle/>
          <a:p>
            <a:pPr>
              <a:lnSpc>
                <a:spcPct val="120000"/>
              </a:lnSpc>
            </a:pPr>
            <a:r>
              <a:rPr lang="zh-CN" altLang="en-US" sz="2400" b="1">
                <a:solidFill>
                  <a:schemeClr val="accent2"/>
                </a:solidFill>
                <a:latin typeface="黑体"/>
                <a:ea typeface="黑体"/>
                <a:sym typeface="+mn-ea"/>
              </a:rPr>
              <a:t>全称量词命题</a:t>
            </a:r>
            <a:endParaRPr lang="zh-CN" altLang="en-US" sz="2400" b="1">
              <a:solidFill>
                <a:schemeClr val="accent2"/>
              </a:solidFill>
              <a:latin typeface="黑体"/>
              <a:ea typeface="黑体"/>
              <a:sym typeface="+mn-ea"/>
            </a:endParaRPr>
          </a:p>
        </p:txBody>
      </p:sp>
      <p:sp>
        <p:nvSpPr>
          <p:cNvPr id="33" name="左大括号 32" title=""/>
          <p:cNvSpPr/>
          <p:nvPr>
            <p:custDataLst>
              <p:tags r:id="rId41"/>
            </p:custDataLst>
          </p:nvPr>
        </p:nvSpPr>
        <p:spPr>
          <a:xfrm>
            <a:off x="1063943" y="5189855"/>
            <a:ext cx="242888" cy="601663"/>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trike="noStrike" noProof="1"/>
          </a:p>
        </p:txBody>
      </p:sp>
      <p:grpSp>
        <p:nvGrpSpPr>
          <p:cNvPr id="35" name="组合 34" title=""/>
          <p:cNvGrpSpPr/>
          <p:nvPr>
            <p:custDataLst>
              <p:tags r:id="rId42"/>
            </p:custDataLst>
          </p:nvPr>
        </p:nvGrpSpPr>
        <p:grpSpPr>
          <a:xfrm>
            <a:off x="1428750" y="3882390"/>
            <a:ext cx="8978265" cy="687705"/>
            <a:chOff x="1386" y="5874"/>
            <a:chExt cx="14139" cy="1083"/>
          </a:xfrm>
        </p:grpSpPr>
        <p:sp>
          <p:nvSpPr>
            <p:cNvPr id="3" name="文本框 2"/>
            <p:cNvSpPr txBox="1"/>
            <p:nvPr>
              <p:custDataLst>
                <p:tags r:id="rId43"/>
              </p:custDataLst>
            </p:nvPr>
          </p:nvSpPr>
          <p:spPr>
            <a:xfrm>
              <a:off x="3675" y="6077"/>
              <a:ext cx="11850" cy="725"/>
            </a:xfrm>
            <a:prstGeom prst="rect">
              <a:avLst/>
            </a:prstGeom>
            <a:noFill/>
            <a:ln w="9525">
              <a:noFill/>
            </a:ln>
          </p:spPr>
          <p:txBody>
            <a:bodyPr wrap="square" anchor="t" anchorCtr="0">
              <a:spAutoFit/>
            </a:bodyPr>
            <a:lstStyle/>
            <a:p>
              <a:r>
                <a:rPr lang="zh-CN" altLang="en-US" sz="2400" b="1">
                  <a:latin typeface="黑体"/>
                  <a:ea typeface="黑体"/>
                </a:rPr>
                <a:t>对</a:t>
              </a:r>
              <a:r>
                <a:rPr lang="zh-CN" altLang="en-US" sz="2400" b="1">
                  <a:solidFill>
                    <a:srgbClr val="4175FC"/>
                  </a:solidFill>
                  <a:latin typeface="黑体"/>
                  <a:ea typeface="黑体"/>
                </a:rPr>
                <a:t>变量的取值范围</a:t>
              </a:r>
              <a:r>
                <a:rPr lang="zh-CN" altLang="en-US" sz="2400" b="1">
                  <a:latin typeface="黑体"/>
                  <a:ea typeface="黑体"/>
                </a:rPr>
                <a:t>进行限定的短语</a:t>
              </a:r>
              <a:endParaRPr lang="zh-CN" altLang="en-US" sz="2400" b="1">
                <a:latin typeface="黑体"/>
                <a:ea typeface="黑体"/>
              </a:endParaRPr>
            </a:p>
          </p:txBody>
        </p:sp>
        <p:sp>
          <p:nvSpPr>
            <p:cNvPr id="34" name="圆角矩形 33"/>
            <p:cNvSpPr/>
            <p:nvPr>
              <p:custDataLst>
                <p:tags r:id="rId44"/>
              </p:custDataLst>
            </p:nvPr>
          </p:nvSpPr>
          <p:spPr>
            <a:xfrm>
              <a:off x="1386" y="5874"/>
              <a:ext cx="1950" cy="1083"/>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a:solidFill>
                    <a:schemeClr val="bg1"/>
                  </a:solidFill>
                  <a:latin typeface="Times New Roman" panose="02020603050405020304" pitchFamily="18" charset="0"/>
                  <a:ea typeface="黑体"/>
                  <a:cs typeface="Times New Roman" panose="02020603050405020304" pitchFamily="18" charset="0"/>
                  <a:sym typeface="+mn-ea"/>
                </a:rPr>
                <a:t>量词：</a:t>
              </a: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nodeType="clickPar">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10" presetClass="entr" presetSubtype="0" fill="hold" grpId="2" nodeType="click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fade">
                                      <p:cBhvr>
                                        <p:cTn id="34" dur="500"/>
                                        <p:tgtEl>
                                          <p:spTgt spid="72"/>
                                        </p:tgtEl>
                                      </p:cBhvr>
                                    </p:animEffect>
                                  </p:childTnLst>
                                </p:cTn>
                              </p:par>
                              <p:par>
                                <p:cTn id="35" presetID="10" presetClass="entr" presetSubtype="0" fill="hold" grpId="2"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fade">
                                      <p:cBhvr>
                                        <p:cTn id="5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19" grpId="0"/>
      <p:bldP spid="72" grpId="2" animBg="1"/>
      <p:bldP spid="27" grpId="2" animBg="1"/>
      <p:bldP spid="22" grpId="0"/>
      <p:bldP spid="5" grpId="0"/>
      <p:bldP spid="28" grpId="0"/>
      <p:bldP spid="6" grpId="0"/>
      <p:bldP spid="33" grpId="0" animBg="1"/>
    </p:bld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16" name="圆角矩形 15" title=""/>
          <p:cNvSpPr/>
          <p:nvPr>
            <p:custDataLst>
              <p:tags r:id="rId11"/>
            </p:custDataLst>
          </p:nvPr>
        </p:nvSpPr>
        <p:spPr>
          <a:xfrm>
            <a:off x="882015" y="3505200"/>
            <a:ext cx="10465435" cy="3098800"/>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3" name="对象 2" title=""/>
          <p:cNvGraphicFramePr>
            <a:graphicFrameLocks noChangeAspect="1"/>
          </p:cNvGraphicFramePr>
          <p:nvPr>
            <p:custDataLst>
              <p:tags r:id="rId12"/>
            </p:custDataLst>
          </p:nvPr>
        </p:nvGraphicFramePr>
        <p:xfrm>
          <a:off x="1302703" y="1106805"/>
          <a:ext cx="8875395" cy="2343150"/>
        </p:xfrm>
        <a:graphic>
          <a:graphicData uri="http://schemas.openxmlformats.org/presentationml/2006/ole">
            <mc:AlternateContent>
              <mc:Choice xmlns:v="urn:schemas-microsoft-com:vml" Requires="v">
                <p:oleObj spid="_x0000_s1044" r:id="rId13" imgW="2882900" imgH="927100" progId="Equation.DSMT4">
                  <p:embed/>
                </p:oleObj>
              </mc:Choice>
              <mc:Fallback>
                <p:oleObj r:id="rId13" imgW="2882900" imgH="927100" progId="Equation.DSMT4">
                  <p:embed/>
                  <p:pic>
                    <p:nvPicPr>
                      <p:cNvPr id="0" name="OLE substitute image"/>
                      <p:cNvPicPr/>
                      <p:nvPr/>
                    </p:nvPicPr>
                    <p:blipFill>
                      <a:blip r:embed="rId14"/>
                      <a:stretch>
                        <a:fillRect/>
                      </a:stretch>
                    </p:blipFill>
                    <p:spPr>
                      <a:xfrm>
                        <a:off x="1302703" y="1106805"/>
                        <a:ext cx="8875395" cy="2343150"/>
                      </a:xfrm>
                      <a:prstGeom prst="rect">
                        <a:avLst/>
                      </a:prstGeom>
                      <a:noFill/>
                      <a:ln w="38100">
                        <a:noFill/>
                        <a:miter/>
                      </a:ln>
                    </p:spPr>
                  </p:pic>
                </p:oleObj>
              </mc:Fallback>
            </mc:AlternateContent>
          </a:graphicData>
        </a:graphic>
      </p:graphicFrame>
      <p:sp>
        <p:nvSpPr>
          <p:cNvPr id="5" name="文本框 4" title=""/>
          <p:cNvSpPr txBox="1"/>
          <p:nvPr>
            <p:custDataLst>
              <p:tags r:id="rId15"/>
            </p:custDataLst>
          </p:nvPr>
        </p:nvSpPr>
        <p:spPr>
          <a:xfrm>
            <a:off x="1302703" y="3689350"/>
            <a:ext cx="9471660" cy="2749550"/>
          </a:xfrm>
          <a:prstGeom prst="rect">
            <a:avLst/>
          </a:prstGeom>
          <a:noFill/>
        </p:spPr>
        <p:txBody>
          <a:bodyPr wrap="square" rtlCol="0" anchor="t">
            <a:spAutoFit/>
          </a:bodyPr>
          <a:lstStyle/>
          <a:p>
            <a:pPr indent="0" algn="l" fontAlgn="auto">
              <a:lnSpc>
                <a:spcPct val="120000"/>
              </a:lnSpc>
              <a:spcBef>
                <a:spcPct val="0"/>
              </a:spcBef>
              <a:spcAft>
                <a:spcPct val="0"/>
              </a:spcAft>
            </a:pP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语句（</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1</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2</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）中含有变量</a:t>
            </a:r>
            <a:r>
              <a:rPr lang="en-US" altLang="zh-CN" sz="2400" i="1" spc="-200">
                <a:solidFill>
                  <a:schemeClr val="tx1"/>
                </a:solidFill>
                <a:effectLst/>
                <a:uFillTx/>
                <a:latin typeface="Times New Roman" panose="02020603050405020304" pitchFamily="18" charset="0"/>
                <a:ea typeface="黑体"/>
                <a:cs typeface="Times New Roman" panose="02020603050405020304" pitchFamily="18" charset="0"/>
                <a:sym typeface="+mn-ea"/>
              </a:rPr>
              <a:t>x</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 </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，由于不知道变量</a:t>
            </a:r>
            <a:r>
              <a:rPr lang="en-US" altLang="zh-CN" sz="2400" i="1" spc="-200">
                <a:solidFill>
                  <a:schemeClr val="tx1"/>
                </a:solidFill>
                <a:effectLst/>
                <a:uFillTx/>
                <a:latin typeface="Times New Roman" panose="02020603050405020304" pitchFamily="18" charset="0"/>
                <a:ea typeface="黑体"/>
                <a:cs typeface="Times New Roman" panose="02020603050405020304" pitchFamily="18" charset="0"/>
                <a:sym typeface="+mn-ea"/>
              </a:rPr>
              <a:t>x</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代表什么数，无法判断它们的真假，所以它们不是命题．</a:t>
            </a:r>
            <a:endParaRPr lang="zh-CN" altLang="en-US" sz="2400" spc="-200">
              <a:solidFill>
                <a:schemeClr val="tx1"/>
              </a:solidFill>
              <a:effectLst/>
              <a:uFillTx/>
              <a:latin typeface="Times New Roman" panose="02020603050405020304" pitchFamily="18" charset="0"/>
              <a:ea typeface="黑体"/>
              <a:cs typeface="Times New Roman" panose="02020603050405020304" pitchFamily="18" charset="0"/>
            </a:endParaRPr>
          </a:p>
          <a:p>
            <a:pPr indent="0" algn="l" fontAlgn="auto">
              <a:lnSpc>
                <a:spcPct val="120000"/>
              </a:lnSpc>
              <a:spcBef>
                <a:spcPct val="0"/>
              </a:spcBef>
              <a:spcAft>
                <a:spcPct val="0"/>
              </a:spcAft>
            </a:pP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语句（</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3</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）在（</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1</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）的基础上，用短语“所有的”对变量</a:t>
            </a:r>
            <a:r>
              <a:rPr lang="en-US" altLang="zh-CN" sz="2400" i="1" spc="-200">
                <a:solidFill>
                  <a:schemeClr val="tx1"/>
                </a:solidFill>
                <a:effectLst/>
                <a:uFillTx/>
                <a:latin typeface="Times New Roman" panose="02020603050405020304" pitchFamily="18" charset="0"/>
                <a:ea typeface="黑体"/>
                <a:cs typeface="Times New Roman" panose="02020603050405020304" pitchFamily="18" charset="0"/>
                <a:sym typeface="+mn-ea"/>
              </a:rPr>
              <a:t>x</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进行限定；</a:t>
            </a:r>
            <a:endParaRPr lang="zh-CN" altLang="en-US" sz="2400" spc="-200">
              <a:solidFill>
                <a:schemeClr val="tx1"/>
              </a:solidFill>
              <a:effectLst/>
              <a:uFillTx/>
              <a:latin typeface="Times New Roman" panose="02020603050405020304" pitchFamily="18" charset="0"/>
              <a:ea typeface="黑体"/>
              <a:cs typeface="Times New Roman" panose="02020603050405020304" pitchFamily="18" charset="0"/>
            </a:endParaRPr>
          </a:p>
          <a:p>
            <a:pPr indent="0" algn="l" fontAlgn="auto">
              <a:lnSpc>
                <a:spcPct val="120000"/>
              </a:lnSpc>
              <a:spcBef>
                <a:spcPct val="0"/>
              </a:spcBef>
              <a:spcAft>
                <a:spcPct val="0"/>
              </a:spcAft>
            </a:pP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语句（</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4</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）在（</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2</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）的基础上，用短语“任意一个”对变量</a:t>
            </a:r>
            <a:r>
              <a:rPr lang="en-US" altLang="zh-CN" sz="2400" i="1" spc="-200">
                <a:solidFill>
                  <a:schemeClr val="tx1"/>
                </a:solidFill>
                <a:effectLst/>
                <a:uFillTx/>
                <a:latin typeface="Times New Roman" panose="02020603050405020304" pitchFamily="18" charset="0"/>
                <a:ea typeface="黑体"/>
                <a:cs typeface="Times New Roman" panose="02020603050405020304" pitchFamily="18" charset="0"/>
                <a:sym typeface="+mn-ea"/>
              </a:rPr>
              <a:t>x</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进行限定，</a:t>
            </a:r>
            <a:endParaRPr lang="zh-CN" altLang="en-US" sz="2400" spc="-200">
              <a:solidFill>
                <a:schemeClr val="tx1"/>
              </a:solidFill>
              <a:effectLst/>
              <a:uFillTx/>
              <a:latin typeface="Times New Roman" panose="02020603050405020304" pitchFamily="18" charset="0"/>
              <a:ea typeface="黑体"/>
              <a:cs typeface="Times New Roman" panose="02020603050405020304" pitchFamily="18" charset="0"/>
            </a:endParaRPr>
          </a:p>
          <a:p>
            <a:pPr indent="0" algn="l" fontAlgn="auto">
              <a:lnSpc>
                <a:spcPct val="120000"/>
              </a:lnSpc>
              <a:spcBef>
                <a:spcPct val="0"/>
              </a:spcBef>
              <a:spcAft>
                <a:spcPct val="0"/>
              </a:spcAft>
            </a:pP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从而使（</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3</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4</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）成为可以判断真假的语句，</a:t>
            </a:r>
            <a:endParaRPr lang="zh-CN" altLang="en-US" sz="2400" spc="-200">
              <a:solidFill>
                <a:schemeClr val="tx1"/>
              </a:solidFill>
              <a:effectLst/>
              <a:uFillTx/>
              <a:latin typeface="Times New Roman" panose="02020603050405020304" pitchFamily="18" charset="0"/>
              <a:ea typeface="黑体"/>
              <a:cs typeface="Times New Roman" panose="02020603050405020304" pitchFamily="18" charset="0"/>
            </a:endParaRPr>
          </a:p>
          <a:p>
            <a:pPr indent="0" algn="l" fontAlgn="auto">
              <a:lnSpc>
                <a:spcPct val="120000"/>
              </a:lnSpc>
              <a:spcBef>
                <a:spcPct val="0"/>
              </a:spcBef>
              <a:spcAft>
                <a:spcPct val="0"/>
              </a:spcAft>
            </a:pP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因此语句（</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3</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a:t>
            </a:r>
            <a:r>
              <a:rPr lang="en-US" altLang="zh-CN" sz="2400" spc="-200">
                <a:solidFill>
                  <a:schemeClr val="tx1"/>
                </a:solidFill>
                <a:effectLst/>
                <a:uFillTx/>
                <a:latin typeface="Times New Roman" panose="02020603050405020304" pitchFamily="18" charset="0"/>
                <a:ea typeface="黑体"/>
                <a:cs typeface="Times New Roman" panose="02020603050405020304" pitchFamily="18" charset="0"/>
                <a:sym typeface="+mn-ea"/>
              </a:rPr>
              <a:t>4</a:t>
            </a:r>
            <a:r>
              <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rPr>
              <a:t>）是命题．</a:t>
            </a:r>
            <a:endParaRPr lang="zh-CN" altLang="en-US" sz="2400" spc="-200">
              <a:solidFill>
                <a:schemeClr val="tx1"/>
              </a:solidFill>
              <a:effectLst/>
              <a:uFillTx/>
              <a:latin typeface="Times New Roman" panose="02020603050405020304" pitchFamily="18" charset="0"/>
              <a:ea typeface="黑体"/>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94" name="文本框 12293" title=""/>
          <p:cNvSpPr txBox="1"/>
          <p:nvPr>
            <p:custDataLst>
              <p:tags r:id="rId8"/>
            </p:custDataLst>
          </p:nvPr>
        </p:nvSpPr>
        <p:spPr>
          <a:xfrm>
            <a:off x="632460" y="1247140"/>
            <a:ext cx="11003280" cy="2443480"/>
          </a:xfrm>
          <a:prstGeom prst="rect">
            <a:avLst/>
          </a:prstGeom>
          <a:noFill/>
          <a:ln w="9525">
            <a:gradFill>
              <a:gsLst>
                <a:gs pos="0">
                  <a:schemeClr val="accent2"/>
                </a:gs>
                <a:gs pos="100000">
                  <a:srgbClr val="5178FA"/>
                </a:gs>
              </a:gsLst>
              <a:lin ang="13080000" scaled="1"/>
            </a:gradFill>
            <a:prstDash val="dash"/>
          </a:ln>
        </p:spPr>
        <p:txBody>
          <a:bodyPr wrap="square" anchor="t" anchorCtr="0">
            <a:noAutofit/>
          </a:bodyPr>
          <a:lstStyle/>
          <a:p>
            <a:pPr indent="528955" algn="just" fontAlgn="auto">
              <a:lnSpc>
                <a:spcPct val="140000"/>
              </a:lnSpc>
            </a:pPr>
            <a:endParaRPr lang="en-US" altLang="zh-CN" sz="2400" b="1">
              <a:solidFill>
                <a:srgbClr val="4175FC"/>
              </a:solidFill>
              <a:latin typeface="Times New Roman" panose="02020603050405020304" pitchFamily="18" charset="0"/>
              <a:ea typeface="黑体"/>
              <a:cs typeface="Times New Roman" panose="02020603050405020304" pitchFamily="18" charset="0"/>
            </a:endParaRPr>
          </a:p>
        </p:txBody>
      </p:sp>
      <p:grpSp>
        <p:nvGrpSpPr>
          <p:cNvPr id="23" name="组合 22" title=""/>
          <p:cNvGrpSpPr/>
          <p:nvPr>
            <p:custDataLst>
              <p:tags r:id="rId9"/>
            </p:custDataLst>
          </p:nvPr>
        </p:nvGrpSpPr>
        <p:grpSpPr>
          <a:xfrm>
            <a:off x="577851" y="576471"/>
            <a:ext cx="5197474" cy="521970"/>
            <a:chOff x="330201" y="576471"/>
            <a:chExt cx="5197474" cy="521970"/>
          </a:xfrm>
        </p:grpSpPr>
        <p:sp>
          <p:nvSpPr>
            <p:cNvPr id="24" name="文本框 2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mc:AlternateContent>
        <mc:Choice Requires="a14">
          <p:sp>
            <p:nvSpPr>
              <p:cNvPr id="8" name="文本框 7" title=""/>
              <p:cNvSpPr txBox="1"/>
              <p:nvPr>
                <p:custDataLst>
                  <p:tags r:id="rId12"/>
                </p:custDataLst>
              </p:nvPr>
            </p:nvSpPr>
            <p:spPr>
              <a:xfrm>
                <a:off x="882650" y="1331595"/>
                <a:ext cx="10753090" cy="1730375"/>
              </a:xfrm>
              <a:prstGeom prst="rect">
                <a:avLst/>
              </a:prstGeom>
              <a:noFill/>
              <a:ln w="28575">
                <a:noFill/>
              </a:ln>
            </p:spPr>
            <p:txBody>
              <a:bodyPr wrap="square" rtlCol="0">
                <a:noAutofit/>
              </a:bodyPr>
              <a:lstStyle/>
              <a:p>
                <a:pPr indent="609600" algn="l" fontAlgn="auto">
                  <a:lnSpc>
                    <a:spcPct val="140000"/>
                  </a:lnSpc>
                </a:pPr>
                <a:r>
                  <a:rPr lang="en-US" altLang="zh-CN" sz="2400" b="1">
                    <a:solidFill>
                      <a:schemeClr val="tx1"/>
                    </a:solidFill>
                    <a:latin typeface="Times New Roman" panose="02020603050405020304" pitchFamily="18" charset="0"/>
                    <a:ea typeface="黑体"/>
                    <a:cs typeface="Times New Roman" panose="02020603050405020304" pitchFamily="18" charset="0"/>
                  </a:rPr>
                  <a:t> </a:t>
                </a:r>
                <a:r>
                  <a:rPr lang="zh-CN" altLang="en-US" sz="2400" b="1">
                    <a:solidFill>
                      <a:schemeClr val="tx1"/>
                    </a:solidFill>
                    <a:latin typeface="Times New Roman" panose="02020603050405020304" pitchFamily="18" charset="0"/>
                    <a:ea typeface="黑体"/>
                    <a:cs typeface="Times New Roman" panose="02020603050405020304" pitchFamily="18" charset="0"/>
                  </a:rPr>
                  <a:t>短语</a:t>
                </a:r>
                <a:r>
                  <a:rPr lang="zh-CN" altLang="en-US" sz="2400" b="1">
                    <a:solidFill>
                      <a:schemeClr val="accent2"/>
                    </a:solidFill>
                    <a:latin typeface="Times New Roman" panose="02020603050405020304" pitchFamily="18" charset="0"/>
                    <a:ea typeface="黑体"/>
                    <a:cs typeface="Times New Roman" panose="02020603050405020304" pitchFamily="18" charset="0"/>
                  </a:rPr>
                  <a:t>“所有的”“任意一个”</a:t>
                </a:r>
                <a:r>
                  <a:rPr lang="zh-CN" altLang="en-US" sz="2400" b="1">
                    <a:solidFill>
                      <a:schemeClr val="tx1"/>
                    </a:solidFill>
                    <a:latin typeface="Times New Roman" panose="02020603050405020304" pitchFamily="18" charset="0"/>
                    <a:ea typeface="黑体"/>
                    <a:cs typeface="Times New Roman" panose="02020603050405020304" pitchFamily="18" charset="0"/>
                  </a:rPr>
                  <a:t>在逻辑中通常叫做</a:t>
                </a:r>
                <a:r>
                  <a:rPr lang="zh-CN" altLang="en-US" sz="2400" b="1">
                    <a:solidFill>
                      <a:schemeClr val="accent2"/>
                    </a:solidFill>
                    <a:latin typeface="Times New Roman" panose="02020603050405020304" pitchFamily="18" charset="0"/>
                    <a:ea typeface="黑体"/>
                    <a:cs typeface="Times New Roman" panose="02020603050405020304" pitchFamily="18" charset="0"/>
                  </a:rPr>
                  <a:t>全称量词</a:t>
                </a:r>
                <a:r>
                  <a:rPr lang="zh-CN" altLang="en-US" sz="2400" b="1">
                    <a:latin typeface="Times New Roman" panose="02020603050405020304" pitchFamily="18" charset="0"/>
                    <a:ea typeface="黑体"/>
                    <a:cs typeface="Times New Roman" panose="02020603050405020304" pitchFamily="18" charset="0"/>
                  </a:rPr>
                  <a:t>，</a:t>
                </a:r>
                <a:r>
                  <a:rPr lang="zh-CN" altLang="en-US" sz="2400" b="1">
                    <a:solidFill>
                      <a:schemeClr val="tx1"/>
                    </a:solidFill>
                    <a:latin typeface="Times New Roman" panose="02020603050405020304" pitchFamily="18" charset="0"/>
                    <a:ea typeface="黑体"/>
                    <a:cs typeface="Times New Roman" panose="02020603050405020304" pitchFamily="18" charset="0"/>
                  </a:rPr>
                  <a:t>并且用符号</a:t>
                </a:r>
                <a:r>
                  <a:rPr lang="zh-CN" altLang="en-US" sz="2400" b="1">
                    <a:solidFill>
                      <a:schemeClr val="accent2"/>
                    </a:solidFill>
                    <a:latin typeface="Times New Roman" panose="02020603050405020304" pitchFamily="18" charset="0"/>
                    <a:ea typeface="黑体"/>
                    <a:cs typeface="Times New Roman" panose="02020603050405020304" pitchFamily="18" charset="0"/>
                  </a:rPr>
                  <a:t>“</a:t>
                </a:r>
                <a14:m>
                  <m:oMathPara>
                    <m:oMathParaPr>
                      <m:jc/>
                    </m:oMathParaPr>
                    <m:oMath>
                      <m:r>
                        <m:rPr>
                          <m:sty m:val="b"/>
                        </m:rPr>
                        <a:rPr lang="zh-CN" altLang="en-US" sz="2400" b="1">
                          <a:solidFill>
                            <a:schemeClr val="accent2"/>
                          </a:solidFill>
                          <a:latin typeface="Times New Roman" pitchFamily="18" charset="0"/>
                          <a:ea typeface="黑体" panose="02010609060101010101" charset="-122"/>
                          <a:cs typeface="Times New Roman" panose="02020603050405020304" pitchFamily="18" charset="0"/>
                        </a:rPr>
                        <m:t>∀</m:t>
                      </m:r>
                    </m:oMath>
                  </m:oMathPara>
                </a14:m>
                <a:r>
                  <a:rPr lang="zh-CN" altLang="en-US" sz="2400" b="1">
                    <a:solidFill>
                      <a:schemeClr val="accent2"/>
                    </a:solidFill>
                    <a:latin typeface="Times New Roman" panose="02020603050405020304" pitchFamily="18" charset="0"/>
                    <a:ea typeface="黑体"/>
                    <a:cs typeface="Times New Roman" panose="02020603050405020304" pitchFamily="18" charset="0"/>
                  </a:rPr>
                  <a:t>”</a:t>
                </a:r>
                <a:r>
                  <a:rPr lang="zh-CN" altLang="en-US" sz="2400" b="1">
                    <a:solidFill>
                      <a:schemeClr val="tx1"/>
                    </a:solidFill>
                    <a:latin typeface="Times New Roman" panose="02020603050405020304" pitchFamily="18" charset="0"/>
                    <a:ea typeface="黑体"/>
                    <a:cs typeface="Times New Roman" panose="02020603050405020304" pitchFamily="18" charset="0"/>
                  </a:rPr>
                  <a:t>表示.含有</a:t>
                </a:r>
                <a:r>
                  <a:rPr lang="zh-CN" altLang="en-US" sz="2400" b="1">
                    <a:solidFill>
                      <a:schemeClr val="accent2"/>
                    </a:solidFill>
                    <a:latin typeface="Times New Roman" panose="02020603050405020304" pitchFamily="18" charset="0"/>
                    <a:ea typeface="黑体"/>
                    <a:cs typeface="Times New Roman" panose="02020603050405020304" pitchFamily="18" charset="0"/>
                  </a:rPr>
                  <a:t>全称量词的命题</a:t>
                </a:r>
                <a:r>
                  <a:rPr lang="zh-CN" altLang="en-US" sz="2400" b="1">
                    <a:latin typeface="Times New Roman" panose="02020603050405020304" pitchFamily="18" charset="0"/>
                    <a:ea typeface="黑体"/>
                    <a:cs typeface="Times New Roman" panose="02020603050405020304" pitchFamily="18" charset="0"/>
                  </a:rPr>
                  <a:t>，</a:t>
                </a:r>
                <a:r>
                  <a:rPr lang="zh-CN" altLang="en-US" sz="2400" b="1">
                    <a:solidFill>
                      <a:schemeClr val="tx1"/>
                    </a:solidFill>
                    <a:latin typeface="Times New Roman" panose="02020603050405020304" pitchFamily="18" charset="0"/>
                    <a:ea typeface="黑体"/>
                    <a:cs typeface="Times New Roman" panose="02020603050405020304" pitchFamily="18" charset="0"/>
                  </a:rPr>
                  <a:t>叫做</a:t>
                </a:r>
                <a:r>
                  <a:rPr lang="zh-CN" altLang="en-US" sz="2400" b="1">
                    <a:solidFill>
                      <a:schemeClr val="accent2"/>
                    </a:solidFill>
                    <a:latin typeface="Times New Roman" panose="02020603050405020304" pitchFamily="18" charset="0"/>
                    <a:ea typeface="黑体"/>
                    <a:cs typeface="Times New Roman" panose="02020603050405020304" pitchFamily="18" charset="0"/>
                  </a:rPr>
                  <a:t>全称量词命题</a:t>
                </a:r>
                <a:r>
                  <a:rPr lang="zh-CN" altLang="en-US" sz="2400" b="1">
                    <a:latin typeface="Times New Roman" panose="02020603050405020304" pitchFamily="18" charset="0"/>
                    <a:ea typeface="黑体"/>
                    <a:cs typeface="Times New Roman" panose="02020603050405020304" pitchFamily="18" charset="0"/>
                  </a:rPr>
                  <a:t>.例如，命题“对任意的</a:t>
                </a:r>
                <a14:m>
                  <m:oMathPara>
                    <m:oMathParaPr>
                      <m:jc/>
                    </m:oMathParaPr>
                    <m:oMath>
                      <m:r>
                        <m:rPr>
                          <m:sty m:val="b"/>
                        </m:rPr>
                        <a:rPr lang="zh-CN" altLang="en-US" sz="2400" b="1">
                          <a:latin typeface="Times New Roman" pitchFamily="18" charset="0"/>
                          <a:ea typeface="黑体" panose="02010609060101010101" charset="-122"/>
                          <a:cs typeface="Times New Roman" panose="02020603050405020304" pitchFamily="18" charset="0"/>
                        </a:rPr>
                        <m:t>𝐧</m:t>
                      </m:r>
                      <m:r>
                        <m:rPr>
                          <m:sty m:val="b"/>
                        </m:rPr>
                        <a:rPr lang="zh-CN" altLang="en-US" sz="2400" b="1">
                          <a:latin typeface="Times New Roman" pitchFamily="18" charset="0"/>
                          <a:ea typeface="黑体" panose="02010609060101010101" charset="-122"/>
                          <a:cs typeface="Times New Roman" panose="02020603050405020304" pitchFamily="18" charset="0"/>
                        </a:rPr>
                        <m:t>∈</m:t>
                      </m:r>
                      <m:r>
                        <m:rPr>
                          <m:sty m:val="b"/>
                        </m:rPr>
                        <a:rPr lang="zh-CN" altLang="en-US" sz="2400" b="1">
                          <a:latin typeface="Times New Roman" pitchFamily="18" charset="0"/>
                          <a:ea typeface="黑体" panose="02010609060101010101" charset="-122"/>
                          <a:cs typeface="Times New Roman" panose="02020603050405020304" pitchFamily="18" charset="0"/>
                        </a:rPr>
                        <m:t>𝐙</m:t>
                      </m:r>
                      <m:r>
                        <m:rPr>
                          <m:sty m:val="b"/>
                        </m:rPr>
                        <a:rPr lang="zh-CN" altLang="en-US" sz="2400" b="1">
                          <a:latin typeface="Times New Roman" pitchFamily="18" charset="0"/>
                          <a:ea typeface="黑体" panose="02010609060101010101" charset="-122"/>
                          <a:cs typeface="Times New Roman" panose="02020603050405020304" pitchFamily="18" charset="0"/>
                        </a:rPr>
                        <m:t>，</m:t>
                      </m:r>
                      <m:r>
                        <m:rPr>
                          <m:sty m:val="b"/>
                        </m:rPr>
                        <a:rPr lang="zh-CN" altLang="en-US" sz="2400" b="1">
                          <a:latin typeface="Times New Roman" pitchFamily="18" charset="0"/>
                          <a:ea typeface="黑体" panose="02010609060101010101" charset="-122"/>
                          <a:cs typeface="Times New Roman" panose="02020603050405020304" pitchFamily="18" charset="0"/>
                        </a:rPr>
                        <m:t>𝟐</m:t>
                      </m:r>
                      <m:r>
                        <m:rPr>
                          <m:sty m:val="b"/>
                        </m:rPr>
                        <a:rPr lang="zh-CN" altLang="en-US" sz="2400" b="1">
                          <a:latin typeface="Times New Roman" pitchFamily="18" charset="0"/>
                          <a:ea typeface="黑体" panose="02010609060101010101" charset="-122"/>
                          <a:cs typeface="Times New Roman" panose="02020603050405020304" pitchFamily="18" charset="0"/>
                        </a:rPr>
                        <m:t>𝐧</m:t>
                      </m:r>
                      <m:r>
                        <m:rPr>
                          <m:sty m:val="b"/>
                        </m:rPr>
                        <a:rPr lang="zh-CN" altLang="en-US" sz="2400" b="1">
                          <a:latin typeface="Times New Roman" pitchFamily="18" charset="0"/>
                          <a:ea typeface="黑体" panose="02010609060101010101" charset="-122"/>
                          <a:cs typeface="Times New Roman" panose="02020603050405020304" pitchFamily="18" charset="0"/>
                        </a:rPr>
                        <m:t>+</m:t>
                      </m:r>
                      <m:r>
                        <m:rPr>
                          <m:sty m:val="b"/>
                        </m:rPr>
                        <a:rPr lang="zh-CN" altLang="en-US" sz="2400" b="1">
                          <a:latin typeface="Times New Roman" pitchFamily="18" charset="0"/>
                          <a:ea typeface="黑体" panose="02010609060101010101" charset="-122"/>
                          <a:cs typeface="Times New Roman" panose="02020603050405020304" pitchFamily="18" charset="0"/>
                        </a:rPr>
                        <m:t>𝟏</m:t>
                      </m:r>
                    </m:oMath>
                  </m:oMathPara>
                </a14:m>
                <a:r>
                  <a:rPr lang="zh-CN" altLang="en-US" sz="2400" b="1">
                    <a:latin typeface="Times New Roman" panose="02020603050405020304" pitchFamily="18" charset="0"/>
                    <a:ea typeface="黑体"/>
                    <a:cs typeface="Times New Roman" panose="02020603050405020304" pitchFamily="18" charset="0"/>
                  </a:rPr>
                  <a:t>是奇数”“所有的正方形都是矩形”都是全称量词命题.</a:t>
                </a:r>
                <a:endParaRPr lang="zh-CN" altLang="en-US" sz="2400" b="1">
                  <a:latin typeface="Times New Roman" panose="02020603050405020304" pitchFamily="18" charset="0"/>
                  <a:ea typeface="黑体"/>
                  <a:cs typeface="Times New Roman" panose="02020603050405020304" pitchFamily="18" charset="0"/>
                </a:endParaRPr>
              </a:p>
              <a:p>
                <a:pPr algn="l">
                  <a:lnSpc>
                    <a:spcPct val="140000"/>
                  </a:lnSpc>
                </a:pPr>
                <a:endParaRPr lang="zh-CN" altLang="en-US" sz="2400" b="1">
                  <a:solidFill>
                    <a:schemeClr val="tx1"/>
                  </a:solidFill>
                  <a:latin typeface="Times New Roman" panose="02020603050405020304" pitchFamily="18" charset="0"/>
                  <a:ea typeface="黑体"/>
                  <a:cs typeface="Times New Roman" panose="02020603050405020304" pitchFamily="18" charset="0"/>
                </a:endParaRPr>
              </a:p>
            </p:txBody>
          </p:sp>
        </mc:Choice>
        <mc:Fallback>
          <p:sp>
            <p:nvSpPr>
              <p:cNvPr id="8" name="文本框 7"/>
              <p:cNvSpPr txBox="1">
                <a:spLocks noRot="1" noChangeAspect="1" noMove="1" noResize="1" noEditPoints="1" noAdjustHandles="1" noChangeArrowheads="1" noChangeShapeType="1" noTextEdit="1"/>
              </p:cNvSpPr>
              <p:nvPr>
                <p:custDataLst>
                  <p:tags r:id="rId13"/>
                </p:custDataLst>
              </p:nvPr>
            </p:nvSpPr>
            <p:spPr>
              <a:xfrm>
                <a:off x="882650" y="1331595"/>
                <a:ext cx="10753090" cy="1730375"/>
              </a:xfrm>
              <a:prstGeom prst="rect">
                <a:avLst/>
              </a:prstGeom>
              <a:blipFill rotWithShape="1">
                <a:blip r:embed="rId14"/>
                <a:stretch>
                  <a:fillRect b="-20954"/>
                </a:stretch>
              </a:blipFill>
              <a:ln w="28575">
                <a:noFill/>
              </a:ln>
            </p:spPr>
            <p:txBody>
              <a:bodyPr/>
              <a:lstStyle/>
              <a:p>
                <a:r>
                  <a:rPr lang="zh-CN" altLang="en-US">
                    <a:noFill/>
                  </a:rPr>
                  <a:t> </a:t>
                </a:r>
              </a:p>
            </p:txBody>
          </p:sp>
        </mc:Fallback>
      </mc:AlternateContent>
      <p:sp>
        <p:nvSpPr>
          <p:cNvPr id="3" name="文本框 2" title=""/>
          <p:cNvSpPr txBox="1"/>
          <p:nvPr>
            <p:custDataLst>
              <p:tags r:id="rId15"/>
            </p:custDataLst>
          </p:nvPr>
        </p:nvSpPr>
        <p:spPr>
          <a:xfrm>
            <a:off x="882650" y="2897505"/>
            <a:ext cx="8836025" cy="607695"/>
          </a:xfrm>
          <a:prstGeom prst="rect">
            <a:avLst/>
          </a:prstGeom>
          <a:noFill/>
        </p:spPr>
        <p:txBody>
          <a:bodyPr wrap="square" rtlCol="0" anchor="t">
            <a:spAutoFit/>
          </a:bodyPr>
          <a:lstStyle/>
          <a:p>
            <a:pPr indent="0" algn="l" fontAlgn="auto">
              <a:lnSpc>
                <a:spcPct val="140000"/>
              </a:lnSpc>
            </a:pPr>
            <a:r>
              <a:rPr lang="zh-CN" altLang="en-US" sz="2400" b="1">
                <a:latin typeface="Times New Roman" panose="02020603050405020304" pitchFamily="18" charset="0"/>
                <a:ea typeface="黑体"/>
                <a:cs typeface="Times New Roman" panose="02020603050405020304" pitchFamily="18" charset="0"/>
                <a:sym typeface="+mn-ea"/>
              </a:rPr>
              <a:t>常见的全称量词还有</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“一切”“每一个”“任给”</a:t>
            </a:r>
            <a:r>
              <a:rPr lang="zh-CN" altLang="en-US" sz="2400" b="1">
                <a:latin typeface="Times New Roman" panose="02020603050405020304" pitchFamily="18" charset="0"/>
                <a:ea typeface="黑体"/>
                <a:cs typeface="Times New Roman" panose="02020603050405020304" pitchFamily="18" charset="0"/>
                <a:sym typeface="+mn-ea"/>
              </a:rPr>
              <a:t>等.</a:t>
            </a:r>
            <a:endParaRPr lang="zh-CN" altLang="en-US" sz="2400" b="1">
              <a:latin typeface="Times New Roman" panose="02020603050405020304" pitchFamily="18" charset="0"/>
              <a:ea typeface="黑体"/>
              <a:cs typeface="Times New Roman" panose="02020603050405020304" pitchFamily="18" charset="0"/>
              <a:sym typeface="+mn-ea"/>
            </a:endParaRPr>
          </a:p>
        </p:txBody>
      </p:sp>
      <p:grpSp>
        <p:nvGrpSpPr>
          <p:cNvPr id="15" name="组合 14" title=""/>
          <p:cNvGrpSpPr/>
          <p:nvPr>
            <p:custDataLst>
              <p:tags r:id="rId16"/>
            </p:custDataLst>
          </p:nvPr>
        </p:nvGrpSpPr>
        <p:grpSpPr>
          <a:xfrm>
            <a:off x="632460" y="3785235"/>
            <a:ext cx="11003280" cy="2730500"/>
            <a:chOff x="996" y="5961"/>
            <a:chExt cx="17328" cy="4300"/>
          </a:xfrm>
        </p:grpSpPr>
        <mc:AlternateContent>
          <mc:Choice Requires="a14">
            <p:sp>
              <p:nvSpPr>
                <p:cNvPr id="4" name="文本框 3"/>
                <p:cNvSpPr txBox="1"/>
                <p:nvPr>
                  <p:custDataLst>
                    <p:tags r:id="rId17"/>
                  </p:custDataLst>
                </p:nvPr>
              </p:nvSpPr>
              <p:spPr>
                <a:xfrm>
                  <a:off x="4548" y="5961"/>
                  <a:ext cx="13776" cy="3073"/>
                </a:xfrm>
                <a:prstGeom prst="rect">
                  <a:avLst/>
                </a:prstGeom>
                <a:noFill/>
              </p:spPr>
              <p:txBody>
                <a:bodyPr wrap="square" rtlCol="0">
                  <a:noAutofit/>
                </a:bodyPr>
                <a:lstStyle/>
                <a:p>
                  <a:pPr indent="0" fontAlgn="auto">
                    <a:lnSpc>
                      <a:spcPct val="170000"/>
                    </a:lnSpc>
                  </a:pPr>
                  <a:r>
                    <a:rPr lang="zh-CN" altLang="en-US" sz="2400" b="1">
                      <a:latin typeface="Times New Roman" panose="02020603050405020304" pitchFamily="18" charset="0"/>
                      <a:ea typeface="黑体"/>
                      <a:cs typeface="Times New Roman" panose="02020603050405020304" pitchFamily="18" charset="0"/>
                    </a:rPr>
                    <a:t>通常，将含有变量</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b="1">
                      <a:latin typeface="Times New Roman" panose="02020603050405020304" pitchFamily="18" charset="0"/>
                      <a:ea typeface="黑体"/>
                      <a:cs typeface="Times New Roman" panose="02020603050405020304" pitchFamily="18" charset="0"/>
                    </a:rPr>
                    <a:t>的语句用</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𝑝</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𝑞</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𝑟</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oMath>
                    </m:oMathPara>
                  </a14:m>
                  <a:r>
                    <a:rPr lang="zh-CN" altLang="en-US" sz="2400" b="1">
                      <a:latin typeface="Times New Roman" panose="02020603050405020304" pitchFamily="18" charset="0"/>
                      <a:ea typeface="黑体"/>
                      <a:cs typeface="Times New Roman" panose="02020603050405020304" pitchFamily="18" charset="0"/>
                    </a:rPr>
                    <a:t>表示，</a:t>
                  </a:r>
                  <a:r>
                    <a:rPr lang="zh-CN" altLang="en-US" sz="2400" b="1">
                      <a:latin typeface="Times New Roman" panose="02020603050405020304" pitchFamily="18" charset="0"/>
                      <a:ea typeface="黑体"/>
                      <a:cs typeface="Times New Roman" panose="02020603050405020304" pitchFamily="18" charset="0"/>
                      <a:sym typeface="+mn-ea"/>
                    </a:rPr>
                    <a:t>变量</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b="1">
                      <a:latin typeface="Times New Roman" panose="02020603050405020304" pitchFamily="18" charset="0"/>
                      <a:ea typeface="黑体"/>
                      <a:cs typeface="Times New Roman" panose="02020603050405020304" pitchFamily="18" charset="0"/>
                      <a:sym typeface="+mn-ea"/>
                    </a:rPr>
                    <a:t>的取值范围用</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sym typeface="+mn-ea"/>
                          </a:rPr>
                          <m:t>𝑀</m:t>
                        </m:r>
                      </m:oMath>
                    </m:oMathPara>
                  </a14:m>
                  <a:r>
                    <a:rPr lang="zh-CN" altLang="en-US" sz="2400" b="1">
                      <a:latin typeface="Times New Roman" panose="02020603050405020304" pitchFamily="18" charset="0"/>
                      <a:ea typeface="黑体"/>
                      <a:cs typeface="Times New Roman" panose="02020603050405020304" pitchFamily="18" charset="0"/>
                      <a:sym typeface="+mn-ea"/>
                    </a:rPr>
                    <a:t>表示</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那么，全称量词命题</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对</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sym typeface="+mn-ea"/>
                          </a:rPr>
                          <m:t>𝑀</m:t>
                        </m:r>
                      </m:oMath>
                    </m:oMathPara>
                  </a14:m>
                  <a:r>
                    <a:rPr lang="zh-CN" altLang="en-US" sz="2400" b="1">
                      <a:latin typeface="Times New Roman" panose="02020603050405020304" pitchFamily="18" charset="0"/>
                      <a:ea typeface="黑体"/>
                      <a:cs typeface="Times New Roman" panose="02020603050405020304" pitchFamily="18" charset="0"/>
                      <a:sym typeface="+mn-ea"/>
                    </a:rPr>
                    <a:t>中任意一个</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a:latin typeface="Times New Roman" panose="02020603050405020304" pitchFamily="18" charset="0"/>
                      <a:ea typeface="黑体"/>
                      <a:cs typeface="Times New Roman" panose="02020603050405020304" pitchFamily="18" charset="0"/>
                    </a:rPr>
                    <a:t>，</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𝑝</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oMath>
                    </m:oMathPara>
                  </a14:m>
                  <a:r>
                    <a:rPr lang="zh-CN" altLang="en-US" sz="2400" b="1">
                      <a:latin typeface="Times New Roman" panose="02020603050405020304" pitchFamily="18" charset="0"/>
                      <a:ea typeface="黑体"/>
                      <a:cs typeface="Times New Roman" panose="02020603050405020304" pitchFamily="18" charset="0"/>
                    </a:rPr>
                    <a:t>成立</a:t>
                  </a:r>
                  <a:r>
                    <a:rPr lang="en-US" altLang="zh-CN" sz="2400" b="1">
                      <a:latin typeface="Times New Roman" panose="02020603050405020304" pitchFamily="18" charset="0"/>
                      <a:ea typeface="黑体"/>
                      <a:cs typeface="Times New Roman" panose="02020603050405020304" pitchFamily="18" charset="0"/>
                    </a:rPr>
                    <a:t>”</a:t>
                  </a:r>
                  <a:r>
                    <a:rPr lang="zh-CN" altLang="en-US" sz="2400" b="1">
                      <a:latin typeface="Times New Roman" panose="02020603050405020304" pitchFamily="18" charset="0"/>
                      <a:ea typeface="黑体"/>
                      <a:cs typeface="Times New Roman" panose="02020603050405020304" pitchFamily="18" charset="0"/>
                    </a:rPr>
                    <a:t>可用符号简记为</a:t>
                  </a:r>
                  <a14:m>
                    <m:oMathPara>
                      <m:oMathParaPr>
                        <m:jc/>
                      </m:oMathParaPr>
                      <m:oMath>
                        <m:r>
                          <m:rPr>
                            <m:sty m:val="bi"/>
                          </m:rPr>
                          <a:rPr lang="en-US" altLang="zh-CN" sz="2400" b="1" i="1">
                            <a:solidFill>
                              <a:schemeClr val="accent2"/>
                            </a:solidFill>
                            <a:latin typeface="Cambria Math" panose="02040503050406030204" charset="0"/>
                            <a:ea typeface="Coco" panose="02000500000000000000" charset="0"/>
                            <a:cs typeface="Cambria Math" panose="02040503050406030204" charset="0"/>
                          </a:rPr>
                          <m:t>∀</m:t>
                        </m:r>
                        <m:r>
                          <m:rPr>
                            <m:sty m:val="bi"/>
                          </m:rPr>
                          <a:rPr lang="en-US" altLang="zh-CN" sz="2400" b="1" i="1">
                            <a:solidFill>
                              <a:schemeClr val="accent2"/>
                            </a:solidFill>
                            <a:latin typeface="Cambria Math" panose="02040503050406030204" charset="0"/>
                            <a:ea typeface="黑体" panose="02010609060101010101" charset="-122"/>
                            <a:cs typeface="Cambria Math" panose="02040503050406030204" charset="0"/>
                          </a:rPr>
                          <m:t>𝒙</m:t>
                        </m:r>
                        <m:r>
                          <m:rPr>
                            <m:sty m:val="bi"/>
                          </m:rPr>
                          <a:rPr lang="en-US" altLang="zh-CN" sz="2400" b="1" i="1">
                            <a:solidFill>
                              <a:schemeClr val="accent2"/>
                            </a:solidFill>
                            <a:latin typeface="Cambria Math" panose="02040503050406030204" charset="0"/>
                            <a:ea typeface="Coco" panose="02000500000000000000" charset="0"/>
                            <a:cs typeface="Cambria Math" panose="02040503050406030204" charset="0"/>
                          </a:rPr>
                          <m:t>∈</m:t>
                        </m:r>
                        <m:r>
                          <m:rPr>
                            <m:sty m:val="bi"/>
                          </m:rPr>
                          <a:rPr lang="en-US" altLang="zh-CN" sz="2400" b="1" i="1">
                            <a:solidFill>
                              <a:schemeClr val="accent2"/>
                            </a:solidFill>
                            <a:latin typeface="Cambria Math" panose="02040503050406030204" charset="0"/>
                            <a:ea typeface="黑体" panose="02010609060101010101" charset="-122"/>
                            <a:cs typeface="Cambria Math" panose="02040503050406030204" charset="0"/>
                          </a:rPr>
                          <m:t>𝑴</m:t>
                        </m:r>
                        <m:r>
                          <m:rPr>
                            <m:sty m:val="bi"/>
                          </m:rPr>
                          <a:rPr lang="en-US" altLang="zh-CN" sz="2400" b="1" i="1">
                            <a:solidFill>
                              <a:schemeClr val="accent2"/>
                            </a:solidFill>
                            <a:latin typeface="Cambria Math" panose="02040503050406030204" charset="0"/>
                            <a:ea typeface="Coco" panose="02000500000000000000" charset="0"/>
                            <a:cs typeface="Cambria Math" panose="02040503050406030204" charset="0"/>
                          </a:rPr>
                          <m:t>,</m:t>
                        </m:r>
                        <m:r>
                          <m:rPr>
                            <m:sty m:val="bi"/>
                          </m:rPr>
                          <a:rPr lang="en-US" altLang="zh-CN" sz="2400" b="1" i="1">
                            <a:solidFill>
                              <a:schemeClr val="accent2"/>
                            </a:solidFill>
                            <a:latin typeface="Cambria Math" panose="02040503050406030204" charset="0"/>
                            <a:ea typeface="黑体" panose="02010609060101010101" charset="-122"/>
                            <a:cs typeface="Cambria Math" panose="02040503050406030204" charset="0"/>
                          </a:rPr>
                          <m:t>𝒑</m:t>
                        </m:r>
                        <m:r>
                          <m:rPr>
                            <m:sty m:val="bi"/>
                          </m:rPr>
                          <a:rPr lang="en-US" altLang="zh-CN" sz="2400" b="1" i="1">
                            <a:solidFill>
                              <a:schemeClr val="accent2"/>
                            </a:solidFill>
                            <a:latin typeface="Cambria Math" panose="02040503050406030204" charset="0"/>
                            <a:ea typeface="Coco" panose="02000500000000000000" charset="0"/>
                            <a:cs typeface="Cambria Math" panose="02040503050406030204" charset="0"/>
                          </a:rPr>
                          <m:t>(</m:t>
                        </m:r>
                        <m:r>
                          <m:rPr>
                            <m:sty m:val="bi"/>
                          </m:rPr>
                          <a:rPr lang="en-US" altLang="zh-CN" sz="2400" b="1" i="1">
                            <a:solidFill>
                              <a:schemeClr val="accent2"/>
                            </a:solidFill>
                            <a:latin typeface="Cambria Math" panose="02040503050406030204" charset="0"/>
                            <a:ea typeface="黑体" panose="02010609060101010101" charset="-122"/>
                            <a:cs typeface="Cambria Math" panose="02040503050406030204" charset="0"/>
                          </a:rPr>
                          <m:t>𝒙</m:t>
                        </m:r>
                        <m:r>
                          <m:rPr>
                            <m:sty m:val="bi"/>
                          </m:rPr>
                          <a:rPr lang="en-US" altLang="zh-CN" sz="2400" b="1" i="1">
                            <a:solidFill>
                              <a:schemeClr val="accent2"/>
                            </a:solidFill>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Coco" panose="02000500000000000000" charset="0"/>
                            <a:cs typeface="Cambria Math" panose="02040503050406030204" charset="0"/>
                          </a:rPr>
                          <m:t>.</m:t>
                        </m:r>
                      </m:oMath>
                    </m:oMathPara>
                  </a14:m>
                  <a:endParaRPr lang="en-US" altLang="zh-CN" sz="2400" i="1">
                    <a:latin typeface="Times New Roman" panose="02020603050405020304" pitchFamily="18" charset="0"/>
                    <a:ea typeface="黑体"/>
                    <a:cs typeface="Times New Roman" panose="02020603050405020304" pitchFamily="18" charset="0"/>
                  </a:endParaRPr>
                </a:p>
                <a:p>
                  <a:pPr indent="609600" fontAlgn="auto">
                    <a:lnSpc>
                      <a:spcPct val="170000"/>
                    </a:lnSpc>
                  </a:pPr>
                  <a:endParaRPr lang="en-US" altLang="zh-CN" sz="2400" b="1">
                    <a:latin typeface="Times New Roman" panose="02020603050405020304" pitchFamily="18" charset="0"/>
                    <a:ea typeface="黑体"/>
                    <a:cs typeface="Times New Roman" panose="02020603050405020304" pitchFamily="18" charset="0"/>
                    <a:sym typeface="+mn-ea"/>
                  </a:endParaRPr>
                </a:p>
              </p:txBody>
            </p:sp>
          </mc:Choice>
          <mc:Fallback>
            <p:sp>
              <p:nvSpPr>
                <p:cNvPr id="4" name="文本框 3"/>
                <p:cNvSpPr txBox="1">
                  <a:spLocks noRot="1" noChangeAspect="1" noMove="1" noResize="1" noEditPoints="1" noAdjustHandles="1" noChangeArrowheads="1" noChangeShapeType="1" noTextEdit="1"/>
                </p:cNvSpPr>
                <p:nvPr>
                  <p:custDataLst>
                    <p:tags r:id="rId18"/>
                  </p:custDataLst>
                </p:nvPr>
              </p:nvSpPr>
              <p:spPr>
                <a:xfrm>
                  <a:off x="4548" y="5961"/>
                  <a:ext cx="13776" cy="3073"/>
                </a:xfrm>
                <a:prstGeom prst="rect">
                  <a:avLst/>
                </a:prstGeom>
                <a:blipFill rotWithShape="1">
                  <a:blip r:embed="rId19"/>
                  <a:stretch>
                    <a:fillRect/>
                  </a:stretch>
                </a:blipFill>
              </p:spPr>
              <p:txBody>
                <a:bodyPr/>
                <a:lstStyle/>
                <a:p>
                  <a:r>
                    <a:rPr lang="zh-CN" altLang="en-US">
                      <a:noFill/>
                    </a:rPr>
                    <a:t> </a:t>
                  </a:r>
                </a:p>
              </p:txBody>
            </p:sp>
          </mc:Fallback>
        </mc:AlternateContent>
        <p:sp>
          <p:nvSpPr>
            <p:cNvPr id="72" name="圆角矩形 71"/>
            <p:cNvSpPr/>
            <p:nvPr>
              <p:custDataLst>
                <p:tags r:id="rId20"/>
              </p:custDataLst>
            </p:nvPr>
          </p:nvSpPr>
          <p:spPr>
            <a:xfrm>
              <a:off x="996" y="6129"/>
              <a:ext cx="3325" cy="1083"/>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一般形式</a:t>
              </a:r>
              <a:r>
                <a:rPr sz="2400" b="1">
                  <a:solidFill>
                    <a:schemeClr val="bg1"/>
                  </a:solidFill>
                  <a:latin typeface="Times New Roman" panose="02020603050405020304" pitchFamily="18" charset="0"/>
                  <a:ea typeface="黑体"/>
                  <a:cs typeface="Times New Roman" panose="02020603050405020304" pitchFamily="18" charset="0"/>
                  <a:sym typeface="+mn-ea"/>
                </a:rPr>
                <a:t>：</a:t>
              </a: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7" name="圆角矩形 6"/>
            <p:cNvSpPr/>
            <p:nvPr>
              <p:custDataLst>
                <p:tags r:id="rId21"/>
              </p:custDataLst>
            </p:nvPr>
          </p:nvSpPr>
          <p:spPr>
            <a:xfrm>
              <a:off x="996" y="9178"/>
              <a:ext cx="3325" cy="1083"/>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结构特点</a:t>
              </a:r>
              <a:r>
                <a:rPr sz="2400" b="1">
                  <a:solidFill>
                    <a:schemeClr val="bg1"/>
                  </a:solidFill>
                  <a:latin typeface="Times New Roman" panose="02020603050405020304" pitchFamily="18" charset="0"/>
                  <a:ea typeface="黑体"/>
                  <a:cs typeface="Times New Roman" panose="02020603050405020304" pitchFamily="18" charset="0"/>
                  <a:sym typeface="+mn-ea"/>
                </a:rPr>
                <a:t>：</a:t>
              </a: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mc:AlternateContent>
          <mc:Choice Requires="a14">
            <p:sp>
              <p:nvSpPr>
                <p:cNvPr id="11" name="文本框 10"/>
                <p:cNvSpPr txBox="1"/>
                <p:nvPr>
                  <p:custDataLst>
                    <p:tags r:id="rId22"/>
                  </p:custDataLst>
                </p:nvPr>
              </p:nvSpPr>
              <p:spPr>
                <a:xfrm>
                  <a:off x="4548" y="9058"/>
                  <a:ext cx="12576" cy="1132"/>
                </a:xfrm>
                <a:prstGeom prst="rect">
                  <a:avLst/>
                </a:prstGeom>
                <a:noFill/>
              </p:spPr>
              <p:txBody>
                <a:bodyPr wrap="square" rtlCol="0" anchor="t">
                  <a:spAutoFit/>
                </a:bodyPr>
                <a:lstStyle/>
                <a:p>
                  <a:pPr indent="0" fontAlgn="auto">
                    <a:lnSpc>
                      <a:spcPct val="170000"/>
                    </a:lnSpc>
                  </a:pPr>
                  <a:r>
                    <a:rPr lang="zh-CN" altLang="en-US" sz="2400" b="1">
                      <a:latin typeface="Times New Roman" panose="02020603050405020304" pitchFamily="18" charset="0"/>
                      <a:ea typeface="黑体"/>
                      <a:cs typeface="Times New Roman" panose="02020603050405020304" pitchFamily="18" charset="0"/>
                      <a:sym typeface="+mn-ea"/>
                    </a:rPr>
                    <a:t>集合</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sym typeface="+mn-ea"/>
                          </a:rPr>
                          <m:t>𝑀</m:t>
                        </m:r>
                      </m:oMath>
                    </m:oMathPara>
                  </a14:m>
                  <a:r>
                    <a:rPr lang="zh-CN" altLang="en-US" sz="2400" b="1">
                      <a:latin typeface="Times New Roman" panose="02020603050405020304" pitchFamily="18" charset="0"/>
                      <a:ea typeface="黑体"/>
                      <a:cs typeface="Times New Roman" panose="02020603050405020304" pitchFamily="18" charset="0"/>
                      <a:sym typeface="+mn-ea"/>
                    </a:rPr>
                    <a:t>中的任意一个元素，都满足条件</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𝑝</m:t>
                        </m:r>
                      </m:oMath>
                    </m:oMathPara>
                  </a14:m>
                  <a:r>
                    <a:rPr lang="en-US" altLang="zh-CN" sz="2400" b="1">
                      <a:latin typeface="Times New Roman" panose="02020603050405020304" pitchFamily="18" charset="0"/>
                      <a:ea typeface="黑体"/>
                      <a:cs typeface="Times New Roman" panose="02020603050405020304" pitchFamily="18" charset="0"/>
                      <a:sym typeface="+mn-ea"/>
                    </a:rPr>
                    <a:t>.</a:t>
                  </a:r>
                  <a:endParaRPr lang="en-US" altLang="zh-CN" sz="2400" b="1">
                    <a:latin typeface="Times New Roman" panose="02020603050405020304" pitchFamily="18" charset="0"/>
                    <a:ea typeface="黑体"/>
                    <a:cs typeface="Times New Roman" panose="02020603050405020304" pitchFamily="18" charset="0"/>
                    <a:sym typeface="+mn-ea"/>
                  </a:endParaRPr>
                </a:p>
              </p:txBody>
            </p:sp>
          </mc:Choice>
          <mc:Fallback>
            <p:sp>
              <p:nvSpPr>
                <p:cNvPr id="11" name="文本框 10"/>
                <p:cNvSpPr txBox="1">
                  <a:spLocks noRot="1" noChangeAspect="1" noMove="1" noResize="1" noEditPoints="1" noAdjustHandles="1" noChangeArrowheads="1" noChangeShapeType="1" noTextEdit="1"/>
                </p:cNvSpPr>
                <p:nvPr>
                  <p:custDataLst>
                    <p:tags r:id="rId23"/>
                  </p:custDataLst>
                </p:nvPr>
              </p:nvSpPr>
              <p:spPr>
                <a:xfrm>
                  <a:off x="4548" y="9058"/>
                  <a:ext cx="12576" cy="1132"/>
                </a:xfrm>
                <a:prstGeom prst="rect">
                  <a:avLst/>
                </a:prstGeom>
                <a:blipFill rotWithShape="1">
                  <a:blip r:embed="rId24"/>
                  <a:stretch>
                    <a:fillRect/>
                  </a:stretch>
                </a:blipFill>
              </p:spPr>
              <p:txBody>
                <a:bodyPr/>
                <a:lstStyle/>
                <a:p>
                  <a:r>
                    <a:rPr lang="zh-CN" altLang="en-US">
                      <a:noFill/>
                    </a:rPr>
                    <a:t> </a:t>
                  </a:r>
                </a:p>
              </p:txBody>
            </p:sp>
          </mc:Fallback>
        </mc:AlternateContent>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nodeType="afterGroup">
                            <p:stCondLst>
                              <p:cond delay="500"/>
                            </p:stCondLst>
                            <p:childTnLst>
                              <p:par>
                                <p:cTn id="9" presetID="10" presetClass="entr" presetSubtype="0" fill="hold" grpId="2" nodeType="afterEffect">
                                  <p:stCondLst>
                                    <p:cond delay="0"/>
                                  </p:stCondLst>
                                  <p:childTnLst>
                                    <p:set>
                                      <p:cBhvr>
                                        <p:cTn id="10" dur="1" fill="hold">
                                          <p:stCondLst>
                                            <p:cond delay="0"/>
                                          </p:stCondLst>
                                        </p:cTn>
                                        <p:tgtEl>
                                          <p:spTgt spid="12294"/>
                                        </p:tgtEl>
                                        <p:attrNameLst>
                                          <p:attrName>style.visibility</p:attrName>
                                        </p:attrNameLst>
                                      </p:cBhvr>
                                      <p:to>
                                        <p:strVal val="visible"/>
                                      </p:to>
                                    </p:set>
                                    <p:animEffect transition="in" filter="fade">
                                      <p:cBhvr>
                                        <p:cTn id="11" dur="500"/>
                                        <p:tgtEl>
                                          <p:spTgt spid="12294"/>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294" grpId="2" animBg="1"/>
    </p:bld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aphicFrame>
        <p:nvGraphicFramePr>
          <p:cNvPr id="13316" name="对象 13315" title=""/>
          <p:cNvGraphicFramePr>
            <a:graphicFrameLocks noChangeAspect="1"/>
          </p:cNvGraphicFramePr>
          <p:nvPr>
            <p:custDataLst>
              <p:tags r:id="rId11"/>
            </p:custDataLst>
          </p:nvPr>
        </p:nvGraphicFramePr>
        <p:xfrm>
          <a:off x="1233805" y="1248455"/>
          <a:ext cx="8794750" cy="2505075"/>
        </p:xfrm>
        <a:graphic>
          <a:graphicData uri="http://schemas.openxmlformats.org/presentationml/2006/ole">
            <mc:AlternateContent>
              <mc:Choice xmlns:v="urn:schemas-microsoft-com:vml" Requires="v">
                <p:oleObj spid="_x0000_s1045" r:id="rId12" imgW="3479800" imgH="990600" progId="Equation.DSMT4">
                  <p:embed/>
                </p:oleObj>
              </mc:Choice>
              <mc:Fallback>
                <p:oleObj r:id="rId12" imgW="3479800" imgH="990600" progId="Equation.DSMT4">
                  <p:embed/>
                  <p:pic>
                    <p:nvPicPr>
                      <p:cNvPr id="0" name="OLE substitute image"/>
                      <p:cNvPicPr/>
                      <p:nvPr/>
                    </p:nvPicPr>
                    <p:blipFill>
                      <a:blip r:embed="rId13"/>
                      <a:stretch>
                        <a:fillRect/>
                      </a:stretch>
                    </p:blipFill>
                    <p:spPr>
                      <a:xfrm>
                        <a:off x="1233805" y="1248455"/>
                        <a:ext cx="8794750" cy="2505075"/>
                      </a:xfrm>
                      <a:prstGeom prst="rect">
                        <a:avLst/>
                      </a:prstGeom>
                      <a:noFill/>
                      <a:ln w="38100">
                        <a:noFill/>
                        <a:miter/>
                      </a:ln>
                    </p:spPr>
                  </p:pic>
                </p:oleObj>
              </mc:Fallback>
            </mc:AlternateContent>
          </a:graphicData>
        </a:graphic>
      </p:graphicFrame>
      <p:sp>
        <p:nvSpPr>
          <p:cNvPr id="16" name="圆角矩形 15" title=""/>
          <p:cNvSpPr/>
          <p:nvPr>
            <p:custDataLst>
              <p:tags r:id="rId14"/>
            </p:custDataLst>
          </p:nvPr>
        </p:nvSpPr>
        <p:spPr>
          <a:xfrm>
            <a:off x="882015" y="3877310"/>
            <a:ext cx="10465435" cy="2726690"/>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title=""/>
          <p:cNvSpPr txBox="1"/>
          <p:nvPr>
            <p:custDataLst>
              <p:tags r:id="rId15"/>
            </p:custDataLst>
          </p:nvPr>
        </p:nvSpPr>
        <p:spPr>
          <a:xfrm>
            <a:off x="1233805" y="4083685"/>
            <a:ext cx="9660255" cy="2306320"/>
          </a:xfrm>
          <a:prstGeom prst="rect">
            <a:avLst/>
          </a:prstGeom>
          <a:noFill/>
        </p:spPr>
        <p:txBody>
          <a:bodyPr wrap="square" rtlCol="0" anchor="t">
            <a:spAutoFit/>
          </a:bodyPr>
          <a:lstStyle/>
          <a:p>
            <a:pPr algn="l">
              <a:lnSpc>
                <a:spcPct val="120000"/>
              </a:lnSpc>
              <a:spcBef>
                <a:spcPct val="0"/>
              </a:spcBef>
              <a:spcAft>
                <a:spcPct val="0"/>
              </a:spcAft>
            </a:pPr>
            <a:r>
              <a:rPr lang="zh-CN" altLang="en-US" sz="2400" b="1">
                <a:effectLst/>
                <a:latin typeface="Times New Roman" panose="02020603050405020304" pitchFamily="18" charset="0"/>
                <a:ea typeface="黑体"/>
                <a:cs typeface="Times New Roman" panose="02020603050405020304" pitchFamily="18" charset="0"/>
                <a:sym typeface="+mn-ea"/>
              </a:rPr>
              <a:t>容易判断，（</a:t>
            </a:r>
            <a:r>
              <a:rPr lang="en-US" altLang="zh-CN" sz="2400" b="1">
                <a:effectLst/>
                <a:latin typeface="Times New Roman" panose="02020603050405020304" pitchFamily="18" charset="0"/>
                <a:ea typeface="黑体"/>
                <a:cs typeface="Times New Roman" panose="02020603050405020304" pitchFamily="18" charset="0"/>
                <a:sym typeface="+mn-ea"/>
              </a:rPr>
              <a:t>1</a:t>
            </a:r>
            <a:r>
              <a:rPr lang="zh-CN" altLang="en-US" sz="2400" b="1">
                <a:effectLst/>
                <a:latin typeface="Times New Roman" panose="02020603050405020304" pitchFamily="18" charset="0"/>
                <a:ea typeface="黑体"/>
                <a:cs typeface="Times New Roman" panose="02020603050405020304" pitchFamily="18" charset="0"/>
                <a:sym typeface="+mn-ea"/>
              </a:rPr>
              <a:t>）（</a:t>
            </a:r>
            <a:r>
              <a:rPr lang="en-US" altLang="zh-CN" sz="2400" b="1">
                <a:effectLst/>
                <a:latin typeface="Times New Roman" panose="02020603050405020304" pitchFamily="18" charset="0"/>
                <a:ea typeface="黑体"/>
                <a:cs typeface="Times New Roman" panose="02020603050405020304" pitchFamily="18" charset="0"/>
                <a:sym typeface="+mn-ea"/>
              </a:rPr>
              <a:t>2</a:t>
            </a:r>
            <a:r>
              <a:rPr lang="zh-CN" altLang="en-US" sz="2400" b="1">
                <a:effectLst/>
                <a:latin typeface="Times New Roman" panose="02020603050405020304" pitchFamily="18" charset="0"/>
                <a:ea typeface="黑体"/>
                <a:cs typeface="Times New Roman" panose="02020603050405020304" pitchFamily="18" charset="0"/>
                <a:sym typeface="+mn-ea"/>
              </a:rPr>
              <a:t>）不是命题．语句（</a:t>
            </a:r>
            <a:r>
              <a:rPr lang="en-US" altLang="zh-CN" sz="2400" b="1">
                <a:effectLst/>
                <a:latin typeface="Times New Roman" panose="02020603050405020304" pitchFamily="18" charset="0"/>
                <a:ea typeface="黑体"/>
                <a:cs typeface="Times New Roman" panose="02020603050405020304" pitchFamily="18" charset="0"/>
                <a:sym typeface="+mn-ea"/>
              </a:rPr>
              <a:t>3</a:t>
            </a:r>
            <a:r>
              <a:rPr lang="zh-CN" altLang="en-US" sz="2400" b="1">
                <a:effectLst/>
                <a:latin typeface="Times New Roman" panose="02020603050405020304" pitchFamily="18" charset="0"/>
                <a:ea typeface="黑体"/>
                <a:cs typeface="Times New Roman" panose="02020603050405020304" pitchFamily="18" charset="0"/>
                <a:sym typeface="+mn-ea"/>
              </a:rPr>
              <a:t>）在（</a:t>
            </a:r>
            <a:r>
              <a:rPr lang="en-US" altLang="zh-CN" sz="2400" b="1">
                <a:effectLst/>
                <a:latin typeface="Times New Roman" panose="02020603050405020304" pitchFamily="18" charset="0"/>
                <a:ea typeface="黑体"/>
                <a:cs typeface="Times New Roman" panose="02020603050405020304" pitchFamily="18" charset="0"/>
                <a:sym typeface="+mn-ea"/>
              </a:rPr>
              <a:t>1</a:t>
            </a:r>
            <a:r>
              <a:rPr lang="zh-CN" altLang="en-US" sz="2400" b="1">
                <a:effectLst/>
                <a:latin typeface="Times New Roman" panose="02020603050405020304" pitchFamily="18" charset="0"/>
                <a:ea typeface="黑体"/>
                <a:cs typeface="Times New Roman" panose="02020603050405020304" pitchFamily="18" charset="0"/>
                <a:sym typeface="+mn-ea"/>
              </a:rPr>
              <a:t>）的基础上，用短语“存在一个”对变量</a:t>
            </a:r>
            <a:r>
              <a:rPr lang="en-US" altLang="zh-CN" sz="2400" b="1" i="1">
                <a:effectLst/>
                <a:latin typeface="Times New Roman" panose="02020603050405020304" pitchFamily="18" charset="0"/>
                <a:ea typeface="黑体"/>
                <a:cs typeface="Times New Roman" panose="02020603050405020304" pitchFamily="18" charset="0"/>
                <a:sym typeface="+mn-ea"/>
              </a:rPr>
              <a:t>x</a:t>
            </a:r>
            <a:r>
              <a:rPr lang="zh-CN" altLang="en-US" sz="2400" b="1">
                <a:effectLst/>
                <a:latin typeface="Times New Roman" panose="02020603050405020304" pitchFamily="18" charset="0"/>
                <a:ea typeface="黑体"/>
                <a:cs typeface="Times New Roman" panose="02020603050405020304" pitchFamily="18" charset="0"/>
                <a:sym typeface="+mn-ea"/>
              </a:rPr>
              <a:t>的取值进行限定；</a:t>
            </a:r>
            <a:endParaRPr lang="zh-CN" altLang="en-US" sz="2400" b="1">
              <a:solidFill>
                <a:schemeClr val="tx1"/>
              </a:solidFill>
              <a:effectLst/>
              <a:latin typeface="Times New Roman" panose="02020603050405020304" pitchFamily="18" charset="0"/>
              <a:ea typeface="黑体"/>
              <a:cs typeface="Times New Roman" panose="02020603050405020304" pitchFamily="18" charset="0"/>
            </a:endParaRPr>
          </a:p>
          <a:p>
            <a:pPr algn="l">
              <a:lnSpc>
                <a:spcPct val="120000"/>
              </a:lnSpc>
              <a:spcBef>
                <a:spcPct val="0"/>
              </a:spcBef>
              <a:spcAft>
                <a:spcPct val="0"/>
              </a:spcAft>
            </a:pPr>
            <a:r>
              <a:rPr lang="zh-CN" altLang="en-US" sz="2400" b="1">
                <a:effectLst/>
                <a:latin typeface="Times New Roman" panose="02020603050405020304" pitchFamily="18" charset="0"/>
                <a:ea typeface="黑体"/>
                <a:cs typeface="Times New Roman" panose="02020603050405020304" pitchFamily="18" charset="0"/>
                <a:sym typeface="+mn-ea"/>
              </a:rPr>
              <a:t>语句（</a:t>
            </a:r>
            <a:r>
              <a:rPr lang="en-US" altLang="zh-CN" sz="2400" b="1">
                <a:effectLst/>
                <a:latin typeface="Times New Roman" panose="02020603050405020304" pitchFamily="18" charset="0"/>
                <a:ea typeface="黑体"/>
                <a:cs typeface="Times New Roman" panose="02020603050405020304" pitchFamily="18" charset="0"/>
                <a:sym typeface="+mn-ea"/>
              </a:rPr>
              <a:t>4</a:t>
            </a:r>
            <a:r>
              <a:rPr lang="zh-CN" altLang="en-US" sz="2400" b="1">
                <a:effectLst/>
                <a:latin typeface="Times New Roman" panose="02020603050405020304" pitchFamily="18" charset="0"/>
                <a:ea typeface="黑体"/>
                <a:cs typeface="Times New Roman" panose="02020603050405020304" pitchFamily="18" charset="0"/>
                <a:sym typeface="+mn-ea"/>
              </a:rPr>
              <a:t>）在（</a:t>
            </a:r>
            <a:r>
              <a:rPr lang="en-US" altLang="zh-CN" sz="2400" b="1">
                <a:effectLst/>
                <a:latin typeface="Times New Roman" panose="02020603050405020304" pitchFamily="18" charset="0"/>
                <a:ea typeface="黑体"/>
                <a:cs typeface="Times New Roman" panose="02020603050405020304" pitchFamily="18" charset="0"/>
                <a:sym typeface="+mn-ea"/>
              </a:rPr>
              <a:t>2</a:t>
            </a:r>
            <a:r>
              <a:rPr lang="zh-CN" altLang="en-US" sz="2400" b="1">
                <a:effectLst/>
                <a:latin typeface="Times New Roman" panose="02020603050405020304" pitchFamily="18" charset="0"/>
                <a:ea typeface="黑体"/>
                <a:cs typeface="Times New Roman" panose="02020603050405020304" pitchFamily="18" charset="0"/>
                <a:sym typeface="+mn-ea"/>
              </a:rPr>
              <a:t>）的基础上，用“至少有一个”对变量的取值</a:t>
            </a:r>
            <a:r>
              <a:rPr lang="en-US" altLang="zh-CN" sz="2400" b="1" i="1">
                <a:effectLst/>
                <a:latin typeface="Times New Roman" panose="02020603050405020304" pitchFamily="18" charset="0"/>
                <a:ea typeface="黑体"/>
                <a:cs typeface="Times New Roman" panose="02020603050405020304" pitchFamily="18" charset="0"/>
                <a:sym typeface="+mn-ea"/>
              </a:rPr>
              <a:t>x</a:t>
            </a:r>
            <a:r>
              <a:rPr lang="zh-CN" altLang="en-US" sz="2400" b="1">
                <a:effectLst/>
                <a:latin typeface="Times New Roman" panose="02020603050405020304" pitchFamily="18" charset="0"/>
                <a:ea typeface="黑体"/>
                <a:cs typeface="Times New Roman" panose="02020603050405020304" pitchFamily="18" charset="0"/>
                <a:sym typeface="+mn-ea"/>
              </a:rPr>
              <a:t>进行限定，从而使（</a:t>
            </a:r>
            <a:r>
              <a:rPr lang="en-US" altLang="zh-CN" sz="2400" b="1">
                <a:effectLst/>
                <a:latin typeface="Times New Roman" panose="02020603050405020304" pitchFamily="18" charset="0"/>
                <a:ea typeface="黑体"/>
                <a:cs typeface="Times New Roman" panose="02020603050405020304" pitchFamily="18" charset="0"/>
                <a:sym typeface="+mn-ea"/>
              </a:rPr>
              <a:t>3</a:t>
            </a:r>
            <a:r>
              <a:rPr lang="zh-CN" altLang="en-US" sz="2400" b="1">
                <a:effectLst/>
                <a:latin typeface="Times New Roman" panose="02020603050405020304" pitchFamily="18" charset="0"/>
                <a:ea typeface="黑体"/>
                <a:cs typeface="Times New Roman" panose="02020603050405020304" pitchFamily="18" charset="0"/>
                <a:sym typeface="+mn-ea"/>
              </a:rPr>
              <a:t>）（</a:t>
            </a:r>
            <a:r>
              <a:rPr lang="en-US" altLang="zh-CN" sz="2400" b="1">
                <a:effectLst/>
                <a:latin typeface="Times New Roman" panose="02020603050405020304" pitchFamily="18" charset="0"/>
                <a:ea typeface="黑体"/>
                <a:cs typeface="Times New Roman" panose="02020603050405020304" pitchFamily="18" charset="0"/>
                <a:sym typeface="+mn-ea"/>
              </a:rPr>
              <a:t>4</a:t>
            </a:r>
            <a:r>
              <a:rPr lang="zh-CN" altLang="en-US" sz="2400" b="1">
                <a:effectLst/>
                <a:latin typeface="Times New Roman" panose="02020603050405020304" pitchFamily="18" charset="0"/>
                <a:ea typeface="黑体"/>
                <a:cs typeface="Times New Roman" panose="02020603050405020304" pitchFamily="18" charset="0"/>
                <a:sym typeface="+mn-ea"/>
              </a:rPr>
              <a:t>）变成了可以判断真假的陈述句，</a:t>
            </a:r>
            <a:endParaRPr lang="zh-CN" altLang="en-US" sz="2400" b="1">
              <a:solidFill>
                <a:schemeClr val="tx1"/>
              </a:solidFill>
              <a:effectLst/>
              <a:latin typeface="Times New Roman" panose="02020603050405020304" pitchFamily="18" charset="0"/>
              <a:ea typeface="黑体"/>
              <a:cs typeface="Times New Roman" panose="02020603050405020304" pitchFamily="18" charset="0"/>
            </a:endParaRPr>
          </a:p>
          <a:p>
            <a:pPr algn="l">
              <a:lnSpc>
                <a:spcPct val="120000"/>
              </a:lnSpc>
              <a:spcBef>
                <a:spcPct val="0"/>
              </a:spcBef>
              <a:spcAft>
                <a:spcPct val="0"/>
              </a:spcAft>
            </a:pPr>
            <a:r>
              <a:rPr lang="zh-CN" altLang="en-US" sz="2400" b="1">
                <a:effectLst/>
                <a:latin typeface="Times New Roman" panose="02020603050405020304" pitchFamily="18" charset="0"/>
                <a:ea typeface="黑体"/>
                <a:cs typeface="Times New Roman" panose="02020603050405020304" pitchFamily="18" charset="0"/>
                <a:sym typeface="+mn-ea"/>
              </a:rPr>
              <a:t>因此（</a:t>
            </a:r>
            <a:r>
              <a:rPr lang="en-US" altLang="zh-CN" sz="2400" b="1">
                <a:effectLst/>
                <a:latin typeface="Times New Roman" panose="02020603050405020304" pitchFamily="18" charset="0"/>
                <a:ea typeface="黑体"/>
                <a:cs typeface="Times New Roman" panose="02020603050405020304" pitchFamily="18" charset="0"/>
                <a:sym typeface="+mn-ea"/>
              </a:rPr>
              <a:t>3</a:t>
            </a:r>
            <a:r>
              <a:rPr lang="zh-CN" altLang="en-US" sz="2400" b="1">
                <a:effectLst/>
                <a:latin typeface="Times New Roman" panose="02020603050405020304" pitchFamily="18" charset="0"/>
                <a:ea typeface="黑体"/>
                <a:cs typeface="Times New Roman" panose="02020603050405020304" pitchFamily="18" charset="0"/>
                <a:sym typeface="+mn-ea"/>
              </a:rPr>
              <a:t>）（</a:t>
            </a:r>
            <a:r>
              <a:rPr lang="en-US" altLang="zh-CN" sz="2400" b="1">
                <a:effectLst/>
                <a:latin typeface="Times New Roman" panose="02020603050405020304" pitchFamily="18" charset="0"/>
                <a:ea typeface="黑体"/>
                <a:cs typeface="Times New Roman" panose="02020603050405020304" pitchFamily="18" charset="0"/>
                <a:sym typeface="+mn-ea"/>
              </a:rPr>
              <a:t>4</a:t>
            </a:r>
            <a:r>
              <a:rPr lang="zh-CN" altLang="en-US" sz="2400" b="1">
                <a:effectLst/>
                <a:latin typeface="Times New Roman" panose="02020603050405020304" pitchFamily="18" charset="0"/>
                <a:ea typeface="黑体"/>
                <a:cs typeface="Times New Roman" panose="02020603050405020304" pitchFamily="18" charset="0"/>
                <a:sym typeface="+mn-ea"/>
              </a:rPr>
              <a:t>）都是命题．</a:t>
            </a:r>
            <a:endParaRPr lang="zh-CN" altLang="en-US" sz="2400" b="1">
              <a:effectLst/>
              <a:latin typeface="Times New Roman" panose="02020603050405020304" pitchFamily="18" charset="0"/>
              <a:ea typeface="黑体"/>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8532" name="Rectangle 42" title=""/>
          <p:cNvSpPr>
            <a:spLocks noGrp="1" noChangeArrowheads="1"/>
          </p:cNvSpPr>
          <p:nvPr>
            <p:custDataLst>
              <p:tags r:id="rId24"/>
            </p:custDataLst>
          </p:nvPr>
        </p:nvSpPr>
        <p:spPr>
          <a:xfrm>
            <a:off x="3257858" y="1003748"/>
            <a:ext cx="5676900" cy="423545"/>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400" b="1">
                <a:solidFill>
                  <a:schemeClr val="accent2"/>
                </a:solidFill>
                <a:latin typeface="黑体"/>
                <a:ea typeface="黑体"/>
                <a:sym typeface="+mn-ea"/>
              </a:rPr>
              <a:t>全称量词与全称命题</a:t>
            </a:r>
            <a:endParaRPr lang="zh-CN" altLang="en-US" sz="2400" b="1">
              <a:solidFill>
                <a:schemeClr val="accent2"/>
              </a:solidFill>
              <a:latin typeface="黑体"/>
              <a:ea typeface="黑体"/>
            </a:endParaRPr>
          </a:p>
        </p:txBody>
      </p:sp>
      <p:sp>
        <p:nvSpPr>
          <p:cNvPr id="26" name="圆角矩形 25" title=""/>
          <p:cNvSpPr/>
          <p:nvPr>
            <p:custDataLst>
              <p:tags r:id="rId25"/>
            </p:custDataLst>
          </p:nvPr>
        </p:nvSpPr>
        <p:spPr>
          <a:xfrm>
            <a:off x="578485" y="1456690"/>
            <a:ext cx="11014075" cy="5047615"/>
          </a:xfrm>
          <a:prstGeom prst="roundRect">
            <a:avLst>
              <a:gd name="adj" fmla="val 7935"/>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title=""/>
          <p:cNvSpPr>
            <a:spLocks noChangeAspect="1"/>
          </p:cNvSpPr>
          <p:nvPr>
            <p:custDataLst>
              <p:tags r:id="rId26"/>
            </p:custDataLst>
          </p:nvPr>
        </p:nvSpPr>
        <p:spPr>
          <a:xfrm>
            <a:off x="770890" y="1561465"/>
            <a:ext cx="10561320" cy="3729990"/>
          </a:xfrm>
          <a:prstGeom prst="rect">
            <a:avLst/>
          </a:prstGeom>
        </p:spPr>
        <p:txBody>
          <a:bodyPr wrap="square">
            <a:noAutofit/>
          </a:bodyPr>
          <a:lstStyle/>
          <a:p>
            <a:pPr indent="199390" defTabSz="914400" fontAlgn="auto">
              <a:lnSpc>
                <a:spcPct val="120000"/>
              </a:lnSpc>
              <a:spcBef>
                <a:spcPct val="0"/>
              </a:spcBef>
              <a:spcAft>
                <a:spcPct val="0"/>
              </a:spcAft>
              <a:tabLst>
                <a:tab pos="769620"/>
                <a:tab pos="1383665"/>
                <a:tab pos="1898650"/>
              </a:tabLst>
            </a:pPr>
            <a:r>
              <a:rPr lang="en-US" altLang="zh-CN" sz="2400" b="1">
                <a:solidFill>
                  <a:srgbClr val="000000"/>
                </a:solidFill>
                <a:latin typeface="Times New Roman" panose="02020603050405020304" pitchFamily="18" charset="0"/>
                <a:ea typeface="黑体"/>
                <a:cs typeface="Times New Roman" panose="02020603050405020304" pitchFamily="18" charset="0"/>
              </a:rPr>
              <a:t>(1)</a:t>
            </a:r>
            <a:r>
              <a:rPr lang="zh-CN" altLang="zh-CN" sz="2400" b="1">
                <a:solidFill>
                  <a:srgbClr val="000000"/>
                </a:solidFill>
                <a:latin typeface="Times New Roman" panose="02020603050405020304" pitchFamily="18" charset="0"/>
                <a:ea typeface="黑体"/>
                <a:cs typeface="Times New Roman" panose="02020603050405020304" pitchFamily="18" charset="0"/>
              </a:rPr>
              <a:t>短语</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所有的</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任意一个</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在逻辑中通常叫做</a:t>
            </a:r>
            <a:r>
              <a:rPr lang="en-US" altLang="zh-CN" sz="2400" b="1" u="sng">
                <a:solidFill>
                  <a:srgbClr val="000000"/>
                </a:solidFill>
                <a:latin typeface="Times New Roman" panose="02020603050405020304" pitchFamily="18" charset="0"/>
                <a:ea typeface="黑体"/>
                <a:cs typeface="Times New Roman" panose="02020603050405020304" pitchFamily="18" charset="0"/>
              </a:rPr>
              <a:t>                                           </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并用符号</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表示</a:t>
            </a:r>
            <a:r>
              <a:rPr lang="en-US" altLang="zh-CN" sz="2400" b="1" i="1">
                <a:solidFill>
                  <a:srgbClr val="000000"/>
                </a:solidFill>
                <a:latin typeface="Times New Roman" panose="02020603050405020304" pitchFamily="18" charset="0"/>
                <a:ea typeface="黑体"/>
                <a:cs typeface="Times New Roman" panose="02020603050405020304" pitchFamily="18" charset="0"/>
              </a:rPr>
              <a:t>.</a:t>
            </a:r>
            <a:endParaRPr lang="zh-CN" altLang="zh-CN" sz="2400" b="1">
              <a:solidFill>
                <a:srgbClr val="000000"/>
              </a:solidFill>
              <a:latin typeface="Times New Roman" panose="02020603050405020304" pitchFamily="18" charset="0"/>
              <a:ea typeface="黑体"/>
              <a:cs typeface="Times New Roman" panose="02020603050405020304" pitchFamily="18" charset="0"/>
            </a:endParaRPr>
          </a:p>
          <a:p>
            <a:pPr indent="199390" defTabSz="914400" fontAlgn="auto">
              <a:lnSpc>
                <a:spcPct val="120000"/>
              </a:lnSpc>
              <a:spcBef>
                <a:spcPct val="0"/>
              </a:spcBef>
              <a:spcAft>
                <a:spcPct val="0"/>
              </a:spcAft>
              <a:tabLst>
                <a:tab pos="769620"/>
                <a:tab pos="1383665"/>
                <a:tab pos="1898650"/>
              </a:tabLst>
            </a:pPr>
            <a:r>
              <a:rPr lang="en-US" altLang="zh-CN" sz="2400" b="1">
                <a:solidFill>
                  <a:srgbClr val="000000"/>
                </a:solidFill>
                <a:latin typeface="Times New Roman" panose="02020603050405020304" pitchFamily="18" charset="0"/>
                <a:ea typeface="黑体"/>
                <a:cs typeface="Times New Roman" panose="02020603050405020304" pitchFamily="18" charset="0"/>
              </a:rPr>
              <a:t>(2)</a:t>
            </a:r>
            <a:r>
              <a:rPr lang="zh-CN" altLang="zh-CN" sz="2400" b="1">
                <a:solidFill>
                  <a:srgbClr val="000000"/>
                </a:solidFill>
                <a:latin typeface="Times New Roman" panose="02020603050405020304" pitchFamily="18" charset="0"/>
                <a:ea typeface="黑体"/>
                <a:cs typeface="Times New Roman" panose="02020603050405020304" pitchFamily="18" charset="0"/>
              </a:rPr>
              <a:t>含有全称量词的命题</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叫做</a:t>
            </a:r>
            <a:r>
              <a:rPr lang="en-US" altLang="zh-CN" sz="2400" b="1">
                <a:solidFill>
                  <a:srgbClr val="000000"/>
                </a:solidFill>
                <a:latin typeface="Times New Roman" panose="02020603050405020304" pitchFamily="18" charset="0"/>
                <a:ea typeface="黑体"/>
                <a:cs typeface="Times New Roman" panose="02020603050405020304" pitchFamily="18" charset="0"/>
              </a:rPr>
              <a:t>__________________</a:t>
            </a:r>
            <a:r>
              <a:rPr lang="en-US" altLang="zh-CN" sz="2400" b="1" i="1">
                <a:solidFill>
                  <a:srgbClr val="000000"/>
                </a:solidFill>
                <a:latin typeface="Times New Roman" panose="02020603050405020304" pitchFamily="18" charset="0"/>
                <a:ea typeface="黑体"/>
                <a:cs typeface="Times New Roman" panose="02020603050405020304" pitchFamily="18" charset="0"/>
              </a:rPr>
              <a:t>.</a:t>
            </a:r>
            <a:endParaRPr lang="zh-CN" altLang="zh-CN" sz="2400" b="1">
              <a:solidFill>
                <a:srgbClr val="000000"/>
              </a:solidFill>
              <a:latin typeface="Times New Roman" panose="02020603050405020304" pitchFamily="18" charset="0"/>
              <a:ea typeface="黑体"/>
              <a:cs typeface="Times New Roman" panose="02020603050405020304" pitchFamily="18" charset="0"/>
            </a:endParaRPr>
          </a:p>
          <a:p>
            <a:pPr indent="199390" defTabSz="914400" fontAlgn="auto">
              <a:lnSpc>
                <a:spcPct val="120000"/>
              </a:lnSpc>
              <a:spcBef>
                <a:spcPct val="0"/>
              </a:spcBef>
              <a:spcAft>
                <a:spcPct val="0"/>
              </a:spcAft>
              <a:tabLst>
                <a:tab pos="769620"/>
                <a:tab pos="1383665"/>
                <a:tab pos="1898650"/>
              </a:tabLst>
            </a:pPr>
            <a:r>
              <a:rPr lang="en-US" altLang="zh-CN" sz="2400" b="1">
                <a:solidFill>
                  <a:srgbClr val="000000"/>
                </a:solidFill>
                <a:latin typeface="Times New Roman" panose="02020603050405020304" pitchFamily="18" charset="0"/>
                <a:ea typeface="黑体"/>
                <a:cs typeface="Times New Roman" panose="02020603050405020304" pitchFamily="18" charset="0"/>
              </a:rPr>
              <a:t>(3)</a:t>
            </a:r>
            <a:r>
              <a:rPr lang="zh-CN" altLang="zh-CN" sz="2400" b="1">
                <a:solidFill>
                  <a:srgbClr val="000000"/>
                </a:solidFill>
                <a:latin typeface="Times New Roman" panose="02020603050405020304" pitchFamily="18" charset="0"/>
                <a:ea typeface="黑体"/>
                <a:cs typeface="Times New Roman" panose="02020603050405020304" pitchFamily="18" charset="0"/>
              </a:rPr>
              <a:t>全称命题的表述形式</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对</a:t>
            </a:r>
            <a:r>
              <a:rPr lang="en-US" altLang="zh-CN" sz="2400" b="1" i="1">
                <a:solidFill>
                  <a:srgbClr val="000000"/>
                </a:solidFill>
                <a:latin typeface="Times New Roman" panose="02020603050405020304" pitchFamily="18" charset="0"/>
                <a:ea typeface="黑体"/>
                <a:cs typeface="Times New Roman" panose="02020603050405020304" pitchFamily="18" charset="0"/>
              </a:rPr>
              <a:t>M</a:t>
            </a:r>
            <a:r>
              <a:rPr lang="zh-CN" altLang="zh-CN" sz="2400" b="1">
                <a:solidFill>
                  <a:srgbClr val="000000"/>
                </a:solidFill>
                <a:latin typeface="Times New Roman" panose="02020603050405020304" pitchFamily="18" charset="0"/>
                <a:ea typeface="黑体"/>
                <a:cs typeface="Times New Roman" panose="02020603050405020304" pitchFamily="18" charset="0"/>
              </a:rPr>
              <a:t>中任意一个</a:t>
            </a:r>
            <a:r>
              <a:rPr lang="en-US" altLang="zh-CN" sz="2400" b="1" i="1">
                <a:solidFill>
                  <a:srgbClr val="000000"/>
                </a:solidFill>
                <a:latin typeface="Times New Roman" panose="02020603050405020304" pitchFamily="18" charset="0"/>
                <a:ea typeface="黑体"/>
                <a:cs typeface="Times New Roman" panose="02020603050405020304" pitchFamily="18" charset="0"/>
              </a:rPr>
              <a:t>x</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有</a:t>
            </a:r>
            <a:r>
              <a:rPr lang="en-US" altLang="zh-CN" sz="2400" b="1" i="1">
                <a:solidFill>
                  <a:srgbClr val="000000"/>
                </a:solidFill>
                <a:latin typeface="Times New Roman" panose="02020603050405020304" pitchFamily="18" charset="0"/>
                <a:ea typeface="黑体"/>
                <a:cs typeface="Times New Roman" panose="02020603050405020304" pitchFamily="18" charset="0"/>
              </a:rPr>
              <a:t>p</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en-US" altLang="zh-CN" sz="2400" b="1" i="1">
                <a:solidFill>
                  <a:srgbClr val="000000"/>
                </a:solidFill>
                <a:latin typeface="Times New Roman" panose="02020603050405020304" pitchFamily="18" charset="0"/>
                <a:ea typeface="黑体"/>
                <a:cs typeface="Times New Roman" panose="02020603050405020304" pitchFamily="18" charset="0"/>
              </a:rPr>
              <a:t>x</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成立</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可简记为</a:t>
            </a:r>
            <a:r>
              <a:rPr lang="en-US" altLang="zh-CN" sz="2400" b="1">
                <a:solidFill>
                  <a:srgbClr val="000000"/>
                </a:solidFill>
                <a:latin typeface="Times New Roman" panose="02020603050405020304" pitchFamily="18" charset="0"/>
                <a:ea typeface="黑体"/>
                <a:cs typeface="Times New Roman" panose="02020603050405020304" pitchFamily="18" charset="0"/>
              </a:rPr>
              <a:t>:___________,</a:t>
            </a:r>
            <a:r>
              <a:rPr lang="zh-CN" altLang="zh-CN" sz="2400" b="1">
                <a:solidFill>
                  <a:srgbClr val="000000"/>
                </a:solidFill>
                <a:latin typeface="Times New Roman" panose="02020603050405020304" pitchFamily="18" charset="0"/>
                <a:ea typeface="黑体"/>
                <a:cs typeface="Times New Roman" panose="02020603050405020304" pitchFamily="18" charset="0"/>
              </a:rPr>
              <a:t>读作</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对任意</a:t>
            </a:r>
            <a:r>
              <a:rPr lang="en-US" altLang="zh-CN" sz="2400" b="1" i="1">
                <a:solidFill>
                  <a:srgbClr val="000000"/>
                </a:solidFill>
                <a:latin typeface="Times New Roman" panose="02020603050405020304" pitchFamily="18" charset="0"/>
                <a:ea typeface="黑体"/>
                <a:cs typeface="Times New Roman" panose="02020603050405020304" pitchFamily="18" charset="0"/>
              </a:rPr>
              <a:t>x</a:t>
            </a:r>
            <a:r>
              <a:rPr lang="zh-CN" altLang="zh-CN" sz="2400" b="1">
                <a:solidFill>
                  <a:srgbClr val="000000"/>
                </a:solidFill>
                <a:latin typeface="Times New Roman" panose="02020603050405020304" pitchFamily="18" charset="0"/>
                <a:ea typeface="黑体"/>
                <a:cs typeface="Times New Roman" panose="02020603050405020304" pitchFamily="18" charset="0"/>
              </a:rPr>
              <a:t>属于</a:t>
            </a:r>
            <a:r>
              <a:rPr lang="en-US" altLang="zh-CN" sz="2400" b="1" i="1">
                <a:solidFill>
                  <a:srgbClr val="000000"/>
                </a:solidFill>
                <a:latin typeface="Times New Roman" panose="02020603050405020304" pitchFamily="18" charset="0"/>
                <a:ea typeface="黑体"/>
                <a:cs typeface="Times New Roman" panose="02020603050405020304" pitchFamily="18" charset="0"/>
              </a:rPr>
              <a:t>M</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有</a:t>
            </a:r>
            <a:r>
              <a:rPr lang="en-US" altLang="zh-CN" sz="2400" b="1" i="1">
                <a:solidFill>
                  <a:srgbClr val="000000"/>
                </a:solidFill>
                <a:latin typeface="Times New Roman" panose="02020603050405020304" pitchFamily="18" charset="0"/>
                <a:ea typeface="黑体"/>
                <a:cs typeface="Times New Roman" panose="02020603050405020304" pitchFamily="18" charset="0"/>
              </a:rPr>
              <a:t>p</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en-US" altLang="zh-CN" sz="2400" b="1" i="1">
                <a:solidFill>
                  <a:srgbClr val="000000"/>
                </a:solidFill>
                <a:latin typeface="Times New Roman" panose="02020603050405020304" pitchFamily="18" charset="0"/>
                <a:ea typeface="黑体"/>
                <a:cs typeface="Times New Roman" panose="02020603050405020304" pitchFamily="18" charset="0"/>
              </a:rPr>
              <a:t>x</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成立</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en-US" altLang="zh-CN" sz="2400" b="1" i="1">
                <a:solidFill>
                  <a:srgbClr val="000000"/>
                </a:solidFill>
                <a:latin typeface="Times New Roman" panose="02020603050405020304" pitchFamily="18" charset="0"/>
                <a:ea typeface="黑体"/>
                <a:cs typeface="Times New Roman" panose="02020603050405020304" pitchFamily="18" charset="0"/>
              </a:rPr>
              <a:t>.</a:t>
            </a:r>
            <a:endParaRPr lang="zh-CN" altLang="zh-CN" sz="2400" b="1">
              <a:solidFill>
                <a:srgbClr val="000000"/>
              </a:solidFill>
              <a:latin typeface="Times New Roman" panose="02020603050405020304" pitchFamily="18" charset="0"/>
              <a:ea typeface="黑体"/>
              <a:cs typeface="Times New Roman" panose="02020603050405020304" pitchFamily="18" charset="0"/>
            </a:endParaRPr>
          </a:p>
          <a:p>
            <a:pPr indent="199390" defTabSz="914400" fontAlgn="auto">
              <a:lnSpc>
                <a:spcPct val="120000"/>
              </a:lnSpc>
              <a:spcBef>
                <a:spcPct val="0"/>
              </a:spcBef>
              <a:spcAft>
                <a:spcPct val="0"/>
              </a:spcAft>
              <a:tabLst>
                <a:tab pos="769620"/>
                <a:tab pos="1383665"/>
                <a:tab pos="1898650"/>
              </a:tabLst>
            </a:pPr>
            <a:r>
              <a:rPr lang="en-US" altLang="zh-CN" sz="2400" b="1">
                <a:solidFill>
                  <a:srgbClr val="000000"/>
                </a:solidFill>
                <a:latin typeface="Times New Roman" panose="02020603050405020304" pitchFamily="18" charset="0"/>
                <a:ea typeface="黑体"/>
                <a:cs typeface="Times New Roman" panose="02020603050405020304" pitchFamily="18" charset="0"/>
              </a:rPr>
              <a:t>(4)</a:t>
            </a:r>
            <a:r>
              <a:rPr lang="zh-CN" altLang="zh-CN" sz="2400" b="1">
                <a:solidFill>
                  <a:srgbClr val="000000"/>
                </a:solidFill>
                <a:latin typeface="Times New Roman" panose="02020603050405020304" pitchFamily="18" charset="0"/>
                <a:ea typeface="黑体"/>
                <a:cs typeface="Times New Roman" panose="02020603050405020304" pitchFamily="18" charset="0"/>
              </a:rPr>
              <a:t>全称量词命题的真假判断</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要判断一个全称命题</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量词</a:t>
            </a:r>
            <a:r>
              <a:rPr lang="zh-CN" altLang="zh-CN" sz="2400" b="1">
                <a:solidFill>
                  <a:srgbClr val="000000"/>
                </a:solidFill>
                <a:latin typeface="Times New Roman" panose="02020603050405020304" pitchFamily="18" charset="0"/>
                <a:ea typeface="黑体"/>
                <a:cs typeface="Times New Roman" panose="02020603050405020304" pitchFamily="18" charset="0"/>
              </a:rPr>
              <a:t>是真命题</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必须对限定集合</a:t>
            </a:r>
            <a:r>
              <a:rPr lang="en-US" altLang="zh-CN" sz="2400" b="1" i="1">
                <a:solidFill>
                  <a:srgbClr val="000000"/>
                </a:solidFill>
                <a:latin typeface="Times New Roman" panose="02020603050405020304" pitchFamily="18" charset="0"/>
                <a:ea typeface="黑体"/>
                <a:cs typeface="Times New Roman" panose="02020603050405020304" pitchFamily="18" charset="0"/>
              </a:rPr>
              <a:t>M</a:t>
            </a:r>
            <a:r>
              <a:rPr lang="zh-CN" altLang="zh-CN" sz="2400" b="1">
                <a:solidFill>
                  <a:srgbClr val="000000"/>
                </a:solidFill>
                <a:latin typeface="Times New Roman" panose="02020603050405020304" pitchFamily="18" charset="0"/>
                <a:ea typeface="黑体"/>
                <a:cs typeface="Times New Roman" panose="02020603050405020304" pitchFamily="18" charset="0"/>
              </a:rPr>
              <a:t>中的每一个元素</a:t>
            </a:r>
            <a:r>
              <a:rPr lang="en-US" altLang="zh-CN" sz="2400" b="1" i="1">
                <a:solidFill>
                  <a:srgbClr val="000000"/>
                </a:solidFill>
                <a:latin typeface="Times New Roman" panose="02020603050405020304" pitchFamily="18" charset="0"/>
                <a:ea typeface="黑体"/>
                <a:cs typeface="Times New Roman" panose="02020603050405020304" pitchFamily="18" charset="0"/>
              </a:rPr>
              <a:t>x</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验证</a:t>
            </a:r>
            <a:r>
              <a:rPr lang="en-US" altLang="zh-CN" sz="2400" b="1" i="1">
                <a:solidFill>
                  <a:srgbClr val="000000"/>
                </a:solidFill>
                <a:latin typeface="Times New Roman" panose="02020603050405020304" pitchFamily="18" charset="0"/>
                <a:ea typeface="黑体"/>
                <a:cs typeface="Times New Roman" panose="02020603050405020304" pitchFamily="18" charset="0"/>
              </a:rPr>
              <a:t>p</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en-US" altLang="zh-CN" sz="2400" b="1" i="1">
                <a:solidFill>
                  <a:srgbClr val="000000"/>
                </a:solidFill>
                <a:latin typeface="Times New Roman" panose="02020603050405020304" pitchFamily="18" charset="0"/>
                <a:ea typeface="黑体"/>
                <a:cs typeface="Times New Roman" panose="02020603050405020304" pitchFamily="18" charset="0"/>
              </a:rPr>
              <a:t>x</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成立</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但要判断一个全称</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量词</a:t>
            </a:r>
            <a:r>
              <a:rPr lang="zh-CN" altLang="zh-CN" sz="2400" b="1">
                <a:solidFill>
                  <a:srgbClr val="000000"/>
                </a:solidFill>
                <a:latin typeface="Times New Roman" panose="02020603050405020304" pitchFamily="18" charset="0"/>
                <a:ea typeface="黑体"/>
                <a:cs typeface="Times New Roman" panose="02020603050405020304" pitchFamily="18" charset="0"/>
              </a:rPr>
              <a:t>命题是假命题</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只需列举出一个</a:t>
            </a:r>
            <a:r>
              <a:rPr lang="en-US" altLang="zh-CN" sz="2400" b="1" i="1">
                <a:solidFill>
                  <a:srgbClr val="000000"/>
                </a:solidFill>
                <a:latin typeface="Times New Roman" panose="02020603050405020304" pitchFamily="18" charset="0"/>
                <a:ea typeface="黑体"/>
                <a:cs typeface="Times New Roman" panose="02020603050405020304" pitchFamily="18" charset="0"/>
              </a:rPr>
              <a:t>x</a:t>
            </a:r>
            <a:r>
              <a:rPr lang="en-US" altLang="zh-CN" sz="2400" b="1" baseline="-25000">
                <a:solidFill>
                  <a:srgbClr val="000000"/>
                </a:solidFill>
                <a:latin typeface="Times New Roman" panose="02020603050405020304" pitchFamily="18" charset="0"/>
                <a:ea typeface="黑体"/>
                <a:cs typeface="Times New Roman" panose="02020603050405020304" pitchFamily="18" charset="0"/>
              </a:rPr>
              <a:t>0</a:t>
            </a:r>
            <a:r>
              <a:rPr lang="zh-CN" altLang="zh-CN" sz="2400" b="1">
                <a:solidFill>
                  <a:srgbClr val="000000"/>
                </a:solidFill>
                <a:latin typeface="Times New Roman" panose="02020603050405020304" pitchFamily="18" charset="0"/>
                <a:ea typeface="黑体"/>
                <a:cs typeface="Times New Roman" panose="02020603050405020304" pitchFamily="18" charset="0"/>
              </a:rPr>
              <a:t>∈</a:t>
            </a:r>
            <a:r>
              <a:rPr lang="en-US" altLang="zh-CN" sz="2400" b="1" i="1">
                <a:solidFill>
                  <a:srgbClr val="000000"/>
                </a:solidFill>
                <a:latin typeface="Times New Roman" panose="02020603050405020304" pitchFamily="18" charset="0"/>
                <a:ea typeface="黑体"/>
                <a:cs typeface="Times New Roman" panose="02020603050405020304" pitchFamily="18" charset="0"/>
              </a:rPr>
              <a:t>M</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使得</a:t>
            </a:r>
            <a:r>
              <a:rPr lang="en-US" altLang="zh-CN" sz="2400" b="1" i="1">
                <a:solidFill>
                  <a:srgbClr val="000000"/>
                </a:solidFill>
                <a:latin typeface="Times New Roman" panose="02020603050405020304" pitchFamily="18" charset="0"/>
                <a:ea typeface="黑体"/>
                <a:cs typeface="Times New Roman" panose="02020603050405020304" pitchFamily="18" charset="0"/>
              </a:rPr>
              <a:t>p</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en-US" altLang="zh-CN" sz="2400" b="1" i="1">
                <a:solidFill>
                  <a:srgbClr val="000000"/>
                </a:solidFill>
                <a:latin typeface="Times New Roman" panose="02020603050405020304" pitchFamily="18" charset="0"/>
                <a:ea typeface="黑体"/>
                <a:cs typeface="Times New Roman" panose="02020603050405020304" pitchFamily="18" charset="0"/>
              </a:rPr>
              <a:t>x</a:t>
            </a:r>
            <a:r>
              <a:rPr lang="en-US" altLang="zh-CN" sz="2400" b="1" baseline="-25000">
                <a:solidFill>
                  <a:srgbClr val="000000"/>
                </a:solidFill>
                <a:latin typeface="Times New Roman" panose="02020603050405020304" pitchFamily="18" charset="0"/>
                <a:ea typeface="黑体"/>
                <a:cs typeface="Times New Roman" panose="02020603050405020304" pitchFamily="18" charset="0"/>
              </a:rPr>
              <a:t>0</a:t>
            </a:r>
            <a:r>
              <a:rPr lang="en-US" altLang="zh-CN" sz="2400" b="1">
                <a:solidFill>
                  <a:srgbClr val="000000"/>
                </a:solidFill>
                <a:latin typeface="Times New Roman" panose="02020603050405020304" pitchFamily="18" charset="0"/>
                <a:ea typeface="黑体"/>
                <a:cs typeface="Times New Roman" panose="02020603050405020304" pitchFamily="18" charset="0"/>
              </a:rPr>
              <a:t>)</a:t>
            </a:r>
            <a:r>
              <a:rPr lang="zh-CN" altLang="zh-CN" sz="2400" b="1">
                <a:solidFill>
                  <a:srgbClr val="000000"/>
                </a:solidFill>
                <a:latin typeface="Times New Roman" panose="02020603050405020304" pitchFamily="18" charset="0"/>
                <a:ea typeface="黑体"/>
                <a:cs typeface="Times New Roman" panose="02020603050405020304" pitchFamily="18" charset="0"/>
              </a:rPr>
              <a:t>不成立即可</a:t>
            </a:r>
            <a:r>
              <a:rPr lang="en-US" altLang="zh-CN" sz="2400" b="1" i="1">
                <a:solidFill>
                  <a:srgbClr val="000000"/>
                </a:solidFill>
                <a:latin typeface="Times New Roman" panose="02020603050405020304" pitchFamily="18" charset="0"/>
                <a:ea typeface="黑体"/>
                <a:cs typeface="Times New Roman" panose="02020603050405020304" pitchFamily="18" charset="0"/>
              </a:rPr>
              <a:t>.</a:t>
            </a:r>
            <a:endParaRPr lang="en-US" altLang="zh-CN" sz="2400" b="1" i="1">
              <a:solidFill>
                <a:srgbClr val="000000"/>
              </a:solidFill>
              <a:latin typeface="Times New Roman" panose="02020603050405020304" pitchFamily="18" charset="0"/>
              <a:ea typeface="黑体"/>
              <a:cs typeface="Times New Roman" panose="02020603050405020304" pitchFamily="18" charset="0"/>
            </a:endParaRPr>
          </a:p>
          <a:p>
            <a:pPr indent="199390" defTabSz="914400" fontAlgn="auto">
              <a:lnSpc>
                <a:spcPct val="110000"/>
              </a:lnSpc>
              <a:tabLst>
                <a:tab pos="769620"/>
                <a:tab pos="1383665"/>
                <a:tab pos="1898650"/>
              </a:tabLst>
            </a:pPr>
            <a:endParaRPr lang="zh-CN" altLang="zh-CN" sz="800" b="1">
              <a:solidFill>
                <a:srgbClr val="000000"/>
              </a:solidFill>
              <a:latin typeface="Times New Roman" panose="02020603050405020304" pitchFamily="18" charset="0"/>
              <a:ea typeface="黑体"/>
              <a:cs typeface="Times New Roman" panose="02020603050405020304" pitchFamily="18" charset="0"/>
            </a:endParaRPr>
          </a:p>
          <a:p>
            <a:pPr indent="0" defTabSz="914400" fontAlgn="auto">
              <a:lnSpc>
                <a:spcPct val="110000"/>
              </a:lnSpc>
              <a:tabLst>
                <a:tab pos="769620"/>
                <a:tab pos="1383665"/>
                <a:tab pos="1898650"/>
              </a:tabLst>
            </a:pPr>
            <a:endParaRPr lang="en-US" altLang="zh-CN" sz="2400" b="1" i="1">
              <a:solidFill>
                <a:srgbClr val="000000"/>
              </a:solidFill>
              <a:latin typeface="Times New Roman" panose="02020603050405020304" pitchFamily="18" charset="0"/>
              <a:ea typeface="黑体"/>
              <a:cs typeface="Times New Roman" panose="02020603050405020304" pitchFamily="18" charset="0"/>
            </a:endParaRPr>
          </a:p>
        </p:txBody>
      </p:sp>
      <p:sp>
        <p:nvSpPr>
          <p:cNvPr id="3" name="文本框 2" title=""/>
          <p:cNvSpPr txBox="1"/>
          <p:nvPr>
            <p:custDataLst>
              <p:tags r:id="rId27"/>
            </p:custDataLst>
          </p:nvPr>
        </p:nvSpPr>
        <p:spPr>
          <a:xfrm>
            <a:off x="770890" y="5425440"/>
            <a:ext cx="10818495" cy="902970"/>
          </a:xfrm>
          <a:prstGeom prst="rect">
            <a:avLst/>
          </a:prstGeom>
          <a:noFill/>
        </p:spPr>
        <p:txBody>
          <a:bodyPr wrap="square" rtlCol="0" anchor="t">
            <a:spAutoFit/>
          </a:bodyPr>
          <a:lstStyle/>
          <a:p>
            <a:pPr indent="0" defTabSz="914400" fontAlgn="auto">
              <a:lnSpc>
                <a:spcPct val="110000"/>
              </a:lnSpc>
              <a:tabLst>
                <a:tab pos="769620"/>
                <a:tab pos="1383665"/>
                <a:tab pos="1898650"/>
              </a:tabLst>
            </a:pPr>
            <a:r>
              <a:rPr lang="zh-CN" altLang="zh-CN" sz="2400" b="1">
                <a:solidFill>
                  <a:srgbClr val="437AFC"/>
                </a:solidFill>
                <a:latin typeface="Times New Roman" panose="02020603050405020304" pitchFamily="18" charset="0"/>
                <a:ea typeface="黑体"/>
                <a:cs typeface="Times New Roman" panose="02020603050405020304" pitchFamily="18" charset="0"/>
                <a:sym typeface="+mn-ea"/>
              </a:rPr>
              <a:t>名师点拨</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常用的全称量词还有</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所有</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每一个</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任何</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任意</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一切</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任给</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全部</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en-US" altLang="zh-CN" sz="2400" b="1" i="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只要含有这些量词</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或者命题具有全称量词所表达的含义</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就是全称量词命题</a:t>
            </a:r>
            <a:r>
              <a:rPr lang="en-US" altLang="zh-CN" sz="2400" b="1" i="1">
                <a:solidFill>
                  <a:srgbClr val="000000"/>
                </a:solidFill>
                <a:latin typeface="Times New Roman" panose="02020603050405020304" pitchFamily="18" charset="0"/>
                <a:ea typeface="黑体"/>
                <a:cs typeface="Times New Roman" panose="02020603050405020304" pitchFamily="18" charset="0"/>
                <a:sym typeface="+mn-ea"/>
              </a:rPr>
              <a:t>.</a:t>
            </a:r>
            <a:endParaRPr lang="en-US" altLang="zh-CN" sz="2400" b="1" i="1">
              <a:solidFill>
                <a:srgbClr val="000000"/>
              </a:solidFill>
              <a:latin typeface="Times New Roman" panose="02020603050405020304" pitchFamily="18" charset="0"/>
              <a:ea typeface="黑体"/>
              <a:cs typeface="Times New Roman" panose="02020603050405020304" pitchFamily="18" charset="0"/>
              <a:sym typeface="+mn-ea"/>
            </a:endParaRPr>
          </a:p>
        </p:txBody>
      </p:sp>
      <p:sp>
        <p:nvSpPr>
          <p:cNvPr id="5" name="文本框 4" title=""/>
          <p:cNvSpPr txBox="1"/>
          <p:nvPr>
            <p:custDataLst>
              <p:tags r:id="rId28"/>
            </p:custDataLst>
          </p:nvPr>
        </p:nvSpPr>
        <p:spPr>
          <a:xfrm>
            <a:off x="7603490" y="1561465"/>
            <a:ext cx="2515235" cy="483870"/>
          </a:xfrm>
          <a:prstGeom prst="rect">
            <a:avLst/>
          </a:prstGeom>
          <a:noFill/>
        </p:spPr>
        <p:txBody>
          <a:bodyPr wrap="square" rtlCol="0">
            <a:noAutofit/>
          </a:bodyPr>
          <a:lstStyle/>
          <a:p>
            <a:pPr>
              <a:lnSpc>
                <a:spcPct val="100000"/>
              </a:lnSpc>
            </a:pPr>
            <a:r>
              <a:rPr lang="zh-CN" altLang="zh-CN" sz="2400" b="1">
                <a:solidFill>
                  <a:schemeClr val="accent2"/>
                </a:solidFill>
                <a:latin typeface="Times New Roman" panose="02020603050405020304" pitchFamily="18" charset="0"/>
                <a:ea typeface="黑体"/>
              </a:rPr>
              <a:t>全称量词命题</a:t>
            </a:r>
            <a:endParaRPr lang="zh-CN" altLang="zh-CN" sz="2400" b="1">
              <a:solidFill>
                <a:schemeClr val="accent2"/>
              </a:solidFill>
              <a:latin typeface="Times New Roman" panose="02020603050405020304" pitchFamily="18" charset="0"/>
              <a:ea typeface="黑体"/>
            </a:endParaRPr>
          </a:p>
        </p:txBody>
      </p:sp>
      <p:sp>
        <p:nvSpPr>
          <p:cNvPr id="7" name="文本框 6" title=""/>
          <p:cNvSpPr txBox="1"/>
          <p:nvPr>
            <p:custDataLst>
              <p:tags r:id="rId29"/>
            </p:custDataLst>
          </p:nvPr>
        </p:nvSpPr>
        <p:spPr>
          <a:xfrm>
            <a:off x="5260975" y="2411095"/>
            <a:ext cx="1838325" cy="483870"/>
          </a:xfrm>
          <a:prstGeom prst="rect">
            <a:avLst/>
          </a:prstGeom>
          <a:noFill/>
        </p:spPr>
        <p:txBody>
          <a:bodyPr wrap="square" rtlCol="0">
            <a:noAutofit/>
          </a:bodyPr>
          <a:lstStyle/>
          <a:p>
            <a:pPr>
              <a:lnSpc>
                <a:spcPct val="100000"/>
              </a:lnSpc>
            </a:pPr>
            <a:r>
              <a:rPr lang="zh-CN" altLang="zh-CN" sz="2400" b="1">
                <a:solidFill>
                  <a:schemeClr val="accent2"/>
                </a:solidFill>
                <a:latin typeface="Times New Roman" panose="02020603050405020304" pitchFamily="18" charset="0"/>
                <a:ea typeface="黑体"/>
              </a:rPr>
              <a:t>全称量词</a:t>
            </a:r>
            <a:endParaRPr lang="zh-CN" altLang="zh-CN" sz="2400" b="1">
              <a:solidFill>
                <a:schemeClr val="accent2"/>
              </a:solidFill>
              <a:latin typeface="Times New Roman" panose="02020603050405020304" pitchFamily="18" charset="0"/>
              <a:ea typeface="黑体"/>
            </a:endParaRPr>
          </a:p>
        </p:txBody>
      </p:sp>
      <p:sp>
        <p:nvSpPr>
          <p:cNvPr id="14" name="文本框 13" title=""/>
          <p:cNvSpPr txBox="1"/>
          <p:nvPr>
            <p:custDataLst>
              <p:tags r:id="rId30"/>
            </p:custDataLst>
          </p:nvPr>
        </p:nvSpPr>
        <p:spPr>
          <a:xfrm>
            <a:off x="9392285" y="2864485"/>
            <a:ext cx="2030095" cy="483870"/>
          </a:xfrm>
          <a:prstGeom prst="rect">
            <a:avLst/>
          </a:prstGeom>
          <a:noFill/>
        </p:spPr>
        <p:txBody>
          <a:bodyPr wrap="square" rtlCol="0">
            <a:noAutofit/>
          </a:bodyPr>
          <a:lstStyle/>
          <a:p>
            <a:pPr>
              <a:lnSpc>
                <a:spcPct val="100000"/>
              </a:lnSpc>
            </a:pPr>
            <a:r>
              <a:rPr altLang="zh-CN" sz="2400" b="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∀x∈M,p(x)</a:t>
            </a:r>
            <a:endParaRPr altLang="zh-CN" sz="2400" b="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1"/>
      <p:bldP spid="14" grpId="1"/>
      <p:bldP spid="3" grpId="0"/>
    </p:bld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4685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2" name="文本框 11" title=""/>
          <p:cNvSpPr txBox="1"/>
          <p:nvPr>
            <p:custDataLst>
              <p:tags r:id="rId41"/>
            </p:custDataLst>
          </p:nvPr>
        </p:nvSpPr>
        <p:spPr>
          <a:xfrm>
            <a:off x="1087120" y="2222500"/>
            <a:ext cx="5059680" cy="2724785"/>
          </a:xfrm>
          <a:prstGeom prst="rect">
            <a:avLst/>
          </a:prstGeom>
          <a:noFill/>
        </p:spPr>
        <p:txBody>
          <a:bodyPr wrap="square" rtlCol="0">
            <a:noAutofit/>
          </a:bodyPr>
          <a:lstStyle/>
          <a:p>
            <a:r>
              <a:rPr lang="en-US" altLang="zh-CN" sz="18000">
                <a:gradFill>
                  <a:gsLst>
                    <a:gs pos="0">
                      <a:srgbClr val="4479FD"/>
                    </a:gs>
                    <a:gs pos="100000">
                      <a:srgbClr val="4175FC"/>
                    </a:gs>
                  </a:gsLst>
                  <a:lin ang="10800000" scaled="0"/>
                </a:gradFill>
                <a:latin typeface="黑体"/>
                <a:ea typeface="黑体"/>
              </a:rPr>
              <a:t>02</a:t>
            </a:r>
            <a:endParaRPr lang="zh-CN" altLang="en-US" sz="18000">
              <a:gradFill>
                <a:gsLst>
                  <a:gs pos="0">
                    <a:srgbClr val="4479FD"/>
                  </a:gs>
                  <a:gs pos="100000">
                    <a:srgbClr val="4175FC"/>
                  </a:gs>
                </a:gsLst>
                <a:lin ang="10800000" scaled="0"/>
              </a:gradFill>
              <a:latin typeface="黑体"/>
              <a:ea typeface="黑体"/>
            </a:endParaRPr>
          </a:p>
        </p:txBody>
      </p:sp>
      <p:sp>
        <p:nvSpPr>
          <p:cNvPr id="14" name="文本框 13" title=""/>
          <p:cNvSpPr txBox="1"/>
          <p:nvPr>
            <p:custDataLst>
              <p:tags r:id="rId42"/>
            </p:custDataLst>
          </p:nvPr>
        </p:nvSpPr>
        <p:spPr>
          <a:xfrm>
            <a:off x="3467100" y="3123565"/>
            <a:ext cx="7582535" cy="829945"/>
          </a:xfrm>
          <a:prstGeom prst="rect">
            <a:avLst/>
          </a:prstGeom>
          <a:noFill/>
        </p:spPr>
        <p:txBody>
          <a:bodyPr wrap="square" rtlCol="0">
            <a:spAutoFit/>
          </a:bodyPr>
          <a:lstStyle/>
          <a:p>
            <a:r>
              <a:rPr lang="zh-CN" altLang="en-US" sz="4800" b="1">
                <a:solidFill>
                  <a:schemeClr val="tx1"/>
                </a:solidFill>
                <a:latin typeface="微软雅黑" panose="020b0503020204020204" charset="-122"/>
                <a:ea typeface="微软雅黑" panose="020b0503020204020204" charset="-122"/>
                <a:sym typeface="+mn-ea"/>
              </a:rPr>
              <a:t>存</a:t>
            </a:r>
            <a:r>
              <a:rPr lang="zh-CN" altLang="en-US" sz="4800" b="1">
                <a:solidFill>
                  <a:srgbClr val="4378FD"/>
                </a:solidFill>
                <a:latin typeface="微软雅黑" panose="020b0503020204020204" charset="-122"/>
                <a:ea typeface="微软雅黑" panose="020b0503020204020204" charset="-122"/>
                <a:sym typeface="+mn-ea"/>
              </a:rPr>
              <a:t>在</a:t>
            </a:r>
            <a:r>
              <a:rPr lang="zh-CN" altLang="en-US" sz="4800" b="1">
                <a:solidFill>
                  <a:schemeClr val="tx1"/>
                </a:solidFill>
                <a:latin typeface="微软雅黑" panose="020b0503020204020204" charset="-122"/>
                <a:ea typeface="微软雅黑" panose="020b0503020204020204" charset="-122"/>
                <a:sym typeface="+mn-ea"/>
              </a:rPr>
              <a:t>量</a:t>
            </a:r>
            <a:r>
              <a:rPr lang="zh-CN" altLang="en-US" sz="4800" b="1">
                <a:solidFill>
                  <a:srgbClr val="4378FD"/>
                </a:solidFill>
                <a:latin typeface="微软雅黑" panose="020b0503020204020204" charset="-122"/>
                <a:ea typeface="微软雅黑" panose="020b0503020204020204" charset="-122"/>
                <a:sym typeface="+mn-ea"/>
              </a:rPr>
              <a:t>词</a:t>
            </a:r>
            <a:r>
              <a:rPr lang="zh-CN" altLang="en-US" sz="4800" b="1">
                <a:solidFill>
                  <a:schemeClr val="tx1"/>
                </a:solidFill>
                <a:latin typeface="微软雅黑" panose="020b0503020204020204" charset="-122"/>
                <a:ea typeface="微软雅黑" panose="020b0503020204020204" charset="-122"/>
                <a:sym typeface="+mn-ea"/>
              </a:rPr>
              <a:t>与</a:t>
            </a:r>
            <a:r>
              <a:rPr lang="zh-CN" altLang="en-US" sz="4800" b="1">
                <a:solidFill>
                  <a:srgbClr val="4378FD"/>
                </a:solidFill>
                <a:latin typeface="微软雅黑" panose="020b0503020204020204" charset="-122"/>
                <a:ea typeface="微软雅黑" panose="020b0503020204020204" charset="-122"/>
                <a:sym typeface="+mn-ea"/>
              </a:rPr>
              <a:t>存</a:t>
            </a:r>
            <a:r>
              <a:rPr lang="zh-CN" altLang="en-US" sz="4800" b="1">
                <a:solidFill>
                  <a:schemeClr val="tx1"/>
                </a:solidFill>
                <a:latin typeface="微软雅黑" panose="020b0503020204020204" charset="-122"/>
                <a:ea typeface="微软雅黑" panose="020b0503020204020204" charset="-122"/>
                <a:sym typeface="+mn-ea"/>
              </a:rPr>
              <a:t>在</a:t>
            </a:r>
            <a:r>
              <a:rPr lang="zh-CN" altLang="en-US" sz="4800" b="1">
                <a:solidFill>
                  <a:srgbClr val="4378FD"/>
                </a:solidFill>
                <a:latin typeface="微软雅黑" panose="020b0503020204020204" charset="-122"/>
                <a:ea typeface="微软雅黑" panose="020b0503020204020204" charset="-122"/>
                <a:sym typeface="+mn-ea"/>
              </a:rPr>
              <a:t>量</a:t>
            </a:r>
            <a:r>
              <a:rPr lang="zh-CN" altLang="en-US" sz="4800" b="1">
                <a:solidFill>
                  <a:schemeClr val="tx1"/>
                </a:solidFill>
                <a:latin typeface="微软雅黑" panose="020b0503020204020204" charset="-122"/>
                <a:ea typeface="微软雅黑" panose="020b0503020204020204" charset="-122"/>
                <a:sym typeface="+mn-ea"/>
              </a:rPr>
              <a:t>词</a:t>
            </a:r>
            <a:r>
              <a:rPr lang="zh-CN" altLang="en-US" sz="4800" b="1">
                <a:solidFill>
                  <a:srgbClr val="4378FD"/>
                </a:solidFill>
                <a:latin typeface="微软雅黑" panose="020b0503020204020204" charset="-122"/>
                <a:ea typeface="微软雅黑" panose="020b0503020204020204" charset="-122"/>
                <a:sym typeface="+mn-ea"/>
              </a:rPr>
              <a:t>命</a:t>
            </a:r>
            <a:r>
              <a:rPr lang="zh-CN" altLang="en-US" sz="4800" b="1">
                <a:solidFill>
                  <a:schemeClr val="tx1"/>
                </a:solidFill>
                <a:latin typeface="微软雅黑" panose="020b0503020204020204" charset="-122"/>
                <a:ea typeface="微软雅黑" panose="020b0503020204020204" charset="-122"/>
                <a:sym typeface="+mn-ea"/>
              </a:rPr>
              <a:t>题</a:t>
            </a:r>
            <a:endParaRPr lang="zh-CN" altLang="en-US" sz="4800" b="1">
              <a:solidFill>
                <a:schemeClr val="tx1"/>
              </a:solidFill>
              <a:latin typeface="微软雅黑" panose="020b0503020204020204" charset="-122"/>
              <a:ea typeface="微软雅黑" panose="020b0503020204020204" charset="-122"/>
              <a:sym typeface="+mn-ea"/>
            </a:endParaRPr>
          </a:p>
        </p:txBody>
      </p:sp>
      <p:sp>
        <p:nvSpPr>
          <p:cNvPr id="3" name="文本框 2" title=""/>
          <p:cNvSpPr txBox="1"/>
          <p:nvPr>
            <p:custDataLst>
              <p:tags r:id="rId43"/>
            </p:custDataLst>
          </p:nvPr>
        </p:nvSpPr>
        <p:spPr>
          <a:xfrm>
            <a:off x="3700780" y="1657350"/>
            <a:ext cx="4791075" cy="405765"/>
          </a:xfrm>
          <a:prstGeom prst="rect">
            <a:avLst/>
          </a:prstGeom>
          <a:noFill/>
        </p:spPr>
        <p:txBody>
          <a:bodyPr wrap="square" rtlCol="0">
            <a:noAutofit/>
          </a:bodyPr>
          <a:lstStyle/>
          <a:p>
            <a:pPr algn="dist"/>
            <a:r>
              <a:rPr lang="en-US" altLang="zh-CN">
                <a:latin typeface="黑体"/>
                <a:ea typeface="黑体"/>
                <a:sym typeface="+mn-ea"/>
              </a:rPr>
              <a:t>全称量词和存在量词</a:t>
            </a:r>
            <a:endParaRPr lang="en-US" altLang="zh-CN">
              <a:latin typeface="黑体"/>
              <a:ea typeface="黑体"/>
              <a:sym typeface="+mn-ea"/>
            </a:endParaRPr>
          </a:p>
          <a:p>
            <a:pPr algn="dist"/>
            <a:endParaRPr lang="en-US" altLang="zh-CN">
              <a:latin typeface="黑体"/>
              <a:ea typeface="黑体"/>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14"/>
                                        </p:tgtEl>
                                        <p:attrNameLst>
                                          <p:attrName>style.visibility</p:attrName>
                                        </p:attrNameLst>
                                      </p:cBhvr>
                                      <p:to>
                                        <p:strVal val="visible"/>
                                      </p:to>
                                    </p:set>
                                    <p:anim calcmode="lin" valueType="num">
                                      <p:cBhvr additive="base">
                                        <p:cTn id="7" dur="250"/>
                                        <p:tgtEl>
                                          <p:spTgt spid="14"/>
                                        </p:tgtEl>
                                        <p:attrNameLst>
                                          <p:attrName>ppt_y</p:attrName>
                                        </p:attrNameLst>
                                      </p:cBhvr>
                                      <p:tavLst>
                                        <p:tav tm="0">
                                          <p:val>
                                            <p:strVal val="#ppt_y+#ppt_h*1.125000"/>
                                          </p:val>
                                        </p:tav>
                                        <p:tav tm="100000">
                                          <p:val>
                                            <p:strVal val="#ppt_y"/>
                                          </p:val>
                                        </p:tav>
                                      </p:tavLst>
                                    </p:anim>
                                    <p:animEffect transition="in" filter="wipe(up)">
                                      <p:cBhvr>
                                        <p:cTn id="8"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探究新知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aphicFrame>
        <p:nvGraphicFramePr>
          <p:cNvPr id="14340" name="对象 14339" title=""/>
          <p:cNvGraphicFramePr>
            <a:graphicFrameLocks noChangeAspect="1"/>
          </p:cNvGraphicFramePr>
          <p:nvPr>
            <p:custDataLst>
              <p:tags r:id="rId11"/>
            </p:custDataLst>
          </p:nvPr>
        </p:nvGraphicFramePr>
        <p:xfrm>
          <a:off x="1578936" y="1290431"/>
          <a:ext cx="8662670" cy="998855"/>
        </p:xfrm>
        <a:graphic>
          <a:graphicData uri="http://schemas.openxmlformats.org/presentationml/2006/ole">
            <mc:AlternateContent>
              <mc:Choice xmlns:v="urn:schemas-microsoft-com:vml" Requires="v">
                <p:oleObj spid="_x0000_s1046" r:id="rId12" imgW="3416300" imgH="393700" progId="Equation.DSMT4">
                  <p:embed/>
                </p:oleObj>
              </mc:Choice>
              <mc:Fallback>
                <p:oleObj r:id="rId12" imgW="3416300" imgH="393700" progId="Equation.DSMT4">
                  <p:embed/>
                  <p:pic>
                    <p:nvPicPr>
                      <p:cNvPr id="0" name="OLE substitute image"/>
                      <p:cNvPicPr/>
                      <p:nvPr/>
                    </p:nvPicPr>
                    <p:blipFill>
                      <a:blip r:embed="rId13"/>
                      <a:stretch>
                        <a:fillRect/>
                      </a:stretch>
                    </p:blipFill>
                    <p:spPr>
                      <a:xfrm>
                        <a:off x="1578936" y="1290431"/>
                        <a:ext cx="8662670" cy="998855"/>
                      </a:xfrm>
                      <a:prstGeom prst="rect">
                        <a:avLst/>
                      </a:prstGeom>
                      <a:noFill/>
                      <a:ln w="38100">
                        <a:noFill/>
                        <a:miter/>
                      </a:ln>
                    </p:spPr>
                  </p:pic>
                </p:oleObj>
              </mc:Fallback>
            </mc:AlternateContent>
          </a:graphicData>
        </a:graphic>
      </p:graphicFrame>
      <p:grpSp>
        <p:nvGrpSpPr>
          <p:cNvPr id="5" name="组合 4" title=""/>
          <p:cNvGrpSpPr/>
          <p:nvPr>
            <p:custDataLst>
              <p:tags r:id="rId14"/>
            </p:custDataLst>
          </p:nvPr>
        </p:nvGrpSpPr>
        <p:grpSpPr>
          <a:xfrm>
            <a:off x="1341120" y="2397125"/>
            <a:ext cx="9566275" cy="1414780"/>
            <a:chOff x="2112" y="3775"/>
            <a:chExt cx="15065" cy="2228"/>
          </a:xfrm>
        </p:grpSpPr>
        <p:sp>
          <p:nvSpPr>
            <p:cNvPr id="4" name="圆角矩形 3"/>
            <p:cNvSpPr/>
            <p:nvPr>
              <p:custDataLst>
                <p:tags r:id="rId15"/>
              </p:custDataLst>
            </p:nvPr>
          </p:nvSpPr>
          <p:spPr>
            <a:xfrm>
              <a:off x="2112" y="3775"/>
              <a:ext cx="14466" cy="2228"/>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341" name="文本框 14340"/>
            <p:cNvSpPr txBox="1"/>
            <p:nvPr>
              <p:custDataLst>
                <p:tags r:id="rId16"/>
              </p:custDataLst>
            </p:nvPr>
          </p:nvSpPr>
          <p:spPr>
            <a:xfrm>
              <a:off x="2535" y="4027"/>
              <a:ext cx="14642" cy="1731"/>
            </a:xfrm>
            <a:prstGeom prst="rect">
              <a:avLst/>
            </a:prstGeom>
            <a:noFill/>
            <a:ln w="9525">
              <a:noFill/>
            </a:ln>
          </p:spPr>
          <p:txBody>
            <a:bodyPr>
              <a:noAutofit/>
            </a:bodyPr>
            <a:lstStyle/>
            <a:p>
              <a:pPr algn="l"/>
              <a:r>
                <a:rPr lang="zh-CN" altLang="en-US" sz="2400" b="1">
                  <a:solidFill>
                    <a:srgbClr val="437AFC"/>
                  </a:solidFill>
                  <a:latin typeface="黑体"/>
                  <a:ea typeface="黑体"/>
                  <a:cs typeface="黑体" panose="02010609060101010101" charset="-122"/>
                </a:rPr>
                <a:t>例如，命题“有的平行四边形是菱形” </a:t>
              </a:r>
              <a:endParaRPr lang="zh-CN" altLang="en-US" sz="2400" b="1">
                <a:solidFill>
                  <a:srgbClr val="437AFC"/>
                </a:solidFill>
                <a:latin typeface="黑体"/>
                <a:ea typeface="黑体"/>
                <a:cs typeface="黑体" panose="02010609060101010101" charset="-122"/>
              </a:endParaRPr>
            </a:p>
            <a:p>
              <a:pPr algn="l"/>
              <a:r>
                <a:rPr lang="en-US" altLang="zh-CN" sz="2400" b="1">
                  <a:solidFill>
                    <a:srgbClr val="437AFC"/>
                  </a:solidFill>
                  <a:latin typeface="黑体"/>
                  <a:ea typeface="黑体"/>
                  <a:cs typeface="黑体" panose="02010609060101010101" charset="-122"/>
                </a:rPr>
                <a:t>          </a:t>
              </a:r>
              <a:r>
                <a:rPr lang="zh-CN" altLang="en-US" sz="2400" b="1">
                  <a:solidFill>
                    <a:srgbClr val="437AFC"/>
                  </a:solidFill>
                  <a:latin typeface="黑体"/>
                  <a:ea typeface="黑体"/>
                  <a:cs typeface="黑体" panose="02010609060101010101" charset="-122"/>
                </a:rPr>
                <a:t>“有一个素数不是奇数”</a:t>
              </a:r>
              <a:endParaRPr lang="zh-CN" altLang="en-US" sz="2400" b="1">
                <a:solidFill>
                  <a:srgbClr val="437AFC"/>
                </a:solidFill>
                <a:latin typeface="黑体"/>
                <a:ea typeface="黑体"/>
                <a:cs typeface="黑体" panose="02010609060101010101" charset="-122"/>
              </a:endParaRPr>
            </a:p>
            <a:p>
              <a:pPr algn="l"/>
              <a:r>
                <a:rPr lang="zh-CN" altLang="en-US" sz="2400" b="1">
                  <a:solidFill>
                    <a:srgbClr val="437AFC"/>
                  </a:solidFill>
                  <a:latin typeface="黑体"/>
                  <a:ea typeface="黑体"/>
                  <a:cs typeface="黑体" panose="02010609060101010101" charset="-122"/>
                </a:rPr>
                <a:t>都是存在量词命题．</a:t>
              </a:r>
              <a:endParaRPr lang="zh-CN" altLang="en-US" sz="2400" b="1">
                <a:solidFill>
                  <a:srgbClr val="437AFC"/>
                </a:solidFill>
                <a:latin typeface="黑体"/>
                <a:ea typeface="黑体"/>
                <a:cs typeface="黑体" panose="02010609060101010101" charset="-122"/>
              </a:endParaRPr>
            </a:p>
          </p:txBody>
        </p:sp>
      </p:grpSp>
      <p:grpSp>
        <p:nvGrpSpPr>
          <p:cNvPr id="6" name="组合 5" title=""/>
          <p:cNvGrpSpPr/>
          <p:nvPr>
            <p:custDataLst>
              <p:tags r:id="rId17"/>
            </p:custDataLst>
          </p:nvPr>
        </p:nvGrpSpPr>
        <p:grpSpPr>
          <a:xfrm>
            <a:off x="1341120" y="4084320"/>
            <a:ext cx="9185910" cy="1414780"/>
            <a:chOff x="2112" y="6180"/>
            <a:chExt cx="14466" cy="2228"/>
          </a:xfrm>
        </p:grpSpPr>
        <p:sp>
          <p:nvSpPr>
            <p:cNvPr id="3" name="圆角矩形 2"/>
            <p:cNvSpPr/>
            <p:nvPr>
              <p:custDataLst>
                <p:tags r:id="rId18"/>
              </p:custDataLst>
            </p:nvPr>
          </p:nvSpPr>
          <p:spPr>
            <a:xfrm>
              <a:off x="2112" y="6180"/>
              <a:ext cx="14466" cy="2228"/>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14342" name="对象 14341"/>
            <p:cNvGraphicFramePr>
              <a:graphicFrameLocks noChangeAspect="1"/>
            </p:cNvGraphicFramePr>
            <p:nvPr>
              <p:custDataLst>
                <p:tags r:id="rId19"/>
              </p:custDataLst>
            </p:nvPr>
          </p:nvGraphicFramePr>
          <p:xfrm>
            <a:off x="2535" y="6473"/>
            <a:ext cx="12614" cy="1672"/>
          </p:xfrm>
          <a:graphic>
            <a:graphicData uri="http://schemas.openxmlformats.org/presentationml/2006/ole">
              <mc:AlternateContent>
                <mc:Choice xmlns:v="urn:schemas-microsoft-com:vml" Requires="v">
                  <p:oleObj spid="_x0000_s1047" r:id="rId20" imgW="2971800" imgH="393700" progId="Equation.DSMT4">
                    <p:embed/>
                  </p:oleObj>
                </mc:Choice>
                <mc:Fallback>
                  <p:oleObj r:id="rId20" imgW="2971800" imgH="393700" progId="Equation.DSMT4">
                    <p:embed/>
                    <p:pic>
                      <p:nvPicPr>
                        <p:cNvPr id="0" name="OLE substitute image"/>
                        <p:cNvPicPr/>
                        <p:nvPr/>
                      </p:nvPicPr>
                      <p:blipFill>
                        <a:blip r:embed="rId21"/>
                        <a:stretch>
                          <a:fillRect/>
                        </a:stretch>
                      </p:blipFill>
                      <p:spPr>
                        <a:xfrm>
                          <a:off x="2535" y="6473"/>
                          <a:ext cx="12614" cy="1672"/>
                        </a:xfrm>
                        <a:prstGeom prst="rect">
                          <a:avLst/>
                        </a:prstGeom>
                        <a:noFill/>
                        <a:ln w="38100">
                          <a:noFill/>
                          <a:miter/>
                        </a:ln>
                      </p:spPr>
                    </p:pic>
                  </p:oleObj>
                </mc:Fallback>
              </mc:AlternateContent>
            </a:graphicData>
          </a:graphic>
        </p:graphicFrame>
      </p:grpSp>
      <p:sp>
        <p:nvSpPr>
          <p:cNvPr id="14343" name="文本框 14342" title=""/>
          <p:cNvSpPr txBox="1"/>
          <p:nvPr>
            <p:custDataLst>
              <p:tags r:id="rId22"/>
            </p:custDataLst>
          </p:nvPr>
        </p:nvSpPr>
        <p:spPr>
          <a:xfrm>
            <a:off x="1609725" y="5764530"/>
            <a:ext cx="10495280" cy="582295"/>
          </a:xfrm>
          <a:prstGeom prst="rect">
            <a:avLst/>
          </a:prstGeom>
          <a:noFill/>
          <a:ln w="9525">
            <a:noFill/>
          </a:ln>
        </p:spPr>
        <p:txBody>
          <a:bodyPr>
            <a:noAutofit/>
          </a:bodyPr>
          <a:lstStyle/>
          <a:p>
            <a:pPr algn="l"/>
            <a:r>
              <a:rPr lang="zh-CN" altLang="en-US" sz="2400" b="1">
                <a:latin typeface="黑体"/>
                <a:ea typeface="黑体"/>
                <a:cs typeface="黑体" panose="02010609060101010101" charset="-122"/>
              </a:rPr>
              <a:t>常见的存在量词还有“有些”“有一个”“对某些”“有的”等．</a:t>
            </a:r>
            <a:endParaRPr lang="zh-CN" altLang="en-US" sz="2400" b="1">
              <a:latin typeface="黑体"/>
              <a:ea typeface="黑体"/>
              <a:cs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343"/>
                                        </p:tgtEl>
                                        <p:attrNameLst>
                                          <p:attrName>style.visibility</p:attrName>
                                        </p:attrNameLst>
                                      </p:cBhvr>
                                      <p:to>
                                        <p:strVal val="visible"/>
                                      </p:to>
                                    </p:set>
                                    <p:animEffect transition="in" filter="fade">
                                      <p:cBhvr>
                                        <p:cTn id="17" dur="5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圆角矩形 18" title=""/>
          <p:cNvSpPr/>
          <p:nvPr>
            <p:custDataLst>
              <p:tags r:id="rId8"/>
            </p:custDataLst>
          </p:nvPr>
        </p:nvSpPr>
        <p:spPr>
          <a:xfrm>
            <a:off x="577850" y="3362325"/>
            <a:ext cx="11200765" cy="3105785"/>
          </a:xfrm>
          <a:prstGeom prst="roundRect">
            <a:avLst>
              <a:gd name="adj" fmla="val 20087"/>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3" name="组合 22" title=""/>
          <p:cNvGrpSpPr/>
          <p:nvPr>
            <p:custDataLst>
              <p:tags r:id="rId9"/>
            </p:custDataLst>
          </p:nvPr>
        </p:nvGrpSpPr>
        <p:grpSpPr>
          <a:xfrm>
            <a:off x="577851" y="576471"/>
            <a:ext cx="5197474" cy="521970"/>
            <a:chOff x="330201" y="576471"/>
            <a:chExt cx="5197474" cy="521970"/>
          </a:xfrm>
        </p:grpSpPr>
        <p:sp>
          <p:nvSpPr>
            <p:cNvPr id="24" name="文本框 2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aphicFrame>
        <p:nvGraphicFramePr>
          <p:cNvPr id="12292" name="对象 12291" title=""/>
          <p:cNvGraphicFramePr>
            <a:graphicFrameLocks noChangeAspect="1"/>
          </p:cNvGraphicFramePr>
          <p:nvPr>
            <p:custDataLst>
              <p:tags r:id="rId12"/>
            </p:custDataLst>
          </p:nvPr>
        </p:nvGraphicFramePr>
        <p:xfrm>
          <a:off x="1073785" y="1159918"/>
          <a:ext cx="5487035" cy="2202180"/>
        </p:xfrm>
        <a:graphic>
          <a:graphicData uri="http://schemas.openxmlformats.org/presentationml/2006/ole">
            <mc:AlternateContent>
              <mc:Choice xmlns:v="urn:schemas-microsoft-com:vml" Requires="v">
                <p:oleObj spid="_x0000_s1048" r:id="rId13" imgW="2057400" imgH="825500" progId="Equation.DSMT4">
                  <p:embed/>
                </p:oleObj>
              </mc:Choice>
              <mc:Fallback>
                <p:oleObj r:id="rId13" imgW="2057400" imgH="825500" progId="Equation.DSMT4">
                  <p:embed/>
                  <p:pic>
                    <p:nvPicPr>
                      <p:cNvPr id="0" name="OLE substitute image"/>
                      <p:cNvPicPr/>
                      <p:nvPr/>
                    </p:nvPicPr>
                    <p:blipFill>
                      <a:blip r:embed="rId14"/>
                      <a:stretch>
                        <a:fillRect/>
                      </a:stretch>
                    </p:blipFill>
                    <p:spPr>
                      <a:xfrm>
                        <a:off x="1073785" y="1159918"/>
                        <a:ext cx="5487035" cy="2202180"/>
                      </a:xfrm>
                      <a:prstGeom prst="rect">
                        <a:avLst/>
                      </a:prstGeom>
                      <a:noFill/>
                      <a:ln w="38100">
                        <a:solidFill>
                          <a:srgbClr val="000000">
                            <a:alpha val="0"/>
                          </a:srgbClr>
                        </a:solidFill>
                        <a:miter/>
                      </a:ln>
                    </p:spPr>
                  </p:pic>
                </p:oleObj>
              </mc:Fallback>
            </mc:AlternateContent>
          </a:graphicData>
        </a:graphic>
      </p:graphicFrame>
      <p:sp>
        <p:nvSpPr>
          <p:cNvPr id="12293" name="文本框 12292" title=""/>
          <p:cNvSpPr txBox="1"/>
          <p:nvPr>
            <p:custDataLst>
              <p:tags r:id="rId15"/>
            </p:custDataLst>
          </p:nvPr>
        </p:nvSpPr>
        <p:spPr>
          <a:xfrm>
            <a:off x="860425" y="3499485"/>
            <a:ext cx="10639425" cy="829945"/>
          </a:xfrm>
          <a:prstGeom prst="rect">
            <a:avLst/>
          </a:prstGeom>
          <a:noFill/>
          <a:ln w="9525">
            <a:noFill/>
          </a:ln>
        </p:spPr>
        <p:txBody>
          <a:bodyPr wrap="square">
            <a:spAutoFit/>
          </a:bodyPr>
          <a:lstStyle/>
          <a:p>
            <a:pPr algn="l"/>
            <a:r>
              <a:rPr lang="zh-CN" altLang="en-US" sz="2400" b="1">
                <a:solidFill>
                  <a:srgbClr val="437AFC"/>
                </a:solidFill>
                <a:latin typeface="Times New Roman" panose="02020603050405020304" pitchFamily="18" charset="0"/>
                <a:ea typeface="黑体"/>
                <a:cs typeface="Times New Roman" panose="02020603050405020304" pitchFamily="18" charset="0"/>
              </a:rPr>
              <a:t>（</a:t>
            </a:r>
            <a:r>
              <a:rPr lang="en-US" altLang="zh-CN" sz="2400" b="1">
                <a:solidFill>
                  <a:srgbClr val="437AFC"/>
                </a:solidFill>
                <a:latin typeface="Times New Roman" panose="02020603050405020304" pitchFamily="18" charset="0"/>
                <a:ea typeface="黑体"/>
                <a:cs typeface="Times New Roman" panose="02020603050405020304" pitchFamily="18" charset="0"/>
              </a:rPr>
              <a:t>1</a:t>
            </a:r>
            <a:r>
              <a:rPr lang="zh-CN" altLang="en-US" sz="2400" b="1">
                <a:solidFill>
                  <a:srgbClr val="437AFC"/>
                </a:solidFill>
                <a:latin typeface="Times New Roman" panose="02020603050405020304" pitchFamily="18" charset="0"/>
                <a:ea typeface="黑体"/>
                <a:cs typeface="Times New Roman" panose="02020603050405020304" pitchFamily="18" charset="0"/>
              </a:rPr>
              <a:t>）</a:t>
            </a:r>
            <a:r>
              <a:rPr lang="en-US" altLang="zh-CN" sz="2400" b="1">
                <a:solidFill>
                  <a:srgbClr val="437AFC"/>
                </a:solidFill>
                <a:latin typeface="Times New Roman" panose="02020603050405020304" pitchFamily="18" charset="0"/>
                <a:ea typeface="黑体"/>
                <a:cs typeface="Times New Roman" panose="02020603050405020304" pitchFamily="18" charset="0"/>
              </a:rPr>
              <a:t>2</a:t>
            </a:r>
            <a:r>
              <a:rPr lang="zh-CN" altLang="en-US" sz="2400" b="1">
                <a:solidFill>
                  <a:srgbClr val="437AFC"/>
                </a:solidFill>
                <a:latin typeface="Times New Roman" panose="02020603050405020304" pitchFamily="18" charset="0"/>
                <a:ea typeface="黑体"/>
                <a:cs typeface="Times New Roman" panose="02020603050405020304" pitchFamily="18" charset="0"/>
              </a:rPr>
              <a:t>是素数，但</a:t>
            </a:r>
            <a:r>
              <a:rPr lang="en-US" altLang="zh-CN" sz="2400" b="1">
                <a:solidFill>
                  <a:srgbClr val="437AFC"/>
                </a:solidFill>
                <a:latin typeface="Times New Roman" panose="02020603050405020304" pitchFamily="18" charset="0"/>
                <a:ea typeface="黑体"/>
                <a:cs typeface="Times New Roman" panose="02020603050405020304" pitchFamily="18" charset="0"/>
              </a:rPr>
              <a:t>2</a:t>
            </a:r>
            <a:r>
              <a:rPr lang="zh-CN" altLang="en-US" sz="2400" b="1">
                <a:solidFill>
                  <a:srgbClr val="437AFC"/>
                </a:solidFill>
                <a:latin typeface="Times New Roman" panose="02020603050405020304" pitchFamily="18" charset="0"/>
                <a:ea typeface="黑体"/>
                <a:cs typeface="Times New Roman" panose="02020603050405020304" pitchFamily="18" charset="0"/>
              </a:rPr>
              <a:t>不是奇数．所以，全称量词命题“所有的素数都是奇数”</a:t>
            </a:r>
            <a:r>
              <a:rPr lang="en-US" altLang="zh-CN" sz="2400" b="1">
                <a:solidFill>
                  <a:srgbClr val="437AFC"/>
                </a:solidFill>
                <a:latin typeface="Times New Roman" panose="02020603050405020304" pitchFamily="18" charset="0"/>
                <a:ea typeface="黑体"/>
                <a:cs typeface="Times New Roman" panose="02020603050405020304" pitchFamily="18" charset="0"/>
              </a:rPr>
              <a:t>            </a:t>
            </a:r>
            <a:endParaRPr lang="en-US" altLang="zh-CN" sz="2400" b="1">
              <a:solidFill>
                <a:srgbClr val="437AFC"/>
              </a:solidFill>
              <a:latin typeface="Times New Roman" panose="02020603050405020304" pitchFamily="18" charset="0"/>
              <a:ea typeface="黑体"/>
              <a:cs typeface="Times New Roman" panose="02020603050405020304" pitchFamily="18" charset="0"/>
            </a:endParaRPr>
          </a:p>
          <a:p>
            <a:pPr algn="l"/>
            <a:r>
              <a:rPr lang="en-US" altLang="zh-CN" sz="2400" b="1">
                <a:solidFill>
                  <a:srgbClr val="437AFC"/>
                </a:solidFill>
                <a:latin typeface="Times New Roman" panose="02020603050405020304" pitchFamily="18" charset="0"/>
                <a:ea typeface="黑体"/>
                <a:cs typeface="Times New Roman" panose="02020603050405020304" pitchFamily="18" charset="0"/>
              </a:rPr>
              <a:t>  </a:t>
            </a:r>
            <a:r>
              <a:rPr lang="zh-CN" altLang="en-US" sz="2400" b="1">
                <a:solidFill>
                  <a:srgbClr val="437AFC"/>
                </a:solidFill>
                <a:latin typeface="Times New Roman" panose="02020603050405020304" pitchFamily="18" charset="0"/>
                <a:ea typeface="黑体"/>
                <a:cs typeface="Times New Roman" panose="02020603050405020304" pitchFamily="18" charset="0"/>
              </a:rPr>
              <a:t>是假命题． </a:t>
            </a:r>
            <a:endParaRPr lang="zh-CN" altLang="en-US" sz="2400" b="1">
              <a:solidFill>
                <a:srgbClr val="437AFC"/>
              </a:solidFill>
              <a:latin typeface="Times New Roman" panose="02020603050405020304" pitchFamily="18" charset="0"/>
              <a:ea typeface="黑体"/>
              <a:cs typeface="Times New Roman" panose="02020603050405020304" pitchFamily="18" charset="0"/>
            </a:endParaRPr>
          </a:p>
        </p:txBody>
      </p:sp>
      <p:graphicFrame>
        <p:nvGraphicFramePr>
          <p:cNvPr id="12294" name="对象 12293" title=""/>
          <p:cNvGraphicFramePr>
            <a:graphicFrameLocks noChangeAspect="1"/>
          </p:cNvGraphicFramePr>
          <p:nvPr>
            <p:custDataLst>
              <p:tags r:id="rId16"/>
            </p:custDataLst>
          </p:nvPr>
        </p:nvGraphicFramePr>
        <p:xfrm>
          <a:off x="1073785" y="4334685"/>
          <a:ext cx="7734300" cy="1033145"/>
        </p:xfrm>
        <a:graphic>
          <a:graphicData uri="http://schemas.openxmlformats.org/presentationml/2006/ole">
            <mc:AlternateContent>
              <mc:Choice xmlns:v="urn:schemas-microsoft-com:vml" Requires="v">
                <p:oleObj spid="_x0000_s1049" r:id="rId17" imgW="3136900" imgH="419100" progId="Equation.DSMT4">
                  <p:embed/>
                </p:oleObj>
              </mc:Choice>
              <mc:Fallback>
                <p:oleObj r:id="rId17" imgW="3136900" imgH="419100" progId="Equation.DSMT4">
                  <p:embed/>
                  <p:pic>
                    <p:nvPicPr>
                      <p:cNvPr id="0" name="OLE substitute image"/>
                      <p:cNvPicPr/>
                      <p:nvPr/>
                    </p:nvPicPr>
                    <p:blipFill>
                      <a:blip r:embed="rId18"/>
                      <a:stretch>
                        <a:fillRect/>
                      </a:stretch>
                    </p:blipFill>
                    <p:spPr>
                      <a:xfrm>
                        <a:off x="1073785" y="4334685"/>
                        <a:ext cx="7734300" cy="1033145"/>
                      </a:xfrm>
                      <a:prstGeom prst="rect">
                        <a:avLst/>
                      </a:prstGeom>
                      <a:noFill/>
                      <a:ln w="38100">
                        <a:noFill/>
                        <a:miter/>
                      </a:ln>
                    </p:spPr>
                  </p:pic>
                </p:oleObj>
              </mc:Fallback>
            </mc:AlternateContent>
          </a:graphicData>
        </a:graphic>
      </p:graphicFrame>
      <p:graphicFrame>
        <p:nvGraphicFramePr>
          <p:cNvPr id="12295" name="对象 12294" title=""/>
          <p:cNvGraphicFramePr>
            <a:graphicFrameLocks noChangeAspect="1"/>
          </p:cNvGraphicFramePr>
          <p:nvPr>
            <p:custDataLst>
              <p:tags r:id="rId19"/>
            </p:custDataLst>
          </p:nvPr>
        </p:nvGraphicFramePr>
        <p:xfrm>
          <a:off x="1047115" y="5293426"/>
          <a:ext cx="7915275" cy="1129030"/>
        </p:xfrm>
        <a:graphic>
          <a:graphicData uri="http://schemas.openxmlformats.org/presentationml/2006/ole">
            <mc:AlternateContent>
              <mc:Choice xmlns:v="urn:schemas-microsoft-com:vml" Requires="v">
                <p:oleObj spid="_x0000_s1050" r:id="rId20" imgW="3022600" imgH="431800" progId="Equation.DSMT4">
                  <p:embed/>
                </p:oleObj>
              </mc:Choice>
              <mc:Fallback>
                <p:oleObj r:id="rId20" imgW="3022600" imgH="431800" progId="Equation.DSMT4">
                  <p:embed/>
                  <p:pic>
                    <p:nvPicPr>
                      <p:cNvPr id="0" name="OLE substitute image"/>
                      <p:cNvPicPr/>
                      <p:nvPr/>
                    </p:nvPicPr>
                    <p:blipFill>
                      <a:blip r:embed="rId21"/>
                      <a:stretch>
                        <a:fillRect/>
                      </a:stretch>
                    </p:blipFill>
                    <p:spPr>
                      <a:xfrm>
                        <a:off x="1047115" y="5293426"/>
                        <a:ext cx="7915275" cy="1129030"/>
                      </a:xfrm>
                      <a:prstGeom prst="rect">
                        <a:avLst/>
                      </a:prstGeom>
                      <a:noFill/>
                      <a:ln w="38100">
                        <a:noFill/>
                        <a:miter/>
                      </a:ln>
                    </p:spPr>
                  </p:pic>
                </p:oleObj>
              </mc:Fallback>
            </mc:AlternateContent>
          </a:graphicData>
        </a:graphic>
      </p:graphicFrame>
      <p:grpSp>
        <p:nvGrpSpPr>
          <p:cNvPr id="7" name="组合 6" title=""/>
          <p:cNvGrpSpPr/>
          <p:nvPr>
            <p:custDataLst>
              <p:tags r:id="rId22"/>
            </p:custDataLst>
          </p:nvPr>
        </p:nvGrpSpPr>
        <p:grpSpPr>
          <a:xfrm>
            <a:off x="6858635" y="1159510"/>
            <a:ext cx="4919980" cy="2010410"/>
            <a:chOff x="10801" y="1826"/>
            <a:chExt cx="7748" cy="3166"/>
          </a:xfrm>
        </p:grpSpPr>
        <p:sp>
          <p:nvSpPr>
            <p:cNvPr id="3" name="文本框 2"/>
            <p:cNvSpPr txBox="1"/>
            <p:nvPr>
              <p:custDataLst>
                <p:tags r:id="rId23"/>
              </p:custDataLst>
            </p:nvPr>
          </p:nvSpPr>
          <p:spPr>
            <a:xfrm>
              <a:off x="10801" y="1826"/>
              <a:ext cx="7748" cy="3167"/>
            </a:xfrm>
            <a:prstGeom prst="rect">
              <a:avLst/>
            </a:prstGeom>
            <a:noFill/>
            <a:ln w="9525">
              <a:gradFill>
                <a:gsLst>
                  <a:gs pos="0">
                    <a:schemeClr val="accent2"/>
                  </a:gs>
                  <a:gs pos="100000">
                    <a:srgbClr val="5178FA"/>
                  </a:gs>
                </a:gsLst>
                <a:lin ang="13080000" scaled="1"/>
              </a:gradFill>
              <a:prstDash val="dash"/>
            </a:ln>
          </p:spPr>
          <p:txBody>
            <a:bodyPr wrap="square" anchor="t" anchorCtr="0">
              <a:noAutofit/>
            </a:bodyPr>
            <a:lstStyle/>
            <a:p>
              <a:pPr indent="528955" algn="just" fontAlgn="auto">
                <a:lnSpc>
                  <a:spcPct val="140000"/>
                </a:lnSpc>
              </a:pPr>
              <a:endParaRPr lang="en-US" altLang="zh-CN" sz="2400" b="1">
                <a:solidFill>
                  <a:srgbClr val="4175FC"/>
                </a:solidFill>
                <a:latin typeface="Times New Roman" panose="02020603050405020304" pitchFamily="18" charset="0"/>
                <a:ea typeface="黑体"/>
                <a:cs typeface="Times New Roman" panose="02020603050405020304" pitchFamily="18" charset="0"/>
              </a:endParaRPr>
            </a:p>
          </p:txBody>
        </p:sp>
        <p:sp>
          <p:nvSpPr>
            <p:cNvPr id="6" name="文本框 5"/>
            <p:cNvSpPr txBox="1"/>
            <p:nvPr>
              <p:custDataLst>
                <p:tags r:id="rId24"/>
              </p:custDataLst>
            </p:nvPr>
          </p:nvSpPr>
          <p:spPr>
            <a:xfrm>
              <a:off x="11107" y="2394"/>
              <a:ext cx="7136" cy="2237"/>
            </a:xfrm>
            <a:prstGeom prst="rect">
              <a:avLst/>
            </a:prstGeom>
            <a:noFill/>
          </p:spPr>
          <p:txBody>
            <a:bodyPr wrap="square" rtlCol="0" anchor="t">
              <a:spAutoFit/>
            </a:bodyPr>
            <a:lstStyle/>
            <a:p>
              <a:pPr>
                <a:lnSpc>
                  <a:spcPct val="120000"/>
                </a:lnSpc>
                <a:spcBef>
                  <a:spcPct val="0"/>
                </a:spcBef>
                <a:spcAft>
                  <a:spcPct val="0"/>
                </a:spcAft>
              </a:pPr>
              <a:r>
                <a:rPr lang="zh-CN" altLang="en-US" sz="2400" b="1">
                  <a:solidFill>
                    <a:schemeClr val="accent2"/>
                  </a:solidFill>
                  <a:latin typeface="黑体"/>
                  <a:ea typeface="黑体"/>
                  <a:cs typeface="黑体" panose="02010609060101010101" charset="-122"/>
                  <a:sym typeface="+mn-ea"/>
                </a:rPr>
                <a:t>提示</a:t>
              </a:r>
              <a:r>
                <a:rPr lang="zh-CN" altLang="en-US" sz="2400">
                  <a:latin typeface="黑体"/>
                  <a:ea typeface="黑体"/>
                  <a:cs typeface="黑体" panose="02010609060101010101" charset="-122"/>
                  <a:sym typeface="+mn-ea"/>
                </a:rPr>
                <a:t>：如果一个大于</a:t>
              </a:r>
              <a:r>
                <a:rPr lang="en-US" altLang="zh-CN" sz="2400">
                  <a:latin typeface="黑体"/>
                  <a:ea typeface="黑体"/>
                  <a:cs typeface="黑体" panose="02010609060101010101" charset="-122"/>
                  <a:sym typeface="+mn-ea"/>
                </a:rPr>
                <a:t>1 </a:t>
              </a:r>
              <a:r>
                <a:rPr lang="zh-CN" altLang="en-US" sz="2400">
                  <a:latin typeface="黑体"/>
                  <a:ea typeface="黑体"/>
                  <a:cs typeface="黑体" panose="02010609060101010101" charset="-122"/>
                  <a:sym typeface="+mn-ea"/>
                </a:rPr>
                <a:t>的整数，除</a:t>
              </a:r>
              <a:r>
                <a:rPr lang="en-US" altLang="zh-CN" sz="2400">
                  <a:latin typeface="黑体"/>
                  <a:ea typeface="黑体"/>
                  <a:cs typeface="黑体" panose="02010609060101010101" charset="-122"/>
                  <a:sym typeface="+mn-ea"/>
                </a:rPr>
                <a:t>1</a:t>
              </a:r>
              <a:r>
                <a:rPr lang="zh-CN" altLang="en-US" sz="2400">
                  <a:latin typeface="黑体"/>
                  <a:ea typeface="黑体"/>
                  <a:cs typeface="黑体" panose="02010609060101010101" charset="-122"/>
                  <a:sym typeface="+mn-ea"/>
                </a:rPr>
                <a:t>和自身外无其他正因数，则称这个正整数为素数</a:t>
              </a:r>
              <a:r>
                <a:rPr lang="en-US" altLang="zh-CN" sz="2400">
                  <a:latin typeface="黑体"/>
                  <a:ea typeface="黑体"/>
                  <a:cs typeface="黑体" panose="02010609060101010101" charset="-122"/>
                  <a:sym typeface="+mn-ea"/>
                </a:rPr>
                <a:t>.</a:t>
              </a:r>
              <a:endParaRPr lang="en-US" altLang="zh-CN" sz="2400">
                <a:latin typeface="黑体"/>
                <a:ea typeface="黑体"/>
                <a:cs typeface="黑体" panose="02010609060101010101"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fade">
                                      <p:cBhvr>
                                        <p:cTn id="7" dur="500"/>
                                        <p:tgtEl>
                                          <p:spTgt spid="1229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94"/>
                                        </p:tgtEl>
                                        <p:attrNameLst>
                                          <p:attrName>style.visibility</p:attrName>
                                        </p:attrNameLst>
                                      </p:cBhvr>
                                      <p:to>
                                        <p:strVal val="visible"/>
                                      </p:to>
                                    </p:set>
                                    <p:animEffect transition="in" filter="fade">
                                      <p:cBhvr>
                                        <p:cTn id="12" dur="500"/>
                                        <p:tgtEl>
                                          <p:spTgt spid="1229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95"/>
                                        </p:tgtEl>
                                        <p:attrNameLst>
                                          <p:attrName>style.visibility</p:attrName>
                                        </p:attrNameLst>
                                      </p:cBhvr>
                                      <p:to>
                                        <p:strVal val="visible"/>
                                      </p:to>
                                    </p:set>
                                    <p:animEffect transition="in" filter="fade">
                                      <p:cBhvr>
                                        <p:cTn id="17" dur="500"/>
                                        <p:tgtEl>
                                          <p:spTgt spid="12295"/>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p:bld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圆角矩形 16" title=""/>
          <p:cNvSpPr/>
          <p:nvPr>
            <p:custDataLst>
              <p:tags r:id="rId8"/>
            </p:custDataLst>
          </p:nvPr>
        </p:nvSpPr>
        <p:spPr>
          <a:xfrm>
            <a:off x="882015" y="3877310"/>
            <a:ext cx="10465435" cy="2726690"/>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3" name="组合 22" title=""/>
          <p:cNvGrpSpPr/>
          <p:nvPr>
            <p:custDataLst>
              <p:tags r:id="rId9"/>
            </p:custDataLst>
          </p:nvPr>
        </p:nvGrpSpPr>
        <p:grpSpPr>
          <a:xfrm>
            <a:off x="577851" y="576471"/>
            <a:ext cx="5197474" cy="521970"/>
            <a:chOff x="330201" y="576471"/>
            <a:chExt cx="5197474" cy="521970"/>
          </a:xfrm>
        </p:grpSpPr>
        <p:sp>
          <p:nvSpPr>
            <p:cNvPr id="24" name="文本框 2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新知探索</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mc:AlternateContent>
        <mc:Choice Requires="a14">
          <p:sp>
            <p:nvSpPr>
              <p:cNvPr id="8" name="文本框 7" title=""/>
              <p:cNvSpPr txBox="1"/>
              <p:nvPr>
                <p:custDataLst>
                  <p:tags r:id="rId12"/>
                </p:custDataLst>
              </p:nvPr>
            </p:nvSpPr>
            <p:spPr>
              <a:xfrm>
                <a:off x="796925" y="1169670"/>
                <a:ext cx="10753090" cy="2675255"/>
              </a:xfrm>
              <a:prstGeom prst="rect">
                <a:avLst/>
              </a:prstGeom>
              <a:noFill/>
            </p:spPr>
            <p:txBody>
              <a:bodyPr wrap="square" rtlCol="0">
                <a:spAutoFit/>
              </a:bodyPr>
              <a:lstStyle/>
              <a:p>
                <a:pPr algn="l">
                  <a:lnSpc>
                    <a:spcPct val="140000"/>
                  </a:lnSpc>
                </a:pPr>
                <a:r>
                  <a:rPr lang="zh-CN" altLang="en-US" sz="2400" b="1">
                    <a:solidFill>
                      <a:srgbClr val="437AFC"/>
                    </a:solidFill>
                    <a:latin typeface="Times New Roman" panose="02020603050405020304" pitchFamily="18" charset="0"/>
                    <a:ea typeface="黑体"/>
                    <a:cs typeface="Times New Roman" panose="02020603050405020304" pitchFamily="18" charset="0"/>
                  </a:rPr>
                  <a:t>思考</a:t>
                </a:r>
                <a:r>
                  <a:rPr lang="en-US" altLang="zh-CN" sz="2400" b="1">
                    <a:solidFill>
                      <a:srgbClr val="437AFC"/>
                    </a:solidFill>
                    <a:latin typeface="Times New Roman" panose="02020603050405020304" pitchFamily="18" charset="0"/>
                    <a:ea typeface="黑体"/>
                    <a:cs typeface="Times New Roman" panose="02020603050405020304" pitchFamily="18" charset="0"/>
                  </a:rPr>
                  <a:t>2</a:t>
                </a:r>
                <a:r>
                  <a:rPr lang="zh-CN" altLang="en-US" sz="2400" b="1">
                    <a:latin typeface="Times New Roman" panose="02020603050405020304" pitchFamily="18" charset="0"/>
                    <a:ea typeface="黑体"/>
                    <a:cs typeface="Times New Roman" panose="02020603050405020304" pitchFamily="18" charset="0"/>
                  </a:rPr>
                  <a:t>：下列语</a:t>
                </a:r>
                <a:r>
                  <a:rPr lang="zh-CN" sz="2400" b="1">
                    <a:latin typeface="Times New Roman" panose="02020603050405020304" pitchFamily="18" charset="0"/>
                    <a:ea typeface="黑体"/>
                    <a:cs typeface="Times New Roman" panose="02020603050405020304" pitchFamily="18" charset="0"/>
                    <a:sym typeface="+mn-ea"/>
                  </a:rPr>
                  <a:t>句是</a:t>
                </a:r>
                <a:r>
                  <a:rPr lang="zh-CN" altLang="en-US" sz="2400" b="1">
                    <a:latin typeface="Times New Roman" panose="02020603050405020304" pitchFamily="18" charset="0"/>
                    <a:ea typeface="黑体"/>
                    <a:cs typeface="Times New Roman" panose="02020603050405020304" pitchFamily="18" charset="0"/>
                    <a:sym typeface="+mn-ea"/>
                  </a:rPr>
                  <a:t>命题吗</a:t>
                </a:r>
                <a:r>
                  <a:rPr lang="zh-CN" sz="2400" b="1">
                    <a:latin typeface="Times New Roman" panose="02020603050405020304" pitchFamily="18" charset="0"/>
                    <a:ea typeface="黑体"/>
                    <a:cs typeface="Times New Roman" panose="02020603050405020304" pitchFamily="18" charset="0"/>
                  </a:rPr>
                  <a:t>？比较</a:t>
                </a:r>
                <a:r>
                  <a:rPr lang="en-US" altLang="zh-CN" sz="2400" b="1">
                    <a:latin typeface="Times New Roman" panose="02020603050405020304" pitchFamily="18" charset="0"/>
                    <a:ea typeface="黑体"/>
                    <a:cs typeface="Times New Roman" panose="02020603050405020304" pitchFamily="18" charset="0"/>
                  </a:rPr>
                  <a:t>(1)</a:t>
                </a:r>
                <a:r>
                  <a:rPr lang="zh-CN" altLang="en-US" sz="2400" b="1">
                    <a:latin typeface="Times New Roman" panose="02020603050405020304" pitchFamily="18" charset="0"/>
                    <a:ea typeface="黑体"/>
                    <a:cs typeface="Times New Roman" panose="02020603050405020304" pitchFamily="18" charset="0"/>
                  </a:rPr>
                  <a:t>和</a:t>
                </a:r>
                <a:r>
                  <a:rPr lang="en-US" altLang="zh-CN" sz="2400" b="1">
                    <a:latin typeface="Times New Roman" panose="02020603050405020304" pitchFamily="18" charset="0"/>
                    <a:ea typeface="黑体"/>
                    <a:cs typeface="Times New Roman" panose="02020603050405020304" pitchFamily="18" charset="0"/>
                  </a:rPr>
                  <a:t>(3)</a:t>
                </a:r>
                <a:r>
                  <a:rPr lang="zh-CN" altLang="en-US" sz="2400" b="1">
                    <a:latin typeface="Times New Roman" panose="02020603050405020304" pitchFamily="18" charset="0"/>
                    <a:ea typeface="黑体"/>
                    <a:cs typeface="Times New Roman" panose="02020603050405020304" pitchFamily="18" charset="0"/>
                  </a:rPr>
                  <a:t>，</a:t>
                </a:r>
                <a:r>
                  <a:rPr lang="en-US" altLang="zh-CN" sz="2400" b="1">
                    <a:latin typeface="Times New Roman" panose="02020603050405020304" pitchFamily="18" charset="0"/>
                    <a:ea typeface="黑体"/>
                    <a:cs typeface="Times New Roman" panose="02020603050405020304" pitchFamily="18" charset="0"/>
                  </a:rPr>
                  <a:t>(2)</a:t>
                </a:r>
                <a:r>
                  <a:rPr lang="zh-CN" altLang="en-US" sz="2400" b="1">
                    <a:latin typeface="Times New Roman" panose="02020603050405020304" pitchFamily="18" charset="0"/>
                    <a:ea typeface="黑体"/>
                    <a:cs typeface="Times New Roman" panose="02020603050405020304" pitchFamily="18" charset="0"/>
                  </a:rPr>
                  <a:t>和</a:t>
                </a:r>
                <a:r>
                  <a:rPr lang="en-US" altLang="zh-CN" sz="2400" b="1">
                    <a:latin typeface="Times New Roman" panose="02020603050405020304" pitchFamily="18" charset="0"/>
                    <a:ea typeface="黑体"/>
                    <a:cs typeface="Times New Roman" panose="02020603050405020304" pitchFamily="18" charset="0"/>
                  </a:rPr>
                  <a:t>(4)</a:t>
                </a:r>
                <a:r>
                  <a:rPr lang="zh-CN" altLang="en-US" sz="2400" b="1">
                    <a:latin typeface="Times New Roman" panose="02020603050405020304" pitchFamily="18" charset="0"/>
                    <a:ea typeface="黑体"/>
                    <a:cs typeface="Times New Roman" panose="02020603050405020304" pitchFamily="18" charset="0"/>
                  </a:rPr>
                  <a:t>，它们之间有什么关系？</a:t>
                </a:r>
                <a:endParaRPr lang="zh-CN" sz="2400" b="1">
                  <a:latin typeface="Times New Roman" panose="02020603050405020304" pitchFamily="18" charset="0"/>
                  <a:ea typeface="黑体"/>
                  <a:cs typeface="Times New Roman" panose="02020603050405020304" pitchFamily="18" charset="0"/>
                </a:endParaRPr>
              </a:p>
              <a:p>
                <a:pPr algn="l">
                  <a:lnSpc>
                    <a:spcPct val="140000"/>
                  </a:lnSpc>
                </a:pPr>
                <a:r>
                  <a:rPr lang="en-US" altLang="zh-CN" sz="2400" b="1">
                    <a:latin typeface="Times New Roman" panose="02020603050405020304" pitchFamily="18" charset="0"/>
                    <a:ea typeface="黑体"/>
                    <a:cs typeface="Times New Roman" panose="02020603050405020304" pitchFamily="18" charset="0"/>
                  </a:rPr>
                  <a:t>(1)</a:t>
                </a:r>
                <a14:m>
                  <m:oMathPara>
                    <m:oMathParaPr>
                      <m:jc/>
                    </m:oMathParaPr>
                    <m:oMath>
                      <m:r>
                        <a:rPr lang="en-US" altLang="zh-CN" sz="2400" i="1">
                          <a:latin typeface="Cambria Math" panose="02040503050406030204" charset="0"/>
                          <a:ea typeface="Coco" panose="02000500000000000000" charset="0"/>
                          <a:cs typeface="Cambria Math" panose="02040503050406030204" charset="0"/>
                        </a:rPr>
                        <m:t>2</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Coco" panose="02000500000000000000" charset="0"/>
                          <a:cs typeface="Cambria Math" panose="02040503050406030204" charset="0"/>
                        </a:rPr>
                        <m:t>1</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Coco" panose="02000500000000000000" charset="0"/>
                          <a:cs typeface="Cambria Math" panose="02040503050406030204" charset="0"/>
                        </a:rPr>
                        <m:t>3</m:t>
                      </m:r>
                    </m:oMath>
                  </m:oMathPara>
                </a14:m>
                <a:r>
                  <a:rPr lang="zh-CN" altLang="en-US" sz="2400" b="1">
                    <a:latin typeface="Times New Roman" panose="02020603050405020304" pitchFamily="18" charset="0"/>
                    <a:ea typeface="黑体"/>
                    <a:cs typeface="Times New Roman" panose="02020603050405020304" pitchFamily="18" charset="0"/>
                  </a:rPr>
                  <a:t>；</a:t>
                </a:r>
                <a:endParaRPr lang="en-US" altLang="zh-CN" sz="2400" b="1">
                  <a:latin typeface="Times New Roman" panose="02020603050405020304" pitchFamily="18" charset="0"/>
                  <a:ea typeface="黑体"/>
                  <a:cs typeface="Times New Roman" panose="02020603050405020304" pitchFamily="18" charset="0"/>
                </a:endParaRPr>
              </a:p>
              <a:p>
                <a:pPr algn="l">
                  <a:lnSpc>
                    <a:spcPct val="140000"/>
                  </a:lnSpc>
                </a:pPr>
                <a:r>
                  <a:rPr lang="en-US" altLang="zh-CN" sz="2400" b="1">
                    <a:latin typeface="Times New Roman" panose="02020603050405020304" pitchFamily="18" charset="0"/>
                    <a:ea typeface="黑体"/>
                    <a:cs typeface="Times New Roman" panose="02020603050405020304" pitchFamily="18" charset="0"/>
                  </a:rPr>
                  <a:t>(2)</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b="1">
                    <a:latin typeface="Times New Roman" panose="02020603050405020304" pitchFamily="18" charset="0"/>
                    <a:ea typeface="黑体"/>
                    <a:cs typeface="Times New Roman" panose="02020603050405020304" pitchFamily="18" charset="0"/>
                  </a:rPr>
                  <a:t>能被</a:t>
                </a:r>
                <a:r>
                  <a:rPr lang="en-US" altLang="zh-CN" sz="2400">
                    <a:latin typeface="Times New Roman" panose="02020603050405020304" pitchFamily="18" charset="0"/>
                    <a:ea typeface="黑体"/>
                    <a:cs typeface="Times New Roman" panose="02020603050405020304" pitchFamily="18" charset="0"/>
                  </a:rPr>
                  <a:t>2</a:t>
                </a:r>
                <a:r>
                  <a:rPr lang="zh-CN" altLang="en-US" sz="2400" b="1">
                    <a:latin typeface="Times New Roman" panose="02020603050405020304" pitchFamily="18" charset="0"/>
                    <a:ea typeface="黑体"/>
                    <a:cs typeface="Times New Roman" panose="02020603050405020304" pitchFamily="18" charset="0"/>
                  </a:rPr>
                  <a:t>和</a:t>
                </a:r>
                <a:r>
                  <a:rPr lang="en-US" altLang="zh-CN" sz="2400">
                    <a:latin typeface="Times New Roman" panose="02020603050405020304" pitchFamily="18" charset="0"/>
                    <a:ea typeface="黑体"/>
                    <a:cs typeface="Times New Roman" panose="02020603050405020304" pitchFamily="18" charset="0"/>
                  </a:rPr>
                  <a:t>3</a:t>
                </a:r>
                <a:r>
                  <a:rPr lang="zh-CN" altLang="en-US" sz="2400" b="1">
                    <a:latin typeface="Times New Roman" panose="02020603050405020304" pitchFamily="18" charset="0"/>
                    <a:ea typeface="黑体"/>
                    <a:cs typeface="Times New Roman" panose="02020603050405020304" pitchFamily="18" charset="0"/>
                  </a:rPr>
                  <a:t>整除；</a:t>
                </a:r>
                <a:endParaRPr lang="en-US" altLang="zh-CN" sz="2400" b="1">
                  <a:latin typeface="Times New Roman" panose="02020603050405020304" pitchFamily="18" charset="0"/>
                  <a:ea typeface="黑体"/>
                  <a:cs typeface="Times New Roman" panose="02020603050405020304" pitchFamily="18" charset="0"/>
                </a:endParaRPr>
              </a:p>
              <a:p>
                <a:pPr algn="l">
                  <a:lnSpc>
                    <a:spcPct val="140000"/>
                  </a:lnSpc>
                </a:pPr>
                <a:r>
                  <a:rPr lang="en-US" altLang="zh-CN" sz="2400" b="1">
                    <a:latin typeface="Times New Roman" panose="02020603050405020304" pitchFamily="18" charset="0"/>
                    <a:ea typeface="黑体"/>
                    <a:cs typeface="Times New Roman" panose="02020603050405020304" pitchFamily="18" charset="0"/>
                  </a:rPr>
                  <a:t>(3)</a:t>
                </a:r>
                <a:r>
                  <a:rPr lang="zh-CN" altLang="en-US" sz="2400" b="1">
                    <a:solidFill>
                      <a:schemeClr val="accent2"/>
                    </a:solidFill>
                    <a:latin typeface="Times New Roman" panose="02020603050405020304" pitchFamily="18" charset="0"/>
                    <a:ea typeface="黑体"/>
                    <a:cs typeface="Times New Roman" panose="02020603050405020304" pitchFamily="18" charset="0"/>
                  </a:rPr>
                  <a:t>存在一个</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𝑅</m:t>
                      </m:r>
                    </m:oMath>
                  </m:oMathPara>
                </a14:m>
                <a:r>
                  <a:rPr lang="zh-CN" altLang="en-US" sz="2400">
                    <a:latin typeface="Times New Roman" panose="02020603050405020304" pitchFamily="18" charset="0"/>
                    <a:ea typeface="黑体"/>
                    <a:cs typeface="Times New Roman" panose="02020603050405020304" pitchFamily="18" charset="0"/>
                  </a:rPr>
                  <a:t>，</a:t>
                </a:r>
                <a:r>
                  <a:rPr lang="zh-CN" altLang="en-US" sz="2400" b="1">
                    <a:latin typeface="Times New Roman" panose="02020603050405020304" pitchFamily="18" charset="0"/>
                    <a:ea typeface="黑体"/>
                    <a:cs typeface="Times New Roman" panose="02020603050405020304" pitchFamily="18" charset="0"/>
                  </a:rPr>
                  <a:t>使</a:t>
                </a:r>
                <a14:m>
                  <m:oMathPara>
                    <m:oMathParaPr>
                      <m:jc/>
                    </m:oMathParaPr>
                    <m:oMath>
                      <m:r>
                        <a:rPr lang="en-US" altLang="zh-CN" sz="2400" i="1">
                          <a:latin typeface="Cambria Math" panose="02040503050406030204" charset="0"/>
                          <a:ea typeface="Coco" panose="02000500000000000000" charset="0"/>
                          <a:cs typeface="Cambria Math" panose="02040503050406030204" charset="0"/>
                        </a:rPr>
                        <m:t>2</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Coco" panose="02000500000000000000" charset="0"/>
                          <a:cs typeface="Cambria Math" panose="02040503050406030204" charset="0"/>
                        </a:rPr>
                        <m:t>1</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Coco" panose="02000500000000000000" charset="0"/>
                          <a:cs typeface="Cambria Math" panose="02040503050406030204" charset="0"/>
                        </a:rPr>
                        <m:t>3</m:t>
                      </m:r>
                    </m:oMath>
                  </m:oMathPara>
                </a14:m>
                <a:r>
                  <a:rPr lang="zh-CN" altLang="en-US" sz="2400">
                    <a:latin typeface="Times New Roman" panose="02020603050405020304" pitchFamily="18" charset="0"/>
                    <a:ea typeface="黑体"/>
                    <a:cs typeface="Times New Roman" panose="02020603050405020304" pitchFamily="18" charset="0"/>
                  </a:rPr>
                  <a:t>；</a:t>
                </a:r>
                <a:endParaRPr lang="en-US" altLang="zh-CN" sz="2400" b="1">
                  <a:latin typeface="Times New Roman" panose="02020603050405020304" pitchFamily="18" charset="0"/>
                  <a:ea typeface="黑体"/>
                  <a:cs typeface="Times New Roman" panose="02020603050405020304" pitchFamily="18" charset="0"/>
                </a:endParaRPr>
              </a:p>
              <a:p>
                <a:pPr algn="l">
                  <a:lnSpc>
                    <a:spcPct val="140000"/>
                  </a:lnSpc>
                </a:pPr>
                <a:r>
                  <a:rPr lang="en-US" altLang="zh-CN" sz="2400" b="1">
                    <a:latin typeface="Times New Roman" panose="02020603050405020304" pitchFamily="18" charset="0"/>
                    <a:ea typeface="黑体"/>
                    <a:cs typeface="Times New Roman" panose="02020603050405020304" pitchFamily="18" charset="0"/>
                  </a:rPr>
                  <a:t>(4)</a:t>
                </a:r>
                <a:r>
                  <a:rPr lang="zh-CN" altLang="en-US" sz="2400" b="1">
                    <a:solidFill>
                      <a:schemeClr val="accent2"/>
                    </a:solidFill>
                    <a:latin typeface="Times New Roman" panose="02020603050405020304" pitchFamily="18" charset="0"/>
                    <a:ea typeface="黑体"/>
                    <a:cs typeface="Times New Roman" panose="02020603050405020304" pitchFamily="18" charset="0"/>
                  </a:rPr>
                  <a:t>至少有一个</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𝑍</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b="1">
                    <a:latin typeface="Times New Roman" panose="02020603050405020304" pitchFamily="18" charset="0"/>
                    <a:ea typeface="黑体"/>
                    <a:cs typeface="Times New Roman" panose="02020603050405020304" pitchFamily="18" charset="0"/>
                  </a:rPr>
                  <a:t>能</a:t>
                </a:r>
                <a:r>
                  <a:rPr lang="zh-CN" altLang="en-US" sz="2400" b="1">
                    <a:latin typeface="Times New Roman" panose="02020603050405020304" pitchFamily="18" charset="0"/>
                    <a:ea typeface="黑体"/>
                    <a:cs typeface="Times New Roman" panose="02020603050405020304" pitchFamily="18" charset="0"/>
                    <a:sym typeface="+mn-ea"/>
                  </a:rPr>
                  <a:t>被</a:t>
                </a:r>
                <a:r>
                  <a:rPr lang="en-US" altLang="zh-CN" sz="2400">
                    <a:latin typeface="Times New Roman" panose="02020603050405020304" pitchFamily="18" charset="0"/>
                    <a:ea typeface="黑体"/>
                    <a:cs typeface="Times New Roman" panose="02020603050405020304" pitchFamily="18" charset="0"/>
                    <a:sym typeface="+mn-ea"/>
                  </a:rPr>
                  <a:t>2</a:t>
                </a:r>
                <a:r>
                  <a:rPr lang="zh-CN" altLang="en-US" sz="2400" b="1">
                    <a:latin typeface="Times New Roman" panose="02020603050405020304" pitchFamily="18" charset="0"/>
                    <a:ea typeface="黑体"/>
                    <a:cs typeface="Times New Roman" panose="02020603050405020304" pitchFamily="18" charset="0"/>
                    <a:sym typeface="+mn-ea"/>
                  </a:rPr>
                  <a:t>和</a:t>
                </a:r>
                <a:r>
                  <a:rPr lang="en-US" altLang="zh-CN" sz="2400">
                    <a:latin typeface="Times New Roman" panose="02020603050405020304" pitchFamily="18" charset="0"/>
                    <a:ea typeface="黑体"/>
                    <a:cs typeface="Times New Roman" panose="02020603050405020304" pitchFamily="18" charset="0"/>
                    <a:sym typeface="+mn-ea"/>
                  </a:rPr>
                  <a:t>3</a:t>
                </a:r>
                <a:r>
                  <a:rPr lang="zh-CN" altLang="en-US" sz="2400" b="1">
                    <a:latin typeface="Times New Roman" panose="02020603050405020304" pitchFamily="18" charset="0"/>
                    <a:ea typeface="黑体"/>
                    <a:cs typeface="Times New Roman" panose="02020603050405020304" pitchFamily="18" charset="0"/>
                    <a:sym typeface="+mn-ea"/>
                  </a:rPr>
                  <a:t>整除</a:t>
                </a:r>
                <a:r>
                  <a:rPr lang="en-US" altLang="zh-CN" sz="2400" b="1">
                    <a:latin typeface="Times New Roman" panose="02020603050405020304" pitchFamily="18" charset="0"/>
                    <a:ea typeface="黑体"/>
                    <a:cs typeface="Times New Roman" panose="02020603050405020304" pitchFamily="18" charset="0"/>
                    <a:sym typeface="+mn-ea"/>
                  </a:rPr>
                  <a:t>.</a:t>
                </a:r>
                <a:endParaRPr lang="en-US" altLang="zh-CN" sz="2400" b="1">
                  <a:latin typeface="Times New Roman" panose="02020603050405020304" pitchFamily="18" charset="0"/>
                  <a:ea typeface="黑体"/>
                  <a:cs typeface="Times New Roman" panose="02020603050405020304" pitchFamily="18" charset="0"/>
                  <a:sym typeface="+mn-ea"/>
                </a:endParaRPr>
              </a:p>
            </p:txBody>
          </p:sp>
        </mc:Choice>
        <mc:Fallback>
          <p:sp>
            <p:nvSpPr>
              <p:cNvPr id="8" name="文本框 7"/>
              <p:cNvSpPr txBox="1">
                <a:spLocks noRot="1" noChangeAspect="1" noMove="1" noResize="1" noEditPoints="1" noAdjustHandles="1" noChangeArrowheads="1" noChangeShapeType="1" noTextEdit="1"/>
              </p:cNvSpPr>
              <p:nvPr>
                <p:custDataLst>
                  <p:tags r:id="rId13"/>
                </p:custDataLst>
              </p:nvPr>
            </p:nvSpPr>
            <p:spPr>
              <a:xfrm>
                <a:off x="796925" y="1169670"/>
                <a:ext cx="10753090" cy="2675255"/>
              </a:xfrm>
              <a:prstGeom prst="rect">
                <a:avLst/>
              </a:prstGeom>
              <a:blipFill rotWithShape="1">
                <a:blip r:embed="rId14"/>
                <a:stretch>
                  <a:fillRect/>
                </a:stretch>
              </a:blipFill>
            </p:spPr>
            <p:txBody>
              <a:bodyPr/>
              <a:lstStyle/>
              <a:p>
                <a:r>
                  <a:rPr lang="zh-CN" altLang="en-US">
                    <a:noFill/>
                  </a:rPr>
                  <a:t> </a:t>
                </a:r>
              </a:p>
            </p:txBody>
          </p:sp>
        </mc:Fallback>
      </mc:AlternateContent>
      <p:grpSp>
        <p:nvGrpSpPr>
          <p:cNvPr id="20" name="组合 19" title=""/>
          <p:cNvGrpSpPr/>
          <p:nvPr>
            <p:custDataLst>
              <p:tags r:id="rId15"/>
            </p:custDataLst>
          </p:nvPr>
        </p:nvGrpSpPr>
        <p:grpSpPr>
          <a:xfrm>
            <a:off x="4184015" y="1792605"/>
            <a:ext cx="1911985" cy="845820"/>
            <a:chOff x="6635" y="1794"/>
            <a:chExt cx="3011" cy="1332"/>
          </a:xfrm>
        </p:grpSpPr>
        <p:sp>
          <p:nvSpPr>
            <p:cNvPr id="3" name="左箭头 2"/>
            <p:cNvSpPr/>
            <p:nvPr>
              <p:custDataLst>
                <p:tags r:id="rId16"/>
              </p:custDataLst>
            </p:nvPr>
          </p:nvSpPr>
          <p:spPr>
            <a:xfrm>
              <a:off x="6635" y="1794"/>
              <a:ext cx="3011" cy="1332"/>
            </a:xfrm>
            <a:prstGeom prst="leftArrow">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custDataLst>
                <p:tags r:id="rId17"/>
              </p:custDataLst>
            </p:nvPr>
          </p:nvSpPr>
          <p:spPr>
            <a:xfrm>
              <a:off x="7252" y="2098"/>
              <a:ext cx="2328" cy="725"/>
            </a:xfrm>
            <a:prstGeom prst="rect">
              <a:avLst/>
            </a:prstGeom>
            <a:noFill/>
          </p:spPr>
          <p:txBody>
            <a:bodyPr wrap="square" rtlCol="0">
              <a:spAutoFit/>
            </a:bodyPr>
            <a:lstStyle/>
            <a:p>
              <a:r>
                <a:rPr lang="zh-CN" altLang="en-US" sz="2400" b="1">
                  <a:latin typeface="宋体" panose="02010600030101010101" pitchFamily="2" charset="-122"/>
                  <a:ea typeface="宋体" panose="02010600030101010101" pitchFamily="2" charset="-122"/>
                </a:rPr>
                <a:t>不是命题</a:t>
              </a:r>
              <a:endParaRPr lang="zh-CN" altLang="en-US" sz="2400" b="1">
                <a:latin typeface="宋体" panose="02010600030101010101" pitchFamily="2" charset="-122"/>
                <a:ea typeface="宋体" panose="02010600030101010101" pitchFamily="2" charset="-122"/>
              </a:endParaRPr>
            </a:p>
          </p:txBody>
        </p:sp>
      </p:grpSp>
      <p:grpSp>
        <p:nvGrpSpPr>
          <p:cNvPr id="7" name="组合 6" title=""/>
          <p:cNvGrpSpPr/>
          <p:nvPr>
            <p:custDataLst>
              <p:tags r:id="rId18"/>
            </p:custDataLst>
          </p:nvPr>
        </p:nvGrpSpPr>
        <p:grpSpPr>
          <a:xfrm>
            <a:off x="6629400" y="2887980"/>
            <a:ext cx="1911985" cy="845820"/>
            <a:chOff x="6635" y="1794"/>
            <a:chExt cx="3011" cy="1332"/>
          </a:xfrm>
        </p:grpSpPr>
        <p:sp>
          <p:nvSpPr>
            <p:cNvPr id="10" name="左箭头 9"/>
            <p:cNvSpPr/>
            <p:nvPr>
              <p:custDataLst>
                <p:tags r:id="rId19"/>
              </p:custDataLst>
            </p:nvPr>
          </p:nvSpPr>
          <p:spPr>
            <a:xfrm>
              <a:off x="6635" y="1794"/>
              <a:ext cx="3011" cy="1332"/>
            </a:xfrm>
            <a:prstGeom prst="leftArrow">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custDataLst>
                <p:tags r:id="rId20"/>
              </p:custDataLst>
            </p:nvPr>
          </p:nvSpPr>
          <p:spPr>
            <a:xfrm>
              <a:off x="7252" y="2098"/>
              <a:ext cx="2328" cy="725"/>
            </a:xfrm>
            <a:prstGeom prst="rect">
              <a:avLst/>
            </a:prstGeom>
            <a:noFill/>
          </p:spPr>
          <p:txBody>
            <a:bodyPr wrap="square" rtlCol="0">
              <a:spAutoFit/>
            </a:bodyPr>
            <a:lstStyle/>
            <a:p>
              <a:pPr algn="ctr"/>
              <a:r>
                <a:rPr lang="zh-CN" altLang="en-US" sz="2400" b="1">
                  <a:latin typeface="宋体" panose="02010600030101010101" pitchFamily="2" charset="-122"/>
                  <a:ea typeface="宋体" panose="02010600030101010101" pitchFamily="2" charset="-122"/>
                </a:rPr>
                <a:t>是命题</a:t>
              </a:r>
              <a:endParaRPr lang="zh-CN" altLang="en-US" sz="2400" b="1">
                <a:latin typeface="宋体" panose="02010600030101010101" pitchFamily="2" charset="-122"/>
                <a:ea typeface="宋体" panose="02010600030101010101" pitchFamily="2" charset="-122"/>
              </a:endParaRPr>
            </a:p>
          </p:txBody>
        </p:sp>
      </p:grpSp>
      <mc:AlternateContent>
        <mc:Choice Requires="a14">
          <p:sp>
            <p:nvSpPr>
              <p:cNvPr id="16" name="文本框 15" title=""/>
              <p:cNvSpPr txBox="1"/>
              <p:nvPr>
                <p:custDataLst>
                  <p:tags r:id="rId21"/>
                </p:custDataLst>
              </p:nvPr>
            </p:nvSpPr>
            <p:spPr>
              <a:xfrm>
                <a:off x="1162685" y="4315460"/>
                <a:ext cx="9910445" cy="1863090"/>
              </a:xfrm>
              <a:prstGeom prst="rect">
                <a:avLst/>
              </a:prstGeom>
              <a:noFill/>
            </p:spPr>
            <p:txBody>
              <a:bodyPr wrap="square" rtlCol="0">
                <a:spAutoFit/>
              </a:bodyPr>
              <a:lstStyle/>
              <a:p>
                <a:pPr>
                  <a:lnSpc>
                    <a:spcPct val="160000"/>
                  </a:lnSpc>
                </a:pPr>
                <a:r>
                  <a:rPr lang="zh-CN" sz="2400" b="1">
                    <a:latin typeface="Times New Roman" panose="02020603050405020304" pitchFamily="18" charset="0"/>
                    <a:ea typeface="黑体"/>
                    <a:cs typeface="Times New Roman" panose="02020603050405020304" pitchFamily="18" charset="0"/>
                  </a:rPr>
                  <a:t>容易判断，</a:t>
                </a:r>
                <a:r>
                  <a:rPr lang="en-US" altLang="zh-CN" sz="2400" b="1">
                    <a:latin typeface="Times New Roman" panose="02020603050405020304" pitchFamily="18" charset="0"/>
                    <a:ea typeface="黑体"/>
                    <a:cs typeface="Times New Roman" panose="02020603050405020304" pitchFamily="18" charset="0"/>
                  </a:rPr>
                  <a:t>(1)(2)</a:t>
                </a:r>
                <a:r>
                  <a:rPr lang="zh-CN" altLang="en-US" sz="2400" b="1">
                    <a:latin typeface="Times New Roman" panose="02020603050405020304" pitchFamily="18" charset="0"/>
                    <a:ea typeface="黑体"/>
                    <a:cs typeface="Times New Roman" panose="02020603050405020304" pitchFamily="18" charset="0"/>
                  </a:rPr>
                  <a:t>不是命题</a:t>
                </a:r>
                <a:r>
                  <a:rPr lang="en-US" altLang="zh-CN" sz="2400" b="1">
                    <a:latin typeface="Times New Roman" panose="02020603050405020304" pitchFamily="18" charset="0"/>
                    <a:ea typeface="黑体"/>
                    <a:cs typeface="Times New Roman" panose="02020603050405020304" pitchFamily="18" charset="0"/>
                  </a:rPr>
                  <a:t>.</a:t>
                </a:r>
                <a:r>
                  <a:rPr lang="zh-CN" altLang="en-US" sz="2400" b="1">
                    <a:latin typeface="Times New Roman" panose="02020603050405020304" pitchFamily="18" charset="0"/>
                    <a:ea typeface="黑体"/>
                    <a:cs typeface="Times New Roman" panose="02020603050405020304" pitchFamily="18" charset="0"/>
                  </a:rPr>
                  <a:t>语句</a:t>
                </a:r>
                <a:r>
                  <a:rPr lang="en-US" altLang="zh-CN" sz="2400" b="1">
                    <a:latin typeface="Times New Roman" panose="02020603050405020304" pitchFamily="18" charset="0"/>
                    <a:ea typeface="黑体"/>
                    <a:cs typeface="Times New Roman" panose="02020603050405020304" pitchFamily="18" charset="0"/>
                    <a:sym typeface="+mn-ea"/>
                  </a:rPr>
                  <a:t>(3)</a:t>
                </a:r>
                <a:r>
                  <a:rPr lang="zh-CN" altLang="en-US" sz="2400" b="1">
                    <a:latin typeface="Times New Roman" panose="02020603050405020304" pitchFamily="18" charset="0"/>
                    <a:ea typeface="黑体"/>
                    <a:cs typeface="Times New Roman" panose="02020603050405020304" pitchFamily="18" charset="0"/>
                  </a:rPr>
                  <a:t>在</a:t>
                </a:r>
                <a:r>
                  <a:rPr lang="en-US" altLang="zh-CN" sz="2400" b="1">
                    <a:latin typeface="Times New Roman" panose="02020603050405020304" pitchFamily="18" charset="0"/>
                    <a:ea typeface="黑体"/>
                    <a:cs typeface="Times New Roman" panose="02020603050405020304" pitchFamily="18" charset="0"/>
                    <a:sym typeface="+mn-ea"/>
                  </a:rPr>
                  <a:t>(1)</a:t>
                </a:r>
                <a:r>
                  <a:rPr lang="zh-CN" altLang="en-US" sz="2400" b="1">
                    <a:latin typeface="Times New Roman" panose="02020603050405020304" pitchFamily="18" charset="0"/>
                    <a:ea typeface="黑体"/>
                    <a:cs typeface="Times New Roman" panose="02020603050405020304" pitchFamily="18" charset="0"/>
                  </a:rPr>
                  <a:t>的基础上，用短语</a:t>
                </a:r>
                <a:r>
                  <a:rPr lang="en-US" altLang="zh-CN" sz="2400" b="1">
                    <a:latin typeface="Times New Roman" panose="02020603050405020304" pitchFamily="18" charset="0"/>
                    <a:ea typeface="黑体"/>
                    <a:cs typeface="Times New Roman" panose="02020603050405020304" pitchFamily="18" charset="0"/>
                  </a:rPr>
                  <a:t>“</a:t>
                </a:r>
                <a:r>
                  <a:rPr lang="zh-CN" altLang="en-US" sz="2400" b="1">
                    <a:latin typeface="Times New Roman" panose="02020603050405020304" pitchFamily="18" charset="0"/>
                    <a:ea typeface="黑体"/>
                    <a:cs typeface="Times New Roman" panose="02020603050405020304" pitchFamily="18" charset="0"/>
                  </a:rPr>
                  <a:t>存在一个</a:t>
                </a:r>
                <a:r>
                  <a:rPr lang="en-US" altLang="zh-CN" sz="2400" b="1">
                    <a:latin typeface="Times New Roman" panose="02020603050405020304" pitchFamily="18" charset="0"/>
                    <a:ea typeface="黑体"/>
                    <a:cs typeface="Times New Roman" panose="02020603050405020304" pitchFamily="18" charset="0"/>
                  </a:rPr>
                  <a:t>”</a:t>
                </a:r>
                <a:r>
                  <a:rPr lang="zh-CN" altLang="en-US" sz="2400" b="1">
                    <a:latin typeface="Times New Roman" panose="02020603050405020304" pitchFamily="18" charset="0"/>
                    <a:ea typeface="黑体"/>
                    <a:cs typeface="Times New Roman" panose="02020603050405020304" pitchFamily="18" charset="0"/>
                  </a:rPr>
                  <a:t>对变量</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b="1">
                    <a:latin typeface="Times New Roman" panose="02020603050405020304" pitchFamily="18" charset="0"/>
                    <a:ea typeface="黑体"/>
                    <a:cs typeface="Times New Roman" panose="02020603050405020304" pitchFamily="18" charset="0"/>
                  </a:rPr>
                  <a:t>进行限定；语句</a:t>
                </a:r>
                <a:r>
                  <a:rPr lang="en-US" altLang="zh-CN" sz="2400" b="1">
                    <a:latin typeface="Times New Roman" panose="02020603050405020304" pitchFamily="18" charset="0"/>
                    <a:ea typeface="黑体"/>
                    <a:cs typeface="Times New Roman" panose="02020603050405020304" pitchFamily="18" charset="0"/>
                  </a:rPr>
                  <a:t>(4)</a:t>
                </a:r>
                <a:r>
                  <a:rPr lang="zh-CN" altLang="en-US" sz="2400" b="1">
                    <a:latin typeface="Times New Roman" panose="02020603050405020304" pitchFamily="18" charset="0"/>
                    <a:ea typeface="黑体"/>
                    <a:cs typeface="Times New Roman" panose="02020603050405020304" pitchFamily="18" charset="0"/>
                  </a:rPr>
                  <a:t>在</a:t>
                </a:r>
                <a:r>
                  <a:rPr lang="en-US" altLang="zh-CN" sz="2400" b="1">
                    <a:latin typeface="Times New Roman" panose="02020603050405020304" pitchFamily="18" charset="0"/>
                    <a:ea typeface="黑体"/>
                    <a:cs typeface="Times New Roman" panose="02020603050405020304" pitchFamily="18" charset="0"/>
                  </a:rPr>
                  <a:t>(2)</a:t>
                </a:r>
                <a:r>
                  <a:rPr lang="zh-CN" altLang="en-US" sz="2400" b="1">
                    <a:latin typeface="Times New Roman" panose="02020603050405020304" pitchFamily="18" charset="0"/>
                    <a:ea typeface="黑体"/>
                    <a:cs typeface="Times New Roman" panose="02020603050405020304" pitchFamily="18" charset="0"/>
                  </a:rPr>
                  <a:t>的基础上，用短语</a:t>
                </a:r>
                <a:r>
                  <a:rPr lang="en-US" altLang="zh-CN" sz="2400" b="1">
                    <a:latin typeface="Times New Roman" panose="02020603050405020304" pitchFamily="18" charset="0"/>
                    <a:ea typeface="黑体"/>
                    <a:cs typeface="Times New Roman" panose="02020603050405020304" pitchFamily="18" charset="0"/>
                  </a:rPr>
                  <a:t>“</a:t>
                </a:r>
                <a:r>
                  <a:rPr lang="zh-CN" altLang="en-US" sz="2400" b="1">
                    <a:latin typeface="Times New Roman" panose="02020603050405020304" pitchFamily="18" charset="0"/>
                    <a:ea typeface="黑体"/>
                    <a:cs typeface="Times New Roman" panose="02020603050405020304" pitchFamily="18" charset="0"/>
                  </a:rPr>
                  <a:t>至少有一个</a:t>
                </a:r>
                <a:r>
                  <a:rPr lang="en-US" altLang="zh-CN" sz="2400" b="1">
                    <a:latin typeface="Times New Roman" panose="02020603050405020304" pitchFamily="18" charset="0"/>
                    <a:ea typeface="黑体"/>
                    <a:cs typeface="Times New Roman" panose="02020603050405020304" pitchFamily="18" charset="0"/>
                  </a:rPr>
                  <a:t>”</a:t>
                </a:r>
                <a:r>
                  <a:rPr lang="zh-CN" altLang="en-US" sz="2400" b="1">
                    <a:latin typeface="Times New Roman" panose="02020603050405020304" pitchFamily="18" charset="0"/>
                    <a:ea typeface="黑体"/>
                    <a:cs typeface="Times New Roman" panose="02020603050405020304" pitchFamily="18" charset="0"/>
                  </a:rPr>
                  <a:t>对变量</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b="1">
                    <a:latin typeface="Times New Roman" panose="02020603050405020304" pitchFamily="18" charset="0"/>
                    <a:ea typeface="黑体"/>
                    <a:cs typeface="Times New Roman" panose="02020603050405020304" pitchFamily="18" charset="0"/>
                  </a:rPr>
                  <a:t>进行限定，从而使</a:t>
                </a:r>
                <a:r>
                  <a:rPr lang="en-US" altLang="zh-CN" sz="2400" b="1">
                    <a:latin typeface="Times New Roman" panose="02020603050405020304" pitchFamily="18" charset="0"/>
                    <a:ea typeface="黑体"/>
                    <a:cs typeface="Times New Roman" panose="02020603050405020304" pitchFamily="18" charset="0"/>
                  </a:rPr>
                  <a:t>(3)(4)</a:t>
                </a:r>
                <a:r>
                  <a:rPr lang="zh-CN" altLang="en-US" sz="2400" b="1">
                    <a:latin typeface="Times New Roman" panose="02020603050405020304" pitchFamily="18" charset="0"/>
                    <a:ea typeface="黑体"/>
                    <a:cs typeface="Times New Roman" panose="02020603050405020304" pitchFamily="18" charset="0"/>
                  </a:rPr>
                  <a:t>成为可以判断真假的陈述句，因此语句</a:t>
                </a:r>
                <a:r>
                  <a:rPr lang="en-US" altLang="zh-CN" sz="2400" b="1">
                    <a:latin typeface="Times New Roman" panose="02020603050405020304" pitchFamily="18" charset="0"/>
                    <a:ea typeface="黑体"/>
                    <a:cs typeface="Times New Roman" panose="02020603050405020304" pitchFamily="18" charset="0"/>
                    <a:sym typeface="+mn-ea"/>
                  </a:rPr>
                  <a:t>(3)(4)</a:t>
                </a:r>
                <a:r>
                  <a:rPr lang="zh-CN" altLang="en-US" sz="2400" b="1">
                    <a:latin typeface="Times New Roman" panose="02020603050405020304" pitchFamily="18" charset="0"/>
                    <a:ea typeface="黑体"/>
                    <a:cs typeface="Times New Roman" panose="02020603050405020304" pitchFamily="18" charset="0"/>
                  </a:rPr>
                  <a:t>是命题</a:t>
                </a:r>
                <a:r>
                  <a:rPr lang="en-US" altLang="zh-CN" sz="2400" b="1">
                    <a:latin typeface="Times New Roman" panose="02020603050405020304" pitchFamily="18" charset="0"/>
                    <a:ea typeface="黑体"/>
                    <a:cs typeface="Times New Roman" panose="02020603050405020304" pitchFamily="18" charset="0"/>
                  </a:rPr>
                  <a:t>.</a:t>
                </a:r>
                <a:endParaRPr lang="en-US" altLang="zh-CN" sz="2400" b="1">
                  <a:latin typeface="Times New Roman" panose="02020603050405020304" pitchFamily="18" charset="0"/>
                  <a:ea typeface="黑体"/>
                  <a:cs typeface="Times New Roman" panose="02020603050405020304" pitchFamily="18" charset="0"/>
                </a:endParaRPr>
              </a:p>
            </p:txBody>
          </p:sp>
        </mc:Choice>
        <mc:Fallback>
          <p:sp>
            <p:nvSpPr>
              <p:cNvPr id="16" name="文本框 15"/>
              <p:cNvSpPr txBox="1">
                <a:spLocks noRot="1" noChangeAspect="1" noMove="1" noResize="1" noEditPoints="1" noAdjustHandles="1" noChangeArrowheads="1" noChangeShapeType="1" noTextEdit="1"/>
              </p:cNvSpPr>
              <p:nvPr>
                <p:custDataLst>
                  <p:tags r:id="rId22"/>
                </p:custDataLst>
              </p:nvPr>
            </p:nvSpPr>
            <p:spPr>
              <a:xfrm>
                <a:off x="1162685" y="4315460"/>
                <a:ext cx="9910445" cy="1863090"/>
              </a:xfrm>
              <a:prstGeom prst="rect">
                <a:avLst/>
              </a:prstGeom>
              <a:blipFill rotWithShape="1">
                <a:blip r:embed="rId23"/>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新知探索</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mc:AlternateContent>
        <mc:Choice Requires="a14">
          <p:sp>
            <p:nvSpPr>
              <p:cNvPr id="2" name="文本框 1" title=""/>
              <p:cNvSpPr txBox="1"/>
              <p:nvPr>
                <p:custDataLst>
                  <p:tags r:id="rId11"/>
                </p:custDataLst>
              </p:nvPr>
            </p:nvSpPr>
            <p:spPr>
              <a:xfrm>
                <a:off x="735965" y="1315720"/>
                <a:ext cx="10477500" cy="2158365"/>
              </a:xfrm>
              <a:prstGeom prst="rect">
                <a:avLst/>
              </a:prstGeom>
              <a:noFill/>
            </p:spPr>
            <p:txBody>
              <a:bodyPr wrap="square" rtlCol="0" anchor="t">
                <a:spAutoFit/>
              </a:bodyPr>
              <a:lstStyle/>
              <a:p>
                <a:pPr indent="609600" algn="l" fontAlgn="auto">
                  <a:lnSpc>
                    <a:spcPct val="140000"/>
                  </a:lnSpc>
                  <a:spcBef>
                    <a:spcPct val="0"/>
                  </a:spcBef>
                  <a:spcAft>
                    <a:spcPct val="0"/>
                  </a:spcAft>
                </a:pPr>
                <a:r>
                  <a:rPr lang="en-US" altLang="zh-CN" sz="2400" b="1">
                    <a:solidFill>
                      <a:srgbClr val="FF0000"/>
                    </a:solidFill>
                    <a:latin typeface="Times New Roman" panose="02020603050405020304" pitchFamily="18" charset="0"/>
                    <a:ea typeface="黑体"/>
                    <a:cs typeface="Times New Roman" panose="02020603050405020304" pitchFamily="18" charset="0"/>
                    <a:sym typeface="+mn-ea"/>
                  </a:rPr>
                  <a:t>   </a:t>
                </a:r>
                <a:r>
                  <a:rPr lang="en-US" altLang="zh-CN" sz="2400" b="1">
                    <a:latin typeface="Times New Roman" panose="02020603050405020304" pitchFamily="18" charset="0"/>
                    <a:ea typeface="黑体"/>
                    <a:cs typeface="Times New Roman" panose="02020603050405020304" pitchFamily="18" charset="0"/>
                    <a:sym typeface="+mn-ea"/>
                  </a:rPr>
                  <a:t>短语</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存在一个</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至少有</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一个”</a:t>
                </a:r>
                <a:r>
                  <a:rPr lang="en-US" altLang="zh-CN" sz="2400" b="1">
                    <a:latin typeface="Times New Roman" panose="02020603050405020304" pitchFamily="18" charset="0"/>
                    <a:ea typeface="黑体"/>
                    <a:cs typeface="Times New Roman" panose="02020603050405020304" pitchFamily="18" charset="0"/>
                    <a:sym typeface="+mn-ea"/>
                  </a:rPr>
                  <a:t>在逻辑中通常叫做</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存在</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量词</a:t>
                </a:r>
                <a:r>
                  <a:rPr lang="en-US" altLang="zh-CN" sz="2400" b="1">
                    <a:solidFill>
                      <a:schemeClr val="tx1"/>
                    </a:solidFill>
                    <a:latin typeface="Times New Roman" panose="02020603050405020304" pitchFamily="18" charset="0"/>
                    <a:ea typeface="黑体"/>
                    <a:cs typeface="Times New Roman" panose="02020603050405020304" pitchFamily="18" charset="0"/>
                    <a:sym typeface="+mn-ea"/>
                  </a:rPr>
                  <a:t>，</a:t>
                </a:r>
                <a:r>
                  <a:rPr lang="en-US" altLang="zh-CN" sz="2400" b="1">
                    <a:latin typeface="Times New Roman" panose="02020603050405020304" pitchFamily="18" charset="0"/>
                    <a:ea typeface="黑体"/>
                    <a:cs typeface="Times New Roman" panose="02020603050405020304" pitchFamily="18" charset="0"/>
                    <a:sym typeface="+mn-ea"/>
                  </a:rPr>
                  <a:t>并且用符号</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14:m>
                  <m:oMathPara>
                    <m:oMathParaPr>
                      <m:jc/>
                    </m:oMathParaPr>
                    <m:oMath>
                      <m:r>
                        <m:rPr>
                          <m:sty m:val="bi"/>
                        </m:rPr>
                        <a:rPr lang="en-US" altLang="zh-CN" sz="2400" b="1" i="1">
                          <a:solidFill>
                            <a:schemeClr val="accent2"/>
                          </a:solidFill>
                          <a:latin typeface="Cambria Math" panose="02040503050406030204" charset="0"/>
                          <a:ea typeface="Coco" panose="02000500000000000000" charset="0"/>
                          <a:cs typeface="Cambria Math" panose="02040503050406030204" charset="0"/>
                        </a:rPr>
                        <m:t>∃</m:t>
                      </m:r>
                    </m:oMath>
                  </m:oMathPara>
                </a14:m>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a:latin typeface="Times New Roman" panose="02020603050405020304" pitchFamily="18" charset="0"/>
                    <a:ea typeface="黑体"/>
                    <a:cs typeface="Times New Roman" panose="02020603050405020304" pitchFamily="18" charset="0"/>
                    <a:sym typeface="+mn-ea"/>
                  </a:rPr>
                  <a:t>表示.</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含有</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存在</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量词的命题</a:t>
                </a:r>
                <a:r>
                  <a:rPr lang="zh-CN" altLang="en-US" sz="2400" b="1">
                    <a:solidFill>
                      <a:schemeClr val="tx1"/>
                    </a:solidFill>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叫</a:t>
                </a:r>
                <a:r>
                  <a:rPr lang="en-US" altLang="zh-CN" sz="2400" b="1">
                    <a:latin typeface="Times New Roman" panose="02020603050405020304" pitchFamily="18" charset="0"/>
                    <a:ea typeface="黑体"/>
                    <a:cs typeface="Times New Roman" panose="02020603050405020304" pitchFamily="18" charset="0"/>
                    <a:sym typeface="+mn-ea"/>
                  </a:rPr>
                  <a:t>做</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存在</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量词命题</a:t>
                </a:r>
                <a:r>
                  <a:rPr lang="en-US" altLang="zh-CN" sz="2400" b="1">
                    <a:solidFill>
                      <a:schemeClr val="tx1"/>
                    </a:solidFill>
                    <a:latin typeface="Times New Roman" panose="02020603050405020304" pitchFamily="18" charset="0"/>
                    <a:ea typeface="黑体"/>
                    <a:cs typeface="Times New Roman" panose="02020603050405020304" pitchFamily="18" charset="0"/>
                    <a:sym typeface="+mn-ea"/>
                  </a:rPr>
                  <a:t>.</a:t>
                </a:r>
                <a:r>
                  <a:rPr lang="en-US" altLang="zh-CN" sz="2400" b="1">
                    <a:latin typeface="Times New Roman" panose="02020603050405020304" pitchFamily="18" charset="0"/>
                    <a:ea typeface="黑体"/>
                    <a:cs typeface="Times New Roman" panose="02020603050405020304" pitchFamily="18" charset="0"/>
                    <a:sym typeface="+mn-ea"/>
                  </a:rPr>
                  <a:t>例如，命题“</a:t>
                </a:r>
                <a:r>
                  <a:rPr lang="zh-CN" altLang="en-US" sz="2400" b="1">
                    <a:latin typeface="Times New Roman" panose="02020603050405020304" pitchFamily="18" charset="0"/>
                    <a:ea typeface="黑体"/>
                    <a:cs typeface="Times New Roman" panose="02020603050405020304" pitchFamily="18" charset="0"/>
                    <a:sym typeface="+mn-ea"/>
                  </a:rPr>
                  <a:t>有的平行四边形是菱形</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有一个素数不是奇数</a:t>
                </a:r>
                <a:r>
                  <a:rPr lang="en-US" altLang="zh-CN" sz="2400" b="1">
                    <a:latin typeface="Times New Roman" panose="02020603050405020304" pitchFamily="18" charset="0"/>
                    <a:ea typeface="黑体"/>
                    <a:cs typeface="Times New Roman" panose="02020603050405020304" pitchFamily="18" charset="0"/>
                    <a:sym typeface="+mn-ea"/>
                  </a:rPr>
                  <a:t>”都是</a:t>
                </a:r>
                <a:r>
                  <a:rPr lang="zh-CN" altLang="en-US" sz="2400" b="1">
                    <a:latin typeface="Times New Roman" panose="02020603050405020304" pitchFamily="18" charset="0"/>
                    <a:ea typeface="黑体"/>
                    <a:cs typeface="Times New Roman" panose="02020603050405020304" pitchFamily="18" charset="0"/>
                    <a:sym typeface="+mn-ea"/>
                  </a:rPr>
                  <a:t>存在</a:t>
                </a:r>
                <a:r>
                  <a:rPr lang="en-US" altLang="zh-CN" sz="2400" b="1">
                    <a:latin typeface="Times New Roman" panose="02020603050405020304" pitchFamily="18" charset="0"/>
                    <a:ea typeface="黑体"/>
                    <a:cs typeface="Times New Roman" panose="02020603050405020304" pitchFamily="18" charset="0"/>
                    <a:sym typeface="+mn-ea"/>
                  </a:rPr>
                  <a:t>量词命题.</a:t>
                </a:r>
                <a:endParaRPr lang="en-US" altLang="zh-CN" sz="2400" b="1">
                  <a:latin typeface="Times New Roman" panose="02020603050405020304" pitchFamily="18" charset="0"/>
                  <a:ea typeface="黑体"/>
                  <a:cs typeface="Times New Roman" panose="02020603050405020304" pitchFamily="18" charset="0"/>
                </a:endParaRPr>
              </a:p>
              <a:p>
                <a:pPr indent="609600" algn="l" fontAlgn="auto">
                  <a:lnSpc>
                    <a:spcPct val="140000"/>
                  </a:lnSpc>
                  <a:spcBef>
                    <a:spcPct val="0"/>
                  </a:spcBef>
                  <a:spcAft>
                    <a:spcPct val="0"/>
                  </a:spcAft>
                </a:pPr>
                <a:r>
                  <a:rPr lang="en-US" altLang="zh-CN" sz="2400" b="1">
                    <a:solidFill>
                      <a:srgbClr val="FF0000"/>
                    </a:solidFill>
                    <a:latin typeface="Times New Roman" panose="02020603050405020304" pitchFamily="18" charset="0"/>
                    <a:ea typeface="黑体"/>
                    <a:cs typeface="Times New Roman" panose="02020603050405020304" pitchFamily="18" charset="0"/>
                    <a:sym typeface="+mn-ea"/>
                  </a:rPr>
                  <a:t>    </a:t>
                </a:r>
                <a:r>
                  <a:rPr lang="zh-CN" altLang="en-US" sz="2400" b="1">
                    <a:latin typeface="Times New Roman" panose="02020603050405020304" pitchFamily="18" charset="0"/>
                    <a:ea typeface="黑体"/>
                    <a:cs typeface="Times New Roman" panose="02020603050405020304" pitchFamily="18" charset="0"/>
                    <a:sym typeface="+mn-ea"/>
                  </a:rPr>
                  <a:t>常见的全称量词还有</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有些</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有一个</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有的</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等</a:t>
                </a:r>
                <a:r>
                  <a:rPr lang="en-US" altLang="zh-CN" sz="2400" b="1">
                    <a:latin typeface="Times New Roman" panose="02020603050405020304" pitchFamily="18" charset="0"/>
                    <a:ea typeface="黑体"/>
                    <a:cs typeface="Times New Roman" panose="02020603050405020304" pitchFamily="18" charset="0"/>
                    <a:sym typeface="+mn-ea"/>
                  </a:rPr>
                  <a:t>.</a:t>
                </a:r>
                <a:endParaRPr lang="en-US" altLang="zh-CN" sz="2400" b="1">
                  <a:latin typeface="Times New Roman" panose="02020603050405020304" pitchFamily="18" charset="0"/>
                  <a:ea typeface="黑体"/>
                  <a:cs typeface="Times New Roman" panose="02020603050405020304" pitchFamily="18" charset="0"/>
                  <a:sym typeface="+mn-ea"/>
                </a:endParaRPr>
              </a:p>
            </p:txBody>
          </p:sp>
        </mc:Choice>
        <mc:Fallback>
          <p:sp>
            <p:nvSpPr>
              <p:cNvPr id="2" name="文本框 1"/>
              <p:cNvSpPr txBox="1">
                <a:spLocks noRot="1" noChangeAspect="1" noMove="1" noResize="1" noEditPoints="1" noAdjustHandles="1" noChangeArrowheads="1" noChangeShapeType="1" noTextEdit="1"/>
              </p:cNvSpPr>
              <p:nvPr>
                <p:custDataLst>
                  <p:tags r:id="rId12"/>
                </p:custDataLst>
              </p:nvPr>
            </p:nvSpPr>
            <p:spPr>
              <a:xfrm>
                <a:off x="735965" y="1315720"/>
                <a:ext cx="10477500" cy="2158365"/>
              </a:xfrm>
              <a:prstGeom prst="rect">
                <a:avLst/>
              </a:prstGeom>
              <a:blipFill rotWithShape="1">
                <a:blip r:embed="rId13"/>
                <a:stretch>
                  <a:fillRect/>
                </a:stretch>
              </a:blipFill>
            </p:spPr>
            <p:txBody>
              <a:bodyPr/>
              <a:lstStyle/>
              <a:p>
                <a:r>
                  <a:rPr lang="zh-CN" altLang="en-US">
                    <a:noFill/>
                  </a:rPr>
                  <a:t> </a:t>
                </a:r>
              </a:p>
            </p:txBody>
          </p:sp>
        </mc:Fallback>
      </mc:AlternateContent>
      <p:grpSp>
        <p:nvGrpSpPr>
          <p:cNvPr id="5" name="组合 4" title=""/>
          <p:cNvGrpSpPr/>
          <p:nvPr>
            <p:custDataLst>
              <p:tags r:id="rId14"/>
            </p:custDataLst>
          </p:nvPr>
        </p:nvGrpSpPr>
        <p:grpSpPr>
          <a:xfrm>
            <a:off x="735965" y="3937635"/>
            <a:ext cx="10340340" cy="2303780"/>
            <a:chOff x="1159" y="6345"/>
            <a:chExt cx="16284" cy="3628"/>
          </a:xfrm>
        </p:grpSpPr>
        <p:sp>
          <p:nvSpPr>
            <p:cNvPr id="72" name="圆角矩形 71"/>
            <p:cNvSpPr/>
            <p:nvPr>
              <p:custDataLst>
                <p:tags r:id="rId15"/>
              </p:custDataLst>
            </p:nvPr>
          </p:nvSpPr>
          <p:spPr>
            <a:xfrm>
              <a:off x="1159" y="6441"/>
              <a:ext cx="3325" cy="1083"/>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一般形式</a:t>
              </a:r>
              <a:r>
                <a:rPr sz="2400" b="1">
                  <a:solidFill>
                    <a:schemeClr val="bg1"/>
                  </a:solidFill>
                  <a:latin typeface="Times New Roman" panose="02020603050405020304" pitchFamily="18" charset="0"/>
                  <a:ea typeface="黑体"/>
                  <a:cs typeface="Times New Roman" panose="02020603050405020304" pitchFamily="18" charset="0"/>
                  <a:sym typeface="+mn-ea"/>
                </a:rPr>
                <a:t>：</a:t>
              </a: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7" name="圆角矩形 6"/>
            <p:cNvSpPr/>
            <p:nvPr>
              <p:custDataLst>
                <p:tags r:id="rId16"/>
              </p:custDataLst>
            </p:nvPr>
          </p:nvSpPr>
          <p:spPr>
            <a:xfrm>
              <a:off x="1159" y="8890"/>
              <a:ext cx="3325" cy="1083"/>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结构特点</a:t>
              </a:r>
              <a:r>
                <a:rPr sz="2400" b="1">
                  <a:solidFill>
                    <a:schemeClr val="bg1"/>
                  </a:solidFill>
                  <a:latin typeface="Times New Roman" panose="02020603050405020304" pitchFamily="18" charset="0"/>
                  <a:ea typeface="黑体"/>
                  <a:cs typeface="Times New Roman" panose="02020603050405020304" pitchFamily="18" charset="0"/>
                  <a:sym typeface="+mn-ea"/>
                </a:rPr>
                <a:t>：</a:t>
              </a: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mc:AlternateContent>
          <mc:Choice Requires="a14">
            <p:sp>
              <p:nvSpPr>
                <p:cNvPr id="3" name="文本框 2"/>
                <p:cNvSpPr txBox="1"/>
                <p:nvPr>
                  <p:custDataLst>
                    <p:tags r:id="rId17"/>
                  </p:custDataLst>
                </p:nvPr>
              </p:nvSpPr>
              <p:spPr>
                <a:xfrm>
                  <a:off x="4584" y="6345"/>
                  <a:ext cx="12859" cy="2121"/>
                </a:xfrm>
                <a:prstGeom prst="rect">
                  <a:avLst/>
                </a:prstGeom>
                <a:noFill/>
              </p:spPr>
              <p:txBody>
                <a:bodyPr wrap="square" rtlCol="0" anchor="t">
                  <a:spAutoFit/>
                </a:bodyPr>
                <a:lstStyle/>
                <a:p>
                  <a:pPr>
                    <a:lnSpc>
                      <a:spcPct val="170000"/>
                    </a:lnSpc>
                  </a:pPr>
                  <a:r>
                    <a:rPr lang="zh-CN" sz="2400" b="1">
                      <a:latin typeface="Times New Roman" panose="02020603050405020304" pitchFamily="18" charset="0"/>
                      <a:ea typeface="黑体"/>
                      <a:cs typeface="Times New Roman" panose="02020603050405020304" pitchFamily="18" charset="0"/>
                      <a:sym typeface="+mn-ea"/>
                    </a:rPr>
                    <a:t>存在</a:t>
                  </a:r>
                  <a:r>
                    <a:rPr lang="zh-CN" altLang="en-US" sz="2400" b="1">
                      <a:latin typeface="Times New Roman" panose="02020603050405020304" pitchFamily="18" charset="0"/>
                      <a:ea typeface="黑体"/>
                      <a:cs typeface="Times New Roman" panose="02020603050405020304" pitchFamily="18" charset="0"/>
                      <a:sym typeface="+mn-ea"/>
                    </a:rPr>
                    <a:t>量词命题</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存在</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sym typeface="+mn-ea"/>
                          </a:rPr>
                          <m:t>𝑀</m:t>
                        </m:r>
                      </m:oMath>
                    </m:oMathPara>
                  </a14:m>
                  <a:r>
                    <a:rPr lang="zh-CN" altLang="en-US" sz="2400" b="1">
                      <a:latin typeface="Times New Roman" panose="02020603050405020304" pitchFamily="18" charset="0"/>
                      <a:ea typeface="黑体"/>
                      <a:cs typeface="Times New Roman" panose="02020603050405020304" pitchFamily="18" charset="0"/>
                      <a:sym typeface="+mn-ea"/>
                    </a:rPr>
                    <a:t>中任意一个</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a:latin typeface="Times New Roman" panose="02020603050405020304" pitchFamily="18" charset="0"/>
                      <a:ea typeface="黑体"/>
                      <a:cs typeface="Times New Roman" panose="02020603050405020304" pitchFamily="18" charset="0"/>
                      <a:sym typeface="+mn-ea"/>
                    </a:rPr>
                    <a:t>，</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𝑝</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oMath>
                    </m:oMathPara>
                  </a14:m>
                  <a:r>
                    <a:rPr lang="zh-CN" altLang="en-US" sz="2400" b="1">
                      <a:latin typeface="Times New Roman" panose="02020603050405020304" pitchFamily="18" charset="0"/>
                      <a:ea typeface="黑体"/>
                      <a:cs typeface="Times New Roman" panose="02020603050405020304" pitchFamily="18" charset="0"/>
                      <a:sym typeface="+mn-ea"/>
                    </a:rPr>
                    <a:t>成立</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可用符号简记为</a:t>
                  </a:r>
                  <a14:m>
                    <m:oMathPara>
                      <m:oMathParaPr>
                        <m:jc/>
                      </m:oMathParaPr>
                      <m:oMath>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𝑀</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𝑝</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oMath>
                    </m:oMathPara>
                  </a14:m>
                  <a:endParaRPr lang="en-US" altLang="zh-CN" sz="2400" i="1">
                    <a:latin typeface="Times New Roman" panose="02020603050405020304" pitchFamily="18" charset="0"/>
                    <a:ea typeface="黑体"/>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custDataLst>
                    <p:tags r:id="rId18"/>
                  </p:custDataLst>
                </p:nvPr>
              </p:nvSpPr>
              <p:spPr>
                <a:xfrm>
                  <a:off x="4584" y="6345"/>
                  <a:ext cx="12859" cy="2121"/>
                </a:xfrm>
                <a:prstGeom prst="rect">
                  <a:avLst/>
                </a:prstGeom>
                <a:blipFill rotWithShape="1">
                  <a:blip r:embed="rId19"/>
                  <a:stretch>
                    <a:fillRect/>
                  </a:stretch>
                </a:blipFill>
              </p:spPr>
              <p:txBody>
                <a:bodyPr/>
                <a:lstStyle/>
                <a:p>
                  <a:r>
                    <a:rPr lang="zh-CN" altLang="en-US">
                      <a:noFill/>
                    </a:rPr>
                    <a:t> </a:t>
                  </a:r>
                </a:p>
              </p:txBody>
            </p:sp>
          </mc:Fallback>
        </mc:AlternateContent>
        <mc:AlternateContent>
          <mc:Choice Requires="a14">
            <p:sp>
              <p:nvSpPr>
                <p:cNvPr id="4" name="文本框 3"/>
                <p:cNvSpPr txBox="1"/>
                <p:nvPr>
                  <p:custDataLst>
                    <p:tags r:id="rId20"/>
                  </p:custDataLst>
                </p:nvPr>
              </p:nvSpPr>
              <p:spPr>
                <a:xfrm>
                  <a:off x="4584" y="8759"/>
                  <a:ext cx="9600" cy="1132"/>
                </a:xfrm>
                <a:prstGeom prst="rect">
                  <a:avLst/>
                </a:prstGeom>
                <a:noFill/>
              </p:spPr>
              <p:txBody>
                <a:bodyPr wrap="square" rtlCol="0" anchor="t">
                  <a:spAutoFit/>
                </a:bodyPr>
                <a:lstStyle/>
                <a:p>
                  <a:pPr>
                    <a:lnSpc>
                      <a:spcPct val="170000"/>
                    </a:lnSpc>
                  </a:pPr>
                  <a:r>
                    <a:rPr lang="zh-CN" altLang="en-US" sz="2400" b="1">
                      <a:latin typeface="Times New Roman" panose="02020603050405020304" pitchFamily="18" charset="0"/>
                      <a:ea typeface="黑体"/>
                      <a:cs typeface="Times New Roman" panose="02020603050405020304" pitchFamily="18" charset="0"/>
                      <a:sym typeface="+mn-ea"/>
                    </a:rPr>
                    <a:t>集合</a:t>
                  </a:r>
                  <a14:m>
                    <m:oMathPara>
                      <m:oMathParaPr>
                        <m:jc/>
                      </m:oMathParaPr>
                      <m:oMath>
                        <m:r>
                          <m:rPr>
                            <m:sty m:val="b"/>
                          </m:rPr>
                          <a:rPr lang="zh-CN" altLang="en-US" sz="2400" b="1">
                            <a:latin typeface="Times New Roman" pitchFamily="18" charset="0"/>
                            <a:ea typeface="黑体" panose="02010609060101010101" charset="-122"/>
                            <a:cs typeface="Times New Roman" panose="02020603050405020304" pitchFamily="18" charset="0"/>
                            <a:sym typeface="+mn-ea"/>
                          </a:rPr>
                          <m:t>𝐌</m:t>
                        </m:r>
                      </m:oMath>
                    </m:oMathPara>
                  </a14:m>
                  <a:r>
                    <a:rPr lang="zh-CN" altLang="en-US" sz="2400" b="1">
                      <a:latin typeface="Times New Roman" panose="02020603050405020304" pitchFamily="18" charset="0"/>
                      <a:ea typeface="黑体"/>
                      <a:cs typeface="Times New Roman" panose="02020603050405020304" pitchFamily="18" charset="0"/>
                      <a:sym typeface="+mn-ea"/>
                    </a:rPr>
                    <a:t>中至少存在一个元素，满足条件</a:t>
                  </a:r>
                  <a14:m>
                    <m:oMathPara>
                      <m:oMathParaPr>
                        <m:jc/>
                      </m:oMathParaPr>
                      <m:oMath>
                        <m:r>
                          <m:rPr>
                            <m:sty m:val="b"/>
                          </m:rPr>
                          <a:rPr lang="zh-CN" altLang="en-US" sz="2400" b="1">
                            <a:latin typeface="Times New Roman" pitchFamily="18" charset="0"/>
                            <a:ea typeface="黑体" panose="02010609060101010101" charset="-122"/>
                            <a:cs typeface="Times New Roman" panose="02020603050405020304" pitchFamily="18" charset="0"/>
                          </a:rPr>
                          <m:t>𝐩</m:t>
                        </m:r>
                      </m:oMath>
                    </m:oMathPara>
                  </a14:m>
                  <a:r>
                    <a:rPr lang="zh-CN" altLang="en-US" sz="2400" b="1">
                      <a:latin typeface="Times New Roman" panose="02020603050405020304" pitchFamily="18" charset="0"/>
                      <a:ea typeface="黑体"/>
                      <a:cs typeface="Times New Roman" panose="02020603050405020304" pitchFamily="18" charset="0"/>
                      <a:sym typeface="+mn-ea"/>
                    </a:rPr>
                    <a:t>.</a:t>
                  </a:r>
                  <a:endParaRPr lang="zh-CN" altLang="en-US" sz="2400" b="1">
                    <a:latin typeface="Times New Roman" panose="02020603050405020304" pitchFamily="18" charset="0"/>
                    <a:ea typeface="黑体"/>
                    <a:cs typeface="Times New Roman" panose="02020603050405020304" pitchFamily="18" charset="0"/>
                    <a:sym typeface="+mn-ea"/>
                  </a:endParaRPr>
                </a:p>
              </p:txBody>
            </p:sp>
          </mc:Choice>
          <mc:Fallback>
            <p:sp>
              <p:nvSpPr>
                <p:cNvPr id="4" name="文本框 3"/>
                <p:cNvSpPr txBox="1">
                  <a:spLocks noRot="1" noChangeAspect="1" noMove="1" noResize="1" noEditPoints="1" noAdjustHandles="1" noChangeArrowheads="1" noChangeShapeType="1" noTextEdit="1"/>
                </p:cNvSpPr>
                <p:nvPr>
                  <p:custDataLst>
                    <p:tags r:id="rId21"/>
                  </p:custDataLst>
                </p:nvPr>
              </p:nvSpPr>
              <p:spPr>
                <a:xfrm>
                  <a:off x="4584" y="8759"/>
                  <a:ext cx="9600" cy="1132"/>
                </a:xfrm>
                <a:prstGeom prst="rect">
                  <a:avLst/>
                </a:prstGeom>
                <a:blipFill rotWithShape="1">
                  <a:blip r:embed="rId22"/>
                  <a:stretch>
                    <a:fillRect/>
                  </a:stretch>
                </a:blipFill>
              </p:spPr>
              <p:txBody>
                <a:bodyPr/>
                <a:lstStyle/>
                <a:p>
                  <a:r>
                    <a:rPr lang="zh-CN" altLang="en-US">
                      <a:noFill/>
                    </a:rPr>
                    <a:t> </a:t>
                  </a:r>
                </a:p>
              </p:txBody>
            </p:sp>
          </mc:Fallback>
        </mc:AlternateContent>
      </p:grpSp>
      <p:sp>
        <p:nvSpPr>
          <p:cNvPr id="12294" name="文本框 12293" title=""/>
          <p:cNvSpPr txBox="1"/>
          <p:nvPr>
            <p:custDataLst>
              <p:tags r:id="rId23"/>
            </p:custDataLst>
          </p:nvPr>
        </p:nvSpPr>
        <p:spPr>
          <a:xfrm>
            <a:off x="632460" y="1247140"/>
            <a:ext cx="11003280" cy="2443480"/>
          </a:xfrm>
          <a:prstGeom prst="rect">
            <a:avLst/>
          </a:prstGeom>
          <a:noFill/>
          <a:ln w="9525">
            <a:gradFill>
              <a:gsLst>
                <a:gs pos="0">
                  <a:schemeClr val="accent2"/>
                </a:gs>
                <a:gs pos="100000">
                  <a:srgbClr val="5178FA"/>
                </a:gs>
              </a:gsLst>
              <a:lin ang="13080000" scaled="1"/>
            </a:gradFill>
            <a:prstDash val="dash"/>
          </a:ln>
        </p:spPr>
        <p:txBody>
          <a:bodyPr wrap="square" anchor="t" anchorCtr="0">
            <a:noAutofit/>
          </a:bodyPr>
          <a:lstStyle/>
          <a:p>
            <a:pPr indent="528955" algn="just" fontAlgn="auto">
              <a:lnSpc>
                <a:spcPct val="140000"/>
              </a:lnSpc>
            </a:pPr>
            <a:endParaRPr lang="en-US" altLang="zh-CN" sz="2400" b="1">
              <a:solidFill>
                <a:srgbClr val="4175FC"/>
              </a:solidFill>
              <a:latin typeface="Times New Roman" panose="02020603050405020304" pitchFamily="18" charset="0"/>
              <a:ea typeface="黑体"/>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文本框 23" title=""/>
          <p:cNvSpPr txBox="1"/>
          <p:nvPr>
            <p:custDataLst>
              <p:tags r:id="rId8"/>
            </p:custDataLst>
          </p:nvPr>
        </p:nvSpPr>
        <p:spPr>
          <a:xfrm>
            <a:off x="771525" y="576580"/>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方法技巧</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title=""/>
          <p:cNvSpPr/>
          <p:nvPr>
            <p:custDataLst>
              <p:tags r:id="rId9"/>
            </p:custDataLst>
          </p:nvPr>
        </p:nvSpPr>
        <p:spPr>
          <a:xfrm>
            <a:off x="577850" y="640715"/>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3" name="文本框 2" title=""/>
          <p:cNvSpPr txBox="1"/>
          <p:nvPr>
            <p:custDataLst>
              <p:tags r:id="rId10"/>
            </p:custDataLst>
          </p:nvPr>
        </p:nvSpPr>
        <p:spPr>
          <a:xfrm>
            <a:off x="771525" y="1490345"/>
            <a:ext cx="10612755" cy="645160"/>
          </a:xfrm>
          <a:prstGeom prst="rect">
            <a:avLst/>
          </a:prstGeom>
          <a:noFill/>
        </p:spPr>
        <p:txBody>
          <a:bodyPr wrap="square" rtlCol="0">
            <a:spAutoFit/>
          </a:bodyPr>
          <a:lstStyle/>
          <a:p>
            <a:pPr>
              <a:lnSpc>
                <a:spcPct val="150000"/>
              </a:lnSpc>
            </a:pPr>
            <a:r>
              <a:rPr sz="2400" b="1">
                <a:solidFill>
                  <a:schemeClr val="accent2"/>
                </a:solidFill>
                <a:latin typeface="黑体"/>
                <a:ea typeface="黑体"/>
                <a:sym typeface="+mn-ea"/>
              </a:rPr>
              <a:t>判断全称量词命题还是存在量词命题的思路：</a:t>
            </a:r>
            <a:endParaRPr sz="2400" b="1">
              <a:solidFill>
                <a:schemeClr val="accent2"/>
              </a:solidFill>
              <a:latin typeface="黑体"/>
              <a:ea typeface="黑体"/>
              <a:sym typeface="+mn-ea"/>
            </a:endParaRPr>
          </a:p>
        </p:txBody>
      </p:sp>
      <p:grpSp>
        <p:nvGrpSpPr>
          <p:cNvPr id="22" name="组合 21" title=""/>
          <p:cNvGrpSpPr/>
          <p:nvPr>
            <p:custDataLst>
              <p:tags r:id="rId11"/>
            </p:custDataLst>
          </p:nvPr>
        </p:nvGrpSpPr>
        <p:grpSpPr>
          <a:xfrm>
            <a:off x="771525" y="2574925"/>
            <a:ext cx="10587990" cy="3134360"/>
            <a:chOff x="1215" y="4895"/>
            <a:chExt cx="16674" cy="4936"/>
          </a:xfrm>
        </p:grpSpPr>
        <p:grpSp>
          <p:nvGrpSpPr>
            <p:cNvPr id="14" name="组合 13"/>
            <p:cNvGrpSpPr/>
            <p:nvPr>
              <p:custDataLst>
                <p:tags r:id="rId12"/>
              </p:custDataLst>
            </p:nvPr>
          </p:nvGrpSpPr>
          <p:grpSpPr>
            <a:xfrm>
              <a:off x="1215" y="4895"/>
              <a:ext cx="16673" cy="878"/>
              <a:chOff x="1215" y="4895"/>
              <a:chExt cx="16673" cy="878"/>
            </a:xfrm>
          </p:grpSpPr>
          <p:sp>
            <p:nvSpPr>
              <p:cNvPr id="72" name="圆角矩形 71"/>
              <p:cNvSpPr/>
              <p:nvPr>
                <p:custDataLst>
                  <p:tags r:id="rId13"/>
                </p:custDataLst>
              </p:nvPr>
            </p:nvSpPr>
            <p:spPr>
              <a:xfrm>
                <a:off x="1215" y="4895"/>
                <a:ext cx="4736" cy="878"/>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判命题</a:t>
                </a: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16" name="圆角矩形 15"/>
              <p:cNvSpPr/>
              <p:nvPr>
                <p:custDataLst>
                  <p:tags r:id="rId14"/>
                </p:custDataLst>
              </p:nvPr>
            </p:nvSpPr>
            <p:spPr>
              <a:xfrm>
                <a:off x="7866" y="4896"/>
                <a:ext cx="10023" cy="876"/>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8" name="直接连接符 7"/>
              <p:cNvCxnSpPr/>
              <p:nvPr>
                <p:custDataLst>
                  <p:tags r:id="rId15"/>
                </p:custDataLst>
              </p:nvPr>
            </p:nvCxnSpPr>
            <p:spPr>
              <a:xfrm>
                <a:off x="5951" y="5334"/>
                <a:ext cx="1915" cy="0"/>
              </a:xfrm>
              <a:prstGeom prst="line">
                <a:avLst/>
              </a:prstGeom>
            </p:spPr>
            <p:style>
              <a:lnRef idx="2">
                <a:schemeClr val="accent1"/>
              </a:lnRef>
              <a:fillRef idx="0">
                <a:srgbClr val="FFFFFF"/>
              </a:fillRef>
              <a:effectRef idx="0">
                <a:srgbClr val="FFFFFF"/>
              </a:effectRef>
              <a:fontRef idx="minor">
                <a:schemeClr val="tx1"/>
              </a:fontRef>
            </p:style>
          </p:cxnSp>
        </p:grpSp>
        <p:sp>
          <p:nvSpPr>
            <p:cNvPr id="18" name="文本框 17"/>
            <p:cNvSpPr txBox="1"/>
            <p:nvPr>
              <p:custDataLst>
                <p:tags r:id="rId16"/>
              </p:custDataLst>
            </p:nvPr>
          </p:nvSpPr>
          <p:spPr>
            <a:xfrm>
              <a:off x="8289" y="4992"/>
              <a:ext cx="9600" cy="725"/>
            </a:xfrm>
            <a:prstGeom prst="rect">
              <a:avLst/>
            </a:prstGeom>
            <a:noFill/>
          </p:spPr>
          <p:txBody>
            <a:bodyPr wrap="square" rtlCol="0" anchor="t">
              <a:spAutoFit/>
            </a:bodyPr>
            <a:lstStyle/>
            <a:p>
              <a:r>
                <a:rPr lang="zh-CN" altLang="en-US" sz="2400">
                  <a:latin typeface="黑体"/>
                  <a:ea typeface="黑体"/>
                  <a:sym typeface="+mn-ea"/>
                </a:rPr>
                <a:t>判断语句是否为命题</a:t>
              </a:r>
              <a:endParaRPr lang="zh-CN" altLang="en-US" sz="2400">
                <a:latin typeface="黑体"/>
                <a:ea typeface="黑体"/>
                <a:sym typeface="+mn-ea"/>
              </a:endParaRPr>
            </a:p>
          </p:txBody>
        </p:sp>
        <p:grpSp>
          <p:nvGrpSpPr>
            <p:cNvPr id="21" name="组合 20"/>
            <p:cNvGrpSpPr/>
            <p:nvPr>
              <p:custDataLst>
                <p:tags r:id="rId17"/>
              </p:custDataLst>
            </p:nvPr>
          </p:nvGrpSpPr>
          <p:grpSpPr>
            <a:xfrm>
              <a:off x="1215" y="6345"/>
              <a:ext cx="16674" cy="3487"/>
              <a:chOff x="1215" y="6345"/>
              <a:chExt cx="16674" cy="3487"/>
            </a:xfrm>
          </p:grpSpPr>
          <p:sp>
            <p:nvSpPr>
              <p:cNvPr id="4" name="圆角矩形 3"/>
              <p:cNvSpPr/>
              <p:nvPr>
                <p:custDataLst>
                  <p:tags r:id="rId18"/>
                </p:custDataLst>
              </p:nvPr>
            </p:nvSpPr>
            <p:spPr>
              <a:xfrm>
                <a:off x="1215" y="6681"/>
                <a:ext cx="4736" cy="878"/>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看量词</a:t>
                </a: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6" name="圆角矩形 5"/>
              <p:cNvSpPr/>
              <p:nvPr>
                <p:custDataLst>
                  <p:tags r:id="rId19"/>
                </p:custDataLst>
              </p:nvPr>
            </p:nvSpPr>
            <p:spPr>
              <a:xfrm>
                <a:off x="7866" y="6345"/>
                <a:ext cx="10023" cy="1464"/>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0" name="直接连接符 9"/>
              <p:cNvCxnSpPr/>
              <p:nvPr>
                <p:custDataLst>
                  <p:tags r:id="rId20"/>
                </p:custDataLst>
              </p:nvPr>
            </p:nvCxnSpPr>
            <p:spPr>
              <a:xfrm>
                <a:off x="5951" y="7120"/>
                <a:ext cx="1915" cy="0"/>
              </a:xfrm>
              <a:prstGeom prst="line">
                <a:avLst/>
              </a:prstGeom>
            </p:spPr>
            <p:style>
              <a:lnRef idx="2">
                <a:schemeClr val="accent1"/>
              </a:lnRef>
              <a:fillRef idx="0">
                <a:srgbClr val="FFFFFF"/>
              </a:fillRef>
              <a:effectRef idx="0">
                <a:srgbClr val="FFFFFF"/>
              </a:effectRef>
              <a:fontRef idx="minor">
                <a:schemeClr val="tx1"/>
              </a:fontRef>
            </p:style>
          </p:cxnSp>
          <p:sp>
            <p:nvSpPr>
              <p:cNvPr id="5" name="圆角矩形 4"/>
              <p:cNvSpPr/>
              <p:nvPr>
                <p:custDataLst>
                  <p:tags r:id="rId21"/>
                </p:custDataLst>
              </p:nvPr>
            </p:nvSpPr>
            <p:spPr>
              <a:xfrm>
                <a:off x="1215" y="8666"/>
                <a:ext cx="4736" cy="878"/>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下结论</a:t>
                </a: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7" name="圆角矩形 6"/>
              <p:cNvSpPr/>
              <p:nvPr>
                <p:custDataLst>
                  <p:tags r:id="rId22"/>
                </p:custDataLst>
              </p:nvPr>
            </p:nvSpPr>
            <p:spPr>
              <a:xfrm>
                <a:off x="7866" y="8330"/>
                <a:ext cx="10023" cy="1503"/>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1" name="直接连接符 10"/>
              <p:cNvCxnSpPr/>
              <p:nvPr>
                <p:custDataLst>
                  <p:tags r:id="rId23"/>
                </p:custDataLst>
              </p:nvPr>
            </p:nvCxnSpPr>
            <p:spPr>
              <a:xfrm>
                <a:off x="5951" y="9104"/>
                <a:ext cx="1915" cy="0"/>
              </a:xfrm>
              <a:prstGeom prst="line">
                <a:avLst/>
              </a:prstGeom>
            </p:spPr>
            <p:style>
              <a:lnRef idx="2">
                <a:schemeClr val="accent1"/>
              </a:lnRef>
              <a:fillRef idx="0">
                <a:srgbClr val="FFFFFF"/>
              </a:fillRef>
              <a:effectRef idx="0">
                <a:srgbClr val="FFFFFF"/>
              </a:effectRef>
              <a:fontRef idx="minor">
                <a:schemeClr val="tx1"/>
              </a:fontRef>
            </p:style>
          </p:cxnSp>
          <p:sp>
            <p:nvSpPr>
              <p:cNvPr id="19" name="文本框 18"/>
              <p:cNvSpPr txBox="1"/>
              <p:nvPr>
                <p:custDataLst>
                  <p:tags r:id="rId24"/>
                </p:custDataLst>
              </p:nvPr>
            </p:nvSpPr>
            <p:spPr>
              <a:xfrm>
                <a:off x="8289" y="6466"/>
                <a:ext cx="9600" cy="1307"/>
              </a:xfrm>
              <a:prstGeom prst="rect">
                <a:avLst/>
              </a:prstGeom>
              <a:noFill/>
            </p:spPr>
            <p:txBody>
              <a:bodyPr wrap="square" rtlCol="0" anchor="t">
                <a:spAutoFit/>
              </a:bodyPr>
              <a:lstStyle/>
              <a:p>
                <a:pPr algn="l"/>
                <a:r>
                  <a:rPr lang="zh-CN" sz="2400">
                    <a:latin typeface="黑体"/>
                    <a:ea typeface="黑体"/>
                    <a:sym typeface="+mn-ea"/>
                  </a:rPr>
                  <a:t>看命题中是否含有量词或隐含量词，判断量词或隐含量词是全称量词或存在量词</a:t>
                </a:r>
                <a:endParaRPr lang="zh-CN" altLang="en-US" sz="2400">
                  <a:latin typeface="黑体"/>
                  <a:ea typeface="黑体"/>
                  <a:sym typeface="+mn-ea"/>
                </a:endParaRPr>
              </a:p>
            </p:txBody>
          </p:sp>
          <p:sp>
            <p:nvSpPr>
              <p:cNvPr id="20" name="文本框 19"/>
              <p:cNvSpPr txBox="1"/>
              <p:nvPr>
                <p:custDataLst>
                  <p:tags r:id="rId25"/>
                </p:custDataLst>
              </p:nvPr>
            </p:nvSpPr>
            <p:spPr>
              <a:xfrm>
                <a:off x="8289" y="8449"/>
                <a:ext cx="9600" cy="1307"/>
              </a:xfrm>
              <a:prstGeom prst="rect">
                <a:avLst/>
              </a:prstGeom>
              <a:noFill/>
            </p:spPr>
            <p:txBody>
              <a:bodyPr wrap="square" rtlCol="0" anchor="t">
                <a:spAutoFit/>
              </a:bodyPr>
              <a:lstStyle/>
              <a:p>
                <a:r>
                  <a:rPr lang="zh-CN" sz="2400">
                    <a:latin typeface="黑体"/>
                    <a:ea typeface="黑体"/>
                    <a:sym typeface="+mn-ea"/>
                  </a:rPr>
                  <a:t>含有全称量词的命题称为全称量词命题，含有存在量词的命题称为存在量词命题</a:t>
                </a:r>
                <a:endParaRPr lang="zh-CN" altLang="en-US" sz="2400">
                  <a:latin typeface="黑体"/>
                  <a:ea typeface="黑体"/>
                  <a:sym typeface="+mn-ea"/>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6" name="对象 5" title="">
            <a:hlinkClick action="ppaction://ole?verb="/>
          </p:cNvPr>
          <p:cNvGraphicFramePr>
            <a:graphicFrameLocks noChangeAspect="1"/>
          </p:cNvGraphicFramePr>
          <p:nvPr>
            <p:custDataLst>
              <p:tags r:id="rId24"/>
            </p:custDataLst>
          </p:nvPr>
        </p:nvGraphicFramePr>
        <p:xfrm>
          <a:off x="824865" y="1998980"/>
          <a:ext cx="9221470" cy="4107815"/>
        </p:xfrm>
        <a:graphic>
          <a:graphicData uri="http://schemas.openxmlformats.org/presentationml/2006/ole">
            <mc:AlternateContent>
              <mc:Choice xmlns:v="urn:schemas-microsoft-com:vml" Requires="v">
                <p:oleObj spid="_x0000_s1051" r:id="rId25" imgW="5286375" imgH="2352675" progId="Word.Document.8">
                  <p:embed/>
                </p:oleObj>
              </mc:Choice>
              <mc:Fallback>
                <p:oleObj r:id="rId25" imgW="5286375" imgH="2352675" progId="Word.Document.8">
                  <p:embed/>
                  <p:pic>
                    <p:nvPicPr>
                      <p:cNvPr id="0" name="OLE substitute image"/>
                      <p:cNvPicPr/>
                      <p:nvPr/>
                    </p:nvPicPr>
                    <p:blipFill>
                      <a:blip r:embed="rId26"/>
                      <a:stretch>
                        <a:fillRect/>
                      </a:stretch>
                    </p:blipFill>
                    <p:spPr>
                      <a:xfrm>
                        <a:off x="824865" y="1998980"/>
                        <a:ext cx="9221470" cy="4107815"/>
                      </a:xfrm>
                      <a:prstGeom prst="rect">
                        <a:avLst/>
                      </a:prstGeom>
                    </p:spPr>
                  </p:pic>
                </p:oleObj>
              </mc:Fallback>
            </mc:AlternateContent>
          </a:graphicData>
        </a:graphic>
      </p:graphicFrame>
      <p:grpSp>
        <p:nvGrpSpPr>
          <p:cNvPr id="14" name="组合 13" title=""/>
          <p:cNvGrpSpPr/>
          <p:nvPr>
            <p:custDataLst>
              <p:tags r:id="rId27"/>
            </p:custDataLst>
          </p:nvPr>
        </p:nvGrpSpPr>
        <p:grpSpPr>
          <a:xfrm>
            <a:off x="6505575" y="808990"/>
            <a:ext cx="4989830" cy="5577840"/>
            <a:chOff x="10245" y="1274"/>
            <a:chExt cx="7858" cy="8784"/>
          </a:xfrm>
        </p:grpSpPr>
        <p:sp>
          <p:nvSpPr>
            <p:cNvPr id="19" name="圆角矩形 18"/>
            <p:cNvSpPr/>
            <p:nvPr>
              <p:custDataLst>
                <p:tags r:id="rId28"/>
              </p:custDataLst>
            </p:nvPr>
          </p:nvSpPr>
          <p:spPr>
            <a:xfrm>
              <a:off x="10245" y="1274"/>
              <a:ext cx="7859" cy="8785"/>
            </a:xfrm>
            <a:prstGeom prst="roundRect">
              <a:avLst>
                <a:gd name="adj" fmla="val 20087"/>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custDataLst>
                <p:tags r:id="rId29"/>
              </p:custDataLst>
            </p:nvPr>
          </p:nvSpPr>
          <p:spPr>
            <a:xfrm>
              <a:off x="10712" y="1556"/>
              <a:ext cx="7350" cy="8165"/>
            </a:xfrm>
            <a:prstGeom prst="rect">
              <a:avLst/>
            </a:prstGeom>
            <a:noFill/>
          </p:spPr>
          <p:txBody>
            <a:bodyPr wrap="square" rtlCol="0" anchor="t">
              <a:spAutoFit/>
            </a:bodyPr>
            <a:lstStyle/>
            <a:p>
              <a:pPr>
                <a:lnSpc>
                  <a:spcPct val="120000"/>
                </a:lnSpc>
                <a:spcBef>
                  <a:spcPct val="0"/>
                </a:spcBef>
                <a:spcAft>
                  <a:spcPct val="0"/>
                </a:spcAft>
              </a:pPr>
              <a:r>
                <a:rPr lang="zh-CN" altLang="en-US" sz="2300" b="1">
                  <a:solidFill>
                    <a:srgbClr val="437AFC"/>
                  </a:solidFill>
                  <a:latin typeface="黑体"/>
                  <a:ea typeface="黑体"/>
                  <a:cs typeface="黑体" panose="02010609060101010101" charset="-122"/>
                  <a:sym typeface="+mn-ea"/>
                </a:rPr>
                <a:t>反思感悟</a:t>
              </a:r>
              <a:r>
                <a:rPr lang="zh-CN" altLang="en-US" sz="2300">
                  <a:latin typeface="黑体"/>
                  <a:ea typeface="黑体"/>
                  <a:cs typeface="黑体" panose="02010609060101010101" charset="-122"/>
                  <a:sym typeface="+mn-ea"/>
                </a:rPr>
                <a:t>　</a:t>
              </a:r>
              <a:endParaRPr lang="zh-CN" altLang="en-US" sz="2300">
                <a:latin typeface="黑体"/>
                <a:ea typeface="黑体"/>
                <a:cs typeface="黑体" panose="02010609060101010101" charset="-122"/>
                <a:sym typeface="+mn-ea"/>
              </a:endParaRPr>
            </a:p>
            <a:p>
              <a:pPr>
                <a:lnSpc>
                  <a:spcPct val="120000"/>
                </a:lnSpc>
                <a:spcBef>
                  <a:spcPct val="0"/>
                </a:spcBef>
                <a:spcAft>
                  <a:spcPct val="0"/>
                </a:spcAft>
              </a:pPr>
              <a:r>
                <a:rPr lang="zh-CN" altLang="en-US" sz="2300">
                  <a:latin typeface="黑体"/>
                  <a:ea typeface="黑体"/>
                  <a:cs typeface="黑体" panose="02010609060101010101" charset="-122"/>
                  <a:sym typeface="+mn-ea"/>
                </a:rPr>
                <a:t>(1)判断一个命题是否为全称量词命题，主要看命题中是否有“所有的，任意一个，一切，每一个，任给”等表示全体的量词，有些命题的全称量词是隐藏的，要仔细辨别．</a:t>
              </a:r>
              <a:endParaRPr lang="zh-CN" altLang="en-US" sz="2300">
                <a:latin typeface="黑体"/>
                <a:ea typeface="黑体"/>
                <a:cs typeface="黑体" panose="02010609060101010101" charset="-122"/>
              </a:endParaRPr>
            </a:p>
            <a:p>
              <a:pPr>
                <a:lnSpc>
                  <a:spcPct val="120000"/>
                </a:lnSpc>
                <a:spcBef>
                  <a:spcPct val="0"/>
                </a:spcBef>
                <a:spcAft>
                  <a:spcPct val="0"/>
                </a:spcAft>
              </a:pPr>
              <a:r>
                <a:rPr lang="zh-CN" altLang="en-US" sz="2300">
                  <a:latin typeface="黑体"/>
                  <a:ea typeface="黑体"/>
                  <a:cs typeface="黑体" panose="02010609060101010101" charset="-122"/>
                  <a:sym typeface="+mn-ea"/>
                </a:rPr>
                <a:t>(2)判断真假时用直接法或间接法，直接法就是对陈述的集合中每一个元素都要使结论成立，间接法就是找到一个元素使结论不成立即可判断命题是假命题．</a:t>
              </a:r>
              <a:endParaRPr lang="zh-CN" altLang="en-US" sz="2300">
                <a:latin typeface="黑体"/>
                <a:ea typeface="黑体"/>
                <a:cs typeface="黑体" panose="02010609060101010101"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圆角矩形 16" title=""/>
          <p:cNvSpPr/>
          <p:nvPr>
            <p:custDataLst>
              <p:tags r:id="rId8"/>
            </p:custDataLst>
          </p:nvPr>
        </p:nvSpPr>
        <p:spPr>
          <a:xfrm>
            <a:off x="577850" y="3282950"/>
            <a:ext cx="11094085" cy="3321050"/>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3" name="组合 22" title=""/>
          <p:cNvGrpSpPr/>
          <p:nvPr>
            <p:custDataLst>
              <p:tags r:id="rId9"/>
            </p:custDataLst>
          </p:nvPr>
        </p:nvGrpSpPr>
        <p:grpSpPr>
          <a:xfrm>
            <a:off x="577851" y="576471"/>
            <a:ext cx="5197474" cy="521970"/>
            <a:chOff x="330201" y="576471"/>
            <a:chExt cx="5197474" cy="521970"/>
          </a:xfrm>
        </p:grpSpPr>
        <p:sp>
          <p:nvSpPr>
            <p:cNvPr id="24" name="文本框 2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2"/>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3"/>
              </p:custDataLst>
            </p:nvPr>
          </p:nvGrpSpPr>
          <p:grpSpPr>
            <a:xfrm>
              <a:off x="8452757" y="5040086"/>
              <a:ext cx="134692" cy="1161142"/>
              <a:chOff x="8490857" y="4963886"/>
              <a:chExt cx="134692" cy="1161142"/>
            </a:xfrm>
            <a:grpFill/>
          </p:grpSpPr>
          <p:sp>
            <p:nvSpPr>
              <p:cNvPr id="55" name="等腰三角形 54"/>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9"/>
              </p:custDataLst>
            </p:nvPr>
          </p:nvGrpSpPr>
          <p:grpSpPr>
            <a:xfrm>
              <a:off x="8290832" y="4887686"/>
              <a:ext cx="134692" cy="1161142"/>
              <a:chOff x="8490857" y="4963886"/>
              <a:chExt cx="134692" cy="1161142"/>
            </a:xfrm>
            <a:grpFill/>
          </p:grpSpPr>
          <p:sp>
            <p:nvSpPr>
              <p:cNvPr id="61" name="等腰三角形 60"/>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15364" name="对象 15363" title=""/>
          <p:cNvGraphicFramePr>
            <a:graphicFrameLocks noChangeAspect="1"/>
          </p:cNvGraphicFramePr>
          <p:nvPr>
            <p:custDataLst>
              <p:tags r:id="rId25"/>
            </p:custDataLst>
          </p:nvPr>
        </p:nvGraphicFramePr>
        <p:xfrm>
          <a:off x="1812926" y="1120085"/>
          <a:ext cx="6791960" cy="2141855"/>
        </p:xfrm>
        <a:graphic>
          <a:graphicData uri="http://schemas.openxmlformats.org/presentationml/2006/ole">
            <mc:AlternateContent>
              <mc:Choice xmlns:v="urn:schemas-microsoft-com:vml" Requires="v">
                <p:oleObj spid="_x0000_s1052" r:id="rId26" imgW="2578100" imgH="812800" progId="Equation.DSMT4">
                  <p:embed/>
                </p:oleObj>
              </mc:Choice>
              <mc:Fallback>
                <p:oleObj r:id="rId26" imgW="2578100" imgH="812800" progId="Equation.DSMT4">
                  <p:embed/>
                  <p:pic>
                    <p:nvPicPr>
                      <p:cNvPr id="0" name="OLE substitute image"/>
                      <p:cNvPicPr/>
                      <p:nvPr/>
                    </p:nvPicPr>
                    <p:blipFill>
                      <a:blip r:embed="rId27"/>
                      <a:stretch>
                        <a:fillRect/>
                      </a:stretch>
                    </p:blipFill>
                    <p:spPr>
                      <a:xfrm>
                        <a:off x="1812926" y="1120085"/>
                        <a:ext cx="6791960" cy="2141855"/>
                      </a:xfrm>
                      <a:prstGeom prst="rect">
                        <a:avLst/>
                      </a:prstGeom>
                      <a:noFill/>
                      <a:ln w="38100">
                        <a:noFill/>
                        <a:miter/>
                      </a:ln>
                    </p:spPr>
                  </p:pic>
                </p:oleObj>
              </mc:Fallback>
            </mc:AlternateContent>
          </a:graphicData>
        </a:graphic>
      </p:graphicFrame>
      <p:graphicFrame>
        <p:nvGraphicFramePr>
          <p:cNvPr id="15365" name="对象 15364" title=""/>
          <p:cNvGraphicFramePr>
            <a:graphicFrameLocks noChangeAspect="1"/>
          </p:cNvGraphicFramePr>
          <p:nvPr>
            <p:custDataLst>
              <p:tags r:id="rId28"/>
            </p:custDataLst>
          </p:nvPr>
        </p:nvGraphicFramePr>
        <p:xfrm>
          <a:off x="1198880" y="3267075"/>
          <a:ext cx="10253980" cy="1062355"/>
        </p:xfrm>
        <a:graphic>
          <a:graphicData uri="http://schemas.openxmlformats.org/presentationml/2006/ole">
            <mc:AlternateContent>
              <mc:Choice xmlns:v="urn:schemas-microsoft-com:vml" Requires="v">
                <p:oleObj spid="_x0000_s1053" r:id="rId29" imgW="3797300" imgH="431800" progId="Equation.DSMT4">
                  <p:embed/>
                </p:oleObj>
              </mc:Choice>
              <mc:Fallback>
                <p:oleObj r:id="rId29" imgW="3797300" imgH="431800" progId="Equation.DSMT4">
                  <p:embed/>
                  <p:pic>
                    <p:nvPicPr>
                      <p:cNvPr id="0" name="OLE substitute image"/>
                      <p:cNvPicPr/>
                      <p:nvPr/>
                    </p:nvPicPr>
                    <p:blipFill>
                      <a:blip r:embed="rId30"/>
                      <a:stretch>
                        <a:fillRect/>
                      </a:stretch>
                    </p:blipFill>
                    <p:spPr>
                      <a:xfrm>
                        <a:off x="1198880" y="3267075"/>
                        <a:ext cx="10253980" cy="1062355"/>
                      </a:xfrm>
                      <a:prstGeom prst="rect">
                        <a:avLst/>
                      </a:prstGeom>
                      <a:noFill/>
                      <a:ln w="38100">
                        <a:noFill/>
                        <a:miter/>
                      </a:ln>
                    </p:spPr>
                  </p:pic>
                </p:oleObj>
              </mc:Fallback>
            </mc:AlternateContent>
          </a:graphicData>
        </a:graphic>
      </p:graphicFrame>
      <p:sp>
        <p:nvSpPr>
          <p:cNvPr id="15366" name="文本框 15365" title=""/>
          <p:cNvSpPr txBox="1"/>
          <p:nvPr>
            <p:custDataLst>
              <p:tags r:id="rId31"/>
            </p:custDataLst>
          </p:nvPr>
        </p:nvSpPr>
        <p:spPr>
          <a:xfrm>
            <a:off x="941705" y="4293235"/>
            <a:ext cx="10577195" cy="1369060"/>
          </a:xfrm>
          <a:prstGeom prst="rect">
            <a:avLst/>
          </a:prstGeom>
          <a:noFill/>
          <a:ln w="9525">
            <a:noFill/>
          </a:ln>
        </p:spPr>
        <p:txBody>
          <a:bodyPr>
            <a:noAutofit/>
          </a:bodyPr>
          <a:lstStyle/>
          <a:p>
            <a:pPr algn="l">
              <a:lnSpc>
                <a:spcPct val="120000"/>
              </a:lnSpc>
              <a:spcBef>
                <a:spcPct val="0"/>
              </a:spcBef>
              <a:spcAft>
                <a:spcPct val="0"/>
              </a:spcAft>
            </a:pPr>
            <a:r>
              <a:rPr lang="zh-CN" altLang="en-US" sz="2400" b="1">
                <a:solidFill>
                  <a:schemeClr val="accent2"/>
                </a:solidFill>
                <a:latin typeface="黑体"/>
                <a:ea typeface="黑体"/>
                <a:cs typeface="黑体" panose="02010609060101010101" charset="-122"/>
              </a:rPr>
              <a:t>（</a:t>
            </a:r>
            <a:r>
              <a:rPr lang="en-US" altLang="zh-CN" sz="2400" b="1">
                <a:solidFill>
                  <a:schemeClr val="accent2"/>
                </a:solidFill>
                <a:latin typeface="黑体"/>
                <a:ea typeface="黑体"/>
                <a:cs typeface="黑体" panose="02010609060101010101" charset="-122"/>
              </a:rPr>
              <a:t>2</a:t>
            </a:r>
            <a:r>
              <a:rPr lang="zh-CN" altLang="en-US" sz="2400" b="1">
                <a:solidFill>
                  <a:schemeClr val="accent2"/>
                </a:solidFill>
                <a:latin typeface="黑体"/>
                <a:ea typeface="黑体"/>
                <a:cs typeface="黑体" panose="02010609060101010101" charset="-122"/>
              </a:rPr>
              <a:t>）由于平面内垂直于通一条直线的两条直线互相平行，因此平面内不可能存在两条相交直线垂直于同一条直线．所以，存在量词命题“平面内存在两条相交直线垂直于同一条直线”是假命题．</a:t>
            </a:r>
            <a:endParaRPr lang="zh-CN" altLang="en-US" sz="2400" b="1">
              <a:solidFill>
                <a:schemeClr val="accent2"/>
              </a:solidFill>
              <a:latin typeface="黑体"/>
              <a:ea typeface="黑体"/>
              <a:cs typeface="黑体" panose="02010609060101010101" charset="-122"/>
            </a:endParaRPr>
          </a:p>
        </p:txBody>
      </p:sp>
      <p:sp>
        <p:nvSpPr>
          <p:cNvPr id="15367" name="文本框 15366" title=""/>
          <p:cNvSpPr txBox="1"/>
          <p:nvPr>
            <p:custDataLst>
              <p:tags r:id="rId32"/>
            </p:custDataLst>
          </p:nvPr>
        </p:nvSpPr>
        <p:spPr>
          <a:xfrm>
            <a:off x="941705" y="5630545"/>
            <a:ext cx="9121775" cy="1083945"/>
          </a:xfrm>
          <a:prstGeom prst="rect">
            <a:avLst/>
          </a:prstGeom>
          <a:noFill/>
          <a:ln w="9525">
            <a:noFill/>
          </a:ln>
        </p:spPr>
        <p:txBody>
          <a:bodyPr>
            <a:noAutofit/>
          </a:bodyPr>
          <a:lstStyle/>
          <a:p>
            <a:pPr algn="l">
              <a:lnSpc>
                <a:spcPct val="120000"/>
              </a:lnSpc>
              <a:spcBef>
                <a:spcPct val="0"/>
              </a:spcBef>
              <a:spcAft>
                <a:spcPct val="0"/>
              </a:spcAft>
            </a:pPr>
            <a:r>
              <a:rPr lang="zh-CN" altLang="en-US" sz="2400" b="1">
                <a:solidFill>
                  <a:srgbClr val="437AFC"/>
                </a:solidFill>
                <a:latin typeface="黑体"/>
                <a:ea typeface="黑体"/>
                <a:cs typeface="黑体" panose="02010609060101010101" charset="-122"/>
              </a:rPr>
              <a:t>（</a:t>
            </a:r>
            <a:r>
              <a:rPr lang="en-US" altLang="zh-CN" sz="2400" b="1">
                <a:solidFill>
                  <a:srgbClr val="437AFC"/>
                </a:solidFill>
                <a:latin typeface="黑体"/>
                <a:ea typeface="黑体"/>
                <a:cs typeface="黑体" panose="02010609060101010101" charset="-122"/>
              </a:rPr>
              <a:t>3</a:t>
            </a:r>
            <a:r>
              <a:rPr lang="zh-CN" altLang="en-US" sz="2400" b="1">
                <a:solidFill>
                  <a:srgbClr val="437AFC"/>
                </a:solidFill>
                <a:latin typeface="黑体"/>
                <a:ea typeface="黑体"/>
                <a:cs typeface="黑体" panose="02010609060101010101" charset="-122"/>
              </a:rPr>
              <a:t>）由于正方形既是平行四边形也是菱形，</a:t>
            </a:r>
            <a:endParaRPr lang="zh-CN" altLang="en-US" sz="2400" b="1">
              <a:solidFill>
                <a:srgbClr val="437AFC"/>
              </a:solidFill>
              <a:latin typeface="黑体"/>
              <a:ea typeface="黑体"/>
              <a:cs typeface="黑体" panose="02010609060101010101" charset="-122"/>
            </a:endParaRPr>
          </a:p>
          <a:p>
            <a:pPr algn="l">
              <a:lnSpc>
                <a:spcPct val="120000"/>
              </a:lnSpc>
              <a:spcBef>
                <a:spcPct val="0"/>
              </a:spcBef>
              <a:spcAft>
                <a:spcPct val="0"/>
              </a:spcAft>
            </a:pPr>
            <a:r>
              <a:rPr lang="zh-CN" altLang="en-US" sz="2400" b="1">
                <a:solidFill>
                  <a:srgbClr val="437AFC"/>
                </a:solidFill>
                <a:latin typeface="黑体"/>
                <a:ea typeface="黑体"/>
                <a:cs typeface="黑体" panose="02010609060101010101" charset="-122"/>
              </a:rPr>
              <a:t> </a:t>
            </a:r>
            <a:r>
              <a:rPr lang="en-US" altLang="zh-CN" sz="2400" b="1">
                <a:solidFill>
                  <a:srgbClr val="437AFC"/>
                </a:solidFill>
                <a:latin typeface="黑体"/>
                <a:ea typeface="黑体"/>
                <a:cs typeface="黑体" panose="02010609060101010101" charset="-122"/>
              </a:rPr>
              <a:t>    </a:t>
            </a:r>
            <a:r>
              <a:rPr lang="zh-CN" altLang="en-US" sz="2400" b="1">
                <a:solidFill>
                  <a:srgbClr val="437AFC"/>
                </a:solidFill>
                <a:latin typeface="黑体"/>
                <a:ea typeface="黑体"/>
                <a:cs typeface="黑体" panose="02010609060101010101" charset="-122"/>
              </a:rPr>
              <a:t>所以存在量词命题“有些平行四边形是菱形”是真命题．</a:t>
            </a:r>
            <a:endParaRPr lang="zh-CN" altLang="en-US" sz="2400" b="1">
              <a:solidFill>
                <a:srgbClr val="437AFC"/>
              </a:solidFill>
              <a:latin typeface="黑体"/>
              <a:ea typeface="黑体"/>
              <a:cs typeface="黑体" panose="02010609060101010101" charset="-122"/>
            </a:endParaRPr>
          </a:p>
        </p:txBody>
      </p:sp>
      <p:pic>
        <p:nvPicPr>
          <p:cNvPr id="2" name="Picture 2"/>
          <p:cNvPicPr>
            <a:picLocks noChangeAspect="1"/>
          </p:cNvPicPr>
          <p:nvPr>
            <p:custDataLst>
              <p:tags r:id="rId34"/>
            </p:custDataLst>
          </p:nvPr>
        </p:nvPicPr>
        <p:blipFill>
          <a:blip r:embed="rId33"/>
          <a:stretch>
            <a:fillRect/>
          </a:stretch>
        </p:blipFill>
        <p:spPr>
          <a:xfrm flipH="1">
            <a:off x="10833100" y="10464800"/>
            <a:ext cx="0" cy="0"/>
          </a:xfrm>
          <a:prstGeom prst="rect">
            <a:avLst/>
          </a:prstGeom>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5"/>
                                        </p:tgtEl>
                                        <p:attrNameLst>
                                          <p:attrName>style.visibility</p:attrName>
                                        </p:attrNameLst>
                                      </p:cBhvr>
                                      <p:to>
                                        <p:strVal val="visible"/>
                                      </p:to>
                                    </p:set>
                                    <p:animEffect transition="in" filter="fade">
                                      <p:cBhvr>
                                        <p:cTn id="7" dur="500"/>
                                        <p:tgtEl>
                                          <p:spTgt spid="1536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366"/>
                                        </p:tgtEl>
                                        <p:attrNameLst>
                                          <p:attrName>style.visibility</p:attrName>
                                        </p:attrNameLst>
                                      </p:cBhvr>
                                      <p:to>
                                        <p:strVal val="visible"/>
                                      </p:to>
                                    </p:set>
                                    <p:animEffect transition="in" filter="fade">
                                      <p:cBhvr>
                                        <p:cTn id="12" dur="500"/>
                                        <p:tgtEl>
                                          <p:spTgt spid="15366"/>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367"/>
                                        </p:tgtEl>
                                        <p:attrNameLst>
                                          <p:attrName>style.visibility</p:attrName>
                                        </p:attrNameLst>
                                      </p:cBhvr>
                                      <p:to>
                                        <p:strVal val="visible"/>
                                      </p:to>
                                    </p:set>
                                    <p:animEffect transition="in" filter="fade">
                                      <p:cBhvr>
                                        <p:cTn id="17" dur="500"/>
                                        <p:tgtEl>
                                          <p:spTgt spid="1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p:bldP spid="15367" grpId="0"/>
    </p:bldLs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3" name="对象 2" title="">
            <a:hlinkClick action="ppaction://ole?verb="/>
          </p:cNvPr>
          <p:cNvGraphicFramePr>
            <a:graphicFrameLocks noChangeAspect="1"/>
          </p:cNvGraphicFramePr>
          <p:nvPr>
            <p:custDataLst>
              <p:tags r:id="rId24"/>
            </p:custDataLst>
          </p:nvPr>
        </p:nvGraphicFramePr>
        <p:xfrm>
          <a:off x="410210" y="1484313"/>
          <a:ext cx="9221470" cy="5041900"/>
        </p:xfrm>
        <a:graphic>
          <a:graphicData uri="http://schemas.openxmlformats.org/presentationml/2006/ole">
            <mc:AlternateContent>
              <mc:Choice xmlns:v="urn:schemas-microsoft-com:vml" Requires="v">
                <p:oleObj spid="_x0000_s1054" r:id="rId25" imgW="5286375" imgH="2886075" progId="Word.Document.8">
                  <p:embed/>
                </p:oleObj>
              </mc:Choice>
              <mc:Fallback>
                <p:oleObj r:id="rId25" imgW="5286375" imgH="2886075" progId="Word.Document.8">
                  <p:embed/>
                  <p:pic>
                    <p:nvPicPr>
                      <p:cNvPr id="0" name="OLE substitute image"/>
                      <p:cNvPicPr/>
                      <p:nvPr/>
                    </p:nvPicPr>
                    <p:blipFill>
                      <a:blip r:embed="rId26"/>
                      <a:stretch>
                        <a:fillRect/>
                      </a:stretch>
                    </p:blipFill>
                    <p:spPr>
                      <a:xfrm>
                        <a:off x="410210" y="1484313"/>
                        <a:ext cx="9221470" cy="5041900"/>
                      </a:xfrm>
                      <a:prstGeom prst="rect">
                        <a:avLst/>
                      </a:prstGeom>
                    </p:spPr>
                  </p:pic>
                </p:oleObj>
              </mc:Fallback>
            </mc:AlternateContent>
          </a:graphicData>
        </a:graphic>
      </p:graphicFrame>
      <p:grpSp>
        <p:nvGrpSpPr>
          <p:cNvPr id="4" name="组合 3" title=""/>
          <p:cNvGrpSpPr/>
          <p:nvPr>
            <p:custDataLst>
              <p:tags r:id="rId27"/>
            </p:custDataLst>
          </p:nvPr>
        </p:nvGrpSpPr>
        <p:grpSpPr>
          <a:xfrm>
            <a:off x="6505575" y="808990"/>
            <a:ext cx="4989830" cy="5577840"/>
            <a:chOff x="10245" y="1274"/>
            <a:chExt cx="7858" cy="8784"/>
          </a:xfrm>
        </p:grpSpPr>
        <p:grpSp>
          <p:nvGrpSpPr>
            <p:cNvPr id="14" name="组合 13"/>
            <p:cNvGrpSpPr/>
            <p:nvPr>
              <p:custDataLst>
                <p:tags r:id="rId28"/>
              </p:custDataLst>
            </p:nvPr>
          </p:nvGrpSpPr>
          <p:grpSpPr>
            <a:xfrm>
              <a:off x="10245" y="1274"/>
              <a:ext cx="7859" cy="8785"/>
              <a:chOff x="10245" y="1274"/>
              <a:chExt cx="7859" cy="8785"/>
            </a:xfrm>
          </p:grpSpPr>
          <p:sp>
            <p:nvSpPr>
              <p:cNvPr id="19" name="圆角矩形 18"/>
              <p:cNvSpPr/>
              <p:nvPr>
                <p:custDataLst>
                  <p:tags r:id="rId29"/>
                </p:custDataLst>
              </p:nvPr>
            </p:nvSpPr>
            <p:spPr>
              <a:xfrm>
                <a:off x="10245" y="1274"/>
                <a:ext cx="7859" cy="8785"/>
              </a:xfrm>
              <a:prstGeom prst="roundRect">
                <a:avLst>
                  <a:gd name="adj" fmla="val 20087"/>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custDataLst>
                  <p:tags r:id="rId30"/>
                </p:custDataLst>
              </p:nvPr>
            </p:nvSpPr>
            <p:spPr>
              <a:xfrm>
                <a:off x="10802" y="1856"/>
                <a:ext cx="4457" cy="804"/>
              </a:xfrm>
              <a:prstGeom prst="rect">
                <a:avLst/>
              </a:prstGeom>
              <a:noFill/>
            </p:spPr>
            <p:txBody>
              <a:bodyPr wrap="square" rtlCol="0" anchor="t">
                <a:noAutofit/>
              </a:bodyPr>
              <a:lstStyle/>
              <a:p>
                <a:pPr>
                  <a:lnSpc>
                    <a:spcPct val="120000"/>
                  </a:lnSpc>
                  <a:spcBef>
                    <a:spcPct val="0"/>
                  </a:spcBef>
                  <a:spcAft>
                    <a:spcPct val="0"/>
                  </a:spcAft>
                </a:pPr>
                <a:r>
                  <a:rPr lang="zh-CN" altLang="en-US" sz="2300" b="1">
                    <a:solidFill>
                      <a:srgbClr val="437AFC"/>
                    </a:solidFill>
                    <a:latin typeface="黑体"/>
                    <a:ea typeface="黑体"/>
                    <a:cs typeface="黑体" panose="02010609060101010101" charset="-122"/>
                    <a:sym typeface="+mn-ea"/>
                  </a:rPr>
                  <a:t>反思感悟</a:t>
                </a:r>
                <a:r>
                  <a:rPr lang="zh-CN" altLang="en-US" sz="2300">
                    <a:latin typeface="黑体"/>
                    <a:ea typeface="黑体"/>
                    <a:cs typeface="黑体" panose="02010609060101010101" charset="-122"/>
                    <a:sym typeface="+mn-ea"/>
                  </a:rPr>
                  <a:t>　</a:t>
                </a:r>
                <a:endParaRPr lang="zh-CN" altLang="en-US" sz="2300">
                  <a:latin typeface="黑体"/>
                  <a:ea typeface="黑体"/>
                  <a:cs typeface="黑体" panose="02010609060101010101" charset="-122"/>
                  <a:sym typeface="+mn-ea"/>
                </a:endParaRPr>
              </a:p>
              <a:p>
                <a:pPr>
                  <a:lnSpc>
                    <a:spcPct val="120000"/>
                  </a:lnSpc>
                  <a:spcBef>
                    <a:spcPct val="0"/>
                  </a:spcBef>
                  <a:spcAft>
                    <a:spcPct val="0"/>
                  </a:spcAft>
                </a:pPr>
                <a:endParaRPr lang="zh-CN" altLang="en-US" sz="2300">
                  <a:latin typeface="黑体"/>
                  <a:ea typeface="黑体"/>
                  <a:cs typeface="黑体" panose="02010609060101010101" charset="-122"/>
                  <a:sym typeface="+mn-ea"/>
                </a:endParaRPr>
              </a:p>
            </p:txBody>
          </p:sp>
        </p:grpSp>
        <p:sp>
          <p:nvSpPr>
            <p:cNvPr id="2" name="文本框 1"/>
            <p:cNvSpPr txBox="1"/>
            <p:nvPr>
              <p:custDataLst>
                <p:tags r:id="rId31"/>
              </p:custDataLst>
            </p:nvPr>
          </p:nvSpPr>
          <p:spPr>
            <a:xfrm>
              <a:off x="10300" y="2584"/>
              <a:ext cx="7657" cy="6828"/>
            </a:xfrm>
            <a:prstGeom prst="rect">
              <a:avLst/>
            </a:prstGeom>
            <a:noFill/>
          </p:spPr>
          <p:txBody>
            <a:bodyPr wrap="square" rtlCol="0" anchor="t">
              <a:spAutoFit/>
            </a:bodyPr>
            <a:lstStyle/>
            <a:p>
              <a:pPr indent="0">
                <a:lnSpc>
                  <a:spcPct val="120000"/>
                </a:lnSpc>
                <a:spcBef>
                  <a:spcPct val="0"/>
                </a:spcBef>
                <a:spcAft>
                  <a:spcPct val="0"/>
                </a:spcAft>
              </a:pPr>
              <a:r>
                <a:rPr lang="en-US" sz="2300">
                  <a:latin typeface="Times New Roman" panose="02020603050405020304" pitchFamily="18" charset="0"/>
                  <a:ea typeface="黑体"/>
                  <a:cs typeface="Times New Roman" panose="02020603050405020304" pitchFamily="18" charset="0"/>
                  <a:sym typeface="+mn-ea"/>
                </a:rPr>
                <a:t>(1)</a:t>
              </a:r>
              <a:r>
                <a:rPr lang="zh-CN" sz="2300">
                  <a:latin typeface="Times New Roman" panose="02020603050405020304" pitchFamily="18" charset="0"/>
                  <a:ea typeface="黑体"/>
                  <a:cs typeface="Times New Roman" panose="02020603050405020304" pitchFamily="18" charset="0"/>
                  <a:sym typeface="+mn-ea"/>
                </a:rPr>
                <a:t>判断一个命题是否为存在量词命题，主要看命题中是否有</a:t>
              </a:r>
              <a:r>
                <a:rPr lang="en-US" sz="2300">
                  <a:latin typeface="Times New Roman" panose="02020603050405020304" pitchFamily="18" charset="0"/>
                  <a:ea typeface="黑体"/>
                  <a:cs typeface="Times New Roman" panose="02020603050405020304" pitchFamily="18" charset="0"/>
                  <a:sym typeface="+mn-ea"/>
                </a:rPr>
                <a:t>“</a:t>
              </a:r>
              <a:r>
                <a:rPr lang="zh-CN" sz="2300">
                  <a:latin typeface="Times New Roman" panose="02020603050405020304" pitchFamily="18" charset="0"/>
                  <a:ea typeface="黑体"/>
                  <a:cs typeface="Times New Roman" panose="02020603050405020304" pitchFamily="18" charset="0"/>
                  <a:sym typeface="+mn-ea"/>
                </a:rPr>
                <a:t>存在一个，至少有一个，有些，有一个，对某些，有的</a:t>
              </a:r>
              <a:r>
                <a:rPr lang="en-US" sz="2300">
                  <a:latin typeface="Times New Roman" panose="02020603050405020304" pitchFamily="18" charset="0"/>
                  <a:ea typeface="黑体"/>
                  <a:cs typeface="Times New Roman" panose="02020603050405020304" pitchFamily="18" charset="0"/>
                  <a:sym typeface="+mn-ea"/>
                </a:rPr>
                <a:t>”</a:t>
              </a:r>
              <a:r>
                <a:rPr lang="zh-CN" sz="2300">
                  <a:latin typeface="Times New Roman" panose="02020603050405020304" pitchFamily="18" charset="0"/>
                  <a:ea typeface="黑体"/>
                  <a:cs typeface="Times New Roman" panose="02020603050405020304" pitchFamily="18" charset="0"/>
                  <a:sym typeface="+mn-ea"/>
                </a:rPr>
                <a:t>等表示部分的量词，有些命题的存在量词是隐藏的，要仔细辨别．</a:t>
              </a:r>
              <a:r>
                <a:rPr lang="en-US" sz="2300">
                  <a:latin typeface="Times New Roman" panose="02020603050405020304" pitchFamily="18" charset="0"/>
                  <a:ea typeface="黑体"/>
                  <a:cs typeface="Times New Roman" panose="02020603050405020304" pitchFamily="18" charset="0"/>
                  <a:sym typeface="+mn-ea"/>
                </a:rPr>
                <a:t>(2)</a:t>
              </a:r>
              <a:r>
                <a:rPr lang="zh-CN" sz="2300">
                  <a:latin typeface="Times New Roman" panose="02020603050405020304" pitchFamily="18" charset="0"/>
                  <a:ea typeface="黑体"/>
                  <a:cs typeface="Times New Roman" panose="02020603050405020304" pitchFamily="18" charset="0"/>
                  <a:sym typeface="+mn-ea"/>
                </a:rPr>
                <a:t>判断真假时用直接法或间接法，直接法就是对陈述的集合中有一个元素使结论成立即可判断命题是真命题，间接法就是对集合中所有的元素使结论不成立可判断命题是假命题．
</a:t>
              </a:r>
              <a:endParaRPr lang="zh-CN" altLang="en-US" sz="2300">
                <a:latin typeface="Times New Roman" panose="02020603050405020304" pitchFamily="18" charset="0"/>
                <a:ea typeface="黑体"/>
                <a:cs typeface="Times New Roman" panose="02020603050405020304" pitchFamily="18" charset="0"/>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8532" name="Rectangle 42" title=""/>
          <p:cNvSpPr>
            <a:spLocks noGrp="1" noChangeArrowheads="1"/>
          </p:cNvSpPr>
          <p:nvPr>
            <p:custDataLst>
              <p:tags r:id="rId24"/>
            </p:custDataLst>
          </p:nvPr>
        </p:nvSpPr>
        <p:spPr>
          <a:xfrm>
            <a:off x="3257858" y="1003748"/>
            <a:ext cx="5676900" cy="423545"/>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400" b="1">
                <a:solidFill>
                  <a:schemeClr val="accent2"/>
                </a:solidFill>
                <a:latin typeface="黑体"/>
                <a:ea typeface="黑体"/>
                <a:sym typeface="+mn-ea"/>
              </a:rPr>
              <a:t>存在量词与存在量词命题</a:t>
            </a:r>
            <a:endParaRPr lang="zh-CN" altLang="en-US" sz="2400" b="1">
              <a:solidFill>
                <a:schemeClr val="accent2"/>
              </a:solidFill>
              <a:latin typeface="黑体"/>
              <a:ea typeface="黑体"/>
            </a:endParaRPr>
          </a:p>
        </p:txBody>
      </p:sp>
      <p:sp>
        <p:nvSpPr>
          <p:cNvPr id="26" name="圆角矩形 25" title=""/>
          <p:cNvSpPr/>
          <p:nvPr>
            <p:custDataLst>
              <p:tags r:id="rId25"/>
            </p:custDataLst>
          </p:nvPr>
        </p:nvSpPr>
        <p:spPr>
          <a:xfrm>
            <a:off x="578485" y="1456690"/>
            <a:ext cx="11014075" cy="5047615"/>
          </a:xfrm>
          <a:prstGeom prst="roundRect">
            <a:avLst>
              <a:gd name="adj" fmla="val 7935"/>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title=""/>
          <p:cNvSpPr txBox="1"/>
          <p:nvPr>
            <p:custDataLst>
              <p:tags r:id="rId26"/>
            </p:custDataLst>
          </p:nvPr>
        </p:nvSpPr>
        <p:spPr>
          <a:xfrm>
            <a:off x="717550" y="5332095"/>
            <a:ext cx="10818495" cy="1308735"/>
          </a:xfrm>
          <a:prstGeom prst="rect">
            <a:avLst/>
          </a:prstGeom>
          <a:noFill/>
        </p:spPr>
        <p:txBody>
          <a:bodyPr wrap="square" rtlCol="0" anchor="t">
            <a:spAutoFit/>
          </a:bodyPr>
          <a:lstStyle/>
          <a:p>
            <a:pPr indent="0" defTabSz="914400" fontAlgn="auto">
              <a:lnSpc>
                <a:spcPct val="110000"/>
              </a:lnSpc>
              <a:tabLst>
                <a:tab pos="769620"/>
                <a:tab pos="1383665"/>
                <a:tab pos="1898650"/>
              </a:tabLst>
            </a:pPr>
            <a:r>
              <a:rPr lang="zh-CN" altLang="zh-CN" sz="2400" b="1">
                <a:solidFill>
                  <a:srgbClr val="437AFC"/>
                </a:solidFill>
                <a:latin typeface="Times New Roman" panose="02020603050405020304" pitchFamily="18" charset="0"/>
                <a:ea typeface="黑体"/>
                <a:cs typeface="Times New Roman" panose="02020603050405020304" pitchFamily="18" charset="0"/>
                <a:sym typeface="+mn-ea"/>
              </a:rPr>
              <a:t>名师点拨</a:t>
            </a:r>
            <a:r>
              <a:rPr lang="en-US" altLang="zh-CN" sz="2400" b="1">
                <a:solidFill>
                  <a:srgbClr val="437AFC"/>
                </a:solidFill>
                <a:latin typeface="Times New Roman" panose="02020603050405020304" pitchFamily="18" charset="0"/>
                <a:ea typeface="黑体"/>
                <a:cs typeface="Times New Roman" panose="02020603050405020304" pitchFamily="18" charset="0"/>
                <a:sym typeface="+mn-ea"/>
              </a:rPr>
              <a:t> </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常用的存在量词还有</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有些</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有一个</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存在</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某个</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有的</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等</a:t>
            </a:r>
            <a:r>
              <a:rPr lang="en-US" altLang="zh-CN" sz="2400" b="1" i="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只要含有这些量词</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或者命题具有存在量词所表达的含义</a:t>
            </a:r>
            <a:r>
              <a:rPr lang="en-US" altLang="zh-CN" sz="2400" b="1">
                <a:solidFill>
                  <a:srgbClr val="000000"/>
                </a:solidFill>
                <a:latin typeface="Times New Roman" panose="02020603050405020304" pitchFamily="18" charset="0"/>
                <a:ea typeface="黑体"/>
                <a:cs typeface="Times New Roman" panose="02020603050405020304" pitchFamily="18" charset="0"/>
                <a:sym typeface="+mn-ea"/>
              </a:rPr>
              <a:t>,</a:t>
            </a:r>
            <a:r>
              <a:rPr lang="zh-CN" altLang="zh-CN" sz="2400" b="1">
                <a:solidFill>
                  <a:srgbClr val="000000"/>
                </a:solidFill>
                <a:latin typeface="Times New Roman" panose="02020603050405020304" pitchFamily="18" charset="0"/>
                <a:ea typeface="黑体"/>
                <a:cs typeface="Times New Roman" panose="02020603050405020304" pitchFamily="18" charset="0"/>
                <a:sym typeface="+mn-ea"/>
              </a:rPr>
              <a:t>就是存在量词命题</a:t>
            </a:r>
            <a:r>
              <a:rPr lang="en-US" altLang="zh-CN" sz="2400" b="1" i="1">
                <a:solidFill>
                  <a:srgbClr val="000000"/>
                </a:solidFill>
                <a:latin typeface="Times New Roman" panose="02020603050405020304" pitchFamily="18" charset="0"/>
                <a:ea typeface="黑体"/>
                <a:cs typeface="Times New Roman" panose="02020603050405020304" pitchFamily="18" charset="0"/>
                <a:sym typeface="+mn-ea"/>
              </a:rPr>
              <a:t>.</a:t>
            </a:r>
            <a:endParaRPr lang="en-US" altLang="zh-CN" sz="2400" b="1" i="1">
              <a:solidFill>
                <a:srgbClr val="000000"/>
              </a:solidFill>
              <a:latin typeface="Times New Roman" panose="02020603050405020304" pitchFamily="18" charset="0"/>
              <a:ea typeface="黑体"/>
              <a:cs typeface="Times New Roman" panose="02020603050405020304" pitchFamily="18" charset="0"/>
            </a:endParaRPr>
          </a:p>
          <a:p>
            <a:pPr indent="0" defTabSz="914400" fontAlgn="auto">
              <a:lnSpc>
                <a:spcPct val="110000"/>
              </a:lnSpc>
              <a:tabLst>
                <a:tab pos="769620"/>
                <a:tab pos="1383665"/>
                <a:tab pos="1898650"/>
              </a:tabLst>
            </a:pPr>
            <a:endParaRPr lang="en-US" altLang="zh-CN" sz="2400" b="1" i="1">
              <a:solidFill>
                <a:srgbClr val="000000"/>
              </a:solidFill>
              <a:latin typeface="Times New Roman" panose="02020603050405020304" pitchFamily="18" charset="0"/>
              <a:ea typeface="黑体"/>
              <a:cs typeface="Times New Roman" panose="02020603050405020304" pitchFamily="18" charset="0"/>
              <a:sym typeface="+mn-ea"/>
            </a:endParaRPr>
          </a:p>
        </p:txBody>
      </p:sp>
      <p:sp>
        <p:nvSpPr>
          <p:cNvPr id="4" name="矩形 3" title=""/>
          <p:cNvSpPr>
            <a:spLocks noChangeAspect="1"/>
          </p:cNvSpPr>
          <p:nvPr>
            <p:custDataLst>
              <p:tags r:id="rId27"/>
            </p:custDataLst>
          </p:nvPr>
        </p:nvSpPr>
        <p:spPr>
          <a:xfrm>
            <a:off x="770890" y="1538605"/>
            <a:ext cx="10492105" cy="3769360"/>
          </a:xfrm>
          <a:prstGeom prst="rect">
            <a:avLst/>
          </a:prstGeom>
        </p:spPr>
        <p:txBody>
          <a:bodyPr wrap="square">
            <a:noAutofit/>
          </a:bodyPr>
          <a:lstStyle/>
          <a:p>
            <a:pPr indent="199390">
              <a:lnSpc>
                <a:spcPct val="140000"/>
              </a:lnSpc>
              <a:spcBef>
                <a:spcPct val="0"/>
              </a:spcBef>
              <a:spcAft>
                <a:spcPct val="0"/>
              </a:spcAft>
              <a:tabLst>
                <a:tab pos="769620"/>
                <a:tab pos="1383665"/>
                <a:tab pos="1898650"/>
              </a:tabLst>
            </a:pPr>
            <a:r>
              <a:rPr lang="en-US" altLang="zh-CN" sz="2400" b="1">
                <a:solidFill>
                  <a:srgbClr val="000000"/>
                </a:solidFill>
                <a:latin typeface="Times New Roman" panose="02020603050405020304" pitchFamily="18" charset="0"/>
                <a:cs typeface="Times New Roman" panose="02020603050405020304" pitchFamily="18" charset="0"/>
              </a:rPr>
              <a:t>(1)</a:t>
            </a:r>
            <a:r>
              <a:rPr lang="zh-CN" altLang="zh-CN" sz="2400" b="1">
                <a:solidFill>
                  <a:srgbClr val="000000"/>
                </a:solidFill>
                <a:latin typeface="Times New Roman" panose="02020603050405020304" pitchFamily="18" charset="0"/>
                <a:cs typeface="Times New Roman" panose="02020603050405020304" pitchFamily="18" charset="0"/>
              </a:rPr>
              <a:t>短语</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存在一个</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至少有一个</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在逻辑中通常叫做</a:t>
            </a:r>
            <a:r>
              <a:rPr lang="en-US" altLang="zh-CN" sz="2400" b="1" u="sng">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并用符号</a:t>
            </a:r>
            <a:r>
              <a:rPr lang="en-US" altLang="zh-CN" sz="2400" b="1">
                <a:solidFill>
                  <a:srgbClr val="000000"/>
                </a:solidFill>
                <a:latin typeface="Times New Roman" panose="02020603050405020304" pitchFamily="18" charset="0"/>
                <a:cs typeface="Times New Roman" panose="02020603050405020304" pitchFamily="18" charset="0"/>
              </a:rPr>
              <a:t>“</a:t>
            </a:r>
            <a:r>
              <a:rPr lang="en-US" altLang="zh-CN" sz="2400" b="1">
                <a:solidFill>
                  <a:srgbClr val="000000"/>
                </a:solidFill>
                <a:latin typeface="Cambria Math" panose="02040503050406030204" charset="0"/>
                <a:ea typeface="Coco" panose="02000500000000000000" charset="0"/>
                <a:cs typeface="Times New Roman" panose="02020603050405020304" pitchFamily="18" charset="0"/>
              </a:rPr>
              <a:t>∃</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表示</a:t>
            </a:r>
            <a:r>
              <a:rPr lang="en-US" altLang="zh-CN" sz="2400" b="1" i="1">
                <a:solidFill>
                  <a:srgbClr val="000000"/>
                </a:solidFill>
                <a:latin typeface="Times New Roman" panose="02020603050405020304" pitchFamily="18" charset="0"/>
                <a:cs typeface="Times New Roman" panose="02020603050405020304" pitchFamily="18" charset="0"/>
              </a:rPr>
              <a:t>.</a:t>
            </a:r>
            <a:endParaRPr lang="zh-CN" altLang="zh-CN" sz="2400" b="1">
              <a:solidFill>
                <a:srgbClr val="000000"/>
              </a:solidFill>
              <a:latin typeface="Coco" panose="02000500000000000000" charset="0"/>
              <a:ea typeface="微软雅黑" panose="020b0503020204020204" charset="-122"/>
              <a:cs typeface="Times New Roman" panose="02020603050405020304" pitchFamily="18" charset="0"/>
            </a:endParaRPr>
          </a:p>
          <a:p>
            <a:pPr indent="199390">
              <a:lnSpc>
                <a:spcPct val="140000"/>
              </a:lnSpc>
              <a:spcBef>
                <a:spcPct val="0"/>
              </a:spcBef>
              <a:spcAft>
                <a:spcPct val="0"/>
              </a:spcAft>
              <a:tabLst>
                <a:tab pos="769620"/>
                <a:tab pos="1383665"/>
                <a:tab pos="1898650"/>
              </a:tabLst>
            </a:pPr>
            <a:r>
              <a:rPr lang="en-US" altLang="zh-CN" sz="2400" b="1">
                <a:solidFill>
                  <a:srgbClr val="000000"/>
                </a:solidFill>
                <a:latin typeface="Times New Roman" panose="02020603050405020304" pitchFamily="18" charset="0"/>
                <a:cs typeface="Times New Roman" panose="02020603050405020304" pitchFamily="18" charset="0"/>
              </a:rPr>
              <a:t>(2)</a:t>
            </a:r>
            <a:r>
              <a:rPr lang="zh-CN" altLang="zh-CN" sz="2400" b="1">
                <a:solidFill>
                  <a:srgbClr val="000000"/>
                </a:solidFill>
                <a:latin typeface="Times New Roman" panose="02020603050405020304" pitchFamily="18" charset="0"/>
                <a:cs typeface="Times New Roman" panose="02020603050405020304" pitchFamily="18" charset="0"/>
              </a:rPr>
              <a:t>含有存在量词的命题</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叫做</a:t>
            </a:r>
            <a:r>
              <a:rPr lang="en-US" altLang="zh-CN" sz="2400" b="1">
                <a:solidFill>
                  <a:srgbClr val="000000"/>
                </a:solidFill>
                <a:latin typeface="Times New Roman" panose="02020603050405020304" pitchFamily="18" charset="0"/>
                <a:cs typeface="Times New Roman" panose="02020603050405020304" pitchFamily="18" charset="0"/>
              </a:rPr>
              <a:t>__________________</a:t>
            </a:r>
            <a:r>
              <a:rPr lang="en-US" altLang="zh-CN" sz="2400" b="1" i="1">
                <a:solidFill>
                  <a:srgbClr val="000000"/>
                </a:solidFill>
                <a:latin typeface="Times New Roman" panose="02020603050405020304" pitchFamily="18" charset="0"/>
                <a:cs typeface="Times New Roman" panose="02020603050405020304" pitchFamily="18" charset="0"/>
              </a:rPr>
              <a:t>.</a:t>
            </a:r>
            <a:endParaRPr lang="zh-CN" altLang="zh-CN" sz="2400" b="1">
              <a:solidFill>
                <a:srgbClr val="000000"/>
              </a:solidFill>
              <a:latin typeface="Coco" panose="02000500000000000000" charset="0"/>
              <a:ea typeface="微软雅黑" panose="020b0503020204020204" charset="-122"/>
              <a:cs typeface="Times New Roman" panose="02020603050405020304" pitchFamily="18" charset="0"/>
            </a:endParaRPr>
          </a:p>
          <a:p>
            <a:pPr indent="199390">
              <a:lnSpc>
                <a:spcPct val="140000"/>
              </a:lnSpc>
              <a:spcBef>
                <a:spcPct val="0"/>
              </a:spcBef>
              <a:spcAft>
                <a:spcPct val="0"/>
              </a:spcAft>
              <a:tabLst>
                <a:tab pos="769620"/>
                <a:tab pos="1383665"/>
                <a:tab pos="1898650"/>
              </a:tabLst>
            </a:pPr>
            <a:r>
              <a:rPr lang="en-US" altLang="zh-CN" sz="2400" b="1">
                <a:solidFill>
                  <a:srgbClr val="000000"/>
                </a:solidFill>
                <a:latin typeface="Times New Roman" panose="02020603050405020304" pitchFamily="18" charset="0"/>
                <a:cs typeface="Times New Roman" panose="02020603050405020304" pitchFamily="18" charset="0"/>
              </a:rPr>
              <a:t>(3)</a:t>
            </a:r>
            <a:r>
              <a:rPr lang="zh-CN" altLang="en-US" sz="2400" b="1">
                <a:solidFill>
                  <a:srgbClr val="000000"/>
                </a:solidFill>
                <a:latin typeface="Times New Roman" panose="02020603050405020304" pitchFamily="18" charset="0"/>
                <a:cs typeface="Times New Roman" panose="02020603050405020304" pitchFamily="18" charset="0"/>
              </a:rPr>
              <a:t>存在量词</a:t>
            </a:r>
            <a:r>
              <a:rPr lang="zh-CN" altLang="zh-CN" sz="2400" b="1">
                <a:solidFill>
                  <a:srgbClr val="000000"/>
                </a:solidFill>
                <a:latin typeface="Times New Roman" panose="02020603050405020304" pitchFamily="18" charset="0"/>
                <a:cs typeface="Times New Roman" panose="02020603050405020304" pitchFamily="18" charset="0"/>
              </a:rPr>
              <a:t>命题的表述形式</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存在</a:t>
            </a:r>
            <a:r>
              <a:rPr lang="en-US" altLang="zh-CN" sz="2400" b="1" i="1">
                <a:solidFill>
                  <a:srgbClr val="000000"/>
                </a:solidFill>
                <a:latin typeface="Times New Roman" panose="02020603050405020304" pitchFamily="18" charset="0"/>
                <a:cs typeface="Times New Roman" panose="02020603050405020304" pitchFamily="18" charset="0"/>
              </a:rPr>
              <a:t>M</a:t>
            </a:r>
            <a:r>
              <a:rPr lang="zh-CN" altLang="zh-CN" sz="2400" b="1">
                <a:solidFill>
                  <a:srgbClr val="000000"/>
                </a:solidFill>
                <a:latin typeface="Times New Roman" panose="02020603050405020304" pitchFamily="18" charset="0"/>
                <a:cs typeface="Times New Roman" panose="02020603050405020304" pitchFamily="18" charset="0"/>
              </a:rPr>
              <a:t>中的一个</a:t>
            </a:r>
            <a:r>
              <a:rPr lang="en-US" altLang="zh-CN" sz="2400" b="1" i="1">
                <a:solidFill>
                  <a:srgbClr val="000000"/>
                </a:solidFill>
                <a:latin typeface="Times New Roman" panose="02020603050405020304" pitchFamily="18" charset="0"/>
                <a:cs typeface="Times New Roman" panose="02020603050405020304" pitchFamily="18" charset="0"/>
              </a:rPr>
              <a:t>x</a:t>
            </a:r>
            <a:r>
              <a:rPr lang="en-US" altLang="zh-CN" sz="2400" b="1" baseline="-25000">
                <a:solidFill>
                  <a:srgbClr val="000000"/>
                </a:solidFill>
                <a:latin typeface="Times New Roman" panose="02020603050405020304" pitchFamily="18" charset="0"/>
                <a:cs typeface="Times New Roman" panose="02020603050405020304" pitchFamily="18" charset="0"/>
              </a:rPr>
              <a:t>0</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使</a:t>
            </a:r>
            <a:r>
              <a:rPr lang="en-US" altLang="zh-CN" sz="2400" b="1" i="1">
                <a:solidFill>
                  <a:srgbClr val="000000"/>
                </a:solidFill>
                <a:latin typeface="Times New Roman" panose="02020603050405020304" pitchFamily="18" charset="0"/>
                <a:cs typeface="Times New Roman" panose="02020603050405020304" pitchFamily="18" charset="0"/>
              </a:rPr>
              <a:t>p</a:t>
            </a:r>
            <a:r>
              <a:rPr lang="en-US" altLang="zh-CN" sz="2400" b="1">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x</a:t>
            </a:r>
            <a:r>
              <a:rPr lang="en-US" altLang="zh-CN" sz="2400" b="1" baseline="-25000">
                <a:solidFill>
                  <a:srgbClr val="000000"/>
                </a:solidFill>
                <a:latin typeface="Times New Roman" panose="02020603050405020304" pitchFamily="18" charset="0"/>
                <a:cs typeface="Times New Roman" panose="02020603050405020304" pitchFamily="18" charset="0"/>
              </a:rPr>
              <a:t>0</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成立</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可简记为</a:t>
            </a:r>
            <a:r>
              <a:rPr lang="en-US" altLang="zh-CN" sz="2400" b="1">
                <a:solidFill>
                  <a:srgbClr val="000000"/>
                </a:solidFill>
                <a:latin typeface="Times New Roman" panose="02020603050405020304" pitchFamily="18" charset="0"/>
                <a:cs typeface="Times New Roman" panose="02020603050405020304" pitchFamily="18" charset="0"/>
              </a:rPr>
              <a:t>_____________:,</a:t>
            </a:r>
            <a:r>
              <a:rPr lang="zh-CN" altLang="zh-CN" sz="2400" b="1">
                <a:solidFill>
                  <a:srgbClr val="000000"/>
                </a:solidFill>
                <a:latin typeface="Times New Roman" panose="02020603050405020304" pitchFamily="18" charset="0"/>
                <a:cs typeface="Times New Roman" panose="02020603050405020304" pitchFamily="18" charset="0"/>
              </a:rPr>
              <a:t>读作</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存在</a:t>
            </a:r>
            <a:r>
              <a:rPr lang="en-US" altLang="zh-CN" sz="2400" b="1" i="1">
                <a:solidFill>
                  <a:srgbClr val="000000"/>
                </a:solidFill>
                <a:latin typeface="Times New Roman" panose="02020603050405020304" pitchFamily="18" charset="0"/>
                <a:cs typeface="Times New Roman" panose="02020603050405020304" pitchFamily="18" charset="0"/>
              </a:rPr>
              <a:t>M</a:t>
            </a:r>
            <a:r>
              <a:rPr lang="zh-CN" altLang="zh-CN" sz="2400" b="1">
                <a:solidFill>
                  <a:srgbClr val="000000"/>
                </a:solidFill>
                <a:latin typeface="Times New Roman" panose="02020603050405020304" pitchFamily="18" charset="0"/>
                <a:cs typeface="Times New Roman" panose="02020603050405020304" pitchFamily="18" charset="0"/>
              </a:rPr>
              <a:t>中的元素</a:t>
            </a:r>
            <a:r>
              <a:rPr lang="en-US" altLang="zh-CN" sz="2400" b="1" i="1">
                <a:solidFill>
                  <a:srgbClr val="000000"/>
                </a:solidFill>
                <a:latin typeface="Times New Roman" panose="02020603050405020304" pitchFamily="18" charset="0"/>
                <a:cs typeface="Times New Roman" panose="02020603050405020304" pitchFamily="18" charset="0"/>
              </a:rPr>
              <a:t>x</a:t>
            </a:r>
            <a:r>
              <a:rPr lang="en-US" altLang="zh-CN" sz="2400" b="1" baseline="-25000">
                <a:solidFill>
                  <a:srgbClr val="000000"/>
                </a:solidFill>
                <a:latin typeface="Times New Roman" panose="02020603050405020304" pitchFamily="18" charset="0"/>
                <a:cs typeface="Times New Roman" panose="02020603050405020304" pitchFamily="18" charset="0"/>
              </a:rPr>
              <a:t>0</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使</a:t>
            </a:r>
            <a:r>
              <a:rPr lang="en-US" altLang="zh-CN" sz="2400" b="1" i="1">
                <a:solidFill>
                  <a:srgbClr val="000000"/>
                </a:solidFill>
                <a:latin typeface="Times New Roman" panose="02020603050405020304" pitchFamily="18" charset="0"/>
                <a:cs typeface="Times New Roman" panose="02020603050405020304" pitchFamily="18" charset="0"/>
              </a:rPr>
              <a:t>p</a:t>
            </a:r>
            <a:r>
              <a:rPr lang="en-US" altLang="zh-CN" sz="2400" b="1">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x</a:t>
            </a:r>
            <a:r>
              <a:rPr lang="en-US" altLang="zh-CN" sz="2400" b="1" baseline="-25000">
                <a:solidFill>
                  <a:srgbClr val="000000"/>
                </a:solidFill>
                <a:latin typeface="Times New Roman" panose="02020603050405020304" pitchFamily="18" charset="0"/>
                <a:cs typeface="Times New Roman" panose="02020603050405020304" pitchFamily="18" charset="0"/>
              </a:rPr>
              <a:t>0</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成立</a:t>
            </a:r>
            <a:r>
              <a:rPr lang="en-US" altLang="zh-CN" sz="2400" b="1">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a:t>
            </a:r>
            <a:endParaRPr lang="zh-CN" altLang="zh-CN" sz="2400" b="1">
              <a:solidFill>
                <a:srgbClr val="000000"/>
              </a:solidFill>
              <a:latin typeface="Coco" panose="02000500000000000000" charset="0"/>
              <a:ea typeface="微软雅黑" panose="020b0503020204020204" charset="-122"/>
              <a:cs typeface="Times New Roman" panose="02020603050405020304" pitchFamily="18" charset="0"/>
            </a:endParaRPr>
          </a:p>
          <a:p>
            <a:pPr indent="199390">
              <a:lnSpc>
                <a:spcPct val="140000"/>
              </a:lnSpc>
              <a:spcBef>
                <a:spcPct val="0"/>
              </a:spcBef>
              <a:spcAft>
                <a:spcPct val="0"/>
              </a:spcAft>
              <a:tabLst>
                <a:tab pos="769620"/>
                <a:tab pos="1383665"/>
                <a:tab pos="1898650"/>
              </a:tabLst>
            </a:pPr>
            <a:r>
              <a:rPr lang="en-US" altLang="zh-CN" sz="2400" b="1">
                <a:solidFill>
                  <a:srgbClr val="000000"/>
                </a:solidFill>
                <a:latin typeface="Times New Roman" panose="02020603050405020304" pitchFamily="18" charset="0"/>
                <a:cs typeface="Times New Roman" panose="02020603050405020304" pitchFamily="18" charset="0"/>
              </a:rPr>
              <a:t>(4)</a:t>
            </a:r>
            <a:r>
              <a:rPr lang="zh-CN" altLang="en-US" sz="2400" b="1">
                <a:solidFill>
                  <a:srgbClr val="000000"/>
                </a:solidFill>
                <a:latin typeface="Times New Roman" panose="02020603050405020304" pitchFamily="18" charset="0"/>
                <a:cs typeface="Times New Roman" panose="02020603050405020304" pitchFamily="18" charset="0"/>
                <a:sym typeface="+mn-ea"/>
              </a:rPr>
              <a:t>存在量词</a:t>
            </a:r>
            <a:r>
              <a:rPr lang="zh-CN" altLang="zh-CN" sz="2400" b="1">
                <a:solidFill>
                  <a:srgbClr val="000000"/>
                </a:solidFill>
                <a:latin typeface="Times New Roman" panose="02020603050405020304" pitchFamily="18" charset="0"/>
                <a:cs typeface="Times New Roman" panose="02020603050405020304" pitchFamily="18" charset="0"/>
                <a:sym typeface="+mn-ea"/>
              </a:rPr>
              <a:t>命题</a:t>
            </a:r>
            <a:r>
              <a:rPr lang="zh-CN" altLang="zh-CN" sz="2400" b="1">
                <a:solidFill>
                  <a:srgbClr val="000000"/>
                </a:solidFill>
                <a:latin typeface="Times New Roman" panose="02020603050405020304" pitchFamily="18" charset="0"/>
                <a:cs typeface="Times New Roman" panose="02020603050405020304" pitchFamily="18" charset="0"/>
              </a:rPr>
              <a:t>的真假判断</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要判断一个</a:t>
            </a:r>
            <a:r>
              <a:rPr lang="zh-CN" altLang="en-US" sz="2400" b="1">
                <a:solidFill>
                  <a:srgbClr val="000000"/>
                </a:solidFill>
                <a:latin typeface="Times New Roman" panose="02020603050405020304" pitchFamily="18" charset="0"/>
                <a:cs typeface="Times New Roman" panose="02020603050405020304" pitchFamily="18" charset="0"/>
                <a:sym typeface="+mn-ea"/>
              </a:rPr>
              <a:t>存在量词</a:t>
            </a:r>
            <a:r>
              <a:rPr lang="zh-CN" altLang="zh-CN" sz="2400" b="1">
                <a:solidFill>
                  <a:srgbClr val="000000"/>
                </a:solidFill>
                <a:latin typeface="Times New Roman" panose="02020603050405020304" pitchFamily="18" charset="0"/>
                <a:cs typeface="Times New Roman" panose="02020603050405020304" pitchFamily="18" charset="0"/>
                <a:sym typeface="+mn-ea"/>
              </a:rPr>
              <a:t>命题</a:t>
            </a:r>
            <a:r>
              <a:rPr lang="zh-CN" altLang="zh-CN" sz="2400" b="1">
                <a:solidFill>
                  <a:srgbClr val="000000"/>
                </a:solidFill>
                <a:latin typeface="Times New Roman" panose="02020603050405020304" pitchFamily="18" charset="0"/>
                <a:cs typeface="Times New Roman" panose="02020603050405020304" pitchFamily="18" charset="0"/>
              </a:rPr>
              <a:t>是真命题</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只要在限定集合</a:t>
            </a:r>
            <a:r>
              <a:rPr lang="en-US" altLang="zh-CN" sz="2400" b="1" i="1">
                <a:solidFill>
                  <a:srgbClr val="000000"/>
                </a:solidFill>
                <a:latin typeface="Times New Roman" panose="02020603050405020304" pitchFamily="18" charset="0"/>
                <a:cs typeface="Times New Roman" panose="02020603050405020304" pitchFamily="18" charset="0"/>
              </a:rPr>
              <a:t>M</a:t>
            </a:r>
            <a:r>
              <a:rPr lang="zh-CN" altLang="zh-CN" sz="2400" b="1">
                <a:solidFill>
                  <a:srgbClr val="000000"/>
                </a:solidFill>
                <a:latin typeface="Times New Roman" panose="02020603050405020304" pitchFamily="18" charset="0"/>
                <a:cs typeface="Times New Roman" panose="02020603050405020304" pitchFamily="18" charset="0"/>
              </a:rPr>
              <a:t>中</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能找到一个</a:t>
            </a:r>
            <a:r>
              <a:rPr lang="en-US" altLang="zh-CN" sz="2400" b="1" i="1">
                <a:solidFill>
                  <a:srgbClr val="000000"/>
                </a:solidFill>
                <a:latin typeface="Times New Roman" panose="02020603050405020304" pitchFamily="18" charset="0"/>
                <a:cs typeface="Times New Roman" panose="02020603050405020304" pitchFamily="18" charset="0"/>
              </a:rPr>
              <a:t>x</a:t>
            </a:r>
            <a:r>
              <a:rPr lang="en-US" altLang="zh-CN" sz="2400" b="1" baseline="-25000">
                <a:solidFill>
                  <a:srgbClr val="000000"/>
                </a:solidFill>
                <a:latin typeface="Times New Roman" panose="02020603050405020304" pitchFamily="18" charset="0"/>
                <a:cs typeface="Times New Roman" panose="02020603050405020304" pitchFamily="18" charset="0"/>
              </a:rPr>
              <a:t>0</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使得命题</a:t>
            </a:r>
            <a:r>
              <a:rPr lang="en-US" altLang="zh-CN" sz="2400" b="1" i="1">
                <a:solidFill>
                  <a:srgbClr val="000000"/>
                </a:solidFill>
                <a:latin typeface="Times New Roman" panose="02020603050405020304" pitchFamily="18" charset="0"/>
                <a:cs typeface="Times New Roman" panose="02020603050405020304" pitchFamily="18" charset="0"/>
              </a:rPr>
              <a:t>p</a:t>
            </a:r>
            <a:r>
              <a:rPr lang="en-US" altLang="zh-CN" sz="2400" b="1">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x</a:t>
            </a:r>
            <a:r>
              <a:rPr lang="en-US" altLang="zh-CN" sz="2400" b="1" baseline="-25000">
                <a:solidFill>
                  <a:srgbClr val="000000"/>
                </a:solidFill>
                <a:latin typeface="Times New Roman" panose="02020603050405020304" pitchFamily="18" charset="0"/>
                <a:cs typeface="Times New Roman" panose="02020603050405020304" pitchFamily="18" charset="0"/>
              </a:rPr>
              <a:t>0</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成立即可</a:t>
            </a:r>
            <a:r>
              <a:rPr lang="en-US" altLang="zh-CN" sz="2400" b="1">
                <a:solidFill>
                  <a:srgbClr val="000000"/>
                </a:solidFill>
                <a:latin typeface="Times New Roman" panose="02020603050405020304" pitchFamily="18" charset="0"/>
                <a:cs typeface="Times New Roman" panose="02020603050405020304" pitchFamily="18" charset="0"/>
              </a:rPr>
              <a:t>;</a:t>
            </a:r>
            <a:r>
              <a:rPr lang="zh-CN" altLang="zh-CN" sz="2400" b="1">
                <a:solidFill>
                  <a:srgbClr val="000000"/>
                </a:solidFill>
                <a:latin typeface="Times New Roman" panose="02020603050405020304" pitchFamily="18" charset="0"/>
                <a:cs typeface="Times New Roman" panose="02020603050405020304" pitchFamily="18" charset="0"/>
              </a:rPr>
              <a:t>否则这一命题就是假命题</a:t>
            </a:r>
            <a:r>
              <a:rPr lang="en-US" altLang="zh-CN" sz="2400" b="1" i="1">
                <a:solidFill>
                  <a:srgbClr val="000000"/>
                </a:solidFill>
                <a:latin typeface="Times New Roman" panose="02020603050405020304" pitchFamily="18" charset="0"/>
                <a:cs typeface="Times New Roman" panose="02020603050405020304" pitchFamily="18" charset="0"/>
              </a:rPr>
              <a:t>.</a:t>
            </a:r>
            <a:endParaRPr lang="zh-CN" altLang="zh-CN" sz="2400" b="1">
              <a:solidFill>
                <a:srgbClr val="000000"/>
              </a:solidFill>
              <a:latin typeface="Coco" panose="02000500000000000000" charset="0"/>
              <a:ea typeface="微软雅黑" panose="020b0503020204020204" charset="-122"/>
              <a:cs typeface="Times New Roman" panose="02020603050405020304" pitchFamily="18" charset="0"/>
            </a:endParaRPr>
          </a:p>
          <a:p>
            <a:pPr indent="199390">
              <a:lnSpc>
                <a:spcPct val="120000"/>
              </a:lnSpc>
              <a:tabLst>
                <a:tab pos="769620"/>
                <a:tab pos="1383665"/>
                <a:tab pos="1898650"/>
              </a:tabLst>
            </a:pPr>
            <a:endParaRPr lang="en-US" altLang="zh-CN" sz="2400" b="1" i="1">
              <a:solidFill>
                <a:srgbClr val="000000"/>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6" name="文本框 5" title=""/>
          <p:cNvSpPr txBox="1"/>
          <p:nvPr>
            <p:custDataLst>
              <p:tags r:id="rId28"/>
            </p:custDataLst>
          </p:nvPr>
        </p:nvSpPr>
        <p:spPr>
          <a:xfrm>
            <a:off x="7922895" y="1620520"/>
            <a:ext cx="1614805" cy="500380"/>
          </a:xfrm>
          <a:prstGeom prst="rect">
            <a:avLst/>
          </a:prstGeom>
          <a:noFill/>
        </p:spPr>
        <p:txBody>
          <a:bodyPr wrap="square" rtlCol="0">
            <a:noAutofit/>
          </a:bodyPr>
          <a:lstStyle/>
          <a:p>
            <a:r>
              <a:rPr lang="zh-CN" altLang="en-US" sz="2400" b="1">
                <a:solidFill>
                  <a:schemeClr val="accent2"/>
                </a:solidFill>
                <a:latin typeface="Times New Roman" panose="02020603050405020304" pitchFamily="18" charset="0"/>
                <a:ea typeface="黑体"/>
              </a:rPr>
              <a:t>存在</a:t>
            </a:r>
            <a:r>
              <a:rPr lang="zh-CN" altLang="zh-CN" sz="2400" b="1" smtClean="0">
                <a:solidFill>
                  <a:schemeClr val="accent2"/>
                </a:solidFill>
                <a:latin typeface="Times New Roman" panose="02020603050405020304" pitchFamily="18" charset="0"/>
                <a:ea typeface="黑体"/>
              </a:rPr>
              <a:t>量词</a:t>
            </a:r>
            <a:endParaRPr lang="zh-CN" altLang="zh-CN" sz="2400" b="1" smtClean="0">
              <a:solidFill>
                <a:schemeClr val="accent2"/>
              </a:solidFill>
              <a:latin typeface="Times New Roman" panose="02020603050405020304" pitchFamily="18" charset="0"/>
              <a:ea typeface="黑体"/>
            </a:endParaRPr>
          </a:p>
        </p:txBody>
      </p:sp>
      <p:sp>
        <p:nvSpPr>
          <p:cNvPr id="27" name="文本框 26" title=""/>
          <p:cNvSpPr txBox="1"/>
          <p:nvPr>
            <p:custDataLst>
              <p:tags r:id="rId29"/>
            </p:custDataLst>
          </p:nvPr>
        </p:nvSpPr>
        <p:spPr>
          <a:xfrm>
            <a:off x="5131435" y="2616835"/>
            <a:ext cx="2112010" cy="500380"/>
          </a:xfrm>
          <a:prstGeom prst="rect">
            <a:avLst/>
          </a:prstGeom>
          <a:noFill/>
        </p:spPr>
        <p:txBody>
          <a:bodyPr wrap="square" rtlCol="0">
            <a:noAutofit/>
          </a:bodyPr>
          <a:lstStyle/>
          <a:p>
            <a:r>
              <a:rPr lang="zh-CN" altLang="en-US" sz="2400" b="1">
                <a:solidFill>
                  <a:schemeClr val="accent2"/>
                </a:solidFill>
                <a:latin typeface="Times New Roman" panose="02020603050405020304" pitchFamily="18" charset="0"/>
                <a:ea typeface="黑体"/>
              </a:rPr>
              <a:t>存在</a:t>
            </a:r>
            <a:r>
              <a:rPr lang="zh-CN" altLang="zh-CN" sz="2400" b="1" smtClean="0">
                <a:solidFill>
                  <a:schemeClr val="accent2"/>
                </a:solidFill>
                <a:latin typeface="Times New Roman" panose="02020603050405020304" pitchFamily="18" charset="0"/>
                <a:ea typeface="黑体"/>
              </a:rPr>
              <a:t>量词</a:t>
            </a:r>
            <a:r>
              <a:rPr lang="zh-CN" altLang="zh-CN" sz="2400" b="1">
                <a:solidFill>
                  <a:schemeClr val="accent2"/>
                </a:solidFill>
                <a:latin typeface="Times New Roman" panose="02020603050405020304" pitchFamily="18" charset="0"/>
                <a:ea typeface="黑体"/>
              </a:rPr>
              <a:t>命题</a:t>
            </a:r>
            <a:endParaRPr lang="zh-CN" altLang="zh-CN" sz="2400" b="1">
              <a:solidFill>
                <a:schemeClr val="accent2"/>
              </a:solidFill>
              <a:latin typeface="Times New Roman" panose="02020603050405020304" pitchFamily="18" charset="0"/>
              <a:ea typeface="黑体"/>
            </a:endParaRPr>
          </a:p>
        </p:txBody>
      </p:sp>
      <p:sp>
        <p:nvSpPr>
          <p:cNvPr id="28" name="文本框 27" title=""/>
          <p:cNvSpPr txBox="1"/>
          <p:nvPr>
            <p:custDataLst>
              <p:tags r:id="rId30"/>
            </p:custDataLst>
          </p:nvPr>
        </p:nvSpPr>
        <p:spPr>
          <a:xfrm>
            <a:off x="831215" y="3656330"/>
            <a:ext cx="2710815" cy="500380"/>
          </a:xfrm>
          <a:prstGeom prst="rect">
            <a:avLst/>
          </a:prstGeom>
          <a:noFill/>
        </p:spPr>
        <p:txBody>
          <a:bodyPr wrap="square" rtlCol="0">
            <a:noAutofit/>
          </a:bodyPr>
          <a:lstStyle/>
          <a:p>
            <a:r>
              <a:rPr lang="en-US" altLang="zh-CN" sz="2400" b="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a:t>
            </a:r>
            <a:r>
              <a:rPr lang="en-US" altLang="zh-CN" sz="2400" b="1" i="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x</a:t>
            </a:r>
            <a:r>
              <a:rPr lang="en-US" altLang="zh-CN" sz="2400" b="1" baseline="-25000">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0</a:t>
            </a:r>
            <a:r>
              <a:rPr lang="zh-CN" altLang="zh-CN" sz="2400" b="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M</a:t>
            </a:r>
            <a:r>
              <a:rPr lang="en-US" altLang="zh-CN" sz="2400" b="1" err="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p</a:t>
            </a:r>
            <a:r>
              <a:rPr lang="en-US" altLang="zh-CN" sz="2400" b="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a:t>
            </a:r>
            <a:r>
              <a:rPr lang="en-US" altLang="zh-CN" sz="2400" b="1" i="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x</a:t>
            </a:r>
            <a:r>
              <a:rPr lang="en-US" altLang="zh-CN" sz="2400" b="1" baseline="-25000">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0</a:t>
            </a:r>
            <a:r>
              <a:rPr lang="en-US" altLang="zh-CN" sz="2400" b="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rPr>
              <a:t>)</a:t>
            </a:r>
            <a:endParaRPr lang="en-US" altLang="zh-CN" sz="2400" b="1">
              <a:solidFill>
                <a:schemeClr val="accent2"/>
              </a:solidFill>
              <a:uFill>
                <a:solidFill>
                  <a:srgbClr val="000000"/>
                </a:solidFill>
              </a:uFill>
              <a:latin typeface="Times New Roman" panose="02020603050405020304" pitchFamily="18" charset="0"/>
              <a:ea typeface="黑体"/>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7" grpId="0"/>
      <p:bldP spid="28" grpId="0"/>
      <p:bldP spid="3" grpId="0"/>
    </p:bld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2225040" y="2222500"/>
            <a:ext cx="4807585"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a:ea typeface="黑体"/>
              </a:rPr>
              <a:t>03</a:t>
            </a:r>
            <a:endParaRPr lang="zh-CN" altLang="en-US" sz="18000">
              <a:gradFill>
                <a:gsLst>
                  <a:gs pos="0">
                    <a:srgbClr val="4479FD"/>
                  </a:gs>
                  <a:gs pos="100000">
                    <a:srgbClr val="4175FC"/>
                  </a:gs>
                </a:gsLst>
                <a:lin ang="10800000" scaled="0"/>
              </a:gradFill>
              <a:latin typeface="黑体"/>
              <a:ea typeface="黑体"/>
            </a:endParaRPr>
          </a:p>
        </p:txBody>
      </p:sp>
      <p:sp>
        <p:nvSpPr>
          <p:cNvPr id="3" name="文本框 2" title=""/>
          <p:cNvSpPr txBox="1"/>
          <p:nvPr>
            <p:custDataLst>
              <p:tags r:id="rId42"/>
            </p:custDataLst>
          </p:nvPr>
        </p:nvSpPr>
        <p:spPr>
          <a:xfrm>
            <a:off x="3700780" y="1657350"/>
            <a:ext cx="4791075" cy="405765"/>
          </a:xfrm>
          <a:prstGeom prst="rect">
            <a:avLst/>
          </a:prstGeom>
          <a:noFill/>
        </p:spPr>
        <p:txBody>
          <a:bodyPr wrap="square" rtlCol="0">
            <a:noAutofit/>
          </a:bodyPr>
          <a:lstStyle/>
          <a:p>
            <a:pPr algn="dist"/>
            <a:r>
              <a:rPr lang="en-US" altLang="zh-CN">
                <a:latin typeface="黑体"/>
                <a:ea typeface="黑体"/>
                <a:sym typeface="+mn-ea"/>
              </a:rPr>
              <a:t>全称量词和存在量词</a:t>
            </a:r>
            <a:endParaRPr lang="en-US" altLang="zh-CN">
              <a:latin typeface="黑体"/>
              <a:ea typeface="黑体"/>
              <a:sym typeface="+mn-ea"/>
            </a:endParaRPr>
          </a:p>
          <a:p>
            <a:pPr algn="dist"/>
            <a:endParaRPr lang="en-US" altLang="zh-CN">
              <a:latin typeface="黑体"/>
              <a:ea typeface="黑体"/>
            </a:endParaRPr>
          </a:p>
        </p:txBody>
      </p:sp>
      <p:sp>
        <p:nvSpPr>
          <p:cNvPr id="12" name="文本框 11" title=""/>
          <p:cNvSpPr txBox="1"/>
          <p:nvPr>
            <p:custDataLst>
              <p:tags r:id="rId43"/>
            </p:custDataLst>
          </p:nvPr>
        </p:nvSpPr>
        <p:spPr>
          <a:xfrm>
            <a:off x="5263515" y="3123565"/>
            <a:ext cx="4137660"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典</a:t>
            </a:r>
            <a:r>
              <a:rPr lang="zh-CN" altLang="en-US" sz="4800" b="1">
                <a:solidFill>
                  <a:srgbClr val="4378FD"/>
                </a:solidFill>
                <a:latin typeface="微软雅黑" panose="020b0503020204020204" charset="-122"/>
                <a:ea typeface="微软雅黑" panose="020b0503020204020204" charset="-122"/>
              </a:rPr>
              <a:t>型</a:t>
            </a:r>
            <a:r>
              <a:rPr lang="zh-CN" altLang="en-US" sz="4800" b="1">
                <a:solidFill>
                  <a:schemeClr val="tx1">
                    <a:lumMod val="95000"/>
                    <a:lumOff val="5000"/>
                  </a:schemeClr>
                </a:solidFill>
                <a:latin typeface="微软雅黑" panose="020b0503020204020204" charset="-122"/>
                <a:ea typeface="微软雅黑" panose="020b0503020204020204" charset="-122"/>
              </a:rPr>
              <a:t>例</a:t>
            </a:r>
            <a:r>
              <a:rPr lang="zh-CN" altLang="en-US" sz="4800" b="1">
                <a:solidFill>
                  <a:srgbClr val="4378FD"/>
                </a:solidFill>
                <a:latin typeface="微软雅黑" panose="020b0503020204020204" charset="-122"/>
                <a:ea typeface="微软雅黑" panose="020b0503020204020204" charset="-122"/>
              </a:rPr>
              <a:t>题</a:t>
            </a:r>
            <a:r>
              <a:rPr lang="zh-CN" altLang="en-US" sz="4800" b="1">
                <a:solidFill>
                  <a:schemeClr val="tx1">
                    <a:lumMod val="95000"/>
                    <a:lumOff val="5000"/>
                  </a:schemeClr>
                </a:solidFill>
                <a:latin typeface="微软雅黑" panose="020b0503020204020204" charset="-122"/>
                <a:ea typeface="微软雅黑" panose="020b0503020204020204" charset="-122"/>
              </a:rPr>
              <a:t>分</a:t>
            </a:r>
            <a:r>
              <a:rPr lang="zh-CN" altLang="en-US" sz="4800" b="1">
                <a:solidFill>
                  <a:srgbClr val="4378FD"/>
                </a:solidFill>
                <a:latin typeface="微软雅黑" panose="020b0503020204020204" charset="-122"/>
                <a:ea typeface="微软雅黑" panose="020b0503020204020204" charset="-122"/>
              </a:rPr>
              <a:t>析</a:t>
            </a:r>
            <a:endParaRPr lang="zh-CN" altLang="en-US" sz="4800" b="1">
              <a:solidFill>
                <a:srgbClr val="4378FD"/>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12"/>
                                        </p:tgtEl>
                                        <p:attrNameLst>
                                          <p:attrName>style.visibility</p:attrName>
                                        </p:attrNameLst>
                                      </p:cBhvr>
                                      <p:to>
                                        <p:strVal val="visible"/>
                                      </p:to>
                                    </p:set>
                                    <p:anim calcmode="lin" valueType="num">
                                      <p:cBhvr additive="base">
                                        <p:cTn id="7" dur="250"/>
                                        <p:tgtEl>
                                          <p:spTgt spid="12"/>
                                        </p:tgtEl>
                                        <p:attrNameLst>
                                          <p:attrName>ppt_y</p:attrName>
                                        </p:attrNameLst>
                                      </p:cBhvr>
                                      <p:tavLst>
                                        <p:tav tm="0">
                                          <p:val>
                                            <p:strVal val="#ppt_y+#ppt_h*1.125000"/>
                                          </p:val>
                                        </p:tav>
                                        <p:tav tm="100000">
                                          <p:val>
                                            <p:strVal val="#ppt_y"/>
                                          </p:val>
                                        </p:tav>
                                      </p:tavLst>
                                    </p:anim>
                                    <p:animEffect transition="in" filter="wipe(up)">
                                      <p:cBhvr>
                                        <p:cTn id="8"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BFCFE"/>
        </a:solidFill>
        <a:effectLst/>
      </p:bgPr>
    </p:bg>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1" name="组合 30" title=""/>
          <p:cNvGrpSpPr/>
          <p:nvPr>
            <p:custDataLst>
              <p:tags r:id="rId11"/>
            </p:custDataLst>
          </p:nvPr>
        </p:nvGrpSpPr>
        <p:grpSpPr>
          <a:xfrm>
            <a:off x="578541" y="1147445"/>
            <a:ext cx="10951679" cy="2366010"/>
            <a:chOff x="904" y="1807"/>
            <a:chExt cx="17649" cy="3726"/>
          </a:xfrm>
        </p:grpSpPr>
        <p:sp>
          <p:nvSpPr>
            <p:cNvPr id="2" name="圆角矩形 1"/>
            <p:cNvSpPr/>
            <p:nvPr>
              <p:custDataLst>
                <p:tags r:id="rId12"/>
              </p:custDataLst>
            </p:nvPr>
          </p:nvSpPr>
          <p:spPr>
            <a:xfrm>
              <a:off x="904" y="2115"/>
              <a:ext cx="17649" cy="3418"/>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1463" y="1807"/>
              <a:ext cx="11488" cy="812"/>
            </a:xfrm>
            <a:prstGeom prst="roundRect">
              <a:avLst>
                <a:gd name="adj" fmla="val 50000"/>
              </a:avLst>
            </a:prstGeom>
            <a:gradFill>
              <a:gsLst>
                <a:gs pos="0">
                  <a:srgbClr val="4076FD"/>
                </a:gs>
                <a:gs pos="100000">
                  <a:srgbClr val="ED9466"/>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a:ea typeface="黑体"/>
                  <a:cs typeface="黑体" panose="02010609060101010101" charset="-122"/>
                  <a:sym typeface="+mn-ea"/>
                </a:rPr>
                <a:t>题型一：</a:t>
              </a:r>
              <a:r>
                <a:rPr lang="en-US" altLang="zh-CN" sz="2400" b="1">
                  <a:latin typeface="黑体"/>
                  <a:ea typeface="黑体"/>
                  <a:cs typeface="黑体" panose="02010609060101010101" charset="-122"/>
                  <a:sym typeface="+mn-ea"/>
                </a:rPr>
                <a:t> </a:t>
              </a:r>
              <a:r>
                <a:rPr lang="zh-CN" altLang="en-US" sz="2400" b="1">
                  <a:latin typeface="黑体"/>
                  <a:ea typeface="黑体"/>
                  <a:cs typeface="黑体" panose="02010609060101010101" charset="-122"/>
                  <a:sym typeface="+mn-ea"/>
                </a:rPr>
                <a:t>全称量词命题与存在量词命题的判断</a:t>
              </a:r>
              <a:endParaRPr lang="zh-CN" altLang="en-US" sz="2400" b="1">
                <a:latin typeface="黑体"/>
                <a:ea typeface="黑体"/>
                <a:cs typeface="黑体" panose="02010609060101010101" charset="-122"/>
                <a:sym typeface="+mn-ea"/>
              </a:endParaRPr>
            </a:p>
          </p:txBody>
        </p:sp>
      </p:grpSp>
      <p:grpSp>
        <p:nvGrpSpPr>
          <p:cNvPr id="6" name="组合 5"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7" name="组合 6"/>
            <p:cNvGrpSpPr/>
            <p:nvPr>
              <p:custDataLst>
                <p:tags r:id="rId15"/>
              </p:custDataLst>
            </p:nvPr>
          </p:nvGrpSpPr>
          <p:grpSpPr>
            <a:xfrm>
              <a:off x="8452757" y="5040086"/>
              <a:ext cx="134692" cy="1161142"/>
              <a:chOff x="8490857" y="4963886"/>
              <a:chExt cx="134692" cy="1161142"/>
            </a:xfrm>
            <a:grpFill/>
          </p:grpSpPr>
          <p:sp>
            <p:nvSpPr>
              <p:cNvPr id="8" name="等腰三角形 7"/>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custDataLst>
                <p:tags r:id="rId21"/>
              </p:custDataLst>
            </p:nvPr>
          </p:nvGrpSpPr>
          <p:grpSpPr>
            <a:xfrm>
              <a:off x="8290832" y="4887686"/>
              <a:ext cx="134692" cy="1161142"/>
              <a:chOff x="8490857" y="4963886"/>
              <a:chExt cx="134692" cy="1161142"/>
            </a:xfrm>
            <a:grpFill/>
          </p:grpSpPr>
          <p:sp>
            <p:nvSpPr>
              <p:cNvPr id="37" name="等腰三角形 36"/>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0" name="圆角矩形 19" title=""/>
          <p:cNvSpPr/>
          <p:nvPr>
            <p:custDataLst>
              <p:tags r:id="rId27"/>
            </p:custDataLst>
          </p:nvPr>
        </p:nvSpPr>
        <p:spPr>
          <a:xfrm>
            <a:off x="577850" y="3733165"/>
            <a:ext cx="10948035" cy="800100"/>
          </a:xfrm>
          <a:prstGeom prst="roundRect">
            <a:avLst>
              <a:gd name="adj" fmla="val 20087"/>
            </a:avLst>
          </a:prstGeom>
          <a:solidFill>
            <a:srgbClr val="F8FAFF"/>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10" name="对象 9" title="">
            <a:hlinkClick action="ppaction://ole?verb="/>
          </p:cNvPr>
          <p:cNvGraphicFramePr>
            <a:graphicFrameLocks noChangeAspect="1"/>
          </p:cNvGraphicFramePr>
          <p:nvPr>
            <p:custDataLst>
              <p:tags r:id="rId28"/>
            </p:custDataLst>
          </p:nvPr>
        </p:nvGraphicFramePr>
        <p:xfrm>
          <a:off x="1050290" y="4734561"/>
          <a:ext cx="9551670" cy="2062480"/>
        </p:xfrm>
        <a:graphic>
          <a:graphicData uri="http://schemas.openxmlformats.org/presentationml/2006/ole">
            <mc:AlternateContent>
              <mc:Choice xmlns:v="urn:schemas-microsoft-com:vml" Requires="v">
                <p:oleObj spid="_x0000_s1055" r:id="rId29" imgW="6496050" imgH="1400175" progId="Word.Document.8">
                  <p:embed/>
                </p:oleObj>
              </mc:Choice>
              <mc:Fallback>
                <p:oleObj r:id="rId29" imgW="6496050" imgH="1400175" progId="Word.Document.8">
                  <p:embed/>
                  <p:pic>
                    <p:nvPicPr>
                      <p:cNvPr id="0" name="OLE substitute image"/>
                      <p:cNvPicPr/>
                      <p:nvPr/>
                    </p:nvPicPr>
                    <p:blipFill>
                      <a:blip r:embed="rId30"/>
                      <a:stretch>
                        <a:fillRect/>
                      </a:stretch>
                    </p:blipFill>
                    <p:spPr>
                      <a:xfrm>
                        <a:off x="1050290" y="4734561"/>
                        <a:ext cx="9551670" cy="2062480"/>
                      </a:xfrm>
                      <a:prstGeom prst="rect">
                        <a:avLst/>
                      </a:prstGeom>
                    </p:spPr>
                  </p:pic>
                </p:oleObj>
              </mc:Fallback>
            </mc:AlternateContent>
          </a:graphicData>
        </a:graphic>
      </p:graphicFrame>
      <p:graphicFrame>
        <p:nvGraphicFramePr>
          <p:cNvPr id="16" name="对象 15" title="">
            <a:hlinkClick action="ppaction://ole?verb="/>
          </p:cNvPr>
          <p:cNvGraphicFramePr>
            <a:graphicFrameLocks noChangeAspect="1"/>
          </p:cNvGraphicFramePr>
          <p:nvPr>
            <p:custDataLst>
              <p:tags r:id="rId31"/>
            </p:custDataLst>
          </p:nvPr>
        </p:nvGraphicFramePr>
        <p:xfrm>
          <a:off x="1050290" y="1731645"/>
          <a:ext cx="9551670" cy="2061210"/>
        </p:xfrm>
        <a:graphic>
          <a:graphicData uri="http://schemas.openxmlformats.org/presentationml/2006/ole">
            <mc:AlternateContent>
              <mc:Choice xmlns:v="urn:schemas-microsoft-com:vml" Requires="v">
                <p:oleObj spid="_x0000_s1056" r:id="rId32" imgW="6496050" imgH="1400175" progId="Word.Document.8">
                  <p:embed/>
                </p:oleObj>
              </mc:Choice>
              <mc:Fallback>
                <p:oleObj r:id="rId32" imgW="6496050" imgH="1400175" progId="Word.Document.8">
                  <p:embed/>
                  <p:pic>
                    <p:nvPicPr>
                      <p:cNvPr id="0" name="OLE substitute image"/>
                      <p:cNvPicPr/>
                      <p:nvPr/>
                    </p:nvPicPr>
                    <p:blipFill>
                      <a:blip r:embed="rId33"/>
                      <a:stretch>
                        <a:fillRect/>
                      </a:stretch>
                    </p:blipFill>
                    <p:spPr>
                      <a:xfrm>
                        <a:off x="1050290" y="1731645"/>
                        <a:ext cx="9551670" cy="2061210"/>
                      </a:xfrm>
                      <a:prstGeom prst="rect">
                        <a:avLst/>
                      </a:prstGeom>
                    </p:spPr>
                  </p:pic>
                </p:oleObj>
              </mc:Fallback>
            </mc:AlternateContent>
          </a:graphicData>
        </a:graphic>
      </p:graphicFrame>
      <p:sp>
        <p:nvSpPr>
          <p:cNvPr id="18" name="文本框 17" title=""/>
          <p:cNvSpPr txBox="1"/>
          <p:nvPr>
            <p:custDataLst>
              <p:tags r:id="rId34"/>
            </p:custDataLst>
          </p:nvPr>
        </p:nvSpPr>
        <p:spPr>
          <a:xfrm>
            <a:off x="578485" y="3925570"/>
            <a:ext cx="11192510" cy="460375"/>
          </a:xfrm>
          <a:prstGeom prst="rect">
            <a:avLst/>
          </a:prstGeom>
          <a:noFill/>
        </p:spPr>
        <p:txBody>
          <a:bodyPr wrap="square" rtlCol="0" anchor="t">
            <a:spAutoFit/>
          </a:bodyPr>
          <a:lstStyle/>
          <a:p>
            <a:r>
              <a:rPr lang="zh-CN" altLang="en-US" sz="2400" b="1">
                <a:ln w="9525" cap="flat" cmpd="sng" algn="ctr">
                  <a:noFill/>
                  <a:prstDash val="solid"/>
                  <a:round/>
                  <a:headEnd type="none" w="med" len="med"/>
                  <a:tailEnd type="none" w="med" len="med"/>
                </a:ln>
                <a:solidFill>
                  <a:srgbClr val="000000"/>
                </a:solidFill>
                <a:latin typeface="黑体"/>
                <a:ea typeface="黑体"/>
                <a:sym typeface="Wingdings" panose="05000000000000000000" charset="0"/>
              </a:rPr>
              <a:t>注意：</a:t>
            </a:r>
            <a:r>
              <a:rPr lang="zh-CN" altLang="en-US" sz="2400">
                <a:ln w="9525" cap="flat" cmpd="sng" algn="ctr">
                  <a:noFill/>
                  <a:prstDash val="solid"/>
                  <a:round/>
                  <a:headEnd type="none" w="med" len="med"/>
                  <a:tailEnd type="none" w="med" len="med"/>
                </a:ln>
                <a:solidFill>
                  <a:srgbClr val="000000"/>
                </a:solidFill>
                <a:latin typeface="黑体"/>
                <a:ea typeface="黑体"/>
                <a:sym typeface="Wingdings" panose="05000000000000000000" charset="0"/>
              </a:rPr>
              <a:t>全称量词命题可以省略全称量词，存在量词命题的存在量词一般不能省略．</a:t>
            </a:r>
            <a:endParaRPr lang="zh-CN" altLang="en-US" sz="2400">
              <a:ln w="9525" cap="flat" cmpd="sng" algn="ctr">
                <a:noFill/>
                <a:prstDash val="solid"/>
                <a:round/>
                <a:headEnd type="none" w="med" len="med"/>
                <a:tailEnd type="none" w="med" len="med"/>
              </a:ln>
              <a:solidFill>
                <a:srgbClr val="000000"/>
              </a:solidFill>
              <a:latin typeface="黑体"/>
              <a:ea typeface="黑体"/>
              <a:sym typeface="Wingdings" panose="05000000000000000000"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BFCFE"/>
        </a:solidFill>
        <a:effectLst/>
      </p:bgPr>
    </p:bg>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1" name="组合 30" title=""/>
          <p:cNvGrpSpPr/>
          <p:nvPr>
            <p:custDataLst>
              <p:tags r:id="rId11"/>
            </p:custDataLst>
          </p:nvPr>
        </p:nvGrpSpPr>
        <p:grpSpPr>
          <a:xfrm>
            <a:off x="357633" y="1147445"/>
            <a:ext cx="7759689" cy="3184525"/>
            <a:chOff x="548" y="1807"/>
            <a:chExt cx="12505" cy="5015"/>
          </a:xfrm>
        </p:grpSpPr>
        <p:sp>
          <p:nvSpPr>
            <p:cNvPr id="2" name="圆角矩形 1"/>
            <p:cNvSpPr/>
            <p:nvPr>
              <p:custDataLst>
                <p:tags r:id="rId12"/>
              </p:custDataLst>
            </p:nvPr>
          </p:nvSpPr>
          <p:spPr>
            <a:xfrm>
              <a:off x="548" y="2115"/>
              <a:ext cx="12505" cy="4707"/>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663" y="1807"/>
              <a:ext cx="12135" cy="812"/>
            </a:xfrm>
            <a:prstGeom prst="roundRect">
              <a:avLst>
                <a:gd name="adj" fmla="val 50000"/>
              </a:avLst>
            </a:prstGeom>
            <a:gradFill>
              <a:gsLst>
                <a:gs pos="0">
                  <a:srgbClr val="4076FD"/>
                </a:gs>
                <a:gs pos="100000">
                  <a:srgbClr val="ED9466"/>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a:ea typeface="黑体"/>
                  <a:cs typeface="黑体" panose="02010609060101010101" charset="-122"/>
                  <a:sym typeface="+mn-ea"/>
                </a:rPr>
                <a:t>题型二：</a:t>
              </a:r>
              <a:r>
                <a:rPr lang="en-US" altLang="zh-CN" sz="2400" b="1">
                  <a:latin typeface="黑体"/>
                  <a:ea typeface="黑体"/>
                  <a:cs typeface="黑体" panose="02010609060101010101" charset="-122"/>
                  <a:sym typeface="+mn-ea"/>
                </a:rPr>
                <a:t> </a:t>
              </a:r>
              <a:r>
                <a:rPr lang="zh-CN" altLang="en-US" sz="2400" b="1">
                  <a:latin typeface="黑体"/>
                  <a:ea typeface="黑体"/>
                  <a:cs typeface="黑体" panose="02010609060101010101" charset="-122"/>
                  <a:sym typeface="+mn-ea"/>
                </a:rPr>
                <a:t>全称量词命题与存在量词命题真假的判断</a:t>
              </a:r>
              <a:endParaRPr lang="zh-CN" altLang="en-US" sz="2400" b="1">
                <a:latin typeface="黑体"/>
                <a:ea typeface="黑体"/>
                <a:cs typeface="黑体" panose="02010609060101010101" charset="-122"/>
                <a:sym typeface="+mn-ea"/>
              </a:endParaRPr>
            </a:p>
          </p:txBody>
        </p:sp>
      </p:grpSp>
      <p:grpSp>
        <p:nvGrpSpPr>
          <p:cNvPr id="6" name="组合 5"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7" name="组合 6"/>
            <p:cNvGrpSpPr/>
            <p:nvPr>
              <p:custDataLst>
                <p:tags r:id="rId15"/>
              </p:custDataLst>
            </p:nvPr>
          </p:nvGrpSpPr>
          <p:grpSpPr>
            <a:xfrm>
              <a:off x="8452757" y="5040086"/>
              <a:ext cx="134692" cy="1161142"/>
              <a:chOff x="8490857" y="4963886"/>
              <a:chExt cx="134692" cy="1161142"/>
            </a:xfrm>
            <a:grpFill/>
          </p:grpSpPr>
          <p:sp>
            <p:nvSpPr>
              <p:cNvPr id="8" name="等腰三角形 7"/>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custDataLst>
                <p:tags r:id="rId21"/>
              </p:custDataLst>
            </p:nvPr>
          </p:nvGrpSpPr>
          <p:grpSpPr>
            <a:xfrm>
              <a:off x="8290832" y="4887686"/>
              <a:ext cx="134692" cy="1161142"/>
              <a:chOff x="8490857" y="4963886"/>
              <a:chExt cx="134692" cy="1161142"/>
            </a:xfrm>
            <a:grpFill/>
          </p:grpSpPr>
          <p:sp>
            <p:nvSpPr>
              <p:cNvPr id="37" name="等腰三角形 36"/>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4" name="对象 3" title="">
            <a:hlinkClick action="ppaction://ole?verb="/>
          </p:cNvPr>
          <p:cNvGraphicFramePr>
            <a:graphicFrameLocks noChangeAspect="1"/>
          </p:cNvGraphicFramePr>
          <p:nvPr>
            <p:custDataLst>
              <p:tags r:id="rId27"/>
            </p:custDataLst>
          </p:nvPr>
        </p:nvGraphicFramePr>
        <p:xfrm>
          <a:off x="559435" y="1675448"/>
          <a:ext cx="9551670" cy="2987675"/>
        </p:xfrm>
        <a:graphic>
          <a:graphicData uri="http://schemas.openxmlformats.org/presentationml/2006/ole">
            <mc:AlternateContent>
              <mc:Choice xmlns:v="urn:schemas-microsoft-com:vml" Requires="v">
                <p:oleObj spid="_x0000_s1057" r:id="rId28" imgW="6496050" imgH="2028825" progId="Word.Document.8">
                  <p:embed/>
                </p:oleObj>
              </mc:Choice>
              <mc:Fallback>
                <p:oleObj r:id="rId28" imgW="6496050" imgH="2028825" progId="Word.Document.8">
                  <p:embed/>
                  <p:pic>
                    <p:nvPicPr>
                      <p:cNvPr id="0" name="OLE substitute image"/>
                      <p:cNvPicPr/>
                      <p:nvPr/>
                    </p:nvPicPr>
                    <p:blipFill>
                      <a:blip r:embed="rId29"/>
                      <a:stretch>
                        <a:fillRect/>
                      </a:stretch>
                    </p:blipFill>
                    <p:spPr>
                      <a:xfrm>
                        <a:off x="559435" y="1675448"/>
                        <a:ext cx="9551670" cy="2987675"/>
                      </a:xfrm>
                      <a:prstGeom prst="rect">
                        <a:avLst/>
                      </a:prstGeom>
                    </p:spPr>
                  </p:pic>
                </p:oleObj>
              </mc:Fallback>
            </mc:AlternateContent>
          </a:graphicData>
        </a:graphic>
      </p:graphicFrame>
      <p:graphicFrame>
        <p:nvGraphicFramePr>
          <p:cNvPr id="5" name="对象 4" title="">
            <a:hlinkClick action="ppaction://ole?verb="/>
          </p:cNvPr>
          <p:cNvGraphicFramePr>
            <a:graphicFrameLocks noChangeAspect="1"/>
          </p:cNvGraphicFramePr>
          <p:nvPr>
            <p:custDataLst>
              <p:tags r:id="rId30"/>
            </p:custDataLst>
          </p:nvPr>
        </p:nvGraphicFramePr>
        <p:xfrm>
          <a:off x="544195" y="4346258"/>
          <a:ext cx="9551670" cy="2654935"/>
        </p:xfrm>
        <a:graphic>
          <a:graphicData uri="http://schemas.openxmlformats.org/presentationml/2006/ole">
            <mc:AlternateContent>
              <mc:Choice xmlns:v="urn:schemas-microsoft-com:vml" Requires="v">
                <p:oleObj spid="_x0000_s1058" r:id="rId31" imgW="6496050" imgH="1800225" progId="Word.Document.8">
                  <p:embed/>
                </p:oleObj>
              </mc:Choice>
              <mc:Fallback>
                <p:oleObj r:id="rId31" imgW="6496050" imgH="1800225" progId="Word.Document.8">
                  <p:embed/>
                  <p:pic>
                    <p:nvPicPr>
                      <p:cNvPr id="0" name="OLE substitute image"/>
                      <p:cNvPicPr/>
                      <p:nvPr/>
                    </p:nvPicPr>
                    <p:blipFill>
                      <a:blip r:embed="rId32"/>
                      <a:stretch>
                        <a:fillRect/>
                      </a:stretch>
                    </p:blipFill>
                    <p:spPr>
                      <a:xfrm>
                        <a:off x="544195" y="4346258"/>
                        <a:ext cx="9551670" cy="2654935"/>
                      </a:xfrm>
                      <a:prstGeom prst="rect">
                        <a:avLst/>
                      </a:prstGeom>
                    </p:spPr>
                  </p:pic>
                </p:oleObj>
              </mc:Fallback>
            </mc:AlternateContent>
          </a:graphicData>
        </a:graphic>
      </p:graphicFrame>
      <p:grpSp>
        <p:nvGrpSpPr>
          <p:cNvPr id="26" name="组合 25" title=""/>
          <p:cNvGrpSpPr/>
          <p:nvPr>
            <p:custDataLst>
              <p:tags r:id="rId33"/>
            </p:custDataLst>
          </p:nvPr>
        </p:nvGrpSpPr>
        <p:grpSpPr>
          <a:xfrm>
            <a:off x="8295659" y="1147445"/>
            <a:ext cx="3545186" cy="5240020"/>
            <a:chOff x="9872" y="1274"/>
            <a:chExt cx="8232" cy="8785"/>
          </a:xfrm>
        </p:grpSpPr>
        <p:sp>
          <p:nvSpPr>
            <p:cNvPr id="27" name="圆角矩形 26"/>
            <p:cNvSpPr/>
            <p:nvPr>
              <p:custDataLst>
                <p:tags r:id="rId34"/>
              </p:custDataLst>
            </p:nvPr>
          </p:nvSpPr>
          <p:spPr>
            <a:xfrm>
              <a:off x="9872" y="1274"/>
              <a:ext cx="8232" cy="8785"/>
            </a:xfrm>
            <a:prstGeom prst="roundRect">
              <a:avLst>
                <a:gd name="adj" fmla="val 20087"/>
              </a:avLst>
            </a:prstGeom>
            <a:solidFill>
              <a:srgbClr val="F7F9FE"/>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文本框 27"/>
            <p:cNvSpPr txBox="1"/>
            <p:nvPr>
              <p:custDataLst>
                <p:tags r:id="rId35"/>
              </p:custDataLst>
            </p:nvPr>
          </p:nvSpPr>
          <p:spPr>
            <a:xfrm>
              <a:off x="11355" y="1602"/>
              <a:ext cx="4457" cy="804"/>
            </a:xfrm>
            <a:prstGeom prst="rect">
              <a:avLst/>
            </a:prstGeom>
            <a:noFill/>
          </p:spPr>
          <p:txBody>
            <a:bodyPr wrap="square" rtlCol="0" anchor="t">
              <a:noAutofit/>
            </a:bodyPr>
            <a:lstStyle/>
            <a:p>
              <a:pPr>
                <a:lnSpc>
                  <a:spcPct val="120000"/>
                </a:lnSpc>
                <a:spcBef>
                  <a:spcPct val="0"/>
                </a:spcBef>
                <a:spcAft>
                  <a:spcPct val="0"/>
                </a:spcAft>
              </a:pPr>
              <a:r>
                <a:rPr lang="zh-CN" altLang="en-US" sz="2300">
                  <a:latin typeface="黑体"/>
                  <a:ea typeface="黑体"/>
                  <a:cs typeface="黑体" panose="02010609060101010101" charset="-122"/>
                  <a:sym typeface="+mn-ea"/>
                </a:rPr>
                <a:t>　</a:t>
              </a:r>
              <a:endParaRPr lang="zh-CN" altLang="en-US" sz="2300">
                <a:latin typeface="黑体"/>
                <a:ea typeface="黑体"/>
                <a:cs typeface="黑体" panose="02010609060101010101" charset="-122"/>
                <a:sym typeface="+mn-ea"/>
              </a:endParaRPr>
            </a:p>
            <a:p>
              <a:pPr>
                <a:lnSpc>
                  <a:spcPct val="120000"/>
                </a:lnSpc>
                <a:spcBef>
                  <a:spcPct val="0"/>
                </a:spcBef>
                <a:spcAft>
                  <a:spcPct val="0"/>
                </a:spcAft>
              </a:pPr>
              <a:endParaRPr lang="zh-CN" altLang="en-US" sz="2300">
                <a:latin typeface="黑体"/>
                <a:ea typeface="黑体"/>
                <a:cs typeface="黑体" panose="02010609060101010101" charset="-122"/>
                <a:sym typeface="+mn-ea"/>
              </a:endParaRPr>
            </a:p>
          </p:txBody>
        </p:sp>
      </p:grpSp>
      <p:sp>
        <p:nvSpPr>
          <p:cNvPr id="30" name="文本框 29" title=""/>
          <p:cNvSpPr txBox="1"/>
          <p:nvPr>
            <p:custDataLst>
              <p:tags r:id="rId36"/>
            </p:custDataLst>
          </p:nvPr>
        </p:nvSpPr>
        <p:spPr>
          <a:xfrm>
            <a:off x="8448040" y="1323340"/>
            <a:ext cx="3388360" cy="5015865"/>
          </a:xfrm>
          <a:prstGeom prst="rect">
            <a:avLst/>
          </a:prstGeom>
          <a:noFill/>
        </p:spPr>
        <p:txBody>
          <a:bodyPr wrap="square" rtlCol="0" anchor="t">
            <a:spAutoFit/>
          </a:bodyPr>
          <a:lstStyle/>
          <a:p>
            <a:r>
              <a:rPr lang="zh-CN" altLang="en-US" sz="2000" b="1">
                <a:solidFill>
                  <a:srgbClr val="437AFC"/>
                </a:solidFill>
                <a:latin typeface="黑体"/>
                <a:ea typeface="黑体"/>
                <a:cs typeface="黑体" panose="02010609060101010101" charset="-122"/>
                <a:sym typeface="+mn-ea"/>
              </a:rPr>
              <a:t>反思感悟</a:t>
            </a:r>
            <a:r>
              <a:rPr lang="en-US" altLang="zh-CN" sz="2000">
                <a:latin typeface="黑体"/>
                <a:ea typeface="黑体"/>
                <a:cs typeface="黑体" panose="02010609060101010101" charset="-122"/>
                <a:sym typeface="+mn-ea"/>
              </a:rPr>
              <a:t>全称量词命题和存在量词命题真假的判断</a:t>
            </a:r>
            <a:endParaRPr lang="en-US" altLang="zh-CN" sz="2000">
              <a:latin typeface="黑体"/>
              <a:ea typeface="黑体"/>
              <a:cs typeface="黑体" panose="02010609060101010101" charset="-122"/>
            </a:endParaRPr>
          </a:p>
          <a:p>
            <a:r>
              <a:rPr lang="en-US" altLang="zh-CN" sz="2000">
                <a:latin typeface="黑体"/>
                <a:ea typeface="黑体"/>
                <a:cs typeface="黑体" panose="02010609060101010101" charset="-122"/>
                <a:sym typeface="+mn-ea"/>
              </a:rPr>
              <a:t>(1)要判断一个全称量词命题为真，必须对于给定集合的每一个元素x，命题p(x)为真；但要判断一个全称量词命题为假时，只要在给定的集合中找到一个元素x，使命题p(x)为假．</a:t>
            </a:r>
            <a:endParaRPr lang="en-US" altLang="zh-CN" sz="2000">
              <a:latin typeface="黑体"/>
              <a:ea typeface="黑体"/>
              <a:cs typeface="黑体" panose="02010609060101010101" charset="-122"/>
            </a:endParaRPr>
          </a:p>
          <a:p>
            <a:r>
              <a:rPr lang="en-US" altLang="zh-CN" sz="2000">
                <a:latin typeface="黑体"/>
                <a:ea typeface="黑体"/>
                <a:cs typeface="黑体" panose="02010609060101010101" charset="-122"/>
                <a:sym typeface="+mn-ea"/>
              </a:rPr>
              <a:t>(2)要判断一个存在量词命题为真，只要在给定的集合中找到一个元素x，使命题p(x)为真；要判断一个存在量词命题为假，必须对于给定集合的每一个元素x，命题p(x)为假．</a:t>
            </a:r>
            <a:endParaRPr lang="en-US" altLang="zh-CN" sz="2000">
              <a:latin typeface="黑体"/>
              <a:ea typeface="黑体"/>
              <a:cs typeface="黑体" panose="02010609060101010101"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方法技巧</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 name="组合 2" title=""/>
          <p:cNvGrpSpPr/>
          <p:nvPr>
            <p:custDataLst>
              <p:tags r:id="rId24"/>
            </p:custDataLst>
          </p:nvPr>
        </p:nvGrpSpPr>
        <p:grpSpPr>
          <a:xfrm>
            <a:off x="518795" y="1568450"/>
            <a:ext cx="11123295" cy="557530"/>
            <a:chOff x="817" y="3046"/>
            <a:chExt cx="17517" cy="878"/>
          </a:xfrm>
        </p:grpSpPr>
        <p:sp>
          <p:nvSpPr>
            <p:cNvPr id="72" name="圆角矩形 71"/>
            <p:cNvSpPr/>
            <p:nvPr>
              <p:custDataLst>
                <p:tags r:id="rId25"/>
              </p:custDataLst>
            </p:nvPr>
          </p:nvSpPr>
          <p:spPr>
            <a:xfrm>
              <a:off x="817" y="3046"/>
              <a:ext cx="17517" cy="878"/>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2" name="文本框 1"/>
            <p:cNvSpPr txBox="1"/>
            <p:nvPr>
              <p:custDataLst>
                <p:tags r:id="rId26"/>
              </p:custDataLst>
            </p:nvPr>
          </p:nvSpPr>
          <p:spPr>
            <a:xfrm>
              <a:off x="1130" y="3151"/>
              <a:ext cx="9600" cy="725"/>
            </a:xfrm>
            <a:prstGeom prst="rect">
              <a:avLst/>
            </a:prstGeom>
            <a:noFill/>
          </p:spPr>
          <p:txBody>
            <a:bodyPr wrap="square" rtlCol="0" anchor="t">
              <a:spAutoFit/>
            </a:bodyPr>
            <a:lstStyle/>
            <a:p>
              <a:r>
                <a:rPr lang="en-US" altLang="zh-CN" sz="2400" b="1">
                  <a:solidFill>
                    <a:schemeClr val="bg1"/>
                  </a:solidFill>
                  <a:latin typeface="黑体"/>
                  <a:ea typeface="黑体"/>
                  <a:cs typeface="黑体" panose="02010609060101010101" charset="-122"/>
                  <a:sym typeface="+mn-ea"/>
                </a:rPr>
                <a:t>1.</a:t>
              </a:r>
              <a:r>
                <a:rPr lang="zh-CN" altLang="en-US" sz="2400" b="1">
                  <a:solidFill>
                    <a:schemeClr val="bg1"/>
                  </a:solidFill>
                  <a:latin typeface="黑体"/>
                  <a:ea typeface="黑体"/>
                  <a:cs typeface="黑体" panose="02010609060101010101" charset="-122"/>
                  <a:sym typeface="+mn-ea"/>
                </a:rPr>
                <a:t>判断全称量词命题真假的思维过程</a:t>
              </a:r>
              <a:endParaRPr lang="zh-CN" altLang="en-US" sz="2400" b="1">
                <a:solidFill>
                  <a:schemeClr val="bg1"/>
                </a:solidFill>
                <a:latin typeface="黑体"/>
                <a:ea typeface="黑体"/>
                <a:cs typeface="黑体" panose="02010609060101010101" charset="-122"/>
                <a:sym typeface="+mn-ea"/>
              </a:endParaRPr>
            </a:p>
          </p:txBody>
        </p:sp>
      </p:grpSp>
      <p:grpSp>
        <p:nvGrpSpPr>
          <p:cNvPr id="34" name="组合 33" title=""/>
          <p:cNvGrpSpPr/>
          <p:nvPr>
            <p:custDataLst>
              <p:tags r:id="rId27"/>
            </p:custDataLst>
          </p:nvPr>
        </p:nvGrpSpPr>
        <p:grpSpPr>
          <a:xfrm>
            <a:off x="797560" y="2481580"/>
            <a:ext cx="9654540" cy="1198880"/>
            <a:chOff x="1256" y="3140"/>
            <a:chExt cx="15204" cy="1888"/>
          </a:xfrm>
        </p:grpSpPr>
        <p:sp>
          <p:nvSpPr>
            <p:cNvPr id="5" name="文本框 4"/>
            <p:cNvSpPr txBox="1"/>
            <p:nvPr>
              <p:custDataLst>
                <p:tags r:id="rId28"/>
              </p:custDataLst>
            </p:nvPr>
          </p:nvSpPr>
          <p:spPr>
            <a:xfrm>
              <a:off x="1256" y="3140"/>
              <a:ext cx="1578" cy="1888"/>
            </a:xfrm>
            <a:prstGeom prst="rect">
              <a:avLst/>
            </a:prstGeom>
            <a:noFill/>
            <a:ln w="28575">
              <a:gradFill>
                <a:gsLst>
                  <a:gs pos="0">
                    <a:schemeClr val="accent2"/>
                  </a:gs>
                  <a:gs pos="100000">
                    <a:srgbClr val="537AFA"/>
                  </a:gs>
                </a:gsLst>
                <a:lin ang="12600000" scaled="1"/>
              </a:gradFill>
            </a:ln>
          </p:spPr>
          <p:txBody>
            <a:bodyPr wrap="square" rtlCol="0">
              <a:spAutoFit/>
            </a:bodyPr>
            <a:lstStyle/>
            <a:p>
              <a:pPr algn="ctr"/>
              <a:r>
                <a:rPr lang="zh-CN" altLang="en-US" sz="2400" b="1">
                  <a:latin typeface="黑体"/>
                  <a:ea typeface="黑体"/>
                </a:rPr>
                <a:t>全称量词命题</a:t>
              </a:r>
              <a:endParaRPr lang="zh-CN" altLang="en-US" sz="2400" b="1">
                <a:latin typeface="黑体"/>
                <a:ea typeface="黑体"/>
              </a:endParaRPr>
            </a:p>
          </p:txBody>
        </p:sp>
        <p:grpSp>
          <p:nvGrpSpPr>
            <p:cNvPr id="27" name="组合 26"/>
            <p:cNvGrpSpPr/>
            <p:nvPr>
              <p:custDataLst>
                <p:tags r:id="rId29"/>
              </p:custDataLst>
            </p:nvPr>
          </p:nvGrpSpPr>
          <p:grpSpPr>
            <a:xfrm>
              <a:off x="2834" y="3525"/>
              <a:ext cx="1649" cy="1119"/>
              <a:chOff x="2834" y="3525"/>
              <a:chExt cx="1649" cy="1119"/>
            </a:xfrm>
          </p:grpSpPr>
          <p:cxnSp>
            <p:nvCxnSpPr>
              <p:cNvPr id="6" name="直接连接符 5"/>
              <p:cNvCxnSpPr>
                <a:stCxn id="5" idx="3"/>
              </p:cNvCxnSpPr>
              <p:nvPr>
                <p:custDataLst>
                  <p:tags r:id="rId30"/>
                </p:custDataLst>
              </p:nvPr>
            </p:nvCxnSpPr>
            <p:spPr>
              <a:xfrm flipV="1">
                <a:off x="2834" y="4072"/>
                <a:ext cx="1061" cy="12"/>
              </a:xfrm>
              <a:prstGeom prst="line">
                <a:avLst/>
              </a:prstGeom>
              <a:ln w="19050">
                <a:gradFill>
                  <a:gsLst>
                    <a:gs pos="0">
                      <a:schemeClr val="accent2"/>
                    </a:gs>
                    <a:gs pos="100000">
                      <a:srgbClr val="537AFA"/>
                    </a:gs>
                  </a:gsLst>
                  <a:lin ang="126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31"/>
                </p:custDataLst>
              </p:nvPr>
            </p:nvCxnSpPr>
            <p:spPr>
              <a:xfrm>
                <a:off x="3895" y="3525"/>
                <a:ext cx="14" cy="1119"/>
              </a:xfrm>
              <a:prstGeom prst="line">
                <a:avLst/>
              </a:prstGeom>
              <a:ln w="19050">
                <a:gradFill>
                  <a:gsLst>
                    <a:gs pos="0">
                      <a:schemeClr val="accent2"/>
                    </a:gs>
                    <a:gs pos="100000">
                      <a:srgbClr val="537AFA"/>
                    </a:gs>
                  </a:gsLst>
                  <a:lin ang="12600000" scaled="1"/>
                </a:gradFill>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custDataLst>
                  <p:tags r:id="rId32"/>
                </p:custDataLst>
              </p:nvPr>
            </p:nvCxnSpPr>
            <p:spPr>
              <a:xfrm flipV="1">
                <a:off x="3895" y="3528"/>
                <a:ext cx="588" cy="14"/>
              </a:xfrm>
              <a:prstGeom prst="straightConnector1">
                <a:avLst/>
              </a:prstGeom>
              <a:ln w="19050">
                <a:gradFill>
                  <a:gsLst>
                    <a:gs pos="0">
                      <a:schemeClr val="accent2"/>
                    </a:gs>
                    <a:gs pos="100000">
                      <a:srgbClr val="537AFA"/>
                    </a:gs>
                  </a:gsLst>
                  <a:lin ang="126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custDataLst>
                  <p:tags r:id="rId33"/>
                </p:custDataLst>
              </p:nvPr>
            </p:nvCxnSpPr>
            <p:spPr>
              <a:xfrm flipV="1">
                <a:off x="3895" y="4630"/>
                <a:ext cx="588" cy="14"/>
              </a:xfrm>
              <a:prstGeom prst="straightConnector1">
                <a:avLst/>
              </a:prstGeom>
              <a:ln w="19050">
                <a:gradFill>
                  <a:gsLst>
                    <a:gs pos="0">
                      <a:schemeClr val="accent2"/>
                    </a:gs>
                    <a:gs pos="100000">
                      <a:srgbClr val="537AFA"/>
                    </a:gs>
                  </a:gsLst>
                  <a:lin ang="12600000" scaled="1"/>
                </a:gradFill>
                <a:tailEnd type="arrow"/>
              </a:ln>
            </p:spPr>
            <p:style>
              <a:lnRef idx="1">
                <a:schemeClr val="accent1"/>
              </a:lnRef>
              <a:fillRef idx="0">
                <a:schemeClr val="accent1"/>
              </a:fillRef>
              <a:effectRef idx="0">
                <a:schemeClr val="accent1"/>
              </a:effectRef>
              <a:fontRef idx="minor">
                <a:schemeClr val="tx1"/>
              </a:fontRef>
            </p:style>
          </p:cxnSp>
        </p:grpSp>
        <p:sp>
          <p:nvSpPr>
            <p:cNvPr id="28" name="文本框 27"/>
            <p:cNvSpPr txBox="1"/>
            <p:nvPr>
              <p:custDataLst>
                <p:tags r:id="rId34"/>
              </p:custDataLst>
            </p:nvPr>
          </p:nvSpPr>
          <p:spPr>
            <a:xfrm>
              <a:off x="4669" y="3212"/>
              <a:ext cx="9424" cy="725"/>
            </a:xfrm>
            <a:prstGeom prst="rect">
              <a:avLst/>
            </a:prstGeom>
            <a:noFill/>
            <a:ln w="28575">
              <a:gradFill>
                <a:gsLst>
                  <a:gs pos="0">
                    <a:schemeClr val="accent2"/>
                  </a:gs>
                  <a:gs pos="100000">
                    <a:srgbClr val="537AFA"/>
                  </a:gs>
                </a:gsLst>
                <a:lin ang="12600000" scaled="1"/>
              </a:gradFill>
            </a:ln>
          </p:spPr>
          <p:txBody>
            <a:bodyPr wrap="square" rtlCol="0">
              <a:spAutoFit/>
            </a:bodyPr>
            <a:lstStyle/>
            <a:p>
              <a:r>
                <a:rPr lang="zh-CN" altLang="en-US" sz="2400" b="1">
                  <a:latin typeface="黑体"/>
                  <a:ea typeface="黑体"/>
                </a:rPr>
                <a:t>经证明为真或与性质、定理等真命题相符</a:t>
              </a:r>
              <a:endParaRPr lang="zh-CN" altLang="en-US" sz="2400" b="1">
                <a:latin typeface="黑体"/>
                <a:ea typeface="黑体"/>
              </a:endParaRPr>
            </a:p>
          </p:txBody>
        </p:sp>
        <p:sp>
          <p:nvSpPr>
            <p:cNvPr id="29" name="文本框 28"/>
            <p:cNvSpPr txBox="1"/>
            <p:nvPr>
              <p:custDataLst>
                <p:tags r:id="rId35"/>
              </p:custDataLst>
            </p:nvPr>
          </p:nvSpPr>
          <p:spPr>
            <a:xfrm>
              <a:off x="4669" y="4274"/>
              <a:ext cx="9423" cy="725"/>
            </a:xfrm>
            <a:prstGeom prst="rect">
              <a:avLst/>
            </a:prstGeom>
            <a:noFill/>
            <a:ln w="28575">
              <a:gradFill>
                <a:gsLst>
                  <a:gs pos="0">
                    <a:schemeClr val="accent2"/>
                  </a:gs>
                  <a:gs pos="100000">
                    <a:srgbClr val="537AFA"/>
                  </a:gs>
                </a:gsLst>
                <a:lin ang="12600000" scaled="1"/>
              </a:gradFill>
            </a:ln>
          </p:spPr>
          <p:txBody>
            <a:bodyPr wrap="square" rtlCol="0">
              <a:spAutoFit/>
            </a:bodyPr>
            <a:lstStyle/>
            <a:p>
              <a:r>
                <a:rPr lang="zh-CN" altLang="en-US" sz="2400" b="1">
                  <a:latin typeface="黑体"/>
                  <a:ea typeface="黑体"/>
                </a:rPr>
                <a:t>可举出反例</a:t>
              </a:r>
              <a:endParaRPr lang="zh-CN" altLang="en-US" sz="2400" b="1">
                <a:latin typeface="黑体"/>
                <a:ea typeface="黑体"/>
              </a:endParaRPr>
            </a:p>
          </p:txBody>
        </p:sp>
        <p:cxnSp>
          <p:nvCxnSpPr>
            <p:cNvPr id="30" name="直接箭头连接符 29"/>
            <p:cNvCxnSpPr/>
            <p:nvPr>
              <p:custDataLst>
                <p:tags r:id="rId36"/>
              </p:custDataLst>
            </p:nvPr>
          </p:nvCxnSpPr>
          <p:spPr>
            <a:xfrm flipV="1">
              <a:off x="14093" y="3514"/>
              <a:ext cx="588" cy="14"/>
            </a:xfrm>
            <a:prstGeom prst="straightConnector1">
              <a:avLst/>
            </a:prstGeom>
            <a:ln w="19050">
              <a:gradFill>
                <a:gsLst>
                  <a:gs pos="0">
                    <a:schemeClr val="accent2"/>
                  </a:gs>
                  <a:gs pos="100000">
                    <a:srgbClr val="537AFA"/>
                  </a:gs>
                </a:gsLst>
                <a:lin ang="126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custDataLst>
                <p:tags r:id="rId37"/>
              </p:custDataLst>
            </p:nvPr>
          </p:nvCxnSpPr>
          <p:spPr>
            <a:xfrm flipV="1">
              <a:off x="14093" y="4616"/>
              <a:ext cx="588" cy="14"/>
            </a:xfrm>
            <a:prstGeom prst="straightConnector1">
              <a:avLst/>
            </a:prstGeom>
            <a:ln w="19050">
              <a:gradFill>
                <a:gsLst>
                  <a:gs pos="0">
                    <a:schemeClr val="accent2"/>
                  </a:gs>
                  <a:gs pos="100000">
                    <a:srgbClr val="537AFA"/>
                  </a:gs>
                </a:gsLst>
                <a:lin ang="12600000" scaled="1"/>
              </a:gradFill>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custDataLst>
                <p:tags r:id="rId38"/>
              </p:custDataLst>
            </p:nvPr>
          </p:nvSpPr>
          <p:spPr>
            <a:xfrm>
              <a:off x="14681" y="3173"/>
              <a:ext cx="1778" cy="725"/>
            </a:xfrm>
            <a:prstGeom prst="rect">
              <a:avLst/>
            </a:prstGeom>
            <a:noFill/>
            <a:ln w="28575">
              <a:gradFill>
                <a:gsLst>
                  <a:gs pos="0">
                    <a:schemeClr val="accent2"/>
                  </a:gs>
                  <a:gs pos="100000">
                    <a:srgbClr val="537AFA"/>
                  </a:gs>
                </a:gsLst>
                <a:lin ang="12600000" scaled="1"/>
              </a:gradFill>
            </a:ln>
          </p:spPr>
          <p:txBody>
            <a:bodyPr wrap="square" rtlCol="0">
              <a:spAutoFit/>
            </a:bodyPr>
            <a:lstStyle/>
            <a:p>
              <a:r>
                <a:rPr lang="zh-CN" altLang="en-US" sz="2400" b="1">
                  <a:latin typeface="黑体"/>
                  <a:ea typeface="黑体"/>
                </a:rPr>
                <a:t>真命题</a:t>
              </a:r>
              <a:endParaRPr lang="zh-CN" altLang="en-US" sz="2400" b="1">
                <a:latin typeface="黑体"/>
                <a:ea typeface="黑体"/>
              </a:endParaRPr>
            </a:p>
          </p:txBody>
        </p:sp>
        <p:sp>
          <p:nvSpPr>
            <p:cNvPr id="33" name="文本框 32"/>
            <p:cNvSpPr txBox="1"/>
            <p:nvPr>
              <p:custDataLst>
                <p:tags r:id="rId39"/>
              </p:custDataLst>
            </p:nvPr>
          </p:nvSpPr>
          <p:spPr>
            <a:xfrm>
              <a:off x="14682" y="4268"/>
              <a:ext cx="1778" cy="725"/>
            </a:xfrm>
            <a:prstGeom prst="rect">
              <a:avLst/>
            </a:prstGeom>
            <a:noFill/>
            <a:ln w="28575">
              <a:gradFill>
                <a:gsLst>
                  <a:gs pos="0">
                    <a:schemeClr val="accent2"/>
                  </a:gs>
                  <a:gs pos="100000">
                    <a:srgbClr val="537AFA"/>
                  </a:gs>
                </a:gsLst>
                <a:lin ang="12600000" scaled="1"/>
              </a:gradFill>
            </a:ln>
          </p:spPr>
          <p:txBody>
            <a:bodyPr wrap="square" rtlCol="0">
              <a:spAutoFit/>
            </a:bodyPr>
            <a:lstStyle/>
            <a:p>
              <a:r>
                <a:rPr lang="zh-CN" altLang="en-US" sz="2400" b="1">
                  <a:latin typeface="黑体"/>
                  <a:ea typeface="黑体"/>
                </a:rPr>
                <a:t>假命题</a:t>
              </a:r>
              <a:endParaRPr lang="zh-CN" altLang="en-US" sz="2400" b="1">
                <a:latin typeface="黑体"/>
                <a:ea typeface="黑体"/>
              </a:endParaRPr>
            </a:p>
          </p:txBody>
        </p:sp>
      </p:grpSp>
      <p:sp>
        <p:nvSpPr>
          <p:cNvPr id="14" name="圆角矩形 13" title=""/>
          <p:cNvSpPr/>
          <p:nvPr>
            <p:custDataLst>
              <p:tags r:id="rId40"/>
            </p:custDataLst>
          </p:nvPr>
        </p:nvSpPr>
        <p:spPr>
          <a:xfrm>
            <a:off x="514350" y="4152900"/>
            <a:ext cx="11123295" cy="55753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35" name="文本框 34" title=""/>
          <p:cNvSpPr txBox="1"/>
          <p:nvPr>
            <p:custDataLst>
              <p:tags r:id="rId41"/>
            </p:custDataLst>
          </p:nvPr>
        </p:nvSpPr>
        <p:spPr>
          <a:xfrm>
            <a:off x="731520" y="4201795"/>
            <a:ext cx="6096000" cy="460375"/>
          </a:xfrm>
          <a:prstGeom prst="rect">
            <a:avLst/>
          </a:prstGeom>
          <a:noFill/>
        </p:spPr>
        <p:txBody>
          <a:bodyPr wrap="square" rtlCol="0" anchor="t">
            <a:spAutoFit/>
          </a:bodyPr>
          <a:lstStyle/>
          <a:p>
            <a:r>
              <a:rPr lang="zh-CN" altLang="en-US" sz="2400" b="1">
                <a:solidFill>
                  <a:schemeClr val="bg1"/>
                </a:solidFill>
                <a:latin typeface="黑体"/>
                <a:ea typeface="黑体"/>
                <a:cs typeface="黑体" panose="02010609060101010101" charset="-122"/>
                <a:sym typeface="+mn-ea"/>
              </a:rPr>
              <a:t>2.判断存在量词命题真假的思维过程</a:t>
            </a:r>
            <a:endParaRPr lang="zh-CN" altLang="en-US" sz="2400" b="1">
              <a:solidFill>
                <a:schemeClr val="bg1"/>
              </a:solidFill>
              <a:latin typeface="黑体"/>
              <a:ea typeface="黑体"/>
              <a:cs typeface="黑体" panose="02010609060101010101" charset="-122"/>
              <a:sym typeface="+mn-ea"/>
            </a:endParaRPr>
          </a:p>
        </p:txBody>
      </p:sp>
      <p:grpSp>
        <p:nvGrpSpPr>
          <p:cNvPr id="36" name="组合 35" title=""/>
          <p:cNvGrpSpPr/>
          <p:nvPr>
            <p:custDataLst>
              <p:tags r:id="rId42"/>
            </p:custDataLst>
          </p:nvPr>
        </p:nvGrpSpPr>
        <p:grpSpPr>
          <a:xfrm>
            <a:off x="797560" y="5130800"/>
            <a:ext cx="6949440" cy="1198880"/>
            <a:chOff x="1256" y="3140"/>
            <a:chExt cx="10944" cy="1888"/>
          </a:xfrm>
        </p:grpSpPr>
        <p:sp>
          <p:nvSpPr>
            <p:cNvPr id="37" name="文本框 36"/>
            <p:cNvSpPr txBox="1"/>
            <p:nvPr>
              <p:custDataLst>
                <p:tags r:id="rId43"/>
              </p:custDataLst>
            </p:nvPr>
          </p:nvSpPr>
          <p:spPr>
            <a:xfrm>
              <a:off x="1256" y="3140"/>
              <a:ext cx="1578" cy="1888"/>
            </a:xfrm>
            <a:prstGeom prst="rect">
              <a:avLst/>
            </a:prstGeom>
            <a:noFill/>
            <a:ln w="28575">
              <a:gradFill>
                <a:gsLst>
                  <a:gs pos="0">
                    <a:schemeClr val="accent2"/>
                  </a:gs>
                  <a:gs pos="100000">
                    <a:srgbClr val="537AFA"/>
                  </a:gs>
                </a:gsLst>
                <a:lin ang="12600000" scaled="1"/>
              </a:gradFill>
            </a:ln>
          </p:spPr>
          <p:txBody>
            <a:bodyPr wrap="square" rtlCol="0">
              <a:spAutoFit/>
            </a:bodyPr>
            <a:lstStyle/>
            <a:p>
              <a:pPr algn="ctr"/>
              <a:r>
                <a:rPr lang="zh-CN" altLang="en-US" sz="2400" b="1">
                  <a:latin typeface="黑体"/>
                  <a:ea typeface="黑体"/>
                </a:rPr>
                <a:t>存在量词命题</a:t>
              </a:r>
              <a:endParaRPr lang="zh-CN" altLang="en-US" sz="2400" b="1">
                <a:latin typeface="黑体"/>
                <a:ea typeface="黑体"/>
              </a:endParaRPr>
            </a:p>
          </p:txBody>
        </p:sp>
        <p:grpSp>
          <p:nvGrpSpPr>
            <p:cNvPr id="38" name="组合 37"/>
            <p:cNvGrpSpPr/>
            <p:nvPr>
              <p:custDataLst>
                <p:tags r:id="rId44"/>
              </p:custDataLst>
            </p:nvPr>
          </p:nvGrpSpPr>
          <p:grpSpPr>
            <a:xfrm>
              <a:off x="2834" y="3525"/>
              <a:ext cx="1649" cy="1119"/>
              <a:chOff x="2834" y="3525"/>
              <a:chExt cx="1649" cy="1119"/>
            </a:xfrm>
          </p:grpSpPr>
          <p:cxnSp>
            <p:nvCxnSpPr>
              <p:cNvPr id="39" name="直接连接符 38"/>
              <p:cNvCxnSpPr>
                <a:stCxn id="37" idx="3"/>
              </p:cNvCxnSpPr>
              <p:nvPr>
                <p:custDataLst>
                  <p:tags r:id="rId45"/>
                </p:custDataLst>
              </p:nvPr>
            </p:nvCxnSpPr>
            <p:spPr>
              <a:xfrm flipV="1">
                <a:off x="2834" y="4072"/>
                <a:ext cx="1061" cy="12"/>
              </a:xfrm>
              <a:prstGeom prst="line">
                <a:avLst/>
              </a:prstGeom>
              <a:ln w="19050">
                <a:gradFill>
                  <a:gsLst>
                    <a:gs pos="0">
                      <a:schemeClr val="accent2"/>
                    </a:gs>
                    <a:gs pos="100000">
                      <a:srgbClr val="537AFA"/>
                    </a:gs>
                  </a:gsLst>
                  <a:lin ang="12600000" scaled="1"/>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custDataLst>
                  <p:tags r:id="rId46"/>
                </p:custDataLst>
              </p:nvPr>
            </p:nvCxnSpPr>
            <p:spPr>
              <a:xfrm>
                <a:off x="3895" y="3525"/>
                <a:ext cx="14" cy="1119"/>
              </a:xfrm>
              <a:prstGeom prst="line">
                <a:avLst/>
              </a:prstGeom>
              <a:ln w="19050">
                <a:gradFill>
                  <a:gsLst>
                    <a:gs pos="0">
                      <a:schemeClr val="accent2"/>
                    </a:gs>
                    <a:gs pos="100000">
                      <a:srgbClr val="537AFA"/>
                    </a:gs>
                  </a:gsLst>
                  <a:lin ang="12600000" scaled="1"/>
                </a:gra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custDataLst>
                  <p:tags r:id="rId47"/>
                </p:custDataLst>
              </p:nvPr>
            </p:nvCxnSpPr>
            <p:spPr>
              <a:xfrm flipV="1">
                <a:off x="3895" y="3528"/>
                <a:ext cx="588" cy="14"/>
              </a:xfrm>
              <a:prstGeom prst="straightConnector1">
                <a:avLst/>
              </a:prstGeom>
              <a:ln w="19050">
                <a:gradFill>
                  <a:gsLst>
                    <a:gs pos="0">
                      <a:schemeClr val="accent2"/>
                    </a:gs>
                    <a:gs pos="100000">
                      <a:srgbClr val="537AFA"/>
                    </a:gs>
                  </a:gsLst>
                  <a:lin ang="126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custDataLst>
                  <p:tags r:id="rId48"/>
                </p:custDataLst>
              </p:nvPr>
            </p:nvCxnSpPr>
            <p:spPr>
              <a:xfrm flipV="1">
                <a:off x="3895" y="4630"/>
                <a:ext cx="588" cy="14"/>
              </a:xfrm>
              <a:prstGeom prst="straightConnector1">
                <a:avLst/>
              </a:prstGeom>
              <a:ln w="19050">
                <a:gradFill>
                  <a:gsLst>
                    <a:gs pos="0">
                      <a:schemeClr val="accent2"/>
                    </a:gs>
                    <a:gs pos="100000">
                      <a:srgbClr val="537AFA"/>
                    </a:gs>
                  </a:gsLst>
                  <a:lin ang="12600000" scaled="1"/>
                </a:gradFill>
                <a:tailEnd type="arrow"/>
              </a:ln>
            </p:spPr>
            <p:style>
              <a:lnRef idx="1">
                <a:schemeClr val="accent1"/>
              </a:lnRef>
              <a:fillRef idx="0">
                <a:schemeClr val="accent1"/>
              </a:fillRef>
              <a:effectRef idx="0">
                <a:schemeClr val="accent1"/>
              </a:effectRef>
              <a:fontRef idx="minor">
                <a:schemeClr val="tx1"/>
              </a:fontRef>
            </p:style>
          </p:cxnSp>
        </p:grpSp>
        <mc:AlternateContent>
          <mc:Choice Requires="a14">
            <p:sp>
              <p:nvSpPr>
                <p:cNvPr id="46" name="文本框 45"/>
                <p:cNvSpPr txBox="1"/>
                <p:nvPr>
                  <p:custDataLst>
                    <p:tags r:id="rId49"/>
                  </p:custDataLst>
                </p:nvPr>
              </p:nvSpPr>
              <p:spPr>
                <a:xfrm>
                  <a:off x="4669" y="3212"/>
                  <a:ext cx="5150" cy="725"/>
                </a:xfrm>
                <a:prstGeom prst="rect">
                  <a:avLst/>
                </a:prstGeom>
                <a:noFill/>
                <a:ln w="28575">
                  <a:gradFill>
                    <a:gsLst>
                      <a:gs pos="0">
                        <a:schemeClr val="accent2"/>
                      </a:gs>
                      <a:gs pos="100000">
                        <a:srgbClr val="537AFA"/>
                      </a:gs>
                    </a:gsLst>
                    <a:lin ang="12600000" scaled="1"/>
                  </a:gradFill>
                </a:ln>
              </p:spPr>
              <p:txBody>
                <a:bodyPr wrap="square" rtlCol="0">
                  <a:spAutoFit/>
                </a:bodyPr>
                <a:lstStyle/>
                <a:p>
                  <a:pPr algn="ctr">
                    <a:buClrTx/>
                    <a:buSzTx/>
                    <a:buFontTx/>
                  </a:pPr>
                  <a:r>
                    <a:rPr lang="zh-CN" altLang="en-US" sz="2400" b="1">
                      <a:latin typeface="Times New Roman" panose="02020603050405020304" pitchFamily="18" charset="0"/>
                      <a:ea typeface="黑体"/>
                      <a:cs typeface="Times New Roman" panose="02020603050405020304" pitchFamily="18" charset="0"/>
                    </a:rPr>
                    <a:t>可找到</a:t>
                  </a:r>
                  <a14:m>
                    <m:oMathPara>
                      <m:oMathParaPr>
                        <m:jc/>
                      </m:oMathParaPr>
                      <m:oMath>
                        <m:r>
                          <m:rPr>
                            <m:sty m:val="b"/>
                          </m:rPr>
                          <a:rPr lang="zh-CN" altLang="en-US" sz="2400" b="1">
                            <a:latin typeface="Cambria Math" panose="02040503050406030204" charset="0"/>
                            <a:ea typeface="黑体" panose="02010609060101010101" charset="-122"/>
                            <a:cs typeface="Cambria Math" panose="02040503050406030204" charset="0"/>
                          </a:rPr>
                          <m:t>𝐱</m:t>
                        </m:r>
                      </m:oMath>
                    </m:oMathPara>
                  </a14:m>
                  <a:r>
                    <a:rPr lang="zh-CN" altLang="en-US" sz="2400" b="1">
                      <a:latin typeface="Times New Roman" panose="02020603050405020304" pitchFamily="18" charset="0"/>
                      <a:ea typeface="黑体"/>
                      <a:cs typeface="Times New Roman" panose="02020603050405020304" pitchFamily="18" charset="0"/>
                    </a:rPr>
                    <a:t>，使</a:t>
                  </a:r>
                  <a14:m>
                    <m:oMathPara>
                      <m:oMathParaPr>
                        <m:jc/>
                      </m:oMathParaPr>
                      <m:oMath>
                        <m:r>
                          <m:rPr>
                            <m:sty m:val="b"/>
                          </m:rPr>
                          <a:rPr lang="zh-CN" altLang="en-US" sz="2400" b="1">
                            <a:latin typeface="Cambria Math" panose="02040503050406030204" charset="0"/>
                            <a:ea typeface="黑体" panose="02010609060101010101" charset="-122"/>
                            <a:cs typeface="Cambria Math" panose="02040503050406030204" charset="0"/>
                          </a:rPr>
                          <m:t>𝐩</m:t>
                        </m:r>
                        <m:r>
                          <m:rPr>
                            <m:sty m:val="b"/>
                          </m:rPr>
                          <a:rPr lang="zh-CN" altLang="en-US" sz="2400" b="1">
                            <a:latin typeface="Cambria Math" panose="02040503050406030204" charset="0"/>
                            <a:ea typeface="Coco" panose="02000500000000000000" charset="0"/>
                            <a:cs typeface="Cambria Math" panose="02040503050406030204" charset="0"/>
                          </a:rPr>
                          <m:t>(</m:t>
                        </m:r>
                        <m:r>
                          <m:rPr>
                            <m:sty m:val="b"/>
                          </m:rPr>
                          <a:rPr lang="zh-CN" altLang="en-US" sz="2400" b="1">
                            <a:latin typeface="Cambria Math" panose="02040503050406030204" charset="0"/>
                            <a:ea typeface="黑体" panose="02010609060101010101" charset="-122"/>
                            <a:cs typeface="Cambria Math" panose="02040503050406030204" charset="0"/>
                          </a:rPr>
                          <m:t>𝐱</m:t>
                        </m:r>
                        <m:r>
                          <m:rPr>
                            <m:sty m:val="b"/>
                          </m:rPr>
                          <a:rPr lang="zh-CN" altLang="en-US" sz="2400" b="1">
                            <a:latin typeface="Cambria Math" panose="02040503050406030204" charset="0"/>
                            <a:ea typeface="Coco" panose="02000500000000000000" charset="0"/>
                            <a:cs typeface="Cambria Math" panose="02040503050406030204" charset="0"/>
                          </a:rPr>
                          <m:t>)</m:t>
                        </m:r>
                      </m:oMath>
                    </m:oMathPara>
                  </a14:m>
                  <a:r>
                    <a:rPr lang="zh-CN" altLang="en-US" sz="2400" b="1">
                      <a:latin typeface="Times New Roman" panose="02020603050405020304" pitchFamily="18" charset="0"/>
                      <a:ea typeface="黑体"/>
                      <a:cs typeface="Times New Roman" panose="02020603050405020304" pitchFamily="18" charset="0"/>
                    </a:rPr>
                    <a:t>成立</a:t>
                  </a:r>
                  <a:endParaRPr lang="zh-CN" altLang="en-US" sz="2400" b="1">
                    <a:latin typeface="Times New Roman" panose="02020603050405020304" pitchFamily="18" charset="0"/>
                    <a:ea typeface="黑体"/>
                    <a:cs typeface="Times New Roman" panose="02020603050405020304" pitchFamily="18" charset="0"/>
                  </a:endParaRPr>
                </a:p>
              </p:txBody>
            </p:sp>
          </mc:Choice>
          <mc:Fallback>
            <p:sp>
              <p:nvSpPr>
                <p:cNvPr id="46" name="文本框 45"/>
                <p:cNvSpPr txBox="1">
                  <a:spLocks noRot="1" noChangeAspect="1" noMove="1" noResize="1" noEditPoints="1" noAdjustHandles="1" noChangeArrowheads="1" noChangeShapeType="1" noTextEdit="1"/>
                </p:cNvSpPr>
                <p:nvPr>
                  <p:custDataLst>
                    <p:tags r:id="rId50"/>
                  </p:custDataLst>
                </p:nvPr>
              </p:nvSpPr>
              <p:spPr>
                <a:xfrm>
                  <a:off x="4669" y="3212"/>
                  <a:ext cx="5150" cy="725"/>
                </a:xfrm>
                <a:prstGeom prst="rect">
                  <a:avLst/>
                </a:prstGeom>
                <a:blipFill rotWithShape="1">
                  <a:blip r:embed="rId51"/>
                  <a:stretch>
                    <a:fillRect/>
                  </a:stretch>
                </a:blipFill>
                <a:ln w="28575">
                  <a:gradFill>
                    <a:gsLst>
                      <a:gs pos="0">
                        <a:schemeClr val="accent2"/>
                      </a:gs>
                      <a:gs pos="100000">
                        <a:srgbClr val="537AFA"/>
                      </a:gs>
                    </a:gsLst>
                    <a:lin ang="12600000" scaled="1"/>
                  </a:gradFill>
                </a:ln>
              </p:spPr>
              <p:txBody>
                <a:bodyPr/>
                <a:lstStyle/>
                <a:p>
                  <a:r>
                    <a:rPr lang="zh-CN" altLang="en-US">
                      <a:noFill/>
                    </a:rPr>
                    <a:t> </a:t>
                  </a:r>
                </a:p>
              </p:txBody>
            </p:sp>
          </mc:Fallback>
        </mc:AlternateContent>
        <mc:AlternateContent>
          <mc:Choice Requires="a14">
            <p:sp>
              <p:nvSpPr>
                <p:cNvPr id="47" name="文本框 46"/>
                <p:cNvSpPr txBox="1"/>
                <p:nvPr>
                  <p:custDataLst>
                    <p:tags r:id="rId52"/>
                  </p:custDataLst>
                </p:nvPr>
              </p:nvSpPr>
              <p:spPr>
                <a:xfrm>
                  <a:off x="4669" y="4274"/>
                  <a:ext cx="5151" cy="725"/>
                </a:xfrm>
                <a:prstGeom prst="rect">
                  <a:avLst/>
                </a:prstGeom>
                <a:noFill/>
                <a:ln w="28575">
                  <a:gradFill>
                    <a:gsLst>
                      <a:gs pos="0">
                        <a:schemeClr val="accent2"/>
                      </a:gs>
                      <a:gs pos="100000">
                        <a:srgbClr val="537AFA"/>
                      </a:gs>
                    </a:gsLst>
                    <a:lin ang="12600000" scaled="1"/>
                  </a:gradFill>
                </a:ln>
              </p:spPr>
              <p:txBody>
                <a:bodyPr wrap="square" rtlCol="0">
                  <a:spAutoFit/>
                </a:bodyPr>
                <a:lstStyle/>
                <a:p>
                  <a:r>
                    <a:rPr lang="zh-CN" altLang="en-US" sz="2400" b="1">
                      <a:latin typeface="Times New Roman" panose="02020603050405020304" pitchFamily="18" charset="0"/>
                      <a:ea typeface="黑体"/>
                      <a:cs typeface="Times New Roman" panose="02020603050405020304" pitchFamily="18" charset="0"/>
                    </a:rPr>
                    <a:t>找不到</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oMath>
                    </m:oMathPara>
                  </a14:m>
                  <a:r>
                    <a:rPr lang="zh-CN" altLang="en-US" sz="2400" b="1">
                      <a:latin typeface="Times New Roman" panose="02020603050405020304" pitchFamily="18" charset="0"/>
                      <a:ea typeface="黑体"/>
                      <a:cs typeface="Times New Roman" panose="02020603050405020304" pitchFamily="18" charset="0"/>
                    </a:rPr>
                    <a:t>，使</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𝑝</m:t>
                        </m:r>
                        <m:r>
                          <a:rPr lang="en-US" altLang="zh-CN" sz="2400" i="1">
                            <a:latin typeface="Cambria Math" panose="02040503050406030204" charset="0"/>
                            <a:ea typeface="Coco" panose="02000500000000000000"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Coco" panose="02000500000000000000" charset="0"/>
                            <a:cs typeface="Cambria Math" panose="02040503050406030204" charset="0"/>
                          </a:rPr>
                          <m:t>)</m:t>
                        </m:r>
                      </m:oMath>
                    </m:oMathPara>
                  </a14:m>
                  <a:r>
                    <a:rPr lang="zh-CN" altLang="en-US" sz="2400" b="1">
                      <a:latin typeface="Times New Roman" panose="02020603050405020304" pitchFamily="18" charset="0"/>
                      <a:ea typeface="黑体"/>
                      <a:cs typeface="Times New Roman" panose="02020603050405020304" pitchFamily="18" charset="0"/>
                    </a:rPr>
                    <a:t>成立</a:t>
                  </a:r>
                  <a:endParaRPr lang="zh-CN" altLang="en-US" sz="2400" b="1">
                    <a:latin typeface="Times New Roman" panose="02020603050405020304" pitchFamily="18" charset="0"/>
                    <a:ea typeface="黑体"/>
                    <a:cs typeface="Times New Roman" panose="02020603050405020304" pitchFamily="18" charset="0"/>
                  </a:endParaRPr>
                </a:p>
              </p:txBody>
            </p:sp>
          </mc:Choice>
          <mc:Fallback>
            <p:sp>
              <p:nvSpPr>
                <p:cNvPr id="47" name="文本框 46"/>
                <p:cNvSpPr txBox="1">
                  <a:spLocks noRot="1" noChangeAspect="1" noMove="1" noResize="1" noEditPoints="1" noAdjustHandles="1" noChangeArrowheads="1" noChangeShapeType="1" noTextEdit="1"/>
                </p:cNvSpPr>
                <p:nvPr>
                  <p:custDataLst>
                    <p:tags r:id="rId53"/>
                  </p:custDataLst>
                </p:nvPr>
              </p:nvSpPr>
              <p:spPr>
                <a:xfrm>
                  <a:off x="4669" y="4274"/>
                  <a:ext cx="5151" cy="725"/>
                </a:xfrm>
                <a:prstGeom prst="rect">
                  <a:avLst/>
                </a:prstGeom>
                <a:blipFill rotWithShape="1">
                  <a:blip r:embed="rId54"/>
                  <a:stretch>
                    <a:fillRect/>
                  </a:stretch>
                </a:blipFill>
                <a:ln w="28575">
                  <a:gradFill>
                    <a:gsLst>
                      <a:gs pos="0">
                        <a:schemeClr val="accent2"/>
                      </a:gs>
                      <a:gs pos="100000">
                        <a:srgbClr val="537AFA"/>
                      </a:gs>
                    </a:gsLst>
                    <a:lin ang="12600000" scaled="1"/>
                  </a:gradFill>
                </a:ln>
              </p:spPr>
              <p:txBody>
                <a:bodyPr/>
                <a:lstStyle/>
                <a:p>
                  <a:r>
                    <a:rPr lang="zh-CN" altLang="en-US">
                      <a:noFill/>
                    </a:rPr>
                    <a:t> </a:t>
                  </a:r>
                </a:p>
              </p:txBody>
            </p:sp>
          </mc:Fallback>
        </mc:AlternateContent>
        <p:cxnSp>
          <p:nvCxnSpPr>
            <p:cNvPr id="48" name="直接箭头连接符 47"/>
            <p:cNvCxnSpPr/>
            <p:nvPr>
              <p:custDataLst>
                <p:tags r:id="rId55"/>
              </p:custDataLst>
            </p:nvPr>
          </p:nvCxnSpPr>
          <p:spPr>
            <a:xfrm flipV="1">
              <a:off x="9833" y="3549"/>
              <a:ext cx="588" cy="14"/>
            </a:xfrm>
            <a:prstGeom prst="straightConnector1">
              <a:avLst/>
            </a:prstGeom>
            <a:ln w="19050">
              <a:gradFill>
                <a:gsLst>
                  <a:gs pos="0">
                    <a:schemeClr val="accent2"/>
                  </a:gs>
                  <a:gs pos="100000">
                    <a:srgbClr val="537AFA"/>
                  </a:gs>
                </a:gsLst>
                <a:lin ang="126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custDataLst>
                <p:tags r:id="rId56"/>
              </p:custDataLst>
            </p:nvPr>
          </p:nvCxnSpPr>
          <p:spPr>
            <a:xfrm flipV="1">
              <a:off x="9833" y="4651"/>
              <a:ext cx="588" cy="14"/>
            </a:xfrm>
            <a:prstGeom prst="straightConnector1">
              <a:avLst/>
            </a:prstGeom>
            <a:ln w="19050">
              <a:gradFill>
                <a:gsLst>
                  <a:gs pos="0">
                    <a:schemeClr val="accent2"/>
                  </a:gs>
                  <a:gs pos="100000">
                    <a:srgbClr val="537AFA"/>
                  </a:gs>
                </a:gsLst>
                <a:lin ang="12600000" scaled="1"/>
              </a:gradFill>
              <a:tailEnd type="arrow"/>
            </a:ln>
          </p:spPr>
          <p:style>
            <a:lnRef idx="1">
              <a:schemeClr val="accent1"/>
            </a:lnRef>
            <a:fillRef idx="0">
              <a:schemeClr val="accent1"/>
            </a:fillRef>
            <a:effectRef idx="0">
              <a:schemeClr val="accent1"/>
            </a:effectRef>
            <a:fontRef idx="minor">
              <a:schemeClr val="tx1"/>
            </a:fontRef>
          </p:style>
        </p:cxnSp>
        <p:sp>
          <p:nvSpPr>
            <p:cNvPr id="50" name="文本框 49"/>
            <p:cNvSpPr txBox="1"/>
            <p:nvPr>
              <p:custDataLst>
                <p:tags r:id="rId57"/>
              </p:custDataLst>
            </p:nvPr>
          </p:nvSpPr>
          <p:spPr>
            <a:xfrm>
              <a:off x="10421" y="3208"/>
              <a:ext cx="1778" cy="725"/>
            </a:xfrm>
            <a:prstGeom prst="rect">
              <a:avLst/>
            </a:prstGeom>
            <a:noFill/>
            <a:ln w="28575">
              <a:gradFill>
                <a:gsLst>
                  <a:gs pos="0">
                    <a:schemeClr val="accent2"/>
                  </a:gs>
                  <a:gs pos="100000">
                    <a:srgbClr val="537AFA"/>
                  </a:gs>
                </a:gsLst>
                <a:lin ang="12600000" scaled="1"/>
              </a:gradFill>
            </a:ln>
          </p:spPr>
          <p:txBody>
            <a:bodyPr wrap="square" rtlCol="0">
              <a:spAutoFit/>
            </a:bodyPr>
            <a:lstStyle/>
            <a:p>
              <a:r>
                <a:rPr lang="zh-CN" altLang="en-US" sz="2400" b="1">
                  <a:latin typeface="黑体"/>
                  <a:ea typeface="黑体"/>
                </a:rPr>
                <a:t>真命题</a:t>
              </a:r>
              <a:endParaRPr lang="zh-CN" altLang="en-US" sz="2400" b="1">
                <a:latin typeface="宋体" panose="02010600030101010101" pitchFamily="2" charset="-122"/>
                <a:ea typeface="宋体" panose="02010600030101010101" pitchFamily="2" charset="-122"/>
              </a:endParaRPr>
            </a:p>
          </p:txBody>
        </p:sp>
        <p:sp>
          <p:nvSpPr>
            <p:cNvPr id="51" name="文本框 50"/>
            <p:cNvSpPr txBox="1"/>
            <p:nvPr>
              <p:custDataLst>
                <p:tags r:id="rId58"/>
              </p:custDataLst>
            </p:nvPr>
          </p:nvSpPr>
          <p:spPr>
            <a:xfrm>
              <a:off x="10422" y="4303"/>
              <a:ext cx="1778" cy="725"/>
            </a:xfrm>
            <a:prstGeom prst="rect">
              <a:avLst/>
            </a:prstGeom>
            <a:noFill/>
            <a:ln w="28575">
              <a:gradFill>
                <a:gsLst>
                  <a:gs pos="0">
                    <a:schemeClr val="accent2"/>
                  </a:gs>
                  <a:gs pos="100000">
                    <a:srgbClr val="537AFA"/>
                  </a:gs>
                </a:gsLst>
                <a:lin ang="12600000" scaled="1"/>
              </a:gradFill>
            </a:ln>
          </p:spPr>
          <p:txBody>
            <a:bodyPr wrap="square" rtlCol="0">
              <a:spAutoFit/>
            </a:bodyPr>
            <a:lstStyle/>
            <a:p>
              <a:r>
                <a:rPr lang="zh-CN" altLang="en-US" sz="2400" b="1">
                  <a:latin typeface="黑体"/>
                  <a:ea typeface="黑体"/>
                </a:rPr>
                <a:t>假命题</a:t>
              </a:r>
              <a:endParaRPr lang="zh-CN" altLang="en-US" sz="2400" b="1">
                <a:latin typeface="黑体"/>
                <a:ea typeface="黑体"/>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BFCFE"/>
        </a:solidFill>
        <a:effectLst/>
      </p:bgPr>
    </p:bg>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1" name="组合 30" title=""/>
          <p:cNvGrpSpPr/>
          <p:nvPr>
            <p:custDataLst>
              <p:tags r:id="rId11"/>
            </p:custDataLst>
          </p:nvPr>
        </p:nvGrpSpPr>
        <p:grpSpPr>
          <a:xfrm>
            <a:off x="357633" y="1147445"/>
            <a:ext cx="8425514" cy="2281555"/>
            <a:chOff x="548" y="1807"/>
            <a:chExt cx="13578" cy="3593"/>
          </a:xfrm>
        </p:grpSpPr>
        <p:sp>
          <p:nvSpPr>
            <p:cNvPr id="2" name="圆角矩形 1"/>
            <p:cNvSpPr/>
            <p:nvPr>
              <p:custDataLst>
                <p:tags r:id="rId12"/>
              </p:custDataLst>
            </p:nvPr>
          </p:nvSpPr>
          <p:spPr>
            <a:xfrm>
              <a:off x="548" y="2115"/>
              <a:ext cx="13578" cy="3285"/>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865" y="1807"/>
              <a:ext cx="12678" cy="812"/>
            </a:xfrm>
            <a:prstGeom prst="roundRect">
              <a:avLst>
                <a:gd name="adj" fmla="val 50000"/>
              </a:avLst>
            </a:prstGeom>
            <a:gradFill>
              <a:gsLst>
                <a:gs pos="0">
                  <a:srgbClr val="4076FD"/>
                </a:gs>
                <a:gs pos="100000">
                  <a:srgbClr val="ED9466"/>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a:ea typeface="黑体"/>
                  <a:cs typeface="黑体" panose="02010609060101010101" charset="-122"/>
                  <a:sym typeface="+mn-ea"/>
                </a:rPr>
                <a:t>题型三：</a:t>
              </a:r>
              <a:r>
                <a:rPr lang="en-US" altLang="zh-CN" sz="2400" b="1">
                  <a:latin typeface="黑体"/>
                  <a:ea typeface="黑体"/>
                  <a:cs typeface="黑体" panose="02010609060101010101" charset="-122"/>
                  <a:sym typeface="+mn-ea"/>
                </a:rPr>
                <a:t> </a:t>
              </a:r>
              <a:r>
                <a:rPr lang="zh-CN" altLang="en-US" sz="2400" b="1">
                  <a:latin typeface="黑体"/>
                  <a:ea typeface="黑体"/>
                  <a:cs typeface="黑体" panose="02010609060101010101" charset="-122"/>
                  <a:sym typeface="+mn-ea"/>
                </a:rPr>
                <a:t>由全称量词命题与存在量词命题的真假求参数</a:t>
              </a:r>
              <a:endParaRPr lang="zh-CN" altLang="en-US" sz="2400" b="1">
                <a:latin typeface="黑体"/>
                <a:ea typeface="黑体"/>
                <a:cs typeface="黑体" panose="02010609060101010101" charset="-122"/>
                <a:sym typeface="+mn-ea"/>
              </a:endParaRPr>
            </a:p>
          </p:txBody>
        </p:sp>
      </p:grpSp>
      <p:grpSp>
        <p:nvGrpSpPr>
          <p:cNvPr id="6" name="组合 5"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7" name="组合 6"/>
            <p:cNvGrpSpPr/>
            <p:nvPr>
              <p:custDataLst>
                <p:tags r:id="rId15"/>
              </p:custDataLst>
            </p:nvPr>
          </p:nvGrpSpPr>
          <p:grpSpPr>
            <a:xfrm>
              <a:off x="8452757" y="5040086"/>
              <a:ext cx="134692" cy="1161142"/>
              <a:chOff x="8490857" y="4963886"/>
              <a:chExt cx="134692" cy="1161142"/>
            </a:xfrm>
            <a:grpFill/>
          </p:grpSpPr>
          <p:sp>
            <p:nvSpPr>
              <p:cNvPr id="8" name="等腰三角形 7"/>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custDataLst>
                <p:tags r:id="rId21"/>
              </p:custDataLst>
            </p:nvPr>
          </p:nvGrpSpPr>
          <p:grpSpPr>
            <a:xfrm>
              <a:off x="8290832" y="4887686"/>
              <a:ext cx="134692" cy="1161142"/>
              <a:chOff x="8490857" y="4963886"/>
              <a:chExt cx="134692" cy="1161142"/>
            </a:xfrm>
            <a:grpFill/>
          </p:grpSpPr>
          <p:sp>
            <p:nvSpPr>
              <p:cNvPr id="37" name="等腰三角形 36"/>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圆角矩形 26" title=""/>
          <p:cNvSpPr/>
          <p:nvPr>
            <p:custDataLst>
              <p:tags r:id="rId27"/>
            </p:custDataLst>
          </p:nvPr>
        </p:nvSpPr>
        <p:spPr>
          <a:xfrm>
            <a:off x="8983980" y="1147445"/>
            <a:ext cx="2856865" cy="5240020"/>
          </a:xfrm>
          <a:prstGeom prst="roundRect">
            <a:avLst>
              <a:gd name="adj" fmla="val 20087"/>
            </a:avLst>
          </a:prstGeom>
          <a:solidFill>
            <a:srgbClr val="F7F9FE"/>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9" name="组合 18" title=""/>
          <p:cNvGrpSpPr/>
          <p:nvPr>
            <p:custDataLst>
              <p:tags r:id="rId28"/>
            </p:custDataLst>
          </p:nvPr>
        </p:nvGrpSpPr>
        <p:grpSpPr>
          <a:xfrm>
            <a:off x="9164320" y="1845310"/>
            <a:ext cx="6096000" cy="4156075"/>
            <a:chOff x="14432" y="2906"/>
            <a:chExt cx="9600" cy="6545"/>
          </a:xfrm>
        </p:grpSpPr>
        <p:sp>
          <p:nvSpPr>
            <p:cNvPr id="10" name="文本框 9"/>
            <p:cNvSpPr txBox="1"/>
            <p:nvPr>
              <p:custDataLst>
                <p:tags r:id="rId29"/>
              </p:custDataLst>
            </p:nvPr>
          </p:nvSpPr>
          <p:spPr>
            <a:xfrm>
              <a:off x="14432" y="3569"/>
              <a:ext cx="4116" cy="5883"/>
            </a:xfrm>
            <a:prstGeom prst="rect">
              <a:avLst/>
            </a:prstGeom>
            <a:noFill/>
          </p:spPr>
          <p:txBody>
            <a:bodyPr wrap="square" rtlCol="0" anchor="t">
              <a:noAutofit/>
            </a:bodyPr>
            <a:lstStyle/>
            <a:p>
              <a:pPr indent="508000" fontAlgn="auto">
                <a:lnSpc>
                  <a:spcPct val="120000"/>
                </a:lnSpc>
                <a:spcBef>
                  <a:spcPct val="0"/>
                </a:spcBef>
                <a:spcAft>
                  <a:spcPct val="0"/>
                </a:spcAft>
              </a:pPr>
              <a:r>
                <a:rPr lang="en-US" altLang="zh-CN" sz="2000">
                  <a:sym typeface="+mn-ea"/>
                </a:rPr>
                <a:t>求解含有量词的命题中参数范围的策略</a:t>
              </a:r>
              <a:endParaRPr lang="en-US" altLang="zh-CN" sz="2000"/>
            </a:p>
            <a:p>
              <a:pPr indent="508000" fontAlgn="auto">
                <a:lnSpc>
                  <a:spcPct val="120000"/>
                </a:lnSpc>
                <a:spcBef>
                  <a:spcPct val="0"/>
                </a:spcBef>
                <a:spcAft>
                  <a:spcPct val="0"/>
                </a:spcAft>
              </a:pPr>
              <a:r>
                <a:rPr lang="en-US" altLang="zh-CN" sz="2000">
                  <a:sym typeface="+mn-ea"/>
                </a:rPr>
                <a:t>对于全称(存在)量词命题为真的问题，实质就是不等式恒成立(能成立)问题，通常转化为求函数的最大值(或最小值)．</a:t>
              </a:r>
              <a:endParaRPr lang="en-US" altLang="zh-CN" sz="2000">
                <a:sym typeface="+mn-ea"/>
              </a:endParaRPr>
            </a:p>
          </p:txBody>
        </p:sp>
        <p:sp>
          <p:nvSpPr>
            <p:cNvPr id="11" name="文本框 10"/>
            <p:cNvSpPr txBox="1"/>
            <p:nvPr>
              <p:custDataLst>
                <p:tags r:id="rId30"/>
              </p:custDataLst>
            </p:nvPr>
          </p:nvSpPr>
          <p:spPr>
            <a:xfrm>
              <a:off x="14432" y="2906"/>
              <a:ext cx="9600" cy="628"/>
            </a:xfrm>
            <a:prstGeom prst="rect">
              <a:avLst/>
            </a:prstGeom>
            <a:noFill/>
          </p:spPr>
          <p:txBody>
            <a:bodyPr wrap="square" rtlCol="0" anchor="t">
              <a:spAutoFit/>
            </a:bodyPr>
            <a:lstStyle/>
            <a:p>
              <a:r>
                <a:rPr lang="en-US" altLang="zh-CN" sz="2000" b="1">
                  <a:solidFill>
                    <a:srgbClr val="437AFC"/>
                  </a:solidFill>
                  <a:sym typeface="+mn-ea"/>
                </a:rPr>
                <a:t>反思感悟</a:t>
              </a:r>
              <a:endParaRPr lang="en-US" altLang="zh-CN" sz="2000" b="1">
                <a:solidFill>
                  <a:srgbClr val="437AFC"/>
                </a:solidFill>
                <a:sym typeface="+mn-ea"/>
              </a:endParaRPr>
            </a:p>
          </p:txBody>
        </p:sp>
      </p:grpSp>
      <p:graphicFrame>
        <p:nvGraphicFramePr>
          <p:cNvPr id="15" name="对象 14" title="">
            <a:hlinkClick action="ppaction://ole?verb="/>
          </p:cNvPr>
          <p:cNvGraphicFramePr>
            <a:graphicFrameLocks noChangeAspect="1"/>
          </p:cNvGraphicFramePr>
          <p:nvPr>
            <p:custDataLst>
              <p:tags r:id="rId31"/>
            </p:custDataLst>
          </p:nvPr>
        </p:nvGraphicFramePr>
        <p:xfrm>
          <a:off x="604520" y="1829435"/>
          <a:ext cx="9551670" cy="2131060"/>
        </p:xfrm>
        <a:graphic>
          <a:graphicData uri="http://schemas.openxmlformats.org/presentationml/2006/ole">
            <mc:AlternateContent>
              <mc:Choice xmlns:v="urn:schemas-microsoft-com:vml" Requires="v">
                <p:oleObj spid="_x0000_s1059" r:id="rId32" imgW="6496050" imgH="1447800" progId="Word.Document.8">
                  <p:embed/>
                </p:oleObj>
              </mc:Choice>
              <mc:Fallback>
                <p:oleObj r:id="rId32" imgW="6496050" imgH="1447800" progId="Word.Document.8">
                  <p:embed/>
                  <p:pic>
                    <p:nvPicPr>
                      <p:cNvPr id="0" name="OLE substitute image"/>
                      <p:cNvPicPr/>
                      <p:nvPr/>
                    </p:nvPicPr>
                    <p:blipFill>
                      <a:blip r:embed="rId33"/>
                      <a:stretch>
                        <a:fillRect/>
                      </a:stretch>
                    </p:blipFill>
                    <p:spPr>
                      <a:xfrm>
                        <a:off x="604520" y="1829435"/>
                        <a:ext cx="9551670" cy="2131060"/>
                      </a:xfrm>
                      <a:prstGeom prst="rect">
                        <a:avLst/>
                      </a:prstGeom>
                    </p:spPr>
                  </p:pic>
                </p:oleObj>
              </mc:Fallback>
            </mc:AlternateContent>
          </a:graphicData>
        </a:graphic>
      </p:graphicFrame>
      <p:graphicFrame>
        <p:nvGraphicFramePr>
          <p:cNvPr id="17" name="对象 16" title="">
            <a:hlinkClick action="ppaction://ole?verb="/>
          </p:cNvPr>
          <p:cNvGraphicFramePr>
            <a:graphicFrameLocks noChangeAspect="1"/>
          </p:cNvGraphicFramePr>
          <p:nvPr>
            <p:custDataLst>
              <p:tags r:id="rId34"/>
            </p:custDataLst>
          </p:nvPr>
        </p:nvGraphicFramePr>
        <p:xfrm>
          <a:off x="402590" y="3711576"/>
          <a:ext cx="9551670" cy="3545840"/>
        </p:xfrm>
        <a:graphic>
          <a:graphicData uri="http://schemas.openxmlformats.org/presentationml/2006/ole">
            <mc:AlternateContent>
              <mc:Choice xmlns:v="urn:schemas-microsoft-com:vml" Requires="v">
                <p:oleObj spid="_x0000_s1060" r:id="rId35" imgW="6496050" imgH="2409825" progId="Word.Document.8">
                  <p:embed/>
                </p:oleObj>
              </mc:Choice>
              <mc:Fallback>
                <p:oleObj r:id="rId35" imgW="6496050" imgH="2409825" progId="Word.Document.8">
                  <p:embed/>
                  <p:pic>
                    <p:nvPicPr>
                      <p:cNvPr id="0" name="OLE substitute image"/>
                      <p:cNvPicPr/>
                      <p:nvPr/>
                    </p:nvPicPr>
                    <p:blipFill>
                      <a:blip r:embed="rId36"/>
                      <a:stretch>
                        <a:fillRect/>
                      </a:stretch>
                    </p:blipFill>
                    <p:spPr>
                      <a:xfrm>
                        <a:off x="402590" y="3711576"/>
                        <a:ext cx="9551670" cy="3545840"/>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方法技巧</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2" name="圆角矩形 71" title=""/>
          <p:cNvSpPr/>
          <p:nvPr>
            <p:custDataLst>
              <p:tags r:id="rId24"/>
            </p:custDataLst>
          </p:nvPr>
        </p:nvSpPr>
        <p:spPr>
          <a:xfrm>
            <a:off x="518795" y="1934210"/>
            <a:ext cx="11123295" cy="55753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278532" name="Rectangle 42" title=""/>
          <p:cNvSpPr>
            <a:spLocks noGrp="1" noChangeArrowheads="1"/>
          </p:cNvSpPr>
          <p:nvPr>
            <p:custDataLst>
              <p:tags r:id="rId25"/>
            </p:custDataLst>
          </p:nvPr>
        </p:nvSpPr>
        <p:spPr>
          <a:xfrm>
            <a:off x="587375" y="3020695"/>
            <a:ext cx="11210290" cy="3305175"/>
          </a:xfrm>
          <a:prstGeom prst="rect">
            <a:avLst/>
          </a:prstGeom>
        </p:spPr>
        <p:txBody>
          <a:bodyPr vert="horz" wrap="square"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endParaRPr lang="zh-CN" altLang="en-US" sz="2400" b="1">
              <a:solidFill>
                <a:schemeClr val="bg1"/>
              </a:solidFill>
              <a:latin typeface="黑体"/>
              <a:ea typeface="黑体"/>
            </a:endParaRPr>
          </a:p>
          <a:p>
            <a:pPr marL="342900" indent="-342900" algn="l">
              <a:lnSpc>
                <a:spcPct val="150000"/>
              </a:lnSpc>
              <a:buClr>
                <a:srgbClr val="ED7D31"/>
              </a:buClr>
              <a:buSzPct val="80000"/>
              <a:buFont typeface="Wingdings" panose="05000000000000000000" charset="0"/>
              <a:buChar char="l"/>
            </a:pPr>
            <a:r>
              <a:rPr lang="zh-CN" sz="2400" b="1">
                <a:latin typeface="黑体"/>
                <a:ea typeface="黑体"/>
                <a:cs typeface="黑体" panose="02010609060101010101" charset="-122"/>
                <a:sym typeface="+mn-ea"/>
              </a:rPr>
              <a:t>已知含量词命题的真假求参数的取值范围，实质上是对命题意义的考查，解决此类问题，一定要辨清参数，恰当选取主元，合理确定解题思路</a:t>
            </a:r>
            <a:r>
              <a:rPr lang="en-US" altLang="zh-CN" sz="2400" b="1">
                <a:latin typeface="黑体"/>
                <a:ea typeface="黑体"/>
                <a:cs typeface="黑体" panose="02010609060101010101" charset="-122"/>
                <a:sym typeface="+mn-ea"/>
              </a:rPr>
              <a:t>.</a:t>
            </a:r>
            <a:endParaRPr lang="en-US" altLang="zh-CN" sz="2400" b="1">
              <a:latin typeface="黑体"/>
              <a:ea typeface="黑体"/>
              <a:cs typeface="黑体" panose="02010609060101010101" charset="-122"/>
              <a:sym typeface="+mn-ea"/>
            </a:endParaRPr>
          </a:p>
          <a:p>
            <a:pPr marL="342900" indent="-342900" algn="l">
              <a:lnSpc>
                <a:spcPct val="150000"/>
              </a:lnSpc>
              <a:buClr>
                <a:srgbClr val="ED7D31"/>
              </a:buClr>
              <a:buSzPct val="80000"/>
              <a:buFont typeface="Wingdings" panose="05000000000000000000" charset="0"/>
              <a:buChar char="l"/>
            </a:pPr>
            <a:r>
              <a:rPr lang="zh-CN" sz="2400" b="1">
                <a:latin typeface="黑体"/>
                <a:ea typeface="黑体"/>
                <a:cs typeface="黑体" panose="02010609060101010101" charset="-122"/>
                <a:sym typeface="+mn-ea"/>
              </a:rPr>
              <a:t>解决此类问题的关键是根据合理量词命题的真假转化为相关数学知识，利用集合、方程、不等式等知识求解参数的取值范围，解题过程中要注意变量取值范围的限制.</a:t>
            </a:r>
            <a:endParaRPr lang="zh-CN" sz="2400" b="1">
              <a:latin typeface="黑体"/>
              <a:ea typeface="黑体"/>
              <a:cs typeface="黑体" panose="02010609060101010101" charset="-122"/>
              <a:sym typeface="+mn-ea"/>
            </a:endParaRPr>
          </a:p>
          <a:p>
            <a:pPr indent="0" algn="l">
              <a:lnSpc>
                <a:spcPct val="150000"/>
              </a:lnSpc>
              <a:buClr>
                <a:srgbClr val="ED7D31"/>
              </a:buClr>
              <a:buSzPct val="80000"/>
              <a:buFont typeface="Wingdings" panose="05000000000000000000" charset="0"/>
            </a:pPr>
            <a:endParaRPr lang="en-US" altLang="zh-CN" sz="2400" b="1">
              <a:solidFill>
                <a:schemeClr val="tx1"/>
              </a:solidFill>
              <a:latin typeface="Times New Roman" panose="02020603050405020304" pitchFamily="18" charset="0"/>
              <a:ea typeface="黑体"/>
              <a:cs typeface="Times New Roman" panose="02020603050405020304" pitchFamily="18" charset="0"/>
              <a:sym typeface="+mn-ea"/>
            </a:endParaRPr>
          </a:p>
          <a:p>
            <a:pPr marL="342900" indent="-342900" algn="l">
              <a:lnSpc>
                <a:spcPct val="150000"/>
              </a:lnSpc>
              <a:buClr>
                <a:srgbClr val="ED7D31"/>
              </a:buClr>
              <a:buSzPct val="80000"/>
              <a:buFont typeface="Wingdings" panose="05000000000000000000" charset="0"/>
              <a:buChar char="l"/>
            </a:pPr>
            <a:endParaRPr lang="en-US" altLang="zh-CN" sz="2400" b="1">
              <a:solidFill>
                <a:schemeClr val="accent2"/>
              </a:solidFill>
              <a:latin typeface="Times New Roman" panose="02020603050405020304" pitchFamily="18" charset="0"/>
              <a:ea typeface="黑体"/>
              <a:cs typeface="Times New Roman" panose="02020603050405020304" pitchFamily="18" charset="0"/>
              <a:sym typeface="+mn-ea"/>
            </a:endParaRPr>
          </a:p>
        </p:txBody>
      </p:sp>
      <p:sp>
        <p:nvSpPr>
          <p:cNvPr id="7" name="文本框 6" title=""/>
          <p:cNvSpPr txBox="1"/>
          <p:nvPr>
            <p:custDataLst>
              <p:tags r:id="rId26"/>
            </p:custDataLst>
          </p:nvPr>
        </p:nvSpPr>
        <p:spPr>
          <a:xfrm>
            <a:off x="946150" y="1987550"/>
            <a:ext cx="6096000" cy="460375"/>
          </a:xfrm>
          <a:prstGeom prst="rect">
            <a:avLst/>
          </a:prstGeom>
          <a:noFill/>
        </p:spPr>
        <p:txBody>
          <a:bodyPr wrap="square" rtlCol="0" anchor="t">
            <a:spAutoFit/>
          </a:bodyPr>
          <a:lstStyle/>
          <a:p>
            <a:r>
              <a:rPr lang="zh-CN" sz="2400" b="1">
                <a:solidFill>
                  <a:schemeClr val="bg1"/>
                </a:solidFill>
                <a:latin typeface="黑体"/>
                <a:ea typeface="黑体"/>
                <a:sym typeface="+mn-ea"/>
              </a:rPr>
              <a:t>求解含有量词命题中参数范围的策略</a:t>
            </a:r>
            <a:endParaRPr lang="zh-CN" altLang="en-US" sz="2400" b="1">
              <a:solidFill>
                <a:schemeClr val="bg1"/>
              </a:solidFill>
              <a:latin typeface="黑体"/>
              <a:ea typeface="黑体"/>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278532">
                                            <p:txEl>
                                              <p:pRg st="1" end="1"/>
                                            </p:txEl>
                                          </p:spTgt>
                                        </p:tgtEl>
                                        <p:attrNameLst>
                                          <p:attrName>style.visibility</p:attrName>
                                        </p:attrNameLst>
                                      </p:cBhvr>
                                      <p:to>
                                        <p:strVal val="visible"/>
                                      </p:to>
                                    </p:set>
                                    <p:animEffect transition="in" filter="fade">
                                      <p:cBhvr>
                                        <p:cTn id="7" dur="250"/>
                                        <p:tgtEl>
                                          <p:spTgt spid="278532">
                                            <p:txEl>
                                              <p:pRg st="1" end="1"/>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278532">
                                            <p:txEl>
                                              <p:pRg st="2" end="2"/>
                                            </p:txEl>
                                          </p:spTgt>
                                        </p:tgtEl>
                                        <p:attrNameLst>
                                          <p:attrName>style.visibility</p:attrName>
                                        </p:attrNameLst>
                                      </p:cBhvr>
                                      <p:to>
                                        <p:strVal val="visible"/>
                                      </p:to>
                                    </p:set>
                                    <p:animEffect transition="in" filter="fade">
                                      <p:cBhvr>
                                        <p:cTn id="12" dur="250"/>
                                        <p:tgtEl>
                                          <p:spTgt spid="2785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2225040" y="2222500"/>
            <a:ext cx="5393055"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a:ea typeface="黑体"/>
              </a:rPr>
              <a:t>04</a:t>
            </a:r>
            <a:endParaRPr lang="zh-CN" altLang="en-US" sz="18000">
              <a:gradFill>
                <a:gsLst>
                  <a:gs pos="0">
                    <a:srgbClr val="4479FD"/>
                  </a:gs>
                  <a:gs pos="100000">
                    <a:srgbClr val="4175FC"/>
                  </a:gs>
                </a:gsLst>
                <a:lin ang="10800000" scaled="0"/>
              </a:gradFill>
              <a:latin typeface="黑体"/>
              <a:ea typeface="黑体"/>
            </a:endParaRPr>
          </a:p>
        </p:txBody>
      </p:sp>
      <p:sp>
        <p:nvSpPr>
          <p:cNvPr id="60" name="文本框 59" title=""/>
          <p:cNvSpPr txBox="1"/>
          <p:nvPr>
            <p:custDataLst>
              <p:tags r:id="rId42"/>
            </p:custDataLst>
          </p:nvPr>
        </p:nvSpPr>
        <p:spPr>
          <a:xfrm>
            <a:off x="5263515" y="3123565"/>
            <a:ext cx="4746625"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小</a:t>
            </a:r>
            <a:r>
              <a:rPr lang="zh-CN" altLang="en-US" sz="4800" b="1">
                <a:solidFill>
                  <a:srgbClr val="4378FD"/>
                </a:solidFill>
                <a:latin typeface="微软雅黑" panose="020b0503020204020204" charset="-122"/>
                <a:ea typeface="微软雅黑" panose="020b0503020204020204" charset="-122"/>
              </a:rPr>
              <a:t>结</a:t>
            </a:r>
            <a:r>
              <a:rPr lang="zh-CN" altLang="en-US" sz="4800" b="1">
                <a:solidFill>
                  <a:schemeClr val="tx1">
                    <a:lumMod val="95000"/>
                    <a:lumOff val="5000"/>
                  </a:schemeClr>
                </a:solidFill>
                <a:latin typeface="微软雅黑" panose="020b0503020204020204" charset="-122"/>
                <a:ea typeface="微软雅黑" panose="020b0503020204020204" charset="-122"/>
              </a:rPr>
              <a:t>及</a:t>
            </a:r>
            <a:r>
              <a:rPr lang="zh-CN" altLang="en-US" sz="4800" b="1">
                <a:solidFill>
                  <a:srgbClr val="4378FD"/>
                </a:solidFill>
                <a:latin typeface="微软雅黑" panose="020b0503020204020204" charset="-122"/>
                <a:ea typeface="微软雅黑" panose="020b0503020204020204" charset="-122"/>
              </a:rPr>
              <a:t>随</a:t>
            </a:r>
            <a:r>
              <a:rPr lang="zh-CN" altLang="en-US" sz="4800" b="1">
                <a:solidFill>
                  <a:schemeClr val="tx1">
                    <a:lumMod val="95000"/>
                    <a:lumOff val="5000"/>
                  </a:schemeClr>
                </a:solidFill>
                <a:latin typeface="微软雅黑" panose="020b0503020204020204" charset="-122"/>
                <a:ea typeface="微软雅黑" panose="020b0503020204020204" charset="-122"/>
              </a:rPr>
              <a:t>堂</a:t>
            </a:r>
            <a:r>
              <a:rPr lang="zh-CN" altLang="en-US" sz="4800" b="1">
                <a:solidFill>
                  <a:srgbClr val="4378FD"/>
                </a:solidFill>
                <a:latin typeface="微软雅黑" panose="020b0503020204020204" charset="-122"/>
                <a:ea typeface="微软雅黑" panose="020b0503020204020204" charset="-122"/>
              </a:rPr>
              <a:t>练</a:t>
            </a:r>
            <a:r>
              <a:rPr lang="zh-CN" altLang="en-US" sz="4800" b="1">
                <a:solidFill>
                  <a:schemeClr val="tx1"/>
                </a:solidFill>
                <a:latin typeface="微软雅黑" panose="020b0503020204020204" charset="-122"/>
                <a:ea typeface="微软雅黑" panose="020b0503020204020204" charset="-122"/>
              </a:rPr>
              <a:t>习</a:t>
            </a:r>
            <a:endParaRPr lang="zh-CN" altLang="en-US" sz="4800" b="1">
              <a:solidFill>
                <a:schemeClr val="tx1"/>
              </a:solidFill>
              <a:latin typeface="微软雅黑" panose="020b0503020204020204" charset="-122"/>
              <a:ea typeface="微软雅黑" panose="020b0503020204020204" charset="-122"/>
            </a:endParaRPr>
          </a:p>
        </p:txBody>
      </p:sp>
      <p:sp>
        <p:nvSpPr>
          <p:cNvPr id="3" name="文本框 2" title=""/>
          <p:cNvSpPr txBox="1"/>
          <p:nvPr>
            <p:custDataLst>
              <p:tags r:id="rId43"/>
            </p:custDataLst>
          </p:nvPr>
        </p:nvSpPr>
        <p:spPr>
          <a:xfrm>
            <a:off x="3700780" y="1657350"/>
            <a:ext cx="4791075" cy="405765"/>
          </a:xfrm>
          <a:prstGeom prst="rect">
            <a:avLst/>
          </a:prstGeom>
          <a:noFill/>
        </p:spPr>
        <p:txBody>
          <a:bodyPr wrap="square" rtlCol="0">
            <a:noAutofit/>
          </a:bodyPr>
          <a:lstStyle/>
          <a:p>
            <a:pPr algn="dist"/>
            <a:r>
              <a:rPr lang="en-US" altLang="zh-CN">
                <a:latin typeface="黑体"/>
                <a:ea typeface="黑体"/>
                <a:sym typeface="+mn-ea"/>
              </a:rPr>
              <a:t>全称量词和存在量词</a:t>
            </a:r>
            <a:endParaRPr lang="en-US" altLang="zh-CN">
              <a:latin typeface="黑体"/>
              <a:ea typeface="黑体"/>
              <a:sym typeface="+mn-ea"/>
            </a:endParaRPr>
          </a:p>
          <a:p>
            <a:pPr algn="dist"/>
            <a:endParaRPr lang="en-US" altLang="zh-CN">
              <a:latin typeface="黑体"/>
              <a:ea typeface="黑体"/>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60"/>
                                        </p:tgtEl>
                                        <p:attrNameLst>
                                          <p:attrName>style.visibility</p:attrName>
                                        </p:attrNameLst>
                                      </p:cBhvr>
                                      <p:to>
                                        <p:strVal val="visible"/>
                                      </p:to>
                                    </p:set>
                                    <p:anim calcmode="lin" valueType="num">
                                      <p:cBhvr additive="base">
                                        <p:cTn id="7" dur="250"/>
                                        <p:tgtEl>
                                          <p:spTgt spid="60"/>
                                        </p:tgtEl>
                                        <p:attrNameLst>
                                          <p:attrName>ppt_y</p:attrName>
                                        </p:attrNameLst>
                                      </p:cBhvr>
                                      <p:tavLst>
                                        <p:tav tm="0">
                                          <p:val>
                                            <p:strVal val="#ppt_y+#ppt_h*1.125000"/>
                                          </p:val>
                                        </p:tav>
                                        <p:tav tm="100000">
                                          <p:val>
                                            <p:strVal val="#ppt_y"/>
                                          </p:val>
                                        </p:tav>
                                      </p:tavLst>
                                    </p:anim>
                                    <p:animEffect transition="in" filter="wipe(up)">
                                      <p:cBhvr>
                                        <p:cTn id="8"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课堂总结</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title=""/>
          <p:cNvGrpSpPr/>
          <p:nvPr>
            <p:custDataLst>
              <p:tags r:id="rId24"/>
            </p:custDataLst>
          </p:nvPr>
        </p:nvGrpSpPr>
        <p:grpSpPr>
          <a:xfrm>
            <a:off x="492125" y="1272540"/>
            <a:ext cx="11347450" cy="5242560"/>
            <a:chOff x="775" y="2004"/>
            <a:chExt cx="17870" cy="8256"/>
          </a:xfrm>
        </p:grpSpPr>
        <p:pic>
          <p:nvPicPr>
            <p:cNvPr id="3" name="图片 3" descr="1.5.1全称量词与存在量词"/>
            <p:cNvPicPr>
              <a:picLocks noChangeAspect="1"/>
            </p:cNvPicPr>
            <p:nvPr>
              <p:custDataLst>
                <p:tags r:id="rId26"/>
              </p:custDataLst>
            </p:nvPr>
          </p:nvPicPr>
          <p:blipFill>
            <a:blip r:embed="rId25"/>
            <a:srcRect l="1816" t="7050" r="1933" b="7092"/>
            <a:stretch>
              <a:fillRect/>
            </a:stretch>
          </p:blipFill>
          <p:spPr>
            <a:xfrm>
              <a:off x="775" y="2004"/>
              <a:ext cx="17871" cy="8257"/>
            </a:xfrm>
            <a:prstGeom prst="rect">
              <a:avLst/>
            </a:prstGeom>
          </p:spPr>
        </p:pic>
        <p:sp>
          <p:nvSpPr>
            <p:cNvPr id="2" name="圆角矩形 1"/>
            <p:cNvSpPr/>
            <p:nvPr>
              <p:custDataLst>
                <p:tags r:id="rId27"/>
              </p:custDataLst>
            </p:nvPr>
          </p:nvSpPr>
          <p:spPr>
            <a:xfrm>
              <a:off x="8081" y="5253"/>
              <a:ext cx="3792" cy="1758"/>
            </a:xfrm>
            <a:prstGeom prst="roundRect">
              <a:avLst>
                <a:gd name="adj" fmla="val 23947"/>
              </a:avLst>
            </a:prstGeom>
            <a:gradFill>
              <a:gsLst>
                <a:gs pos="0">
                  <a:srgbClr val="4076FD"/>
                </a:gs>
                <a:gs pos="100000">
                  <a:srgbClr val="ED9468"/>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b="1">
                  <a:latin typeface="Times New Roman" panose="02020603050405020304" pitchFamily="18" charset="0"/>
                  <a:ea typeface="黑体"/>
                  <a:cs typeface="Times New Roman" panose="02020603050405020304" pitchFamily="18" charset="0"/>
                  <a:sym typeface="+mn-ea"/>
                </a:rPr>
                <a:t>1.5.1</a:t>
              </a:r>
              <a:r>
                <a:rPr lang="zh-CN" altLang="en-US" sz="2400" b="1">
                  <a:latin typeface="Times New Roman" panose="02020603050405020304" pitchFamily="18" charset="0"/>
                  <a:ea typeface="黑体"/>
                  <a:cs typeface="Times New Roman" panose="02020603050405020304" pitchFamily="18" charset="0"/>
                  <a:sym typeface="+mn-ea"/>
                </a:rPr>
                <a:t>全称量词与存在量词</a:t>
              </a:r>
              <a:endParaRPr lang="zh-CN" altLang="en-US" sz="2400" b="1">
                <a:latin typeface="Times New Roman" panose="02020603050405020304" pitchFamily="18" charset="0"/>
                <a:ea typeface="黑体"/>
                <a:cs typeface="Times New Roman" panose="02020603050405020304" pitchFamily="18" charset="0"/>
                <a:sym typeface="+mn-ea"/>
              </a:endParaRPr>
            </a:p>
          </p:txBody>
        </p:sp>
      </p:gr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title=""/>
          <p:cNvSpPr txBox="1"/>
          <p:nvPr>
            <p:custDataLst>
              <p:tags r:id="rId8"/>
            </p:custDataLst>
          </p:nvPr>
        </p:nvSpPr>
        <p:spPr>
          <a:xfrm>
            <a:off x="771525" y="576580"/>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课堂总结</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title=""/>
          <p:cNvSpPr/>
          <p:nvPr>
            <p:custDataLst>
              <p:tags r:id="rId9"/>
            </p:custDataLst>
          </p:nvPr>
        </p:nvSpPr>
        <p:spPr>
          <a:xfrm>
            <a:off x="577850" y="640715"/>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nvGrpSpPr>
          <p:cNvPr id="10" name="组合 9" title=""/>
          <p:cNvGrpSpPr/>
          <p:nvPr>
            <p:custDataLst>
              <p:tags r:id="rId10"/>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1"/>
              </p:custDataLst>
            </p:nvPr>
          </p:nvGrpSpPr>
          <p:grpSpPr>
            <a:xfrm>
              <a:off x="8452757" y="5040086"/>
              <a:ext cx="134692" cy="1161142"/>
              <a:chOff x="8490857" y="4963886"/>
              <a:chExt cx="134692" cy="1161142"/>
            </a:xfrm>
            <a:grpFill/>
          </p:grpSpPr>
          <p:sp>
            <p:nvSpPr>
              <p:cNvPr id="15" name="等腰三角形 14"/>
              <p:cNvSpPr/>
              <p:nvPr>
                <p:custDataLst>
                  <p:tags r:id="rId1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7"/>
              </p:custDataLst>
            </p:nvPr>
          </p:nvGrpSpPr>
          <p:grpSpPr>
            <a:xfrm>
              <a:off x="8290832" y="4887686"/>
              <a:ext cx="134692" cy="1161142"/>
              <a:chOff x="8490857" y="4963886"/>
              <a:chExt cx="134692" cy="1161142"/>
            </a:xfrm>
            <a:grpFill/>
          </p:grpSpPr>
          <p:sp>
            <p:nvSpPr>
              <p:cNvPr id="21" name="等腰三角形 20"/>
              <p:cNvSpPr/>
              <p:nvPr>
                <p:custDataLst>
                  <p:tags r:id="rId18"/>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19"/>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0"/>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1"/>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2"/>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0" name="组合 39" title=""/>
          <p:cNvGrpSpPr/>
          <p:nvPr>
            <p:custDataLst>
              <p:tags r:id="rId23"/>
            </p:custDataLst>
          </p:nvPr>
        </p:nvGrpSpPr>
        <p:grpSpPr>
          <a:xfrm>
            <a:off x="557530" y="1214120"/>
            <a:ext cx="11122660" cy="557530"/>
            <a:chOff x="878" y="2168"/>
            <a:chExt cx="17516" cy="878"/>
          </a:xfrm>
        </p:grpSpPr>
        <p:sp>
          <p:nvSpPr>
            <p:cNvPr id="72" name="圆角矩形 71"/>
            <p:cNvSpPr/>
            <p:nvPr>
              <p:custDataLst>
                <p:tags r:id="rId24"/>
              </p:custDataLst>
            </p:nvPr>
          </p:nvSpPr>
          <p:spPr>
            <a:xfrm>
              <a:off x="878" y="2168"/>
              <a:ext cx="17517" cy="878"/>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5" name="文本框 4"/>
            <p:cNvSpPr txBox="1"/>
            <p:nvPr>
              <p:custDataLst>
                <p:tags r:id="rId25"/>
              </p:custDataLst>
            </p:nvPr>
          </p:nvSpPr>
          <p:spPr>
            <a:xfrm>
              <a:off x="1215" y="2264"/>
              <a:ext cx="9600" cy="725"/>
            </a:xfrm>
            <a:prstGeom prst="rect">
              <a:avLst/>
            </a:prstGeom>
            <a:noFill/>
          </p:spPr>
          <p:txBody>
            <a:bodyPr wrap="square" rtlCol="0" anchor="t">
              <a:spAutoFit/>
            </a:bodyPr>
            <a:lstStyle/>
            <a:p>
              <a:pPr algn="l"/>
              <a:r>
                <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rPr>
                <a:t>全称量词与存在量词</a:t>
              </a:r>
              <a:endPar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endParaRPr>
            </a:p>
          </p:txBody>
        </p:sp>
      </p:grpSp>
      <p:grpSp>
        <p:nvGrpSpPr>
          <p:cNvPr id="41" name="组合 40" title=""/>
          <p:cNvGrpSpPr/>
          <p:nvPr>
            <p:custDataLst>
              <p:tags r:id="rId26"/>
            </p:custDataLst>
          </p:nvPr>
        </p:nvGrpSpPr>
        <p:grpSpPr>
          <a:xfrm>
            <a:off x="577215" y="1879600"/>
            <a:ext cx="13552805" cy="1140460"/>
            <a:chOff x="909" y="3216"/>
            <a:chExt cx="21343" cy="1796"/>
          </a:xfrm>
        </p:grpSpPr>
        <p:sp>
          <p:nvSpPr>
            <p:cNvPr id="36" name="圆角矩形 35"/>
            <p:cNvSpPr/>
            <p:nvPr>
              <p:custDataLst>
                <p:tags r:id="rId27"/>
              </p:custDataLst>
            </p:nvPr>
          </p:nvSpPr>
          <p:spPr>
            <a:xfrm>
              <a:off x="909" y="3330"/>
              <a:ext cx="17486" cy="1582"/>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文本框 27"/>
            <p:cNvSpPr txBox="1"/>
            <p:nvPr>
              <p:custDataLst>
                <p:tags r:id="rId28"/>
              </p:custDataLst>
            </p:nvPr>
          </p:nvSpPr>
          <p:spPr>
            <a:xfrm>
              <a:off x="3682" y="3216"/>
              <a:ext cx="18570" cy="1796"/>
            </a:xfrm>
            <a:prstGeom prst="rect">
              <a:avLst/>
            </a:prstGeom>
            <a:noFill/>
            <a:ln w="254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91439" tIns="91439" rIns="91439" bIns="91439" numCol="1" spcCol="38100" rtlCol="0" anchor="t" forceAA="0">
              <a:spAutoFit/>
            </a:bodyPr>
            <a:lstStyle/>
            <a:p>
              <a:pPr algn="l" defTabSz="914400" fontAlgn="auto">
                <a:lnSpc>
                  <a:spcPct val="130000"/>
                </a:lnSpc>
                <a:tabLst>
                  <a:tab pos="1614805"/>
                  <a:tab pos="5292725"/>
                  <a:tab pos="9688830"/>
                </a:tabLst>
              </a:pPr>
              <a:r>
                <a:rPr lang="zh-CN" altLang="en-US" sz="2400" b="1">
                  <a:latin typeface="Times New Roman" panose="02020603050405020304" pitchFamily="18" charset="0"/>
                  <a:ea typeface="黑体"/>
                  <a:cs typeface="Times New Roman" panose="02020603050405020304" pitchFamily="18" charset="0"/>
                  <a:sym typeface="+mn-ea"/>
                </a:rPr>
                <a:t>短语“</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所有的</a:t>
              </a:r>
              <a:r>
                <a:rPr lang="zh-CN" altLang="en-US" sz="2400" b="1">
                  <a:latin typeface="Times New Roman" panose="02020603050405020304" pitchFamily="18" charset="0"/>
                  <a:ea typeface="黑体"/>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任意一个</a:t>
              </a:r>
              <a:r>
                <a:rPr lang="zh-CN" altLang="en-US" sz="2400" b="1">
                  <a:latin typeface="Times New Roman" panose="02020603050405020304" pitchFamily="18" charset="0"/>
                  <a:ea typeface="黑体"/>
                  <a:cs typeface="Times New Roman" panose="02020603050405020304" pitchFamily="18" charset="0"/>
                  <a:sym typeface="+mn-ea"/>
                </a:rPr>
                <a:t>”在逻辑中通常叫做</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全称量词</a:t>
              </a:r>
              <a:r>
                <a:rPr lang="zh-CN" altLang="en-US" sz="2400" b="1">
                  <a:latin typeface="Times New Roman" panose="02020603050405020304" pitchFamily="18" charset="0"/>
                  <a:ea typeface="黑体"/>
                  <a:cs typeface="Times New Roman" panose="02020603050405020304" pitchFamily="18" charset="0"/>
                  <a:sym typeface="+mn-ea"/>
                </a:rPr>
                <a:t>，</a:t>
              </a:r>
              <a:endParaRPr lang="zh-CN" altLang="en-US" sz="2400" b="1">
                <a:latin typeface="Times New Roman" panose="02020603050405020304" pitchFamily="18" charset="0"/>
                <a:ea typeface="黑体"/>
                <a:cs typeface="Times New Roman" panose="02020603050405020304" pitchFamily="18" charset="0"/>
                <a:sym typeface="+mn-ea"/>
              </a:endParaRPr>
            </a:p>
            <a:p>
              <a:pPr algn="l" defTabSz="914400" fontAlgn="auto">
                <a:lnSpc>
                  <a:spcPct val="130000"/>
                </a:lnSpc>
                <a:tabLst>
                  <a:tab pos="1614805"/>
                  <a:tab pos="5292725"/>
                  <a:tab pos="9688830"/>
                </a:tabLst>
              </a:pPr>
              <a:r>
                <a:rPr lang="zh-CN" altLang="en-US" sz="2400" b="1">
                  <a:latin typeface="Times New Roman" panose="02020603050405020304" pitchFamily="18" charset="0"/>
                  <a:ea typeface="黑体"/>
                  <a:cs typeface="Times New Roman" panose="02020603050405020304" pitchFamily="18" charset="0"/>
                  <a:sym typeface="+mn-ea"/>
                </a:rPr>
                <a:t>并用符号“</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表示．</a:t>
              </a:r>
              <a:endParaRPr kumimoji="0" lang="zh-CN" altLang="en-US" sz="2400" b="1" i="0" u="none" strike="noStrike" cap="none" spc="0" normalizeH="0" baseline="0">
                <a:ln>
                  <a:noFill/>
                </a:ln>
                <a:solidFill>
                  <a:srgbClr val="000000"/>
                </a:solidFill>
                <a:effectLst/>
                <a:uFillTx/>
                <a:latin typeface="Times New Roman" panose="02020603050405020304" pitchFamily="18" charset="0"/>
                <a:ea typeface="黑体"/>
                <a:cs typeface="Times New Roman" panose="02020603050405020304" pitchFamily="18" charset="0"/>
                <a:sym typeface="Calibri"/>
              </a:endParaRPr>
            </a:p>
          </p:txBody>
        </p:sp>
        <p:sp>
          <p:nvSpPr>
            <p:cNvPr id="32" name="圆角矩形 31"/>
            <p:cNvSpPr/>
            <p:nvPr>
              <p:custDataLst>
                <p:tags r:id="rId29"/>
              </p:custDataLst>
            </p:nvPr>
          </p:nvSpPr>
          <p:spPr>
            <a:xfrm>
              <a:off x="1215" y="3752"/>
              <a:ext cx="2443" cy="845"/>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全称量词</a:t>
              </a: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grpSp>
      <p:grpSp>
        <p:nvGrpSpPr>
          <p:cNvPr id="48" name="组合 47" title=""/>
          <p:cNvGrpSpPr/>
          <p:nvPr>
            <p:custDataLst>
              <p:tags r:id="rId30"/>
            </p:custDataLst>
          </p:nvPr>
        </p:nvGrpSpPr>
        <p:grpSpPr>
          <a:xfrm>
            <a:off x="577215" y="4278630"/>
            <a:ext cx="13552805" cy="1140460"/>
            <a:chOff x="909" y="6738"/>
            <a:chExt cx="21343" cy="1796"/>
          </a:xfrm>
        </p:grpSpPr>
        <p:sp>
          <p:nvSpPr>
            <p:cNvPr id="30" name="文本框 29"/>
            <p:cNvSpPr txBox="1"/>
            <p:nvPr>
              <p:custDataLst>
                <p:tags r:id="rId31"/>
              </p:custDataLst>
            </p:nvPr>
          </p:nvSpPr>
          <p:spPr>
            <a:xfrm>
              <a:off x="3682" y="6738"/>
              <a:ext cx="18570" cy="1796"/>
            </a:xfrm>
            <a:prstGeom prst="rect">
              <a:avLst/>
            </a:prstGeom>
            <a:noFill/>
            <a:ln w="254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91439" tIns="91439" rIns="91439" bIns="91439" numCol="1" spcCol="38100" rtlCol="0" anchor="t" forceAA="0">
              <a:spAutoFit/>
            </a:bodyPr>
            <a:lstStyle/>
            <a:p>
              <a:pPr algn="l" defTabSz="914400" fontAlgn="auto">
                <a:lnSpc>
                  <a:spcPct val="130000"/>
                </a:lnSpc>
                <a:tabLst>
                  <a:tab pos="1614805"/>
                  <a:tab pos="5292725"/>
                  <a:tab pos="9688830"/>
                </a:tabLst>
              </a:pPr>
              <a:r>
                <a:rPr lang="zh-CN" altLang="en-US" sz="2400" b="1">
                  <a:latin typeface="Times New Roman" panose="02020603050405020304" pitchFamily="18" charset="0"/>
                  <a:ea typeface="黑体"/>
                  <a:cs typeface="Times New Roman" panose="02020603050405020304" pitchFamily="18" charset="0"/>
                  <a:sym typeface="+mn-ea"/>
                </a:rPr>
                <a:t>短语“</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存在一个</a:t>
              </a:r>
              <a:r>
                <a:rPr lang="zh-CN" altLang="en-US" sz="2400" b="1">
                  <a:latin typeface="Times New Roman" panose="02020603050405020304" pitchFamily="18" charset="0"/>
                  <a:ea typeface="黑体"/>
                  <a:cs typeface="Times New Roman" panose="02020603050405020304" pitchFamily="18" charset="0"/>
                  <a:sym typeface="+mn-ea"/>
                </a:rPr>
                <a:t>”“</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至少一个</a:t>
              </a:r>
              <a:r>
                <a:rPr lang="zh-CN" altLang="en-US" sz="2400" b="1">
                  <a:latin typeface="Times New Roman" panose="02020603050405020304" pitchFamily="18" charset="0"/>
                  <a:ea typeface="黑体"/>
                  <a:cs typeface="Times New Roman" panose="02020603050405020304" pitchFamily="18" charset="0"/>
                  <a:sym typeface="+mn-ea"/>
                </a:rPr>
                <a:t>”在逻辑中通常叫做</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存在量词</a:t>
              </a:r>
              <a:r>
                <a:rPr lang="zh-CN" altLang="en-US" sz="2400" b="1">
                  <a:latin typeface="Times New Roman" panose="02020603050405020304" pitchFamily="18" charset="0"/>
                  <a:ea typeface="黑体"/>
                  <a:cs typeface="Times New Roman" panose="02020603050405020304" pitchFamily="18" charset="0"/>
                  <a:sym typeface="+mn-ea"/>
                </a:rPr>
                <a:t>，</a:t>
              </a:r>
              <a:endParaRPr lang="zh-CN" altLang="en-US" sz="2400" b="1">
                <a:latin typeface="Times New Roman" panose="02020603050405020304" pitchFamily="18" charset="0"/>
                <a:ea typeface="黑体"/>
                <a:cs typeface="Times New Roman" panose="02020603050405020304" pitchFamily="18" charset="0"/>
                <a:sym typeface="+mn-ea"/>
              </a:endParaRPr>
            </a:p>
            <a:p>
              <a:pPr algn="l" defTabSz="914400" fontAlgn="auto">
                <a:lnSpc>
                  <a:spcPct val="130000"/>
                </a:lnSpc>
                <a:tabLst>
                  <a:tab pos="1614805"/>
                  <a:tab pos="5292725"/>
                  <a:tab pos="9688830"/>
                </a:tabLst>
              </a:pPr>
              <a:r>
                <a:rPr lang="zh-CN" altLang="en-US" sz="2400" b="1">
                  <a:latin typeface="Times New Roman" panose="02020603050405020304" pitchFamily="18" charset="0"/>
                  <a:ea typeface="黑体"/>
                  <a:cs typeface="Times New Roman" panose="02020603050405020304" pitchFamily="18" charset="0"/>
                  <a:sym typeface="+mn-ea"/>
                </a:rPr>
                <a:t>并用符号“</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表示．</a:t>
              </a:r>
              <a:endParaRPr kumimoji="0" lang="zh-CN" altLang="en-US" sz="2400" b="1" i="0" u="none" strike="noStrike" cap="none" spc="0" normalizeH="0" baseline="0">
                <a:ln>
                  <a:noFill/>
                </a:ln>
                <a:solidFill>
                  <a:srgbClr val="000000"/>
                </a:solidFill>
                <a:effectLst/>
                <a:uFillTx/>
                <a:latin typeface="Times New Roman" panose="02020603050405020304" pitchFamily="18" charset="0"/>
                <a:ea typeface="黑体"/>
                <a:cs typeface="Times New Roman" panose="02020603050405020304" pitchFamily="18" charset="0"/>
                <a:sym typeface="Calibri"/>
              </a:endParaRPr>
            </a:p>
          </p:txBody>
        </p:sp>
        <p:grpSp>
          <p:nvGrpSpPr>
            <p:cNvPr id="46" name="组合 45"/>
            <p:cNvGrpSpPr/>
            <p:nvPr>
              <p:custDataLst>
                <p:tags r:id="rId32"/>
              </p:custDataLst>
            </p:nvPr>
          </p:nvGrpSpPr>
          <p:grpSpPr>
            <a:xfrm>
              <a:off x="909" y="6813"/>
              <a:ext cx="17486" cy="1582"/>
              <a:chOff x="909" y="7069"/>
              <a:chExt cx="17486" cy="1582"/>
            </a:xfrm>
          </p:grpSpPr>
          <p:sp>
            <p:nvSpPr>
              <p:cNvPr id="38" name="圆角矩形 37"/>
              <p:cNvSpPr/>
              <p:nvPr>
                <p:custDataLst>
                  <p:tags r:id="rId33"/>
                </p:custDataLst>
              </p:nvPr>
            </p:nvSpPr>
            <p:spPr>
              <a:xfrm>
                <a:off x="909" y="7069"/>
                <a:ext cx="17486" cy="1582"/>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 name="圆角矩形 33"/>
              <p:cNvSpPr/>
              <p:nvPr>
                <p:custDataLst>
                  <p:tags r:id="rId34"/>
                </p:custDataLst>
              </p:nvPr>
            </p:nvSpPr>
            <p:spPr>
              <a:xfrm>
                <a:off x="1215" y="7474"/>
                <a:ext cx="2443" cy="845"/>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存在量词</a:t>
                </a: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grpSp>
      </p:grpSp>
      <p:grpSp>
        <p:nvGrpSpPr>
          <p:cNvPr id="42" name="组合 41" title=""/>
          <p:cNvGrpSpPr/>
          <p:nvPr>
            <p:custDataLst>
              <p:tags r:id="rId35"/>
            </p:custDataLst>
          </p:nvPr>
        </p:nvGrpSpPr>
        <p:grpSpPr>
          <a:xfrm>
            <a:off x="577215" y="3091180"/>
            <a:ext cx="11103610" cy="1140460"/>
            <a:chOff x="909" y="5124"/>
            <a:chExt cx="17486" cy="1796"/>
          </a:xfrm>
        </p:grpSpPr>
        <p:sp>
          <p:nvSpPr>
            <p:cNvPr id="37" name="圆角矩形 36"/>
            <p:cNvSpPr/>
            <p:nvPr>
              <p:custDataLst>
                <p:tags r:id="rId36"/>
              </p:custDataLst>
            </p:nvPr>
          </p:nvSpPr>
          <p:spPr>
            <a:xfrm>
              <a:off x="909" y="5205"/>
              <a:ext cx="17486" cy="1582"/>
            </a:xfrm>
            <a:prstGeom prst="roundRect">
              <a:avLst>
                <a:gd name="adj" fmla="val 0"/>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9" name="文本框 28"/>
            <p:cNvSpPr txBox="1"/>
            <p:nvPr>
              <p:custDataLst>
                <p:tags r:id="rId37"/>
              </p:custDataLst>
            </p:nvPr>
          </p:nvSpPr>
          <p:spPr>
            <a:xfrm>
              <a:off x="6999" y="5124"/>
              <a:ext cx="11016" cy="1796"/>
            </a:xfrm>
            <a:prstGeom prst="rect">
              <a:avLst/>
            </a:prstGeom>
            <a:noFill/>
            <a:ln w="254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91439" tIns="91439" rIns="91439" bIns="91439" numCol="1" spcCol="38100" rtlCol="0" anchor="t" forceAA="0">
              <a:spAutoFit/>
            </a:bodyPr>
            <a:lstStyle/>
            <a:p>
              <a:pPr algn="l" defTabSz="914400" fontAlgn="auto">
                <a:lnSpc>
                  <a:spcPct val="130000"/>
                </a:lnSpc>
                <a:tabLst>
                  <a:tab pos="1614805"/>
                  <a:tab pos="5292725"/>
                  <a:tab pos="9688830"/>
                </a:tabLst>
              </a:pPr>
              <a:r>
                <a:rPr lang="zh-CN" altLang="en-US" sz="2400" b="1">
                  <a:latin typeface="Times New Roman" panose="02020603050405020304" pitchFamily="18" charset="0"/>
                  <a:ea typeface="黑体"/>
                  <a:cs typeface="Times New Roman" panose="02020603050405020304" pitchFamily="18" charset="0"/>
                  <a:sym typeface="+mn-ea"/>
                </a:rPr>
                <a:t>全称量词命题“</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对</a:t>
              </a:r>
              <a:r>
                <a:rPr lang="en-US" altLang="zh-CN" sz="2400" b="1" i="1">
                  <a:solidFill>
                    <a:srgbClr val="437AFC"/>
                  </a:solidFill>
                  <a:latin typeface="Times New Roman" panose="02020603050405020304" pitchFamily="18" charset="0"/>
                  <a:ea typeface="黑体"/>
                  <a:cs typeface="Times New Roman" panose="02020603050405020304" pitchFamily="18" charset="0"/>
                  <a:sym typeface="+mn-ea"/>
                </a:rPr>
                <a:t>M</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中任意一个</a:t>
              </a:r>
              <a:r>
                <a:rPr lang="en-US" altLang="zh-CN" sz="2400" b="1" i="1">
                  <a:solidFill>
                    <a:srgbClr val="437AFC"/>
                  </a:solidFill>
                  <a:latin typeface="Times New Roman" panose="02020603050405020304" pitchFamily="18" charset="0"/>
                  <a:ea typeface="黑体"/>
                  <a:cs typeface="Times New Roman" panose="02020603050405020304" pitchFamily="18" charset="0"/>
                  <a:sym typeface="+mn-ea"/>
                </a:rPr>
                <a:t>x</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rgbClr val="437AFC"/>
                  </a:solidFill>
                  <a:latin typeface="Times New Roman" panose="02020603050405020304" pitchFamily="18" charset="0"/>
                  <a:ea typeface="黑体"/>
                  <a:cs typeface="Times New Roman" panose="02020603050405020304" pitchFamily="18" charset="0"/>
                  <a:sym typeface="+mn-ea"/>
                </a:rPr>
                <a:t>p</a:t>
              </a:r>
              <a:r>
                <a:rPr lang="en-US" altLang="zh-CN" sz="2400" b="1" err="1">
                  <a:solidFill>
                    <a:srgbClr val="437AFC"/>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rgbClr val="437AFC"/>
                  </a:solidFill>
                  <a:latin typeface="Times New Roman" panose="02020603050405020304" pitchFamily="18" charset="0"/>
                  <a:ea typeface="黑体"/>
                  <a:cs typeface="Times New Roman" panose="02020603050405020304" pitchFamily="18" charset="0"/>
                  <a:sym typeface="+mn-ea"/>
                </a:rPr>
                <a:t>x</a:t>
              </a:r>
              <a:r>
                <a:rPr lang="en-US" altLang="zh-CN" sz="2400" b="1">
                  <a:solidFill>
                    <a:srgbClr val="437AFC"/>
                  </a:solidFill>
                  <a:latin typeface="Times New Roman" panose="02020603050405020304" pitchFamily="18" charset="0"/>
                  <a:ea typeface="黑体"/>
                  <a:cs typeface="Times New Roman" panose="02020603050405020304" pitchFamily="18" charset="0"/>
                  <a:sym typeface="+mn-ea"/>
                </a:rPr>
                <a:t>)</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成立</a:t>
              </a:r>
              <a:r>
                <a:rPr lang="zh-CN" altLang="en-US" sz="2400" b="1">
                  <a:latin typeface="Times New Roman" panose="02020603050405020304" pitchFamily="18" charset="0"/>
                  <a:ea typeface="黑体"/>
                  <a:cs typeface="Times New Roman" panose="02020603050405020304" pitchFamily="18" charset="0"/>
                  <a:sym typeface="+mn-ea"/>
                </a:rPr>
                <a:t>”，</a:t>
              </a:r>
              <a:endParaRPr lang="zh-CN" altLang="en-US" sz="2400" b="1">
                <a:latin typeface="Times New Roman" panose="02020603050405020304" pitchFamily="18" charset="0"/>
                <a:ea typeface="黑体"/>
                <a:cs typeface="Times New Roman" panose="02020603050405020304" pitchFamily="18" charset="0"/>
                <a:sym typeface="+mn-ea"/>
              </a:endParaRPr>
            </a:p>
            <a:p>
              <a:pPr algn="l" defTabSz="914400" fontAlgn="auto">
                <a:lnSpc>
                  <a:spcPct val="130000"/>
                </a:lnSpc>
                <a:tabLst>
                  <a:tab pos="1614805"/>
                  <a:tab pos="5292725"/>
                  <a:tab pos="9688830"/>
                </a:tabLst>
              </a:pPr>
              <a:r>
                <a:rPr lang="zh-CN" altLang="en-US" sz="2400" b="1">
                  <a:latin typeface="Times New Roman" panose="02020603050405020304" pitchFamily="18" charset="0"/>
                  <a:ea typeface="黑体"/>
                  <a:cs typeface="Times New Roman" panose="02020603050405020304" pitchFamily="18" charset="0"/>
                  <a:sym typeface="+mn-ea"/>
                </a:rPr>
                <a:t>可用符号简记为</a:t>
              </a:r>
              <a:r>
                <a:rPr lang="en-US" altLang="zh-CN" sz="2400" b="1">
                  <a:latin typeface="Times New Roman" panose="02020603050405020304" pitchFamily="18" charset="0"/>
                  <a:ea typeface="黑体"/>
                  <a:cs typeface="Times New Roman" panose="02020603050405020304" pitchFamily="18" charset="0"/>
                  <a:sym typeface="+mn-ea"/>
                </a:rPr>
                <a:t>“</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latin typeface="Times New Roman" panose="02020603050405020304" pitchFamily="18" charset="0"/>
                  <a:ea typeface="黑体"/>
                  <a:cs typeface="Times New Roman" panose="02020603050405020304" pitchFamily="18" charset="0"/>
                  <a:sym typeface="+mn-ea"/>
                </a:rPr>
                <a:t>x</a:t>
              </a:r>
              <a:r>
                <a:rPr lang="en-US" altLang="zh-CN" sz="2400" b="1" err="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latin typeface="Times New Roman" panose="02020603050405020304" pitchFamily="18" charset="0"/>
                  <a:ea typeface="黑体"/>
                  <a:cs typeface="Times New Roman" panose="02020603050405020304" pitchFamily="18" charset="0"/>
                  <a:sym typeface="+mn-ea"/>
                </a:rPr>
                <a:t>M</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latin typeface="Times New Roman" panose="02020603050405020304" pitchFamily="18" charset="0"/>
                  <a:ea typeface="黑体"/>
                  <a:cs typeface="Times New Roman" panose="02020603050405020304" pitchFamily="18" charset="0"/>
                  <a:sym typeface="+mn-ea"/>
                </a:rPr>
                <a:t>p</a:t>
              </a:r>
              <a:r>
                <a:rPr lang="en-US" altLang="zh-CN" sz="2400" b="1" err="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latin typeface="Times New Roman" panose="02020603050405020304" pitchFamily="18" charset="0"/>
                  <a:ea typeface="黑体"/>
                  <a:cs typeface="Times New Roman" panose="02020603050405020304" pitchFamily="18" charset="0"/>
                  <a:sym typeface="+mn-ea"/>
                </a:rPr>
                <a:t>x</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a:solidFill>
                    <a:schemeClr val="tx1"/>
                  </a:solidFill>
                  <a:latin typeface="Times New Roman" panose="02020603050405020304" pitchFamily="18" charset="0"/>
                  <a:ea typeface="黑体"/>
                  <a:cs typeface="Times New Roman" panose="02020603050405020304" pitchFamily="18" charset="0"/>
                  <a:sym typeface="+mn-ea"/>
                </a:rPr>
                <a:t>” </a:t>
              </a:r>
              <a:r>
                <a:rPr lang="zh-CN" altLang="en-US" sz="2400" b="1">
                  <a:latin typeface="Times New Roman" panose="02020603050405020304" pitchFamily="18" charset="0"/>
                  <a:ea typeface="黑体"/>
                  <a:cs typeface="Times New Roman" panose="02020603050405020304" pitchFamily="18" charset="0"/>
                  <a:sym typeface="+mn-ea"/>
                </a:rPr>
                <a:t>.</a:t>
              </a:r>
              <a:endParaRPr kumimoji="0" lang="zh-CN" altLang="en-US" sz="2400" b="1" i="0" u="none" strike="noStrike" cap="none" spc="0" normalizeH="0" baseline="0">
                <a:ln>
                  <a:noFill/>
                </a:ln>
                <a:solidFill>
                  <a:srgbClr val="000000"/>
                </a:solidFill>
                <a:effectLst/>
                <a:uFillTx/>
                <a:latin typeface="Times New Roman" panose="02020603050405020304" pitchFamily="18" charset="0"/>
                <a:ea typeface="黑体"/>
                <a:cs typeface="Times New Roman" panose="02020603050405020304" pitchFamily="18" charset="0"/>
                <a:sym typeface="Calibri"/>
              </a:endParaRPr>
            </a:p>
          </p:txBody>
        </p:sp>
        <p:sp>
          <p:nvSpPr>
            <p:cNvPr id="33" name="圆角矩形 32"/>
            <p:cNvSpPr/>
            <p:nvPr>
              <p:custDataLst>
                <p:tags r:id="rId38"/>
              </p:custDataLst>
            </p:nvPr>
          </p:nvSpPr>
          <p:spPr>
            <a:xfrm>
              <a:off x="1215" y="5568"/>
              <a:ext cx="5809" cy="845"/>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全称量词命题的表述形式</a:t>
              </a: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grpSp>
      <p:grpSp>
        <p:nvGrpSpPr>
          <p:cNvPr id="47" name="组合 46" title=""/>
          <p:cNvGrpSpPr/>
          <p:nvPr>
            <p:custDataLst>
              <p:tags r:id="rId39"/>
            </p:custDataLst>
          </p:nvPr>
        </p:nvGrpSpPr>
        <p:grpSpPr>
          <a:xfrm>
            <a:off x="577215" y="5330825"/>
            <a:ext cx="15660370" cy="1183640"/>
            <a:chOff x="909" y="8651"/>
            <a:chExt cx="24662" cy="1864"/>
          </a:xfrm>
        </p:grpSpPr>
        <p:sp>
          <p:nvSpPr>
            <p:cNvPr id="39" name="圆角矩形 38"/>
            <p:cNvSpPr/>
            <p:nvPr>
              <p:custDataLst>
                <p:tags r:id="rId40"/>
              </p:custDataLst>
            </p:nvPr>
          </p:nvSpPr>
          <p:spPr>
            <a:xfrm>
              <a:off x="909" y="8933"/>
              <a:ext cx="17486" cy="1582"/>
            </a:xfrm>
            <a:prstGeom prst="roundRect">
              <a:avLst>
                <a:gd name="adj" fmla="val 0"/>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文本框 30"/>
            <p:cNvSpPr txBox="1"/>
            <p:nvPr>
              <p:custDataLst>
                <p:tags r:id="rId41"/>
              </p:custDataLst>
            </p:nvPr>
          </p:nvSpPr>
          <p:spPr>
            <a:xfrm>
              <a:off x="6999" y="8651"/>
              <a:ext cx="18573" cy="1796"/>
            </a:xfrm>
            <a:prstGeom prst="rect">
              <a:avLst/>
            </a:prstGeom>
            <a:noFill/>
            <a:ln w="254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91439" tIns="91439" rIns="91439" bIns="91439" numCol="1" spcCol="38100" rtlCol="0" anchor="t" forceAA="0">
              <a:spAutoFit/>
            </a:bodyPr>
            <a:lstStyle/>
            <a:p>
              <a:pPr algn="l" defTabSz="914400" fontAlgn="auto">
                <a:lnSpc>
                  <a:spcPct val="130000"/>
                </a:lnSpc>
                <a:tabLst>
                  <a:tab pos="1614805"/>
                  <a:tab pos="5292725"/>
                  <a:tab pos="9688830"/>
                </a:tabLst>
              </a:pPr>
              <a:r>
                <a:rPr lang="zh-CN" altLang="en-US" sz="2400" b="1">
                  <a:latin typeface="Times New Roman" panose="02020603050405020304" pitchFamily="18" charset="0"/>
                  <a:ea typeface="黑体"/>
                  <a:cs typeface="Times New Roman" panose="02020603050405020304" pitchFamily="18" charset="0"/>
                  <a:sym typeface="+mn-ea"/>
                </a:rPr>
                <a:t>全称量词命题“</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存在</a:t>
              </a:r>
              <a:r>
                <a:rPr lang="en-US" altLang="zh-CN" sz="2400" b="1" i="1">
                  <a:solidFill>
                    <a:srgbClr val="437AFC"/>
                  </a:solidFill>
                  <a:latin typeface="Times New Roman" panose="02020603050405020304" pitchFamily="18" charset="0"/>
                  <a:ea typeface="黑体"/>
                  <a:cs typeface="Times New Roman" panose="02020603050405020304" pitchFamily="18" charset="0"/>
                  <a:sym typeface="+mn-ea"/>
                </a:rPr>
                <a:t>M</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中的元素</a:t>
              </a:r>
              <a:r>
                <a:rPr lang="en-US" altLang="zh-CN" sz="2400" b="1" i="1">
                  <a:solidFill>
                    <a:srgbClr val="437AFC"/>
                  </a:solidFill>
                  <a:latin typeface="Times New Roman" panose="02020603050405020304" pitchFamily="18" charset="0"/>
                  <a:ea typeface="黑体"/>
                  <a:cs typeface="Times New Roman" panose="02020603050405020304" pitchFamily="18" charset="0"/>
                  <a:sym typeface="+mn-ea"/>
                </a:rPr>
                <a:t>x</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rgbClr val="437AFC"/>
                  </a:solidFill>
                  <a:latin typeface="Times New Roman" panose="02020603050405020304" pitchFamily="18" charset="0"/>
                  <a:ea typeface="黑体"/>
                  <a:cs typeface="Times New Roman" panose="02020603050405020304" pitchFamily="18" charset="0"/>
                  <a:sym typeface="+mn-ea"/>
                </a:rPr>
                <a:t>p</a:t>
              </a:r>
              <a:r>
                <a:rPr lang="en-US" altLang="zh-CN" sz="2400" b="1" err="1">
                  <a:solidFill>
                    <a:srgbClr val="437AFC"/>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rgbClr val="437AFC"/>
                  </a:solidFill>
                  <a:latin typeface="Times New Roman" panose="02020603050405020304" pitchFamily="18" charset="0"/>
                  <a:ea typeface="黑体"/>
                  <a:cs typeface="Times New Roman" panose="02020603050405020304" pitchFamily="18" charset="0"/>
                  <a:sym typeface="+mn-ea"/>
                </a:rPr>
                <a:t>x</a:t>
              </a:r>
              <a:r>
                <a:rPr lang="en-US" altLang="zh-CN" sz="2400" b="1">
                  <a:solidFill>
                    <a:srgbClr val="437AFC"/>
                  </a:solidFill>
                  <a:latin typeface="Times New Roman" panose="02020603050405020304" pitchFamily="18" charset="0"/>
                  <a:ea typeface="黑体"/>
                  <a:cs typeface="Times New Roman" panose="02020603050405020304" pitchFamily="18" charset="0"/>
                  <a:sym typeface="+mn-ea"/>
                </a:rPr>
                <a:t>)</a:t>
              </a: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成立</a:t>
              </a:r>
              <a:r>
                <a:rPr lang="zh-CN" altLang="en-US" sz="2400" b="1">
                  <a:latin typeface="Times New Roman" panose="02020603050405020304" pitchFamily="18" charset="0"/>
                  <a:ea typeface="黑体"/>
                  <a:cs typeface="Times New Roman" panose="02020603050405020304" pitchFamily="18" charset="0"/>
                  <a:sym typeface="+mn-ea"/>
                </a:rPr>
                <a:t>”，</a:t>
              </a:r>
              <a:endParaRPr lang="zh-CN" altLang="en-US" sz="2400" b="1">
                <a:latin typeface="Times New Roman" panose="02020603050405020304" pitchFamily="18" charset="0"/>
                <a:ea typeface="黑体"/>
                <a:cs typeface="Times New Roman" panose="02020603050405020304" pitchFamily="18" charset="0"/>
                <a:sym typeface="+mn-ea"/>
              </a:endParaRPr>
            </a:p>
            <a:p>
              <a:pPr algn="l" defTabSz="914400" fontAlgn="auto">
                <a:lnSpc>
                  <a:spcPct val="130000"/>
                </a:lnSpc>
                <a:tabLst>
                  <a:tab pos="1614805"/>
                  <a:tab pos="5292725"/>
                  <a:tab pos="9688830"/>
                </a:tabLst>
              </a:pPr>
              <a:r>
                <a:rPr lang="zh-CN" altLang="en-US" sz="2400" b="1">
                  <a:latin typeface="Times New Roman" panose="02020603050405020304" pitchFamily="18" charset="0"/>
                  <a:ea typeface="黑体"/>
                  <a:cs typeface="Times New Roman" panose="02020603050405020304" pitchFamily="18" charset="0"/>
                  <a:sym typeface="+mn-ea"/>
                </a:rPr>
                <a:t>可用符号简记为</a:t>
              </a:r>
              <a:r>
                <a:rPr lang="en-US" altLang="zh-CN" sz="2400" b="1">
                  <a:latin typeface="Times New Roman" panose="02020603050405020304" pitchFamily="18" charset="0"/>
                  <a:ea typeface="黑体"/>
                  <a:cs typeface="Times New Roman" panose="02020603050405020304" pitchFamily="18" charset="0"/>
                  <a:sym typeface="+mn-ea"/>
                </a:rPr>
                <a:t>“</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latin typeface="Times New Roman" panose="02020603050405020304" pitchFamily="18" charset="0"/>
                  <a:ea typeface="黑体"/>
                  <a:cs typeface="Times New Roman" panose="02020603050405020304" pitchFamily="18" charset="0"/>
                  <a:sym typeface="+mn-ea"/>
                </a:rPr>
                <a:t>x</a:t>
              </a:r>
              <a:r>
                <a:rPr lang="en-US" altLang="zh-CN" sz="2400" b="1" err="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latin typeface="Times New Roman" panose="02020603050405020304" pitchFamily="18" charset="0"/>
                  <a:ea typeface="黑体"/>
                  <a:cs typeface="Times New Roman" panose="02020603050405020304" pitchFamily="18" charset="0"/>
                  <a:sym typeface="+mn-ea"/>
                </a:rPr>
                <a:t>M</a:t>
              </a:r>
              <a:r>
                <a:rPr lang="zh-CN" altLang="en-US"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latin typeface="Times New Roman" panose="02020603050405020304" pitchFamily="18" charset="0"/>
                  <a:ea typeface="黑体"/>
                  <a:cs typeface="Times New Roman" panose="02020603050405020304" pitchFamily="18" charset="0"/>
                  <a:sym typeface="+mn-ea"/>
                </a:rPr>
                <a:t>p</a:t>
              </a:r>
              <a:r>
                <a:rPr lang="en-US" altLang="zh-CN" sz="2400" b="1" err="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i="1" err="1">
                  <a:solidFill>
                    <a:schemeClr val="accent2"/>
                  </a:solidFill>
                  <a:latin typeface="Times New Roman" panose="02020603050405020304" pitchFamily="18" charset="0"/>
                  <a:ea typeface="黑体"/>
                  <a:cs typeface="Times New Roman" panose="02020603050405020304" pitchFamily="18" charset="0"/>
                  <a:sym typeface="+mn-ea"/>
                </a:rPr>
                <a:t>x</a:t>
              </a:r>
              <a:r>
                <a:rPr lang="en-US" altLang="zh-CN" sz="2400" b="1">
                  <a:solidFill>
                    <a:schemeClr val="accent2"/>
                  </a:solidFill>
                  <a:latin typeface="Times New Roman" panose="02020603050405020304" pitchFamily="18" charset="0"/>
                  <a:ea typeface="黑体"/>
                  <a:cs typeface="Times New Roman" panose="02020603050405020304" pitchFamily="18" charset="0"/>
                  <a:sym typeface="+mn-ea"/>
                </a:rPr>
                <a:t>)</a:t>
              </a:r>
              <a:r>
                <a:rPr lang="en-US" altLang="zh-CN" sz="2400" b="1">
                  <a:solidFill>
                    <a:schemeClr val="tx1"/>
                  </a:solidFill>
                  <a:latin typeface="Times New Roman" panose="02020603050405020304" pitchFamily="18" charset="0"/>
                  <a:ea typeface="黑体"/>
                  <a:cs typeface="Times New Roman" panose="02020603050405020304" pitchFamily="18" charset="0"/>
                  <a:sym typeface="+mn-ea"/>
                </a:rPr>
                <a:t>”</a:t>
              </a:r>
              <a:r>
                <a:rPr lang="zh-CN" altLang="en-US" sz="2400" b="1">
                  <a:latin typeface="Times New Roman" panose="02020603050405020304" pitchFamily="18" charset="0"/>
                  <a:ea typeface="黑体"/>
                  <a:cs typeface="Times New Roman" panose="02020603050405020304" pitchFamily="18" charset="0"/>
                  <a:sym typeface="+mn-ea"/>
                </a:rPr>
                <a:t>.</a:t>
              </a:r>
              <a:endParaRPr kumimoji="0" lang="zh-CN" altLang="en-US" sz="2400" b="1" i="0" u="none" strike="noStrike" cap="none" spc="0" normalizeH="0" baseline="0">
                <a:ln>
                  <a:noFill/>
                </a:ln>
                <a:solidFill>
                  <a:srgbClr val="000000"/>
                </a:solidFill>
                <a:effectLst/>
                <a:uFillTx/>
                <a:latin typeface="Times New Roman" panose="02020603050405020304" pitchFamily="18" charset="0"/>
                <a:ea typeface="黑体"/>
                <a:cs typeface="Times New Roman" panose="02020603050405020304" pitchFamily="18" charset="0"/>
                <a:sym typeface="Calibri"/>
              </a:endParaRPr>
            </a:p>
          </p:txBody>
        </p:sp>
        <p:sp>
          <p:nvSpPr>
            <p:cNvPr id="35" name="圆角矩形 34"/>
            <p:cNvSpPr/>
            <p:nvPr>
              <p:custDataLst>
                <p:tags r:id="rId42"/>
              </p:custDataLst>
            </p:nvPr>
          </p:nvSpPr>
          <p:spPr>
            <a:xfrm>
              <a:off x="1215" y="9367"/>
              <a:ext cx="5809" cy="845"/>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sz="2400" b="1">
                  <a:solidFill>
                    <a:schemeClr val="bg1"/>
                  </a:solidFill>
                  <a:latin typeface="Times New Roman" panose="02020603050405020304" pitchFamily="18" charset="0"/>
                  <a:ea typeface="黑体"/>
                  <a:cs typeface="Times New Roman" panose="02020603050405020304" pitchFamily="18" charset="0"/>
                  <a:sym typeface="+mn-ea"/>
                </a:rPr>
                <a:t>存在量词命题的表述形式</a:t>
              </a: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500"/>
                                        <p:tgtEl>
                                          <p:spTgt spid="48"/>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课堂总结</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0" name="组合 39" title=""/>
          <p:cNvGrpSpPr/>
          <p:nvPr>
            <p:custDataLst>
              <p:tags r:id="rId24"/>
            </p:custDataLst>
          </p:nvPr>
        </p:nvGrpSpPr>
        <p:grpSpPr>
          <a:xfrm>
            <a:off x="557530" y="1080770"/>
            <a:ext cx="11123295" cy="890905"/>
            <a:chOff x="878" y="2168"/>
            <a:chExt cx="17517" cy="1403"/>
          </a:xfrm>
        </p:grpSpPr>
        <p:sp>
          <p:nvSpPr>
            <p:cNvPr id="72" name="圆角矩形 71"/>
            <p:cNvSpPr/>
            <p:nvPr>
              <p:custDataLst>
                <p:tags r:id="rId25"/>
              </p:custDataLst>
            </p:nvPr>
          </p:nvSpPr>
          <p:spPr>
            <a:xfrm>
              <a:off x="878" y="2168"/>
              <a:ext cx="17517" cy="878"/>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6" name="文本框 5"/>
            <p:cNvSpPr txBox="1"/>
            <p:nvPr>
              <p:custDataLst>
                <p:tags r:id="rId26"/>
              </p:custDataLst>
            </p:nvPr>
          </p:nvSpPr>
          <p:spPr>
            <a:xfrm>
              <a:off x="1215" y="2264"/>
              <a:ext cx="15100" cy="1307"/>
            </a:xfrm>
            <a:prstGeom prst="rect">
              <a:avLst/>
            </a:prstGeom>
            <a:noFill/>
          </p:spPr>
          <p:txBody>
            <a:bodyPr wrap="square" rtlCol="0" anchor="t">
              <a:spAutoFit/>
            </a:bodyPr>
            <a:lstStyle/>
            <a:p>
              <a:pPr algn="l"/>
              <a:r>
                <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rPr>
                <a:t>1．理解全称量词命题及存在量词命题时应注意的问题：</a:t>
              </a:r>
              <a:endPar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endParaRPr>
            </a:p>
            <a:p>
              <a:pPr algn="l"/>
              <a:endPar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endParaRPr>
            </a:p>
          </p:txBody>
        </p:sp>
      </p:grpSp>
      <p:sp>
        <p:nvSpPr>
          <p:cNvPr id="8" name="文本框 7" title=""/>
          <p:cNvSpPr txBox="1"/>
          <p:nvPr>
            <p:custDataLst>
              <p:tags r:id="rId27"/>
            </p:custDataLst>
          </p:nvPr>
        </p:nvSpPr>
        <p:spPr>
          <a:xfrm>
            <a:off x="557530" y="1651000"/>
            <a:ext cx="11123930" cy="2749550"/>
          </a:xfrm>
          <a:prstGeom prst="rect">
            <a:avLst/>
          </a:prstGeom>
          <a:noFill/>
        </p:spPr>
        <p:txBody>
          <a:bodyPr wrap="square" rtlCol="0" anchor="t">
            <a:spAutoFit/>
          </a:bodyPr>
          <a:lstStyle/>
          <a:p>
            <a:pPr indent="0" fontAlgn="auto">
              <a:lnSpc>
                <a:spcPct val="120000"/>
              </a:lnSpc>
              <a:spcBef>
                <a:spcPct val="0"/>
              </a:spcBef>
              <a:spcAft>
                <a:spcPct val="0"/>
              </a:spcAft>
            </a:pPr>
            <a:r>
              <a:rPr lang="en-US" sz="2400" b="1">
                <a:solidFill>
                  <a:srgbClr val="437AFC"/>
                </a:solidFill>
                <a:latin typeface="Times New Roman" panose="02020603050405020304" pitchFamily="18" charset="0"/>
                <a:ea typeface="黑体"/>
                <a:cs typeface="Times New Roman" panose="02020603050405020304" pitchFamily="18" charset="0"/>
                <a:sym typeface="+mn-ea"/>
              </a:rPr>
              <a:t> (1)</a:t>
            </a:r>
            <a:r>
              <a:rPr lang="zh-CN" sz="2400">
                <a:latin typeface="Times New Roman" panose="02020603050405020304" pitchFamily="18" charset="0"/>
                <a:ea typeface="黑体"/>
                <a:cs typeface="Times New Roman" panose="02020603050405020304" pitchFamily="18" charset="0"/>
                <a:sym typeface="+mn-ea"/>
              </a:rPr>
              <a:t>全称量词命题就是陈述某集合中所有元素都具有某种性质的命题，常见的全称量词还有</a:t>
            </a:r>
            <a:r>
              <a:rPr lang="en-US" sz="2400">
                <a:latin typeface="Times New Roman" panose="02020603050405020304" pitchFamily="18" charset="0"/>
                <a:ea typeface="黑体"/>
                <a:cs typeface="Times New Roman" panose="02020603050405020304" pitchFamily="18" charset="0"/>
                <a:sym typeface="+mn-ea"/>
              </a:rPr>
              <a:t>“</a:t>
            </a:r>
            <a:r>
              <a:rPr lang="zh-CN" sz="2400">
                <a:latin typeface="Times New Roman" panose="02020603050405020304" pitchFamily="18" charset="0"/>
                <a:ea typeface="黑体"/>
                <a:cs typeface="Times New Roman" panose="02020603050405020304" pitchFamily="18" charset="0"/>
                <a:sym typeface="+mn-ea"/>
              </a:rPr>
              <a:t>一切</a:t>
            </a:r>
            <a:r>
              <a:rPr lang="en-US" sz="2400">
                <a:latin typeface="Times New Roman" panose="02020603050405020304" pitchFamily="18" charset="0"/>
                <a:ea typeface="黑体"/>
                <a:cs typeface="Times New Roman" panose="02020603050405020304" pitchFamily="18" charset="0"/>
                <a:sym typeface="+mn-ea"/>
              </a:rPr>
              <a:t>”“</a:t>
            </a:r>
            <a:r>
              <a:rPr lang="zh-CN" sz="2400">
                <a:latin typeface="Times New Roman" panose="02020603050405020304" pitchFamily="18" charset="0"/>
                <a:ea typeface="黑体"/>
                <a:cs typeface="Times New Roman" panose="02020603050405020304" pitchFamily="18" charset="0"/>
                <a:sym typeface="+mn-ea"/>
              </a:rPr>
              <a:t>每一个</a:t>
            </a:r>
            <a:r>
              <a:rPr lang="en-US" sz="2400">
                <a:latin typeface="Times New Roman" panose="02020603050405020304" pitchFamily="18" charset="0"/>
                <a:ea typeface="黑体"/>
                <a:cs typeface="Times New Roman" panose="02020603050405020304" pitchFamily="18" charset="0"/>
                <a:sym typeface="+mn-ea"/>
              </a:rPr>
              <a:t>”</a:t>
            </a:r>
            <a:r>
              <a:rPr lang="zh-CN" sz="2400">
                <a:latin typeface="Times New Roman" panose="02020603050405020304" pitchFamily="18" charset="0"/>
                <a:ea typeface="黑体"/>
                <a:cs typeface="Times New Roman" panose="02020603050405020304" pitchFamily="18" charset="0"/>
                <a:sym typeface="+mn-ea"/>
              </a:rPr>
              <a:t>等，相应的词语是</a:t>
            </a:r>
            <a:r>
              <a:rPr lang="en-US" sz="2400">
                <a:latin typeface="Times New Roman" panose="02020603050405020304" pitchFamily="18" charset="0"/>
                <a:ea typeface="黑体"/>
                <a:cs typeface="Times New Roman" panose="02020603050405020304" pitchFamily="18" charset="0"/>
                <a:sym typeface="+mn-ea"/>
              </a:rPr>
              <a:t>“</a:t>
            </a:r>
            <a:r>
              <a:rPr lang="zh-CN" sz="2400">
                <a:latin typeface="Times New Roman" panose="02020603050405020304" pitchFamily="18" charset="0"/>
                <a:ea typeface="黑体"/>
                <a:cs typeface="Times New Roman" panose="02020603050405020304" pitchFamily="18" charset="0"/>
                <a:sym typeface="+mn-ea"/>
              </a:rPr>
              <a:t>都”．</a:t>
            </a:r>
            <a:endParaRPr lang="zh-CN" sz="2400" b="0">
              <a:latin typeface="Times New Roman" panose="02020603050405020304" pitchFamily="18" charset="0"/>
              <a:ea typeface="黑体"/>
              <a:cs typeface="Times New Roman" panose="02020603050405020304" pitchFamily="18" charset="0"/>
            </a:endParaRPr>
          </a:p>
          <a:p>
            <a:pPr indent="0" fontAlgn="auto">
              <a:lnSpc>
                <a:spcPct val="120000"/>
              </a:lnSpc>
              <a:spcBef>
                <a:spcPct val="0"/>
              </a:spcBef>
              <a:spcAft>
                <a:spcPct val="0"/>
              </a:spcAft>
            </a:pP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(2)</a:t>
            </a:r>
            <a:r>
              <a:rPr lang="zh-CN" altLang="en-US" sz="2400">
                <a:latin typeface="Times New Roman" panose="02020603050405020304" pitchFamily="18" charset="0"/>
                <a:ea typeface="黑体"/>
                <a:cs typeface="Times New Roman" panose="02020603050405020304" pitchFamily="18" charset="0"/>
                <a:sym typeface="+mn-ea"/>
              </a:rPr>
              <a:t>有些命题省去了全称量词，但仍是全称量词命题，如“有理数是实数”，就是“所有的有理数都是实数”．</a:t>
            </a:r>
            <a:endParaRPr lang="zh-CN" altLang="en-US" sz="2400" b="0">
              <a:latin typeface="Times New Roman" panose="02020603050405020304" pitchFamily="18" charset="0"/>
              <a:ea typeface="黑体"/>
              <a:cs typeface="Times New Roman" panose="02020603050405020304" pitchFamily="18" charset="0"/>
            </a:endParaRPr>
          </a:p>
          <a:p>
            <a:pPr indent="0" fontAlgn="auto">
              <a:lnSpc>
                <a:spcPct val="120000"/>
              </a:lnSpc>
              <a:spcBef>
                <a:spcPct val="0"/>
              </a:spcBef>
              <a:spcAft>
                <a:spcPct val="0"/>
              </a:spcAft>
            </a:pPr>
            <a:r>
              <a:rPr lang="zh-CN" altLang="en-US" sz="2400" b="1">
                <a:solidFill>
                  <a:srgbClr val="437AFC"/>
                </a:solidFill>
                <a:latin typeface="Times New Roman" panose="02020603050405020304" pitchFamily="18" charset="0"/>
                <a:ea typeface="黑体"/>
                <a:cs typeface="Times New Roman" panose="02020603050405020304" pitchFamily="18" charset="0"/>
                <a:sym typeface="+mn-ea"/>
              </a:rPr>
              <a:t>(3)</a:t>
            </a:r>
            <a:r>
              <a:rPr lang="zh-CN" altLang="en-US" sz="2400">
                <a:latin typeface="Times New Roman" panose="02020603050405020304" pitchFamily="18" charset="0"/>
                <a:ea typeface="黑体"/>
                <a:cs typeface="Times New Roman" panose="02020603050405020304" pitchFamily="18" charset="0"/>
                <a:sym typeface="+mn-ea"/>
              </a:rPr>
              <a:t>存在量词命题就是陈述某集合中存在一个或部分元素具有某种性质的命题，常见的存在量词还有“有的”“存在”等．</a:t>
            </a:r>
            <a:endParaRPr lang="zh-CN" altLang="en-US" sz="2400">
              <a:latin typeface="Times New Roman" panose="02020603050405020304" pitchFamily="18" charset="0"/>
              <a:ea typeface="黑体"/>
              <a:cs typeface="Times New Roman" panose="02020603050405020304" pitchFamily="18" charset="0"/>
              <a:sym typeface="+mn-ea"/>
            </a:endParaRPr>
          </a:p>
        </p:txBody>
      </p:sp>
      <p:grpSp>
        <p:nvGrpSpPr>
          <p:cNvPr id="14" name="组合 13" title=""/>
          <p:cNvGrpSpPr/>
          <p:nvPr>
            <p:custDataLst>
              <p:tags r:id="rId28"/>
            </p:custDataLst>
          </p:nvPr>
        </p:nvGrpSpPr>
        <p:grpSpPr>
          <a:xfrm>
            <a:off x="577850" y="4465955"/>
            <a:ext cx="11123295" cy="557530"/>
            <a:chOff x="878" y="2168"/>
            <a:chExt cx="17517" cy="878"/>
          </a:xfrm>
        </p:grpSpPr>
        <p:sp>
          <p:nvSpPr>
            <p:cNvPr id="26" name="圆角矩形 25"/>
            <p:cNvSpPr/>
            <p:nvPr>
              <p:custDataLst>
                <p:tags r:id="rId29"/>
              </p:custDataLst>
            </p:nvPr>
          </p:nvSpPr>
          <p:spPr>
            <a:xfrm>
              <a:off x="878" y="2168"/>
              <a:ext cx="17517" cy="878"/>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27" name="文本框 26"/>
            <p:cNvSpPr txBox="1"/>
            <p:nvPr>
              <p:custDataLst>
                <p:tags r:id="rId30"/>
              </p:custDataLst>
            </p:nvPr>
          </p:nvSpPr>
          <p:spPr>
            <a:xfrm>
              <a:off x="1215" y="2264"/>
              <a:ext cx="15100" cy="725"/>
            </a:xfrm>
            <a:prstGeom prst="rect">
              <a:avLst/>
            </a:prstGeom>
            <a:noFill/>
          </p:spPr>
          <p:txBody>
            <a:bodyPr wrap="square" rtlCol="0" anchor="t">
              <a:spAutoFit/>
            </a:bodyPr>
            <a:lstStyle/>
            <a:p>
              <a:pPr algn="l"/>
              <a:r>
                <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rPr>
                <a:t>2．全称量词命题与存在量词命题的区别：</a:t>
              </a:r>
              <a:endPar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endParaRPr>
            </a:p>
          </p:txBody>
        </p:sp>
      </p:grpSp>
      <p:sp>
        <p:nvSpPr>
          <p:cNvPr id="29" name="文本框 28" title=""/>
          <p:cNvSpPr txBox="1"/>
          <p:nvPr>
            <p:custDataLst>
              <p:tags r:id="rId31"/>
            </p:custDataLst>
          </p:nvPr>
        </p:nvSpPr>
        <p:spPr>
          <a:xfrm>
            <a:off x="577215" y="5058410"/>
            <a:ext cx="11550015" cy="1789430"/>
          </a:xfrm>
          <a:prstGeom prst="rect">
            <a:avLst/>
          </a:prstGeom>
          <a:noFill/>
        </p:spPr>
        <p:txBody>
          <a:bodyPr wrap="square" rtlCol="0" anchor="t">
            <a:spAutoFit/>
          </a:bodyPr>
          <a:lstStyle/>
          <a:p>
            <a:pPr indent="0" fontAlgn="auto">
              <a:lnSpc>
                <a:spcPct val="120000"/>
              </a:lnSpc>
              <a:spcBef>
                <a:spcPct val="0"/>
              </a:spcBef>
              <a:spcAft>
                <a:spcPct val="0"/>
              </a:spcAft>
            </a:pPr>
            <a:r>
              <a:rPr lang="zh-CN" sz="2400" b="1">
                <a:solidFill>
                  <a:srgbClr val="437AFC"/>
                </a:solidFill>
                <a:latin typeface="Times New Roman" panose="02020603050405020304" pitchFamily="18" charset="0"/>
                <a:ea typeface="黑体"/>
                <a:cs typeface="Times New Roman" panose="02020603050405020304" pitchFamily="18" charset="0"/>
                <a:sym typeface="+mn-ea"/>
              </a:rPr>
              <a:t>(1)</a:t>
            </a:r>
            <a:r>
              <a:rPr lang="zh-CN" sz="2400">
                <a:latin typeface="Times New Roman" panose="02020603050405020304" pitchFamily="18" charset="0"/>
                <a:ea typeface="黑体"/>
                <a:cs typeface="Times New Roman" panose="02020603050405020304" pitchFamily="18" charset="0"/>
                <a:sym typeface="+mn-ea"/>
              </a:rPr>
              <a:t>全称量词命题中的全称量词表明给定范围内所有对象都具有某一性质，无一例外，强调“整体、全部”．</a:t>
            </a:r>
            <a:endParaRPr lang="zh-CN" sz="2400">
              <a:latin typeface="Times New Roman" panose="02020603050405020304" pitchFamily="18" charset="0"/>
              <a:ea typeface="黑体"/>
              <a:cs typeface="Times New Roman" panose="02020603050405020304" pitchFamily="18" charset="0"/>
              <a:sym typeface="+mn-ea"/>
            </a:endParaRPr>
          </a:p>
          <a:p>
            <a:pPr indent="0" fontAlgn="auto">
              <a:lnSpc>
                <a:spcPct val="120000"/>
              </a:lnSpc>
              <a:spcBef>
                <a:spcPct val="0"/>
              </a:spcBef>
              <a:spcAft>
                <a:spcPct val="0"/>
              </a:spcAft>
            </a:pPr>
            <a:r>
              <a:rPr lang="zh-CN" sz="2400" b="1">
                <a:solidFill>
                  <a:srgbClr val="437AFC"/>
                </a:solidFill>
                <a:latin typeface="Times New Roman" panose="02020603050405020304" pitchFamily="18" charset="0"/>
                <a:ea typeface="黑体"/>
                <a:cs typeface="Times New Roman" panose="02020603050405020304" pitchFamily="18" charset="0"/>
                <a:sym typeface="+mn-ea"/>
              </a:rPr>
              <a:t>(2)</a:t>
            </a:r>
            <a:r>
              <a:rPr lang="zh-CN" sz="2400">
                <a:latin typeface="Times New Roman" panose="02020603050405020304" pitchFamily="18" charset="0"/>
                <a:ea typeface="黑体"/>
                <a:cs typeface="Times New Roman" panose="02020603050405020304" pitchFamily="18" charset="0"/>
                <a:sym typeface="+mn-ea"/>
              </a:rPr>
              <a:t>存在量词命题中的存在量词表明给定范围内的对象有例外，强调“个别、部分”．</a:t>
            </a:r>
            <a:endParaRPr lang="zh-CN" sz="2400">
              <a:latin typeface="Times New Roman" panose="02020603050405020304" pitchFamily="18" charset="0"/>
              <a:ea typeface="黑体"/>
              <a:cs typeface="Times New Roman" panose="02020603050405020304" pitchFamily="18" charset="0"/>
              <a:sym typeface="+mn-ea"/>
            </a:endParaRPr>
          </a:p>
          <a:p>
            <a:endParaRPr lang="zh-CN" sz="2400">
              <a:latin typeface="Times New Roman" panose="02020603050405020304" pitchFamily="18" charset="0"/>
              <a:ea typeface="黑体"/>
              <a:cs typeface="Times New Roman" panose="02020603050405020304" pitchFamily="18" charset="0"/>
              <a:sym typeface="+mn-ea"/>
            </a:endParaRP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课堂总结</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 name="文本框 4" title=""/>
          <p:cNvSpPr txBox="1"/>
          <p:nvPr>
            <p:custDataLst>
              <p:tags r:id="rId24"/>
            </p:custDataLst>
          </p:nvPr>
        </p:nvSpPr>
        <p:spPr>
          <a:xfrm>
            <a:off x="709295" y="2757805"/>
            <a:ext cx="9759315" cy="2935605"/>
          </a:xfrm>
          <a:prstGeom prst="rect">
            <a:avLst/>
          </a:prstGeom>
          <a:noFill/>
        </p:spPr>
        <p:txBody>
          <a:bodyPr wrap="square" rtlCol="0" anchor="t">
            <a:spAutoFit/>
          </a:bodyPr>
          <a:lstStyle/>
          <a:p>
            <a:pPr eaLnBrk="0" latinLnBrk="1" hangingPunct="0">
              <a:lnSpc>
                <a:spcPct val="150000"/>
              </a:lnSpc>
              <a:spcBef>
                <a:spcPts val="145"/>
              </a:spcBef>
            </a:pPr>
            <a:r>
              <a:rPr lang="zh-CN" altLang="en-US" sz="2400" b="1" kern="0" smtClean="0">
                <a:solidFill>
                  <a:srgbClr val="437AFC"/>
                </a:solidFill>
                <a:latin typeface="Times New Roman" panose="02020603050405020304" pitchFamily="18" charset="0"/>
                <a:ea typeface="黑体"/>
                <a:cs typeface="Times New Roman" panose="02020603050405020304" pitchFamily="18" charset="0"/>
                <a:sym typeface="+mn-ea"/>
              </a:rPr>
              <a:t>①</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=0,等价于方程</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=0在</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上有实数根;</a:t>
            </a:r>
            <a:endParaRPr lang="zh-CN" altLang="en-US" sz="2400" smtClean="0">
              <a:latin typeface="Times New Roman" panose="02020603050405020304" pitchFamily="18" charset="0"/>
              <a:ea typeface="黑体"/>
              <a:cs typeface="Times New Roman" panose="02020603050405020304" pitchFamily="18" charset="0"/>
            </a:endParaRPr>
          </a:p>
          <a:p>
            <a:pPr eaLnBrk="0" latinLnBrk="1" hangingPunct="0">
              <a:lnSpc>
                <a:spcPct val="150000"/>
              </a:lnSpc>
              <a:spcBef>
                <a:spcPts val="145"/>
              </a:spcBef>
            </a:pPr>
            <a:r>
              <a:rPr lang="zh-CN" altLang="en-US" sz="2400" b="1" kern="0" smtClean="0">
                <a:solidFill>
                  <a:srgbClr val="437AFC"/>
                </a:solidFill>
                <a:latin typeface="Times New Roman" panose="02020603050405020304" pitchFamily="18" charset="0"/>
                <a:ea typeface="黑体"/>
                <a:cs typeface="Times New Roman" panose="02020603050405020304" pitchFamily="18" charset="0"/>
                <a:sym typeface="+mn-ea"/>
              </a:rPr>
              <a:t>②</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&gt;0,就是不等式</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&gt;0在</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上恒成立,等价于</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baseline="-15000" smtClean="0">
                <a:solidFill>
                  <a:srgbClr val="000000"/>
                </a:solidFill>
                <a:latin typeface="Times New Roman" panose="02020603050405020304" pitchFamily="18" charset="0"/>
                <a:ea typeface="黑体"/>
                <a:cs typeface="Times New Roman" panose="02020603050405020304" pitchFamily="18" charset="0"/>
                <a:sym typeface="+mn-ea"/>
              </a:rPr>
              <a:t>min</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&gt;0;</a:t>
            </a:r>
            <a:endParaRPr lang="zh-CN" altLang="en-US" sz="2400" smtClean="0">
              <a:latin typeface="Times New Roman" panose="02020603050405020304" pitchFamily="18" charset="0"/>
              <a:ea typeface="黑体"/>
              <a:cs typeface="Times New Roman" panose="02020603050405020304" pitchFamily="18" charset="0"/>
            </a:endParaRPr>
          </a:p>
          <a:p>
            <a:pPr eaLnBrk="0" latinLnBrk="1" hangingPunct="0">
              <a:lnSpc>
                <a:spcPct val="150000"/>
              </a:lnSpc>
              <a:spcBef>
                <a:spcPts val="145"/>
              </a:spcBef>
            </a:pPr>
            <a:r>
              <a:rPr lang="zh-CN" altLang="en-US" sz="2400" b="1" kern="0" smtClean="0">
                <a:solidFill>
                  <a:srgbClr val="437AFC"/>
                </a:solidFill>
                <a:latin typeface="Times New Roman" panose="02020603050405020304" pitchFamily="18" charset="0"/>
                <a:ea typeface="黑体"/>
                <a:cs typeface="Times New Roman" panose="02020603050405020304" pitchFamily="18" charset="0"/>
                <a:sym typeface="+mn-ea"/>
              </a:rPr>
              <a:t>③</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&gt;0,就是不等式</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&gt;0在</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上有解,等价于</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baseline="-15000" smtClean="0">
                <a:solidFill>
                  <a:srgbClr val="000000"/>
                </a:solidFill>
                <a:latin typeface="Times New Roman" panose="02020603050405020304" pitchFamily="18" charset="0"/>
                <a:ea typeface="黑体"/>
                <a:cs typeface="Times New Roman" panose="02020603050405020304" pitchFamily="18" charset="0"/>
                <a:sym typeface="+mn-ea"/>
              </a:rPr>
              <a:t>max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&gt;0;</a:t>
            </a:r>
            <a:endParaRPr lang="en-US" altLang="zh-CN" sz="2400" kern="0" smtClean="0">
              <a:solidFill>
                <a:srgbClr val="000000"/>
              </a:solidFill>
              <a:latin typeface="Times New Roman" panose="02020603050405020304" pitchFamily="18" charset="0"/>
              <a:ea typeface="黑体"/>
              <a:cs typeface="Times New Roman" panose="02020603050405020304" pitchFamily="18" charset="0"/>
            </a:endParaRPr>
          </a:p>
          <a:p>
            <a:pPr marL="0" indent="0" eaLnBrk="0" latinLnBrk="1" hangingPunct="0">
              <a:lnSpc>
                <a:spcPct val="150000"/>
              </a:lnSpc>
              <a:spcBef>
                <a:spcPts val="145"/>
              </a:spcBef>
              <a:buNone/>
            </a:pPr>
            <a:r>
              <a:rPr lang="zh-CN" altLang="en-US" sz="2400" b="1" kern="0" smtClean="0">
                <a:solidFill>
                  <a:srgbClr val="437AFC"/>
                </a:solidFill>
                <a:latin typeface="Times New Roman" panose="02020603050405020304" pitchFamily="18" charset="0"/>
                <a:ea typeface="黑体"/>
                <a:cs typeface="Times New Roman" panose="02020603050405020304" pitchFamily="18" charset="0"/>
                <a:sym typeface="+mn-ea"/>
              </a:rPr>
              <a:t>④</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&lt;0,就是不等式</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&lt;0在</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上恒成立,等价于</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baseline="-15000" smtClean="0">
                <a:solidFill>
                  <a:srgbClr val="000000"/>
                </a:solidFill>
                <a:latin typeface="Times New Roman" panose="02020603050405020304" pitchFamily="18" charset="0"/>
                <a:ea typeface="黑体"/>
                <a:cs typeface="Times New Roman" panose="02020603050405020304" pitchFamily="18" charset="0"/>
                <a:sym typeface="+mn-ea"/>
              </a:rPr>
              <a:t>max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&lt;0;</a:t>
            </a:r>
            <a:endParaRPr lang="zh-CN" altLang="en-US" sz="2400">
              <a:latin typeface="Times New Roman" panose="02020603050405020304" pitchFamily="18" charset="0"/>
              <a:ea typeface="黑体"/>
              <a:cs typeface="Times New Roman" panose="02020603050405020304" pitchFamily="18" charset="0"/>
            </a:endParaRPr>
          </a:p>
          <a:p>
            <a:pPr marL="0" indent="0" eaLnBrk="0" latinLnBrk="1" hangingPunct="0">
              <a:lnSpc>
                <a:spcPct val="150000"/>
              </a:lnSpc>
              <a:spcBef>
                <a:spcPts val="145"/>
              </a:spcBef>
              <a:buNone/>
            </a:pPr>
            <a:r>
              <a:rPr lang="zh-CN" altLang="en-US" sz="2400" b="1" kern="0" smtClean="0">
                <a:solidFill>
                  <a:srgbClr val="437AFC"/>
                </a:solidFill>
                <a:latin typeface="Times New Roman" panose="02020603050405020304" pitchFamily="18" charset="0"/>
                <a:ea typeface="黑体"/>
                <a:cs typeface="Times New Roman" panose="02020603050405020304" pitchFamily="18" charset="0"/>
                <a:sym typeface="+mn-ea"/>
              </a:rPr>
              <a:t>⑤</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&lt;0,就是不等式</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&lt;0在</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x</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D</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上有解,等价于</a:t>
            </a:r>
            <a:r>
              <a:rPr lang="zh-CN" altLang="en-US" sz="2400" i="1" kern="0" smtClean="0">
                <a:solidFill>
                  <a:srgbClr val="000000"/>
                </a:solidFill>
                <a:latin typeface="Times New Roman" panose="02020603050405020304" pitchFamily="18" charset="0"/>
                <a:ea typeface="黑体"/>
                <a:cs typeface="Times New Roman" panose="02020603050405020304" pitchFamily="18" charset="0"/>
                <a:sym typeface="+mn-ea"/>
              </a:rPr>
              <a:t>y</a:t>
            </a:r>
            <a:r>
              <a:rPr lang="zh-CN" altLang="en-US" sz="2400" kern="0" baseline="-15000" smtClean="0">
                <a:solidFill>
                  <a:srgbClr val="000000"/>
                </a:solidFill>
                <a:latin typeface="Times New Roman" panose="02020603050405020304" pitchFamily="18" charset="0"/>
                <a:ea typeface="黑体"/>
                <a:cs typeface="Times New Roman" panose="02020603050405020304" pitchFamily="18" charset="0"/>
                <a:sym typeface="+mn-ea"/>
              </a:rPr>
              <a:t>min</a:t>
            </a:r>
            <a:r>
              <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rPr>
              <a:t>&lt;0.</a:t>
            </a:r>
            <a:endParaRPr lang="zh-CN" altLang="en-US" sz="2400" kern="0" smtClean="0">
              <a:solidFill>
                <a:srgbClr val="000000"/>
              </a:solidFill>
              <a:latin typeface="Times New Roman" panose="02020603050405020304" pitchFamily="18" charset="0"/>
              <a:ea typeface="黑体"/>
              <a:cs typeface="Times New Roman" panose="02020603050405020304" pitchFamily="18" charset="0"/>
              <a:sym typeface="+mn-ea"/>
            </a:endParaRPr>
          </a:p>
        </p:txBody>
      </p:sp>
      <p:grpSp>
        <p:nvGrpSpPr>
          <p:cNvPr id="14" name="组合 13" title=""/>
          <p:cNvGrpSpPr/>
          <p:nvPr>
            <p:custDataLst>
              <p:tags r:id="rId25"/>
            </p:custDataLst>
          </p:nvPr>
        </p:nvGrpSpPr>
        <p:grpSpPr>
          <a:xfrm>
            <a:off x="577850" y="1881505"/>
            <a:ext cx="11123295" cy="557530"/>
            <a:chOff x="878" y="2168"/>
            <a:chExt cx="17517" cy="878"/>
          </a:xfrm>
        </p:grpSpPr>
        <p:sp>
          <p:nvSpPr>
            <p:cNvPr id="26" name="圆角矩形 25"/>
            <p:cNvSpPr/>
            <p:nvPr>
              <p:custDataLst>
                <p:tags r:id="rId26"/>
              </p:custDataLst>
            </p:nvPr>
          </p:nvSpPr>
          <p:spPr>
            <a:xfrm>
              <a:off x="878" y="2168"/>
              <a:ext cx="17517" cy="878"/>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b="1">
                <a:solidFill>
                  <a:schemeClr val="bg1"/>
                </a:solidFill>
                <a:latin typeface="Times New Roman" panose="02020603050405020304" pitchFamily="18" charset="0"/>
                <a:ea typeface="黑体"/>
                <a:cs typeface="Times New Roman" panose="02020603050405020304" pitchFamily="18" charset="0"/>
                <a:sym typeface="+mn-ea"/>
              </a:endParaRPr>
            </a:p>
          </p:txBody>
        </p:sp>
        <p:sp>
          <p:nvSpPr>
            <p:cNvPr id="27" name="文本框 26"/>
            <p:cNvSpPr txBox="1"/>
            <p:nvPr>
              <p:custDataLst>
                <p:tags r:id="rId27"/>
              </p:custDataLst>
            </p:nvPr>
          </p:nvSpPr>
          <p:spPr>
            <a:xfrm>
              <a:off x="1215" y="2264"/>
              <a:ext cx="15100" cy="725"/>
            </a:xfrm>
            <a:prstGeom prst="rect">
              <a:avLst/>
            </a:prstGeom>
            <a:noFill/>
          </p:spPr>
          <p:txBody>
            <a:bodyPr wrap="square" rtlCol="0" anchor="t">
              <a:spAutoFit/>
            </a:bodyPr>
            <a:lstStyle/>
            <a:p>
              <a:pPr algn="l"/>
              <a:r>
                <a:rPr lang="en-US" altLang="zh-CN" sz="2400" b="1">
                  <a:solidFill>
                    <a:schemeClr val="bg1"/>
                  </a:solidFill>
                  <a:effectLst/>
                  <a:latin typeface="Times New Roman" panose="02020603050405020304" pitchFamily="18" charset="0"/>
                  <a:ea typeface="黑体"/>
                  <a:cs typeface="Times New Roman" panose="02020603050405020304" pitchFamily="18" charset="0"/>
                  <a:sym typeface="+mn-ea"/>
                </a:rPr>
                <a:t>3.</a:t>
              </a:r>
              <a:r>
                <a:rPr lang="zh-CN" altLang="en-US" sz="2400" b="1">
                  <a:solidFill>
                    <a:schemeClr val="bg1"/>
                  </a:solidFill>
                  <a:effectLst/>
                  <a:latin typeface="Times New Roman" panose="02020603050405020304" pitchFamily="18" charset="0"/>
                  <a:ea typeface="黑体"/>
                  <a:cs typeface="Times New Roman" panose="02020603050405020304" pitchFamily="18" charset="0"/>
                  <a:sym typeface="+mn-ea"/>
                </a:rPr>
                <a:t>常见结论</a:t>
              </a:r>
              <a:r>
                <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rPr>
                <a:t>：</a:t>
              </a:r>
              <a:endParaRPr lang="zh-CN" altLang="zh-CN" sz="2400" b="1">
                <a:solidFill>
                  <a:schemeClr val="bg1"/>
                </a:solidFill>
                <a:effectLst/>
                <a:latin typeface="Times New Roman" panose="02020603050405020304" pitchFamily="18" charset="0"/>
                <a:ea typeface="黑体"/>
                <a:cs typeface="Times New Roman" panose="02020603050405020304" pitchFamily="18" charset="0"/>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2" name="文本框 11" title=""/>
          <p:cNvSpPr txBox="1"/>
          <p:nvPr>
            <p:custDataLst>
              <p:tags r:id="rId41"/>
            </p:custDataLst>
          </p:nvPr>
        </p:nvSpPr>
        <p:spPr>
          <a:xfrm>
            <a:off x="1807845" y="2969895"/>
            <a:ext cx="2988310" cy="1014730"/>
          </a:xfrm>
          <a:prstGeom prst="rect">
            <a:avLst/>
          </a:prstGeom>
          <a:noFill/>
        </p:spPr>
        <p:txBody>
          <a:bodyPr wrap="square" rtlCol="0">
            <a:spAutoFit/>
          </a:bodyPr>
          <a:lstStyle/>
          <a:p>
            <a:pPr algn="ctr"/>
            <a:r>
              <a:rPr lang="zh-CN" altLang="en-US" sz="6000" b="1">
                <a:solidFill>
                  <a:schemeClr val="tx1">
                    <a:lumMod val="95000"/>
                    <a:lumOff val="5000"/>
                  </a:schemeClr>
                </a:solidFill>
                <a:latin typeface="微软雅黑" panose="020b0503020204020204" charset="-122"/>
                <a:ea typeface="微软雅黑" panose="020b0503020204020204" charset="-122"/>
              </a:rPr>
              <a:t>作</a:t>
            </a:r>
            <a:r>
              <a:rPr lang="zh-CN" altLang="en-US" sz="6000" b="1">
                <a:solidFill>
                  <a:srgbClr val="4378FD"/>
                </a:solidFill>
                <a:latin typeface="微软雅黑" panose="020b0503020204020204" charset="-122"/>
                <a:ea typeface="微软雅黑" panose="020b0503020204020204" charset="-122"/>
              </a:rPr>
              <a:t>业</a:t>
            </a:r>
            <a:endParaRPr lang="zh-CN" altLang="en-US" sz="6000" b="1">
              <a:solidFill>
                <a:schemeClr val="tx1"/>
              </a:solidFill>
              <a:latin typeface="微软雅黑" panose="020b0503020204020204" charset="-122"/>
              <a:ea typeface="微软雅黑" panose="020b0503020204020204" charset="-122"/>
            </a:endParaRPr>
          </a:p>
        </p:txBody>
      </p:sp>
      <mc:AlternateContent>
        <mc:Choice Requires="a14">
          <p:sp>
            <p:nvSpPr>
              <p:cNvPr id="14" name="文本框 13" title=""/>
              <p:cNvSpPr txBox="1"/>
              <p:nvPr>
                <p:custDataLst>
                  <p:tags r:id="rId42"/>
                </p:custDataLst>
              </p:nvPr>
            </p:nvSpPr>
            <p:spPr>
              <a:xfrm>
                <a:off x="4955540" y="2767965"/>
                <a:ext cx="6322695" cy="1529715"/>
              </a:xfrm>
              <a:prstGeom prst="rect">
                <a:avLst/>
              </a:prstGeom>
              <a:noFill/>
            </p:spPr>
            <p:txBody>
              <a:bodyPr wrap="square" rtlCol="0" anchor="t">
                <a:spAutoFit/>
              </a:bodyPr>
              <a:lstStyle/>
              <a:p>
                <a:pPr algn="l">
                  <a:lnSpc>
                    <a:spcPct val="130000"/>
                  </a:lnSpc>
                </a:pPr>
                <a:r>
                  <a:rPr sz="2400" b="1">
                    <a:latin typeface="Times New Roman" panose="02020603050405020304" pitchFamily="18" charset="0"/>
                    <a:ea typeface="黑体"/>
                    <a:cs typeface="Times New Roman" panose="02020603050405020304" pitchFamily="18" charset="0"/>
                    <a:sym typeface="+mn-ea"/>
                  </a:rPr>
                  <a:t>(1)整理本节课的题型；</a:t>
                </a:r>
                <a:endParaRPr sz="2400" b="1">
                  <a:latin typeface="Times New Roman" panose="02020603050405020304" pitchFamily="18" charset="0"/>
                  <a:ea typeface="黑体"/>
                  <a:cs typeface="Times New Roman" panose="02020603050405020304" pitchFamily="18" charset="0"/>
                  <a:sym typeface="+mn-ea"/>
                </a:endParaRPr>
              </a:p>
              <a:p>
                <a:pPr algn="l">
                  <a:lnSpc>
                    <a:spcPct val="130000"/>
                  </a:lnSpc>
                </a:pPr>
                <a:r>
                  <a:rPr sz="2400" b="1">
                    <a:latin typeface="Times New Roman" panose="02020603050405020304" pitchFamily="18" charset="0"/>
                    <a:ea typeface="黑体"/>
                    <a:cs typeface="Times New Roman" panose="02020603050405020304" pitchFamily="18" charset="0"/>
                    <a:sym typeface="+mn-ea"/>
                  </a:rPr>
                  <a:t>(2)课本P</a:t>
                </a:r>
                <a:r>
                  <a:rPr lang="en-US" sz="2400" b="1">
                    <a:latin typeface="Times New Roman" panose="02020603050405020304" pitchFamily="18" charset="0"/>
                    <a:ea typeface="黑体"/>
                    <a:cs typeface="Times New Roman" panose="02020603050405020304" pitchFamily="18" charset="0"/>
                    <a:sym typeface="+mn-ea"/>
                  </a:rPr>
                  <a:t>28</a:t>
                </a:r>
                <a:r>
                  <a:rPr sz="2400" b="1">
                    <a:latin typeface="Times New Roman" panose="02020603050405020304" pitchFamily="18" charset="0"/>
                    <a:ea typeface="黑体"/>
                    <a:cs typeface="Times New Roman" panose="02020603050405020304" pitchFamily="18" charset="0"/>
                    <a:sym typeface="+mn-ea"/>
                  </a:rPr>
                  <a:t>的练习1</a:t>
                </a:r>
                <a14:m>
                  <m:oMathPara>
                    <m:oMathParaPr>
                      <m:jc/>
                    </m:oMathParaPr>
                    <m:oMath>
                      <m:r>
                        <m:rPr>
                          <m:sty m:val="b"/>
                        </m:rPr>
                        <a:rPr lang="en-US" altLang="zh-CN" sz="2400" b="1">
                          <a:latin typeface="Cambria Math" panose="02040503050406030204" charset="0"/>
                          <a:ea typeface="宋体" panose="02010600030101010101" pitchFamily="2" charset="-122"/>
                          <a:cs typeface="Cambria Math" panose="02040503050406030204" charset="0"/>
                        </a:rPr>
                        <m:t>~</m:t>
                      </m:r>
                      <m:r>
                        <m:rPr>
                          <m:sty m:val="b"/>
                        </m:rPr>
                        <a:rPr lang="en-US" altLang="zh-CN" sz="2400" b="1">
                          <a:latin typeface="Cambria Math" panose="02040503050406030204" charset="0"/>
                          <a:ea typeface="宋体" panose="02010600030101010101" pitchFamily="2" charset="-122"/>
                          <a:cs typeface="Cambria Math" panose="02040503050406030204" charset="0"/>
                        </a:rPr>
                        <m:t>𝟐</m:t>
                      </m:r>
                    </m:oMath>
                  </m:oMathPara>
                </a14:m>
                <a:r>
                  <a:rPr sz="2400" b="1">
                    <a:latin typeface="Times New Roman" panose="02020603050405020304" pitchFamily="18" charset="0"/>
                    <a:ea typeface="黑体"/>
                    <a:cs typeface="Times New Roman" panose="02020603050405020304" pitchFamily="18" charset="0"/>
                    <a:sym typeface="+mn-ea"/>
                  </a:rPr>
                  <a:t>题；</a:t>
                </a:r>
                <a:endParaRPr sz="2400" b="1">
                  <a:latin typeface="Times New Roman" panose="02020603050405020304" pitchFamily="18" charset="0"/>
                  <a:ea typeface="黑体"/>
                  <a:cs typeface="Times New Roman" panose="02020603050405020304" pitchFamily="18" charset="0"/>
                  <a:sym typeface="+mn-ea"/>
                </a:endParaRPr>
              </a:p>
              <a:p>
                <a:pPr algn="l">
                  <a:lnSpc>
                    <a:spcPct val="130000"/>
                  </a:lnSpc>
                </a:pPr>
                <a:r>
                  <a:rPr sz="2400" b="1">
                    <a:latin typeface="Times New Roman" panose="02020603050405020304" pitchFamily="18" charset="0"/>
                    <a:ea typeface="黑体"/>
                    <a:cs typeface="Times New Roman" panose="02020603050405020304" pitchFamily="18" charset="0"/>
                    <a:sym typeface="+mn-ea"/>
                  </a:rPr>
                  <a:t>(3)课本P</a:t>
                </a:r>
                <a:r>
                  <a:rPr lang="en-US" sz="2400" b="1">
                    <a:latin typeface="Times New Roman" panose="02020603050405020304" pitchFamily="18" charset="0"/>
                    <a:ea typeface="黑体"/>
                    <a:cs typeface="Times New Roman" panose="02020603050405020304" pitchFamily="18" charset="0"/>
                    <a:sym typeface="+mn-ea"/>
                  </a:rPr>
                  <a:t>31</a:t>
                </a:r>
                <a:r>
                  <a:rPr sz="2400" b="1">
                    <a:latin typeface="Times New Roman" panose="02020603050405020304" pitchFamily="18" charset="0"/>
                    <a:ea typeface="黑体"/>
                    <a:cs typeface="Times New Roman" panose="02020603050405020304" pitchFamily="18" charset="0"/>
                    <a:sym typeface="+mn-ea"/>
                  </a:rPr>
                  <a:t>的习题1.</a:t>
                </a:r>
                <a:r>
                  <a:rPr lang="en-US" sz="2400" b="1">
                    <a:latin typeface="Times New Roman" panose="02020603050405020304" pitchFamily="18" charset="0"/>
                    <a:ea typeface="黑体"/>
                    <a:cs typeface="Times New Roman" panose="02020603050405020304" pitchFamily="18" charset="0"/>
                    <a:sym typeface="+mn-ea"/>
                  </a:rPr>
                  <a:t>5</a:t>
                </a:r>
                <a:r>
                  <a:rPr sz="2400" b="1">
                    <a:latin typeface="Times New Roman" panose="02020603050405020304" pitchFamily="18" charset="0"/>
                    <a:ea typeface="黑体"/>
                    <a:cs typeface="Times New Roman" panose="02020603050405020304" pitchFamily="18" charset="0"/>
                    <a:sym typeface="+mn-ea"/>
                  </a:rPr>
                  <a:t>的1、2</a:t>
                </a:r>
                <a:r>
                  <a:rPr lang="zh-CN" sz="2400" b="1">
                    <a:latin typeface="Times New Roman" panose="02020603050405020304" pitchFamily="18" charset="0"/>
                    <a:ea typeface="黑体"/>
                    <a:cs typeface="Times New Roman" panose="02020603050405020304" pitchFamily="18" charset="0"/>
                    <a:sym typeface="+mn-ea"/>
                  </a:rPr>
                  <a:t>、</a:t>
                </a:r>
                <a:r>
                  <a:rPr lang="en-US" altLang="zh-CN" sz="2400" b="1">
                    <a:latin typeface="Times New Roman" panose="02020603050405020304" pitchFamily="18" charset="0"/>
                    <a:ea typeface="黑体"/>
                    <a:cs typeface="Times New Roman" panose="02020603050405020304" pitchFamily="18" charset="0"/>
                    <a:sym typeface="+mn-ea"/>
                  </a:rPr>
                  <a:t>3</a:t>
                </a:r>
                <a:r>
                  <a:rPr sz="2400" b="1">
                    <a:latin typeface="Times New Roman" panose="02020603050405020304" pitchFamily="18" charset="0"/>
                    <a:ea typeface="黑体"/>
                    <a:cs typeface="Times New Roman" panose="02020603050405020304" pitchFamily="18" charset="0"/>
                    <a:sym typeface="+mn-ea"/>
                  </a:rPr>
                  <a:t>题.</a:t>
                </a:r>
                <a:endParaRPr sz="2400" b="1">
                  <a:latin typeface="Times New Roman" panose="02020603050405020304" pitchFamily="18" charset="0"/>
                  <a:ea typeface="黑体"/>
                  <a:cs typeface="Times New Roman" panose="02020603050405020304" pitchFamily="18" charset="0"/>
                  <a:sym typeface="+mn-ea"/>
                </a:endParaRPr>
              </a:p>
            </p:txBody>
          </p:sp>
        </mc:Choice>
        <mc:Fallback>
          <p:sp>
            <p:nvSpPr>
              <p:cNvPr id="14" name="文本框 13"/>
              <p:cNvSpPr txBox="1">
                <a:spLocks noRot="1" noChangeAspect="1" noMove="1" noResize="1" noEditPoints="1" noAdjustHandles="1" noChangeArrowheads="1" noChangeShapeType="1" noTextEdit="1"/>
              </p:cNvSpPr>
              <p:nvPr>
                <p:custDataLst>
                  <p:tags r:id="rId43"/>
                </p:custDataLst>
              </p:nvPr>
            </p:nvSpPr>
            <p:spPr>
              <a:xfrm>
                <a:off x="4955540" y="2767965"/>
                <a:ext cx="6322695" cy="1529715"/>
              </a:xfrm>
              <a:prstGeom prst="rect">
                <a:avLst/>
              </a:prstGeom>
              <a:blipFill rotWithShape="1">
                <a:blip r:embed="rId44"/>
                <a:stretch>
                  <a:fillRect/>
                </a:stretch>
              </a:blipFill>
            </p:spPr>
            <p:txBody>
              <a:bodyPr/>
              <a:lstStyle/>
              <a:p>
                <a:r>
                  <a:rPr lang="zh-CN" altLang="en-US">
                    <a:noFill/>
                  </a:rPr>
                  <a:t> </a:t>
                </a:r>
              </a:p>
            </p:txBody>
          </p:sp>
        </mc:Fallback>
      </mc:AlternateContent>
      <p:sp>
        <p:nvSpPr>
          <p:cNvPr id="3" name="文本框 2" title=""/>
          <p:cNvSpPr txBox="1"/>
          <p:nvPr>
            <p:custDataLst>
              <p:tags r:id="rId45"/>
            </p:custDataLst>
          </p:nvPr>
        </p:nvSpPr>
        <p:spPr>
          <a:xfrm>
            <a:off x="3700780" y="1657350"/>
            <a:ext cx="4791075" cy="405765"/>
          </a:xfrm>
          <a:prstGeom prst="rect">
            <a:avLst/>
          </a:prstGeom>
          <a:noFill/>
        </p:spPr>
        <p:txBody>
          <a:bodyPr wrap="square" rtlCol="0">
            <a:noAutofit/>
          </a:bodyPr>
          <a:lstStyle/>
          <a:p>
            <a:pPr algn="dist"/>
            <a:r>
              <a:rPr lang="en-US" altLang="zh-CN">
                <a:latin typeface="黑体"/>
                <a:ea typeface="黑体"/>
                <a:sym typeface="+mn-ea"/>
              </a:rPr>
              <a:t>全称量词和存在量词</a:t>
            </a:r>
            <a:endParaRPr lang="en-US" altLang="zh-CN">
              <a:latin typeface="黑体"/>
              <a:ea typeface="黑体"/>
              <a:sym typeface="+mn-ea"/>
            </a:endParaRPr>
          </a:p>
          <a:p>
            <a:pPr algn="dist"/>
            <a:endParaRPr lang="en-US" altLang="zh-CN">
              <a:latin typeface="黑体"/>
              <a:ea typeface="黑体"/>
            </a:endParaRP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518150" cy="521970"/>
            <a:chOff x="330201" y="576471"/>
            <a:chExt cx="5518150" cy="521970"/>
          </a:xfrm>
        </p:grpSpPr>
        <p:sp>
          <p:nvSpPr>
            <p:cNvPr id="44" name="文本框 43"/>
            <p:cNvSpPr txBox="1"/>
            <p:nvPr>
              <p:custDataLst>
                <p:tags r:id="rId9"/>
              </p:custDataLst>
            </p:nvPr>
          </p:nvSpPr>
          <p:spPr>
            <a:xfrm>
              <a:off x="523876" y="576471"/>
              <a:ext cx="5324475"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教材P2</a:t>
              </a:r>
              <a:r>
                <a:rPr lang="en-US" altLang="zh-CN" sz="2800" b="1">
                  <a:solidFill>
                    <a:schemeClr val="tx1">
                      <a:lumMod val="95000"/>
                      <a:lumOff val="5000"/>
                    </a:schemeClr>
                  </a:solidFill>
                  <a:latin typeface="微软雅黑" panose="020b0503020204020204" charset="-122"/>
                  <a:ea typeface="微软雅黑" panose="020b0503020204020204" charset="-122"/>
                </a:rPr>
                <a:t>9</a:t>
              </a:r>
              <a:r>
                <a:rPr lang="zh-CN" altLang="en-US" sz="2800" b="1">
                  <a:solidFill>
                    <a:schemeClr val="tx1">
                      <a:lumMod val="95000"/>
                      <a:lumOff val="5000"/>
                    </a:schemeClr>
                  </a:solidFill>
                  <a:latin typeface="微软雅黑" panose="020b0503020204020204" charset="-122"/>
                  <a:ea typeface="微软雅黑" panose="020b0503020204020204" charset="-122"/>
                </a:rPr>
                <a:t> 练习及参考答案</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16389" name="对象 16388" title=""/>
          <p:cNvGraphicFramePr>
            <a:graphicFrameLocks noChangeAspect="1"/>
          </p:cNvGraphicFramePr>
          <p:nvPr>
            <p:custDataLst>
              <p:tags r:id="rId24"/>
            </p:custDataLst>
          </p:nvPr>
        </p:nvGraphicFramePr>
        <p:xfrm>
          <a:off x="1255872" y="1407609"/>
          <a:ext cx="5287010" cy="3981450"/>
        </p:xfrm>
        <a:graphic>
          <a:graphicData uri="http://schemas.openxmlformats.org/presentationml/2006/ole">
            <mc:AlternateContent>
              <mc:Choice xmlns:v="urn:schemas-microsoft-com:vml" Requires="v">
                <p:oleObj spid="_x0000_s1061" r:id="rId25" imgW="2159000" imgH="1625600" progId="Equation.DSMT4">
                  <p:embed/>
                </p:oleObj>
              </mc:Choice>
              <mc:Fallback>
                <p:oleObj r:id="rId25" imgW="2159000" imgH="1625600" progId="Equation.DSMT4">
                  <p:embed/>
                  <p:pic>
                    <p:nvPicPr>
                      <p:cNvPr id="0" name="OLE substitute image"/>
                      <p:cNvPicPr/>
                      <p:nvPr/>
                    </p:nvPicPr>
                    <p:blipFill>
                      <a:blip r:embed="rId26"/>
                      <a:stretch>
                        <a:fillRect/>
                      </a:stretch>
                    </p:blipFill>
                    <p:spPr>
                      <a:xfrm>
                        <a:off x="1255872" y="1407609"/>
                        <a:ext cx="5287010" cy="3981450"/>
                      </a:xfrm>
                      <a:prstGeom prst="rect">
                        <a:avLst/>
                      </a:prstGeom>
                      <a:noFill/>
                      <a:ln w="38100">
                        <a:noFill/>
                        <a:miter/>
                      </a:ln>
                    </p:spPr>
                  </p:pic>
                </p:oleObj>
              </mc:Fallback>
            </mc:AlternateContent>
          </a:graphicData>
        </a:graphic>
      </p:graphicFrame>
      <p:sp>
        <p:nvSpPr>
          <p:cNvPr id="16390" name="文本框 16389" title=""/>
          <p:cNvSpPr txBox="1"/>
          <p:nvPr>
            <p:custDataLst>
              <p:tags r:id="rId27"/>
            </p:custDataLst>
          </p:nvPr>
        </p:nvSpPr>
        <p:spPr>
          <a:xfrm>
            <a:off x="1774032" y="2603897"/>
            <a:ext cx="5256431"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a:cs typeface="Times New Roman" panose="02020603050405020304" pitchFamily="18" charset="0"/>
              </a:rPr>
              <a:t>(1) </a:t>
            </a:r>
            <a:r>
              <a:rPr lang="zh-CN" altLang="en-US" sz="2400" b="1">
                <a:solidFill>
                  <a:schemeClr val="accent2"/>
                </a:solidFill>
                <a:latin typeface="Times New Roman" panose="02020603050405020304" pitchFamily="18" charset="0"/>
                <a:ea typeface="黑体"/>
                <a:cs typeface="Times New Roman" panose="02020603050405020304" pitchFamily="18" charset="0"/>
              </a:rPr>
              <a:t>真命题</a:t>
            </a:r>
            <a:endParaRPr lang="zh-CN" altLang="en-US" sz="2400" b="1">
              <a:solidFill>
                <a:schemeClr val="accent2"/>
              </a:solidFill>
              <a:latin typeface="Times New Roman" panose="02020603050405020304" pitchFamily="18" charset="0"/>
              <a:ea typeface="黑体"/>
              <a:cs typeface="Times New Roman" panose="02020603050405020304" pitchFamily="18" charset="0"/>
            </a:endParaRPr>
          </a:p>
        </p:txBody>
      </p:sp>
      <p:sp>
        <p:nvSpPr>
          <p:cNvPr id="16391" name="文本框 16390" title=""/>
          <p:cNvSpPr txBox="1"/>
          <p:nvPr>
            <p:custDataLst>
              <p:tags r:id="rId28"/>
            </p:custDataLst>
          </p:nvPr>
        </p:nvSpPr>
        <p:spPr>
          <a:xfrm>
            <a:off x="1774032" y="5727085"/>
            <a:ext cx="5256431"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a:cs typeface="Times New Roman" panose="02020603050405020304" pitchFamily="18" charset="0"/>
              </a:rPr>
              <a:t>(3) </a:t>
            </a:r>
            <a:r>
              <a:rPr lang="zh-CN" altLang="en-US" sz="2400" b="1">
                <a:solidFill>
                  <a:schemeClr val="accent2"/>
                </a:solidFill>
                <a:latin typeface="Times New Roman" panose="02020603050405020304" pitchFamily="18" charset="0"/>
                <a:ea typeface="黑体"/>
                <a:cs typeface="Times New Roman" panose="02020603050405020304" pitchFamily="18" charset="0"/>
              </a:rPr>
              <a:t>假命题</a:t>
            </a:r>
            <a:endParaRPr lang="zh-CN" altLang="en-US" sz="2400" b="1">
              <a:solidFill>
                <a:schemeClr val="accent2"/>
              </a:solidFill>
              <a:latin typeface="Times New Roman" panose="02020603050405020304" pitchFamily="18" charset="0"/>
              <a:ea typeface="黑体"/>
              <a:cs typeface="Times New Roman" panose="02020603050405020304" pitchFamily="18" charset="0"/>
            </a:endParaRPr>
          </a:p>
        </p:txBody>
      </p:sp>
      <p:sp>
        <p:nvSpPr>
          <p:cNvPr id="16392" name="文本框 16391" title=""/>
          <p:cNvSpPr txBox="1"/>
          <p:nvPr>
            <p:custDataLst>
              <p:tags r:id="rId29"/>
            </p:custDataLst>
          </p:nvPr>
        </p:nvSpPr>
        <p:spPr>
          <a:xfrm>
            <a:off x="1774032" y="4203601"/>
            <a:ext cx="5256431"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a:cs typeface="Times New Roman" panose="02020603050405020304" pitchFamily="18" charset="0"/>
              </a:rPr>
              <a:t>(2) </a:t>
            </a:r>
            <a:r>
              <a:rPr lang="zh-CN" altLang="en-US" sz="2400" b="1">
                <a:solidFill>
                  <a:schemeClr val="accent2"/>
                </a:solidFill>
                <a:latin typeface="Times New Roman" panose="02020603050405020304" pitchFamily="18" charset="0"/>
                <a:ea typeface="黑体"/>
                <a:cs typeface="Times New Roman" panose="02020603050405020304" pitchFamily="18" charset="0"/>
              </a:rPr>
              <a:t>假命题</a:t>
            </a:r>
            <a:endParaRPr lang="zh-CN" altLang="en-US" sz="2400" b="1">
              <a:solidFill>
                <a:schemeClr val="accent2"/>
              </a:solidFill>
              <a:latin typeface="Times New Roman" panose="02020603050405020304" pitchFamily="18" charset="0"/>
              <a:ea typeface="黑体"/>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90"/>
                                        </p:tgtEl>
                                        <p:attrNameLst>
                                          <p:attrName>style.visibility</p:attrName>
                                        </p:attrNameLst>
                                      </p:cBhvr>
                                      <p:to>
                                        <p:strVal val="visible"/>
                                      </p:to>
                                    </p:set>
                                    <p:animEffect transition="in" filter="fade">
                                      <p:cBhvr>
                                        <p:cTn id="7" dur="500"/>
                                        <p:tgtEl>
                                          <p:spTgt spid="1639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392"/>
                                        </p:tgtEl>
                                        <p:attrNameLst>
                                          <p:attrName>style.visibility</p:attrName>
                                        </p:attrNameLst>
                                      </p:cBhvr>
                                      <p:to>
                                        <p:strVal val="visible"/>
                                      </p:to>
                                    </p:set>
                                    <p:animEffect transition="in" filter="fade">
                                      <p:cBhvr>
                                        <p:cTn id="12" dur="500"/>
                                        <p:tgtEl>
                                          <p:spTgt spid="16392"/>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391"/>
                                        </p:tgtEl>
                                        <p:attrNameLst>
                                          <p:attrName>style.visibility</p:attrName>
                                        </p:attrNameLst>
                                      </p:cBhvr>
                                      <p:to>
                                        <p:strVal val="visible"/>
                                      </p:to>
                                    </p:set>
                                    <p:animEffect transition="in" filter="fade">
                                      <p:cBhvr>
                                        <p:cTn id="17" dur="500"/>
                                        <p:tgtEl>
                                          <p:spTgt spid="16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P spid="16391" grpId="0"/>
      <p:bldP spid="16392" grpId="0"/>
    </p:bldLst>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518150" cy="521970"/>
            <a:chOff x="330201" y="576471"/>
            <a:chExt cx="5518150" cy="521970"/>
          </a:xfrm>
        </p:grpSpPr>
        <p:sp>
          <p:nvSpPr>
            <p:cNvPr id="44" name="文本框 43"/>
            <p:cNvSpPr txBox="1"/>
            <p:nvPr>
              <p:custDataLst>
                <p:tags r:id="rId9"/>
              </p:custDataLst>
            </p:nvPr>
          </p:nvSpPr>
          <p:spPr>
            <a:xfrm>
              <a:off x="523876" y="576471"/>
              <a:ext cx="5324475"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教材P2</a:t>
              </a:r>
              <a:r>
                <a:rPr lang="en-US" altLang="zh-CN" sz="2800" b="1">
                  <a:solidFill>
                    <a:schemeClr val="tx1">
                      <a:lumMod val="95000"/>
                      <a:lumOff val="5000"/>
                    </a:schemeClr>
                  </a:solidFill>
                  <a:latin typeface="微软雅黑" panose="020b0503020204020204" charset="-122"/>
                  <a:ea typeface="微软雅黑" panose="020b0503020204020204" charset="-122"/>
                </a:rPr>
                <a:t>9</a:t>
              </a:r>
              <a:r>
                <a:rPr lang="zh-CN" altLang="en-US" sz="2800" b="1">
                  <a:solidFill>
                    <a:schemeClr val="tx1">
                      <a:lumMod val="95000"/>
                      <a:lumOff val="5000"/>
                    </a:schemeClr>
                  </a:solidFill>
                  <a:latin typeface="微软雅黑" panose="020b0503020204020204" charset="-122"/>
                  <a:ea typeface="微软雅黑" panose="020b0503020204020204" charset="-122"/>
                </a:rPr>
                <a:t> 练习及参考答案</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17412" name="对象 17411" title=""/>
          <p:cNvGraphicFramePr>
            <a:graphicFrameLocks noChangeAspect="1"/>
          </p:cNvGraphicFramePr>
          <p:nvPr>
            <p:custDataLst>
              <p:tags r:id="rId24"/>
            </p:custDataLst>
          </p:nvPr>
        </p:nvGraphicFramePr>
        <p:xfrm>
          <a:off x="1235304" y="1389182"/>
          <a:ext cx="6995160" cy="4177665"/>
        </p:xfrm>
        <a:graphic>
          <a:graphicData uri="http://schemas.openxmlformats.org/presentationml/2006/ole">
            <mc:AlternateContent>
              <mc:Choice xmlns:v="urn:schemas-microsoft-com:vml" Requires="v">
                <p:oleObj spid="_x0000_s1062" r:id="rId25" imgW="2743200" imgH="1638300" progId="Equation.DSMT4">
                  <p:embed/>
                </p:oleObj>
              </mc:Choice>
              <mc:Fallback>
                <p:oleObj r:id="rId25" imgW="2743200" imgH="1638300" progId="Equation.DSMT4">
                  <p:embed/>
                  <p:pic>
                    <p:nvPicPr>
                      <p:cNvPr id="0" name="OLE substitute image"/>
                      <p:cNvPicPr/>
                      <p:nvPr/>
                    </p:nvPicPr>
                    <p:blipFill>
                      <a:blip r:embed="rId26"/>
                      <a:stretch>
                        <a:fillRect/>
                      </a:stretch>
                    </p:blipFill>
                    <p:spPr>
                      <a:xfrm>
                        <a:off x="1235304" y="1389182"/>
                        <a:ext cx="6995160" cy="4177665"/>
                      </a:xfrm>
                      <a:prstGeom prst="rect">
                        <a:avLst/>
                      </a:prstGeom>
                      <a:noFill/>
                      <a:ln w="38100">
                        <a:noFill/>
                        <a:miter/>
                      </a:ln>
                    </p:spPr>
                  </p:pic>
                </p:oleObj>
              </mc:Fallback>
            </mc:AlternateContent>
          </a:graphicData>
        </a:graphic>
      </p:graphicFrame>
      <p:sp>
        <p:nvSpPr>
          <p:cNvPr id="2" name="文本框 1" title=""/>
          <p:cNvSpPr txBox="1"/>
          <p:nvPr>
            <p:custDataLst>
              <p:tags r:id="rId27"/>
            </p:custDataLst>
          </p:nvPr>
        </p:nvSpPr>
        <p:spPr>
          <a:xfrm>
            <a:off x="1722984" y="2649617"/>
            <a:ext cx="5256431"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a:cs typeface="Times New Roman" panose="02020603050405020304" pitchFamily="18" charset="0"/>
              </a:rPr>
              <a:t>(1) </a:t>
            </a:r>
            <a:r>
              <a:rPr lang="zh-CN" altLang="en-US" sz="2400" b="1">
                <a:solidFill>
                  <a:schemeClr val="accent2"/>
                </a:solidFill>
                <a:latin typeface="Times New Roman" panose="02020603050405020304" pitchFamily="18" charset="0"/>
                <a:ea typeface="黑体"/>
                <a:cs typeface="Times New Roman" panose="02020603050405020304" pitchFamily="18" charset="0"/>
              </a:rPr>
              <a:t>真命题</a:t>
            </a:r>
            <a:endParaRPr lang="zh-CN" altLang="en-US" sz="2400" b="1">
              <a:solidFill>
                <a:schemeClr val="accent2"/>
              </a:solidFill>
              <a:latin typeface="Times New Roman" panose="02020603050405020304" pitchFamily="18" charset="0"/>
              <a:ea typeface="黑体"/>
              <a:cs typeface="Times New Roman" panose="02020603050405020304" pitchFamily="18" charset="0"/>
            </a:endParaRPr>
          </a:p>
        </p:txBody>
      </p:sp>
      <p:sp>
        <p:nvSpPr>
          <p:cNvPr id="3" name="文本框 2" title=""/>
          <p:cNvSpPr txBox="1"/>
          <p:nvPr>
            <p:custDataLst>
              <p:tags r:id="rId28"/>
            </p:custDataLst>
          </p:nvPr>
        </p:nvSpPr>
        <p:spPr>
          <a:xfrm>
            <a:off x="1722984" y="5727085"/>
            <a:ext cx="5256431"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a:cs typeface="Times New Roman" panose="02020603050405020304" pitchFamily="18" charset="0"/>
              </a:rPr>
              <a:t>(3) </a:t>
            </a:r>
            <a:r>
              <a:rPr lang="zh-CN" altLang="en-US" sz="2400" b="1">
                <a:solidFill>
                  <a:schemeClr val="accent2"/>
                </a:solidFill>
                <a:latin typeface="Times New Roman" panose="02020603050405020304" pitchFamily="18" charset="0"/>
                <a:ea typeface="黑体"/>
                <a:cs typeface="Times New Roman" panose="02020603050405020304" pitchFamily="18" charset="0"/>
              </a:rPr>
              <a:t>真命题</a:t>
            </a:r>
            <a:endParaRPr lang="zh-CN" altLang="en-US" sz="2400" b="1">
              <a:solidFill>
                <a:schemeClr val="accent2"/>
              </a:solidFill>
              <a:latin typeface="Times New Roman" panose="02020603050405020304" pitchFamily="18" charset="0"/>
              <a:ea typeface="黑体"/>
              <a:cs typeface="Times New Roman" panose="02020603050405020304" pitchFamily="18" charset="0"/>
            </a:endParaRPr>
          </a:p>
        </p:txBody>
      </p:sp>
      <p:sp>
        <p:nvSpPr>
          <p:cNvPr id="4" name="文本框 3" title=""/>
          <p:cNvSpPr txBox="1"/>
          <p:nvPr>
            <p:custDataLst>
              <p:tags r:id="rId29"/>
            </p:custDataLst>
          </p:nvPr>
        </p:nvSpPr>
        <p:spPr>
          <a:xfrm>
            <a:off x="1722984" y="4264561"/>
            <a:ext cx="5256431"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a:cs typeface="Times New Roman" panose="02020603050405020304" pitchFamily="18" charset="0"/>
              </a:rPr>
              <a:t>(2) </a:t>
            </a:r>
            <a:r>
              <a:rPr lang="zh-CN" altLang="en-US" sz="2400" b="1">
                <a:solidFill>
                  <a:schemeClr val="accent2"/>
                </a:solidFill>
                <a:latin typeface="Times New Roman" panose="02020603050405020304" pitchFamily="18" charset="0"/>
                <a:ea typeface="黑体"/>
                <a:cs typeface="Times New Roman" panose="02020603050405020304" pitchFamily="18" charset="0"/>
              </a:rPr>
              <a:t>假命题</a:t>
            </a:r>
            <a:endParaRPr lang="zh-CN" altLang="en-US" sz="2400" b="1">
              <a:solidFill>
                <a:schemeClr val="accent2"/>
              </a:solidFill>
              <a:latin typeface="Times New Roman" panose="02020603050405020304" pitchFamily="18" charset="0"/>
              <a:ea typeface="黑体"/>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6715125" cy="521970"/>
            <a:chOff x="330201" y="576471"/>
            <a:chExt cx="6715125" cy="521970"/>
          </a:xfrm>
        </p:grpSpPr>
        <p:sp>
          <p:nvSpPr>
            <p:cNvPr id="44" name="文本框 43"/>
            <p:cNvSpPr txBox="1"/>
            <p:nvPr>
              <p:custDataLst>
                <p:tags r:id="rId9"/>
              </p:custDataLst>
            </p:nvPr>
          </p:nvSpPr>
          <p:spPr>
            <a:xfrm>
              <a:off x="523876" y="576471"/>
              <a:ext cx="6521450" cy="521970"/>
            </a:xfrm>
            <a:prstGeom prst="rect">
              <a:avLst/>
            </a:prstGeom>
            <a:noFill/>
          </p:spPr>
          <p:txBody>
            <a:bodyPr wrap="square" rtlCol="0">
              <a:spAutoFit/>
            </a:bodyPr>
            <a:lstStyle/>
            <a:p>
              <a:r>
                <a:rPr lang="zh-CN" sz="2800" b="1">
                  <a:solidFill>
                    <a:schemeClr val="tx1">
                      <a:lumMod val="95000"/>
                      <a:lumOff val="5000"/>
                    </a:schemeClr>
                  </a:solidFill>
                  <a:latin typeface="微软雅黑" panose="020b0503020204020204" charset="-122"/>
                  <a:ea typeface="微软雅黑" panose="020b0503020204020204" charset="-122"/>
                </a:rPr>
                <a:t>探究性作业</a:t>
              </a:r>
              <a:r>
                <a:rPr lang="en-US" altLang="zh-CN" sz="2800" b="1">
                  <a:solidFill>
                    <a:schemeClr val="tx1">
                      <a:lumMod val="95000"/>
                      <a:lumOff val="5000"/>
                    </a:schemeClr>
                  </a:solidFill>
                  <a:latin typeface="微软雅黑" panose="020b0503020204020204" charset="-122"/>
                  <a:ea typeface="微软雅黑" panose="020b0503020204020204" charset="-122"/>
                </a:rPr>
                <a:t>  </a:t>
              </a:r>
              <a:r>
                <a:rPr lang="zh-CN" altLang="en-US" sz="2800" b="1">
                  <a:solidFill>
                    <a:schemeClr val="tx1">
                      <a:lumMod val="95000"/>
                      <a:lumOff val="5000"/>
                    </a:schemeClr>
                  </a:solidFill>
                  <a:latin typeface="微软雅黑" panose="020b0503020204020204" charset="-122"/>
                  <a:ea typeface="微软雅黑" panose="020b0503020204020204" charset="-122"/>
                </a:rPr>
                <a:t>命题的真假判断</a:t>
              </a:r>
              <a:r>
                <a:rPr lang="zh-CN" altLang="en-US" sz="2800" b="1">
                  <a:solidFill>
                    <a:schemeClr val="tx1">
                      <a:lumMod val="95000"/>
                      <a:lumOff val="5000"/>
                    </a:schemeClr>
                  </a:solidFill>
                  <a:latin typeface="微软雅黑" panose="020b0503020204020204" charset="-122"/>
                  <a:ea typeface="微软雅黑" panose="020b0503020204020204" charset="-122"/>
                  <a:sym typeface="+mn-ea"/>
                </a:rPr>
                <a:t>P2</a:t>
              </a:r>
              <a:r>
                <a:rPr lang="en-US" altLang="zh-CN" sz="2800" b="1">
                  <a:solidFill>
                    <a:schemeClr val="tx1">
                      <a:lumMod val="95000"/>
                      <a:lumOff val="5000"/>
                    </a:schemeClr>
                  </a:solidFill>
                  <a:latin typeface="微软雅黑" panose="020b0503020204020204" charset="-122"/>
                  <a:ea typeface="微软雅黑" panose="020b0503020204020204" charset="-122"/>
                  <a:sym typeface="+mn-ea"/>
                </a:rPr>
                <a:t>8</a:t>
              </a:r>
              <a:endParaRPr lang="en-US" altLang="zh-CN" sz="2800" b="1">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2" name="对象 1" title="">
            <a:hlinkClick action="ppaction://ole?verb=0"/>
          </p:cNvPr>
          <p:cNvGraphicFramePr>
            <a:graphicFrameLocks noChangeAspect="1"/>
          </p:cNvGraphicFramePr>
          <p:nvPr>
            <p:custDataLst>
              <p:tags r:id="rId24"/>
            </p:custDataLst>
          </p:nvPr>
        </p:nvGraphicFramePr>
        <p:xfrm>
          <a:off x="1610995" y="1281430"/>
          <a:ext cx="7453630" cy="542925"/>
        </p:xfrm>
        <a:graphic>
          <a:graphicData uri="http://schemas.openxmlformats.org/presentationml/2006/ole">
            <mc:AlternateContent>
              <mc:Choice xmlns:v="urn:schemas-microsoft-com:vml" Requires="v">
                <p:oleObj spid="_x0000_s1063" r:id="rId25" imgW="2768600" imgH="203200" progId="Equation.KSEE3">
                  <p:embed/>
                </p:oleObj>
              </mc:Choice>
              <mc:Fallback>
                <p:oleObj r:id="rId25" imgW="2768600" imgH="203200" progId="Equation.KSEE3">
                  <p:embed/>
                  <p:pic>
                    <p:nvPicPr>
                      <p:cNvPr id="0" name="OLE substitute image"/>
                      <p:cNvPicPr/>
                      <p:nvPr/>
                    </p:nvPicPr>
                    <p:blipFill>
                      <a:blip r:embed="rId26"/>
                      <a:stretch>
                        <a:fillRect/>
                      </a:stretch>
                    </p:blipFill>
                    <p:spPr>
                      <a:xfrm>
                        <a:off x="1610995" y="1281430"/>
                        <a:ext cx="7453630" cy="542925"/>
                      </a:xfrm>
                      <a:prstGeom prst="rect">
                        <a:avLst/>
                      </a:prstGeom>
                      <a:noFill/>
                      <a:ln w="38100">
                        <a:noFill/>
                        <a:miter/>
                      </a:ln>
                    </p:spPr>
                  </p:pic>
                </p:oleObj>
              </mc:Fallback>
            </mc:AlternateContent>
          </a:graphicData>
        </a:graphic>
      </p:graphicFrame>
      <p:graphicFrame>
        <p:nvGraphicFramePr>
          <p:cNvPr id="5" name="对象 4" title="">
            <a:hlinkClick action="ppaction://ole?verb=0"/>
          </p:cNvPr>
          <p:cNvGraphicFramePr>
            <a:graphicFrameLocks noChangeAspect="1"/>
          </p:cNvGraphicFramePr>
          <p:nvPr>
            <p:custDataLst>
              <p:tags r:id="rId27"/>
            </p:custDataLst>
          </p:nvPr>
        </p:nvGraphicFramePr>
        <p:xfrm>
          <a:off x="2251075" y="3168650"/>
          <a:ext cx="4000500" cy="440055"/>
        </p:xfrm>
        <a:graphic>
          <a:graphicData uri="http://schemas.openxmlformats.org/presentationml/2006/ole">
            <mc:AlternateContent>
              <mc:Choice xmlns:v="urn:schemas-microsoft-com:vml" Requires="v">
                <p:oleObj spid="_x0000_s1064" r:id="rId28" imgW="1498600" imgH="177165" progId="Equation.KSEE3">
                  <p:embed/>
                </p:oleObj>
              </mc:Choice>
              <mc:Fallback>
                <p:oleObj r:id="rId28" imgW="1498600" imgH="177165" progId="Equation.KSEE3">
                  <p:embed/>
                  <p:pic>
                    <p:nvPicPr>
                      <p:cNvPr id="0" name="OLE substitute image"/>
                      <p:cNvPicPr/>
                      <p:nvPr/>
                    </p:nvPicPr>
                    <p:blipFill>
                      <a:blip r:embed="rId29"/>
                      <a:stretch>
                        <a:fillRect/>
                      </a:stretch>
                    </p:blipFill>
                    <p:spPr>
                      <a:xfrm>
                        <a:off x="2251075" y="3168650"/>
                        <a:ext cx="4000500" cy="440055"/>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6" name="对象 5" title="">
            <a:hlinkClick action="ppaction://ole?verb=0"/>
          </p:cNvPr>
          <p:cNvGraphicFramePr>
            <a:graphicFrameLocks noChangeAspect="1"/>
          </p:cNvGraphicFramePr>
          <p:nvPr>
            <p:custDataLst>
              <p:tags r:id="rId30"/>
            </p:custDataLst>
          </p:nvPr>
        </p:nvGraphicFramePr>
        <p:xfrm>
          <a:off x="2506081" y="3673689"/>
          <a:ext cx="2677795" cy="544195"/>
        </p:xfrm>
        <a:graphic>
          <a:graphicData uri="http://schemas.openxmlformats.org/presentationml/2006/ole">
            <mc:AlternateContent>
              <mc:Choice xmlns:v="urn:schemas-microsoft-com:vml" Requires="v">
                <p:oleObj spid="_x0000_s1065" r:id="rId31" imgW="1066800" imgH="215900" progId="Equation.KSEE3">
                  <p:embed/>
                </p:oleObj>
              </mc:Choice>
              <mc:Fallback>
                <p:oleObj r:id="rId31" imgW="1066800" imgH="215900" progId="Equation.KSEE3">
                  <p:embed/>
                  <p:pic>
                    <p:nvPicPr>
                      <p:cNvPr id="0" name="OLE substitute image"/>
                      <p:cNvPicPr/>
                      <p:nvPr/>
                    </p:nvPicPr>
                    <p:blipFill>
                      <a:blip r:embed="rId32"/>
                      <a:stretch>
                        <a:fillRect/>
                      </a:stretch>
                    </p:blipFill>
                    <p:spPr>
                      <a:xfrm>
                        <a:off x="2506081" y="3673689"/>
                        <a:ext cx="2677795" cy="544195"/>
                      </a:xfrm>
                      <a:prstGeom prst="rect">
                        <a:avLst/>
                      </a:prstGeom>
                      <a:noFill/>
                      <a:ln w="38100">
                        <a:noFill/>
                        <a:miter/>
                      </a:ln>
                    </p:spPr>
                  </p:pic>
                </p:oleObj>
              </mc:Fallback>
            </mc:AlternateContent>
          </a:graphicData>
        </a:graphic>
      </p:graphicFrame>
      <p:graphicFrame>
        <p:nvGraphicFramePr>
          <p:cNvPr id="28" name="对象 27" title="">
            <a:hlinkClick action="ppaction://ole?verb=0"/>
          </p:cNvPr>
          <p:cNvGraphicFramePr>
            <a:graphicFrameLocks noChangeAspect="1"/>
          </p:cNvGraphicFramePr>
          <p:nvPr>
            <p:custDataLst>
              <p:tags r:id="rId33"/>
            </p:custDataLst>
          </p:nvPr>
        </p:nvGraphicFramePr>
        <p:xfrm>
          <a:off x="5134734" y="3709249"/>
          <a:ext cx="1410970" cy="473075"/>
        </p:xfrm>
        <a:graphic>
          <a:graphicData uri="http://schemas.openxmlformats.org/presentationml/2006/ole">
            <mc:AlternateContent>
              <mc:Choice xmlns:v="urn:schemas-microsoft-com:vml" Requires="v">
                <p:oleObj spid="_x0000_s1066" r:id="rId34" imgW="571500" imgH="190500" progId="Equation.KSEE3">
                  <p:embed/>
                </p:oleObj>
              </mc:Choice>
              <mc:Fallback>
                <p:oleObj r:id="rId34" imgW="571500" imgH="190500" progId="Equation.KSEE3">
                  <p:embed/>
                  <p:pic>
                    <p:nvPicPr>
                      <p:cNvPr id="0" name="OLE substitute image"/>
                      <p:cNvPicPr/>
                      <p:nvPr/>
                    </p:nvPicPr>
                    <p:blipFill>
                      <a:blip r:embed="rId35"/>
                      <a:stretch>
                        <a:fillRect/>
                      </a:stretch>
                    </p:blipFill>
                    <p:spPr>
                      <a:xfrm>
                        <a:off x="5134734" y="3709249"/>
                        <a:ext cx="1410970" cy="473075"/>
                      </a:xfrm>
                      <a:prstGeom prst="rect">
                        <a:avLst/>
                      </a:prstGeom>
                      <a:noFill/>
                      <a:ln w="38100">
                        <a:noFill/>
                        <a:miter/>
                      </a:ln>
                    </p:spPr>
                  </p:pic>
                </p:oleObj>
              </mc:Fallback>
            </mc:AlternateContent>
          </a:graphicData>
        </a:graphic>
      </p:graphicFrame>
      <p:graphicFrame>
        <p:nvGraphicFramePr>
          <p:cNvPr id="30" name="对象 29" title="">
            <a:hlinkClick action="ppaction://ole?verb=0"/>
          </p:cNvPr>
          <p:cNvGraphicFramePr>
            <a:graphicFrameLocks noChangeAspect="1"/>
          </p:cNvGraphicFramePr>
          <p:nvPr>
            <p:custDataLst>
              <p:tags r:id="rId36"/>
            </p:custDataLst>
          </p:nvPr>
        </p:nvGraphicFramePr>
        <p:xfrm>
          <a:off x="6523042" y="3673689"/>
          <a:ext cx="1624330" cy="544195"/>
        </p:xfrm>
        <a:graphic>
          <a:graphicData uri="http://schemas.openxmlformats.org/presentationml/2006/ole">
            <mc:AlternateContent>
              <mc:Choice xmlns:v="urn:schemas-microsoft-com:vml" Requires="v">
                <p:oleObj spid="_x0000_s1067" r:id="rId37" imgW="647700" imgH="215900" progId="Equation.KSEE3">
                  <p:embed/>
                </p:oleObj>
              </mc:Choice>
              <mc:Fallback>
                <p:oleObj r:id="rId37" imgW="647700" imgH="215900" progId="Equation.KSEE3">
                  <p:embed/>
                  <p:pic>
                    <p:nvPicPr>
                      <p:cNvPr id="0" name="OLE substitute image"/>
                      <p:cNvPicPr/>
                      <p:nvPr/>
                    </p:nvPicPr>
                    <p:blipFill>
                      <a:blip r:embed="rId38"/>
                      <a:stretch>
                        <a:fillRect/>
                      </a:stretch>
                    </p:blipFill>
                    <p:spPr>
                      <a:xfrm>
                        <a:off x="6523042" y="3673689"/>
                        <a:ext cx="1624330" cy="544195"/>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32" name="对象 31" title="">
            <a:hlinkClick action="ppaction://ole?verb=0"/>
          </p:cNvPr>
          <p:cNvGraphicFramePr>
            <a:graphicFrameLocks noChangeAspect="1"/>
          </p:cNvGraphicFramePr>
          <p:nvPr>
            <p:custDataLst>
              <p:tags r:id="rId39"/>
            </p:custDataLst>
          </p:nvPr>
        </p:nvGraphicFramePr>
        <p:xfrm>
          <a:off x="2729909" y="4245605"/>
          <a:ext cx="4451985" cy="508635"/>
        </p:xfrm>
        <a:graphic>
          <a:graphicData uri="http://schemas.openxmlformats.org/presentationml/2006/ole">
            <mc:AlternateContent>
              <mc:Choice xmlns:v="urn:schemas-microsoft-com:vml" Requires="v">
                <p:oleObj spid="_x0000_s1068" r:id="rId40" imgW="1790700" imgH="203200" progId="Equation.KSEE3">
                  <p:embed/>
                </p:oleObj>
              </mc:Choice>
              <mc:Fallback>
                <p:oleObj r:id="rId40" imgW="1790700" imgH="203200" progId="Equation.KSEE3">
                  <p:embed/>
                  <p:pic>
                    <p:nvPicPr>
                      <p:cNvPr id="0" name="OLE substitute image"/>
                      <p:cNvPicPr/>
                      <p:nvPr/>
                    </p:nvPicPr>
                    <p:blipFill>
                      <a:blip r:embed="rId41"/>
                      <a:stretch>
                        <a:fillRect/>
                      </a:stretch>
                    </p:blipFill>
                    <p:spPr>
                      <a:xfrm>
                        <a:off x="2729909" y="4245605"/>
                        <a:ext cx="4451985" cy="508635"/>
                      </a:xfrm>
                      <a:prstGeom prst="rect">
                        <a:avLst/>
                      </a:prstGeom>
                      <a:noFill/>
                      <a:ln w="38100">
                        <a:noFill/>
                        <a:miter/>
                      </a:ln>
                    </p:spPr>
                  </p:pic>
                </p:oleObj>
              </mc:Fallback>
            </mc:AlternateContent>
          </a:graphicData>
        </a:graphic>
      </p:graphicFrame>
      <p:graphicFrame>
        <p:nvGraphicFramePr>
          <p:cNvPr id="36" name="对象 35" title="">
            <a:hlinkClick action="ppaction://ole?verb=0"/>
          </p:cNvPr>
          <p:cNvGraphicFramePr>
            <a:graphicFrameLocks noChangeAspect="1"/>
          </p:cNvGraphicFramePr>
          <p:nvPr>
            <p:custDataLst>
              <p:tags r:id="rId42"/>
            </p:custDataLst>
          </p:nvPr>
        </p:nvGraphicFramePr>
        <p:xfrm>
          <a:off x="2289364" y="4913405"/>
          <a:ext cx="4079240" cy="440055"/>
        </p:xfrm>
        <a:graphic>
          <a:graphicData uri="http://schemas.openxmlformats.org/presentationml/2006/ole">
            <mc:AlternateContent>
              <mc:Choice xmlns:v="urn:schemas-microsoft-com:vml" Requires="v">
                <p:oleObj spid="_x0000_s1069" r:id="rId43" imgW="1651000" imgH="177165" progId="Equation.KSEE3">
                  <p:embed/>
                </p:oleObj>
              </mc:Choice>
              <mc:Fallback>
                <p:oleObj r:id="rId43" imgW="1651000" imgH="177165" progId="Equation.KSEE3">
                  <p:embed/>
                  <p:pic>
                    <p:nvPicPr>
                      <p:cNvPr id="0" name="OLE substitute image"/>
                      <p:cNvPicPr/>
                      <p:nvPr/>
                    </p:nvPicPr>
                    <p:blipFill>
                      <a:blip r:embed="rId44"/>
                      <a:stretch>
                        <a:fillRect/>
                      </a:stretch>
                    </p:blipFill>
                    <p:spPr>
                      <a:xfrm>
                        <a:off x="2289364" y="4913405"/>
                        <a:ext cx="4079240" cy="440055"/>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38" name="对象 37" title="">
            <a:hlinkClick action="ppaction://ole?verb=0"/>
          </p:cNvPr>
          <p:cNvGraphicFramePr>
            <a:graphicFrameLocks noChangeAspect="1"/>
          </p:cNvGraphicFramePr>
          <p:nvPr>
            <p:custDataLst>
              <p:tags r:id="rId45"/>
            </p:custDataLst>
          </p:nvPr>
        </p:nvGraphicFramePr>
        <p:xfrm>
          <a:off x="2650060" y="5446293"/>
          <a:ext cx="3634105" cy="544195"/>
        </p:xfrm>
        <a:graphic>
          <a:graphicData uri="http://schemas.openxmlformats.org/presentationml/2006/ole">
            <mc:AlternateContent>
              <mc:Choice xmlns:v="urn:schemas-microsoft-com:vml" Requires="v">
                <p:oleObj spid="_x0000_s1070" r:id="rId46" imgW="1447800" imgH="215900" progId="Equation.KSEE3">
                  <p:embed/>
                </p:oleObj>
              </mc:Choice>
              <mc:Fallback>
                <p:oleObj r:id="rId46" imgW="1447800" imgH="215900" progId="Equation.KSEE3">
                  <p:embed/>
                  <p:pic>
                    <p:nvPicPr>
                      <p:cNvPr id="0" name="OLE substitute image"/>
                      <p:cNvPicPr/>
                      <p:nvPr/>
                    </p:nvPicPr>
                    <p:blipFill>
                      <a:blip r:embed="rId47"/>
                      <a:stretch>
                        <a:fillRect/>
                      </a:stretch>
                    </p:blipFill>
                    <p:spPr>
                      <a:xfrm>
                        <a:off x="2650060" y="5446293"/>
                        <a:ext cx="3634105" cy="544195"/>
                      </a:xfrm>
                      <a:prstGeom prst="rect">
                        <a:avLst/>
                      </a:prstGeom>
                      <a:noFill/>
                      <a:ln w="38100">
                        <a:noFill/>
                        <a:miter/>
                      </a:ln>
                    </p:spPr>
                  </p:pic>
                </p:oleObj>
              </mc:Fallback>
            </mc:AlternateContent>
          </a:graphicData>
        </a:graphic>
      </p:graphicFrame>
      <p:graphicFrame>
        <p:nvGraphicFramePr>
          <p:cNvPr id="40" name="对象 39" title="">
            <a:hlinkClick action="ppaction://ole?verb=0"/>
          </p:cNvPr>
          <p:cNvGraphicFramePr>
            <a:graphicFrameLocks noChangeAspect="1"/>
          </p:cNvGraphicFramePr>
          <p:nvPr>
            <p:custDataLst>
              <p:tags r:id="rId48"/>
            </p:custDataLst>
          </p:nvPr>
        </p:nvGraphicFramePr>
        <p:xfrm>
          <a:off x="6252371" y="5480460"/>
          <a:ext cx="1819275" cy="472440"/>
        </p:xfrm>
        <a:graphic>
          <a:graphicData uri="http://schemas.openxmlformats.org/presentationml/2006/ole">
            <mc:AlternateContent>
              <mc:Choice xmlns:v="urn:schemas-microsoft-com:vml" Requires="v">
                <p:oleObj spid="_x0000_s1071" r:id="rId49" imgW="736600" imgH="190500" progId="Equation.KSEE3">
                  <p:embed/>
                </p:oleObj>
              </mc:Choice>
              <mc:Fallback>
                <p:oleObj r:id="rId49" imgW="736600" imgH="190500" progId="Equation.KSEE3">
                  <p:embed/>
                  <p:pic>
                    <p:nvPicPr>
                      <p:cNvPr id="0" name="OLE substitute image"/>
                      <p:cNvPicPr/>
                      <p:nvPr/>
                    </p:nvPicPr>
                    <p:blipFill>
                      <a:blip r:embed="rId50"/>
                      <a:stretch>
                        <a:fillRect/>
                      </a:stretch>
                    </p:blipFill>
                    <p:spPr>
                      <a:xfrm>
                        <a:off x="6252371" y="5480460"/>
                        <a:ext cx="1819275" cy="472440"/>
                      </a:xfrm>
                      <a:prstGeom prst="rect">
                        <a:avLst/>
                      </a:prstGeom>
                      <a:noFill/>
                      <a:ln w="38100">
                        <a:noFill/>
                        <a:miter/>
                      </a:ln>
                    </p:spPr>
                  </p:pic>
                </p:oleObj>
              </mc:Fallback>
            </mc:AlternateContent>
          </a:graphicData>
        </a:graphic>
      </p:graphicFrame>
      <p:graphicFrame>
        <p:nvGraphicFramePr>
          <p:cNvPr id="42" name="对象 41" title="">
            <a:hlinkClick action="ppaction://ole?verb=0"/>
          </p:cNvPr>
          <p:cNvGraphicFramePr>
            <a:graphicFrameLocks noChangeAspect="1"/>
          </p:cNvGraphicFramePr>
          <p:nvPr>
            <p:custDataLst>
              <p:tags r:id="rId51"/>
            </p:custDataLst>
          </p:nvPr>
        </p:nvGraphicFramePr>
        <p:xfrm>
          <a:off x="8141106" y="5470105"/>
          <a:ext cx="2134235" cy="544195"/>
        </p:xfrm>
        <a:graphic>
          <a:graphicData uri="http://schemas.openxmlformats.org/presentationml/2006/ole">
            <mc:AlternateContent>
              <mc:Choice xmlns:v="urn:schemas-microsoft-com:vml" Requires="v">
                <p:oleObj spid="_x0000_s1072" r:id="rId52" imgW="850900" imgH="215900" progId="Equation.KSEE3">
                  <p:embed/>
                </p:oleObj>
              </mc:Choice>
              <mc:Fallback>
                <p:oleObj r:id="rId52" imgW="850900" imgH="215900" progId="Equation.KSEE3">
                  <p:embed/>
                  <p:pic>
                    <p:nvPicPr>
                      <p:cNvPr id="0" name="OLE substitute image"/>
                      <p:cNvPicPr/>
                      <p:nvPr/>
                    </p:nvPicPr>
                    <p:blipFill>
                      <a:blip r:embed="rId53"/>
                      <a:stretch>
                        <a:fillRect/>
                      </a:stretch>
                    </p:blipFill>
                    <p:spPr>
                      <a:xfrm>
                        <a:off x="8141106" y="5470105"/>
                        <a:ext cx="2134235" cy="544195"/>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7" name="对象 6" title="">
            <a:hlinkClick action="ppaction://ole?verb=0"/>
          </p:cNvPr>
          <p:cNvGraphicFramePr>
            <a:graphicFrameLocks noChangeAspect="1"/>
          </p:cNvGraphicFramePr>
          <p:nvPr>
            <p:custDataLst>
              <p:tags r:id="rId54"/>
            </p:custDataLst>
          </p:nvPr>
        </p:nvGraphicFramePr>
        <p:xfrm>
          <a:off x="2729909" y="5982965"/>
          <a:ext cx="4451985" cy="508635"/>
        </p:xfrm>
        <a:graphic>
          <a:graphicData uri="http://schemas.openxmlformats.org/presentationml/2006/ole">
            <mc:AlternateContent>
              <mc:Choice xmlns:v="urn:schemas-microsoft-com:vml" Requires="v">
                <p:oleObj spid="_x0000_s1073" r:id="rId55" imgW="1790700" imgH="203200" progId="Equation.KSEE3">
                  <p:embed/>
                </p:oleObj>
              </mc:Choice>
              <mc:Fallback>
                <p:oleObj r:id="rId55" imgW="1790700" imgH="203200" progId="Equation.KSEE3">
                  <p:embed/>
                  <p:pic>
                    <p:nvPicPr>
                      <p:cNvPr id="0" name="OLE substitute image"/>
                      <p:cNvPicPr/>
                      <p:nvPr/>
                    </p:nvPicPr>
                    <p:blipFill>
                      <a:blip r:embed="rId56"/>
                      <a:stretch>
                        <a:fillRect/>
                      </a:stretch>
                    </p:blipFill>
                    <p:spPr>
                      <a:xfrm>
                        <a:off x="2729909" y="5982965"/>
                        <a:ext cx="4451985" cy="508635"/>
                      </a:xfrm>
                      <a:prstGeom prst="rect">
                        <a:avLst/>
                      </a:prstGeom>
                      <a:noFill/>
                      <a:ln w="38100">
                        <a:noFill/>
                        <a:miter/>
                      </a:ln>
                    </p:spPr>
                  </p:pic>
                </p:oleObj>
              </mc:Fallback>
            </mc:AlternateContent>
          </a:graphicData>
        </a:graphic>
      </p:graphicFrame>
      <p:grpSp>
        <p:nvGrpSpPr>
          <p:cNvPr id="39" name="组合 38" title=""/>
          <p:cNvGrpSpPr/>
          <p:nvPr>
            <p:custDataLst>
              <p:tags r:id="rId57"/>
            </p:custDataLst>
          </p:nvPr>
        </p:nvGrpSpPr>
        <p:grpSpPr>
          <a:xfrm>
            <a:off x="2251075" y="2484120"/>
            <a:ext cx="4117340" cy="565785"/>
            <a:chOff x="3545" y="3912"/>
            <a:chExt cx="6484" cy="891"/>
          </a:xfrm>
        </p:grpSpPr>
        <p:sp>
          <p:nvSpPr>
            <p:cNvPr id="33" name="圆角矩形 32"/>
            <p:cNvSpPr/>
            <p:nvPr>
              <p:custDataLst>
                <p:tags r:id="rId58"/>
              </p:custDataLst>
            </p:nvPr>
          </p:nvSpPr>
          <p:spPr>
            <a:xfrm>
              <a:off x="3545" y="3959"/>
              <a:ext cx="6351" cy="845"/>
            </a:xfrm>
            <a:prstGeom prst="roundRect">
              <a:avLst>
                <a:gd name="adj" fmla="val 0"/>
              </a:avLst>
            </a:prstGeom>
            <a:gradFill>
              <a:gsLst>
                <a:gs pos="0">
                  <a:srgbClr val="4175FC">
                    <a:alpha val="46000"/>
                  </a:srgbClr>
                </a:gs>
                <a:gs pos="100000">
                  <a:schemeClr val="accent2">
                    <a:alpha val="63000"/>
                  </a:schemeClr>
                </a:gs>
              </a:gsLst>
              <a:lin ang="216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graphicFrame>
          <p:nvGraphicFramePr>
            <p:cNvPr id="8" name="对象 7"/>
            <p:cNvGraphicFramePr>
              <a:graphicFrameLocks noChangeAspect="1"/>
            </p:cNvGraphicFramePr>
            <p:nvPr>
              <p:custDataLst>
                <p:tags r:id="rId59"/>
              </p:custDataLst>
            </p:nvPr>
          </p:nvGraphicFramePr>
          <p:xfrm>
            <a:off x="3545" y="3912"/>
            <a:ext cx="6484" cy="771"/>
          </p:xfrm>
          <a:graphic>
            <a:graphicData uri="http://schemas.openxmlformats.org/presentationml/2006/ole">
              <mc:AlternateContent>
                <mc:Choice xmlns:v="urn:schemas-microsoft-com:vml" Requires="v">
                  <p:oleObj spid="_x0000_s1074" r:id="rId60" imgW="2018030" imgH="409575" progId="Equation.KSEE3">
                    <p:embed/>
                  </p:oleObj>
                </mc:Choice>
                <mc:Fallback>
                  <p:oleObj r:id="rId60" imgW="2018030" imgH="409575" progId="Equation.KSEE3">
                    <p:embed/>
                    <p:pic>
                      <p:nvPicPr>
                        <p:cNvPr id="0" name="OLE substitute image"/>
                        <p:cNvPicPr/>
                        <p:nvPr/>
                      </p:nvPicPr>
                      <p:blipFill>
                        <a:blip r:embed="rId61"/>
                        <a:stretch>
                          <a:fillRect/>
                        </a:stretch>
                      </p:blipFill>
                      <p:spPr>
                        <a:xfrm>
                          <a:off x="3545" y="3912"/>
                          <a:ext cx="6484" cy="771"/>
                        </a:xfrm>
                        <a:prstGeom prst="rect">
                          <a:avLst/>
                        </a:prstGeom>
                      </p:spPr>
                    </p:pic>
                  </p:oleObj>
                </mc:Fallback>
              </mc:AlternateContent>
            </a:graphicData>
          </a:graphic>
        </p:graphicFrame>
      </p:grpSp>
      <p:cxnSp>
        <p:nvCxnSpPr>
          <p:cNvPr id="34" name="直接连接符 33" title=""/>
          <p:cNvCxnSpPr/>
          <p:nvPr>
            <p:custDataLst>
              <p:tags r:id="rId62"/>
            </p:custDataLst>
          </p:nvPr>
        </p:nvCxnSpPr>
        <p:spPr>
          <a:xfrm>
            <a:off x="2414905" y="1820545"/>
            <a:ext cx="6660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7" name="组合 36" title=""/>
          <p:cNvGrpSpPr/>
          <p:nvPr>
            <p:custDataLst>
              <p:tags r:id="rId63"/>
            </p:custDataLst>
          </p:nvPr>
        </p:nvGrpSpPr>
        <p:grpSpPr>
          <a:xfrm>
            <a:off x="1610995" y="1868805"/>
            <a:ext cx="6366510" cy="508000"/>
            <a:chOff x="2537" y="2943"/>
            <a:chExt cx="10026" cy="800"/>
          </a:xfrm>
        </p:grpSpPr>
        <p:graphicFrame>
          <p:nvGraphicFramePr>
            <p:cNvPr id="3" name="对象 2">
              <a:hlinkClick action="ppaction://ole?verb=0"/>
            </p:cNvPr>
            <p:cNvGraphicFramePr>
              <a:graphicFrameLocks noChangeAspect="1"/>
            </p:cNvGraphicFramePr>
            <p:nvPr>
              <p:custDataLst>
                <p:tags r:id="rId64"/>
              </p:custDataLst>
            </p:nvPr>
          </p:nvGraphicFramePr>
          <p:xfrm>
            <a:off x="2537" y="2943"/>
            <a:ext cx="9755" cy="800"/>
          </p:xfrm>
          <a:graphic>
            <a:graphicData uri="http://schemas.openxmlformats.org/presentationml/2006/ole">
              <mc:AlternateContent>
                <mc:Choice xmlns:v="urn:schemas-microsoft-com:vml" Requires="v">
                  <p:oleObj spid="_x0000_s1075" r:id="rId65" imgW="2413000" imgH="203200" progId="Equation.KSEE3">
                    <p:embed/>
                  </p:oleObj>
                </mc:Choice>
                <mc:Fallback>
                  <p:oleObj r:id="rId65" imgW="2413000" imgH="203200" progId="Equation.KSEE3">
                    <p:embed/>
                    <p:pic>
                      <p:nvPicPr>
                        <p:cNvPr id="0" name="OLE substitute image"/>
                        <p:cNvPicPr/>
                        <p:nvPr/>
                      </p:nvPicPr>
                      <p:blipFill>
                        <a:blip r:embed="rId66"/>
                        <a:stretch>
                          <a:fillRect/>
                        </a:stretch>
                      </p:blipFill>
                      <p:spPr>
                        <a:xfrm>
                          <a:off x="2537" y="2943"/>
                          <a:ext cx="9755" cy="800"/>
                        </a:xfrm>
                        <a:prstGeom prst="rect">
                          <a:avLst/>
                        </a:prstGeom>
                        <a:noFill/>
                        <a:ln w="38100">
                          <a:noFill/>
                          <a:miter/>
                        </a:ln>
                      </p:spPr>
                    </p:pic>
                  </p:oleObj>
                </mc:Fallback>
              </mc:AlternateContent>
            </a:graphicData>
          </a:graphic>
        </p:graphicFrame>
        <p:cxnSp>
          <p:nvCxnSpPr>
            <p:cNvPr id="35" name="直接连接符 34"/>
            <p:cNvCxnSpPr/>
            <p:nvPr>
              <p:custDataLst>
                <p:tags r:id="rId67"/>
              </p:custDataLst>
            </p:nvPr>
          </p:nvCxnSpPr>
          <p:spPr>
            <a:xfrm>
              <a:off x="3947" y="3703"/>
              <a:ext cx="861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7" presetClass="entr" presetSubtype="8" fill="hold" nodeType="clickEffect">
                                  <p:stCondLst>
                                    <p:cond delay="0"/>
                                  </p:stCondLst>
                                  <p:childTnLst>
                                    <p:set>
                                      <p:cBhvr additive="base">
                                        <p:cTn id="6" dur="500"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anim calcmode="lin" valueType="num">
                                      <p:cBhvr additive="base">
                                        <p:cTn id="9" dur="500" fill="hold"/>
                                        <p:tgtEl>
                                          <p:spTgt spid="34"/>
                                        </p:tgtEl>
                                        <p:attrNameLst>
                                          <p:attrName>ppt_w</p:attrName>
                                        </p:attrNameLst>
                                      </p:cBhvr>
                                      <p:tavLst>
                                        <p:tav tm="0">
                                          <p:val>
                                            <p:fltVal val="0"/>
                                          </p:val>
                                        </p:tav>
                                        <p:tav tm="100000">
                                          <p:val>
                                            <p:strVal val="#ppt_w"/>
                                          </p:val>
                                        </p:tav>
                                      </p:tavLst>
                                    </p:anim>
                                    <p:anim calcmode="lin" valueType="num">
                                      <p:cBhvr additive="base">
                                        <p:cTn id="10" dur="500" fill="hold"/>
                                        <p:tgtEl>
                                          <p:spTgt spid="3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
                                        <p:tgtEl>
                                          <p:spTgt spid="39"/>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childTnLst>
                          </p:cTn>
                        </p:par>
                      </p:childTnLst>
                    </p:cTn>
                  </p:par>
                  <p:par>
                    <p:cTn id="56" fill="hold" nodeType="clickPar">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childTnLst>
                          </p:cTn>
                        </p:par>
                      </p:childTnLst>
                    </p:cTn>
                  </p:par>
                  <p:par>
                    <p:cTn id="61" fill="hold" nodeType="clickPar">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500"/>
                                        <p:tgtEl>
                                          <p:spTgt spid="42"/>
                                        </p:tgtEl>
                                      </p:cBhvr>
                                    </p:animEffect>
                                  </p:childTnLst>
                                </p:cTn>
                              </p:par>
                            </p:childTnLst>
                          </p:cTn>
                        </p:par>
                      </p:childTnLst>
                    </p:cTn>
                  </p:par>
                  <p:par>
                    <p:cTn id="66" fill="hold" nodeType="clickPar">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fade">
                                      <p:cBhvr>
                                        <p:cTn id="7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518150" cy="521970"/>
            <a:chOff x="330201" y="576471"/>
            <a:chExt cx="5518150" cy="521970"/>
          </a:xfrm>
        </p:grpSpPr>
        <p:sp>
          <p:nvSpPr>
            <p:cNvPr id="44" name="文本框 43"/>
            <p:cNvSpPr txBox="1"/>
            <p:nvPr>
              <p:custDataLst>
                <p:tags r:id="rId9"/>
              </p:custDataLst>
            </p:nvPr>
          </p:nvSpPr>
          <p:spPr>
            <a:xfrm>
              <a:off x="523876" y="576471"/>
              <a:ext cx="5324475" cy="521970"/>
            </a:xfrm>
            <a:prstGeom prst="rect">
              <a:avLst/>
            </a:prstGeom>
            <a:noFill/>
          </p:spPr>
          <p:txBody>
            <a:bodyPr wrap="square" rtlCol="0">
              <a:spAutoFit/>
            </a:bodyPr>
            <a:lstStyle/>
            <a:p>
              <a:r>
                <a:rPr lang="zh-CN" sz="2800" b="1">
                  <a:solidFill>
                    <a:schemeClr val="tx1">
                      <a:lumMod val="95000"/>
                      <a:lumOff val="5000"/>
                    </a:schemeClr>
                  </a:solidFill>
                  <a:latin typeface="微软雅黑" panose="020b0503020204020204" charset="-122"/>
                  <a:ea typeface="微软雅黑" panose="020b0503020204020204" charset="-122"/>
                  <a:sym typeface="+mn-ea"/>
                </a:rPr>
                <a:t>探究性作业</a:t>
              </a:r>
              <a:r>
                <a:rPr lang="en-US" altLang="zh-CN" sz="2800" b="1">
                  <a:solidFill>
                    <a:schemeClr val="tx1">
                      <a:lumMod val="95000"/>
                      <a:lumOff val="5000"/>
                    </a:schemeClr>
                  </a:solidFill>
                  <a:latin typeface="微软雅黑" panose="020b0503020204020204" charset="-122"/>
                  <a:ea typeface="微软雅黑" panose="020b0503020204020204" charset="-122"/>
                  <a:sym typeface="+mn-ea"/>
                </a:rPr>
                <a:t>  </a:t>
              </a:r>
              <a:r>
                <a:rPr lang="zh-CN" altLang="en-US" sz="2800" b="1">
                  <a:solidFill>
                    <a:schemeClr val="tx1">
                      <a:lumMod val="95000"/>
                      <a:lumOff val="5000"/>
                    </a:schemeClr>
                  </a:solidFill>
                  <a:latin typeface="微软雅黑" panose="020b0503020204020204" charset="-122"/>
                  <a:ea typeface="微软雅黑" panose="020b0503020204020204" charset="-122"/>
                  <a:sym typeface="+mn-ea"/>
                </a:rPr>
                <a:t>课后习题讲</a:t>
              </a:r>
              <a:endParaRPr lang="zh-CN" altLang="en-US" sz="2800" b="1">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42" name="对象 51" title="">
            <a:hlinkClick action="ppaction://ole?verb=0"/>
          </p:cNvPr>
          <p:cNvGraphicFramePr>
            <a:graphicFrameLocks noChangeAspect="1"/>
          </p:cNvGraphicFramePr>
          <p:nvPr>
            <p:custDataLst>
              <p:tags r:id="rId24"/>
            </p:custDataLst>
          </p:nvPr>
        </p:nvGraphicFramePr>
        <p:xfrm>
          <a:off x="865148" y="1137520"/>
          <a:ext cx="6596380" cy="544195"/>
        </p:xfrm>
        <a:graphic>
          <a:graphicData uri="http://schemas.openxmlformats.org/presentationml/2006/ole">
            <mc:AlternateContent>
              <mc:Choice xmlns:v="urn:schemas-microsoft-com:vml" Requires="v">
                <p:oleObj spid="_x0000_s1076" r:id="rId25" imgW="2628900" imgH="215900" progId="Equation.KSEE3">
                  <p:embed/>
                </p:oleObj>
              </mc:Choice>
              <mc:Fallback>
                <p:oleObj r:id="rId25" imgW="2628900" imgH="215900" progId="Equation.KSEE3">
                  <p:embed/>
                  <p:pic>
                    <p:nvPicPr>
                      <p:cNvPr id="0" name="OLE substitute image"/>
                      <p:cNvPicPr/>
                      <p:nvPr/>
                    </p:nvPicPr>
                    <p:blipFill>
                      <a:blip r:embed="rId26"/>
                      <a:stretch>
                        <a:fillRect/>
                      </a:stretch>
                    </p:blipFill>
                    <p:spPr>
                      <a:xfrm>
                        <a:off x="865148" y="1137520"/>
                        <a:ext cx="6596380" cy="544195"/>
                      </a:xfrm>
                      <a:prstGeom prst="rect">
                        <a:avLst/>
                      </a:prstGeom>
                      <a:noFill/>
                      <a:ln w="38100">
                        <a:noFill/>
                        <a:miter/>
                      </a:ln>
                    </p:spPr>
                  </p:pic>
                </p:oleObj>
              </mc:Fallback>
            </mc:AlternateContent>
          </a:graphicData>
        </a:graphic>
      </p:graphicFrame>
      <p:graphicFrame>
        <p:nvGraphicFramePr>
          <p:cNvPr id="26" name="对象 51" title="">
            <a:hlinkClick action="ppaction://ole?verb=0"/>
          </p:cNvPr>
          <p:cNvGraphicFramePr>
            <a:graphicFrameLocks noChangeAspect="1"/>
          </p:cNvGraphicFramePr>
          <p:nvPr>
            <p:custDataLst>
              <p:tags r:id="rId27"/>
            </p:custDataLst>
          </p:nvPr>
        </p:nvGraphicFramePr>
        <p:xfrm>
          <a:off x="865148" y="4807185"/>
          <a:ext cx="6277610" cy="480695"/>
        </p:xfrm>
        <a:graphic>
          <a:graphicData uri="http://schemas.openxmlformats.org/presentationml/2006/ole">
            <mc:AlternateContent>
              <mc:Choice xmlns:v="urn:schemas-microsoft-com:vml" Requires="v">
                <p:oleObj spid="_x0000_s1077" r:id="rId28" imgW="2501900" imgH="190500" progId="Equation.KSEE3">
                  <p:embed/>
                </p:oleObj>
              </mc:Choice>
              <mc:Fallback>
                <p:oleObj r:id="rId28" imgW="2501900" imgH="190500" progId="Equation.KSEE3">
                  <p:embed/>
                  <p:pic>
                    <p:nvPicPr>
                      <p:cNvPr id="0" name="OLE substitute image"/>
                      <p:cNvPicPr/>
                      <p:nvPr/>
                    </p:nvPicPr>
                    <p:blipFill>
                      <a:blip r:embed="rId29"/>
                      <a:stretch>
                        <a:fillRect/>
                      </a:stretch>
                    </p:blipFill>
                    <p:spPr>
                      <a:xfrm>
                        <a:off x="865148" y="4807185"/>
                        <a:ext cx="6277610" cy="480695"/>
                      </a:xfrm>
                      <a:prstGeom prst="rect">
                        <a:avLst/>
                      </a:prstGeom>
                      <a:noFill/>
                      <a:ln w="38100">
                        <a:noFill/>
                        <a:miter/>
                      </a:ln>
                    </p:spPr>
                  </p:pic>
                </p:oleObj>
              </mc:Fallback>
            </mc:AlternateContent>
          </a:graphicData>
        </a:graphic>
      </p:graphicFrame>
      <p:sp>
        <p:nvSpPr>
          <p:cNvPr id="2" name="文本框 1" title=""/>
          <p:cNvSpPr txBox="1"/>
          <p:nvPr>
            <p:custDataLst>
              <p:tags r:id="rId30"/>
            </p:custDataLst>
          </p:nvPr>
        </p:nvSpPr>
        <p:spPr>
          <a:xfrm>
            <a:off x="6743700" y="1221105"/>
            <a:ext cx="488950" cy="460375"/>
          </a:xfrm>
          <a:prstGeom prst="rect">
            <a:avLst/>
          </a:prstGeom>
          <a:noFill/>
        </p:spPr>
        <p:txBody>
          <a:bodyPr wrap="none" rtlCol="0" anchor="t">
            <a:spAutoFit/>
          </a:bodyPr>
          <a:lstStyle/>
          <a:p>
            <a:r>
              <a:rPr lang="zh-CN" altLang="en-US" sz="2400" b="1">
                <a:solidFill>
                  <a:schemeClr val="accent2"/>
                </a:solidFill>
                <a:latin typeface="黑体"/>
                <a:ea typeface="黑体"/>
              </a:rPr>
              <a:t>假</a:t>
            </a:r>
            <a:endParaRPr lang="zh-CN" altLang="en-US" sz="2400" b="1">
              <a:solidFill>
                <a:schemeClr val="accent2"/>
              </a:solidFill>
              <a:latin typeface="黑体"/>
              <a:ea typeface="黑体"/>
            </a:endParaRPr>
          </a:p>
        </p:txBody>
      </p:sp>
      <p:graphicFrame>
        <p:nvGraphicFramePr>
          <p:cNvPr id="5" name="对象 51" title="">
            <a:hlinkClick action="ppaction://ole?verb=0"/>
          </p:cNvPr>
          <p:cNvGraphicFramePr>
            <a:graphicFrameLocks noChangeAspect="1"/>
          </p:cNvGraphicFramePr>
          <p:nvPr>
            <p:custDataLst>
              <p:tags r:id="rId31"/>
            </p:custDataLst>
          </p:nvPr>
        </p:nvGraphicFramePr>
        <p:xfrm>
          <a:off x="2200236" y="2289727"/>
          <a:ext cx="4366260" cy="544830"/>
        </p:xfrm>
        <a:graphic>
          <a:graphicData uri="http://schemas.openxmlformats.org/presentationml/2006/ole">
            <mc:AlternateContent>
              <mc:Choice xmlns:v="urn:schemas-microsoft-com:vml" Requires="v">
                <p:oleObj spid="_x0000_s1078" r:id="rId32" imgW="1739900" imgH="215900" progId="Equation.KSEE3">
                  <p:embed/>
                </p:oleObj>
              </mc:Choice>
              <mc:Fallback>
                <p:oleObj r:id="rId32" imgW="1739900" imgH="215900" progId="Equation.KSEE3">
                  <p:embed/>
                  <p:pic>
                    <p:nvPicPr>
                      <p:cNvPr id="0" name="OLE substitute image"/>
                      <p:cNvPicPr/>
                      <p:nvPr/>
                    </p:nvPicPr>
                    <p:blipFill>
                      <a:blip r:embed="rId33"/>
                      <a:stretch>
                        <a:fillRect/>
                      </a:stretch>
                    </p:blipFill>
                    <p:spPr>
                      <a:xfrm>
                        <a:off x="2200236" y="2289727"/>
                        <a:ext cx="4366260" cy="544830"/>
                      </a:xfrm>
                      <a:prstGeom prst="rect">
                        <a:avLst/>
                      </a:prstGeom>
                      <a:noFill/>
                      <a:ln w="38100">
                        <a:noFill/>
                        <a:miter/>
                      </a:ln>
                    </p:spPr>
                  </p:pic>
                </p:oleObj>
              </mc:Fallback>
            </mc:AlternateContent>
          </a:graphicData>
        </a:graphic>
      </p:graphicFrame>
      <p:graphicFrame>
        <p:nvGraphicFramePr>
          <p:cNvPr id="6" name="对象 51" title="">
            <a:hlinkClick action="ppaction://ole?verb=0"/>
          </p:cNvPr>
          <p:cNvGraphicFramePr>
            <a:graphicFrameLocks noChangeAspect="1"/>
          </p:cNvGraphicFramePr>
          <p:nvPr>
            <p:custDataLst>
              <p:tags r:id="rId34"/>
            </p:custDataLst>
          </p:nvPr>
        </p:nvGraphicFramePr>
        <p:xfrm>
          <a:off x="6566495" y="2289727"/>
          <a:ext cx="2263775" cy="513080"/>
        </p:xfrm>
        <a:graphic>
          <a:graphicData uri="http://schemas.openxmlformats.org/presentationml/2006/ole">
            <mc:AlternateContent>
              <mc:Choice xmlns:v="urn:schemas-microsoft-com:vml" Requires="v">
                <p:oleObj spid="_x0000_s1079" r:id="rId35" imgW="901700" imgH="203200" progId="Equation.KSEE3">
                  <p:embed/>
                </p:oleObj>
              </mc:Choice>
              <mc:Fallback>
                <p:oleObj r:id="rId35" imgW="901700" imgH="203200" progId="Equation.KSEE3">
                  <p:embed/>
                  <p:pic>
                    <p:nvPicPr>
                      <p:cNvPr id="0" name="OLE substitute image"/>
                      <p:cNvPicPr/>
                      <p:nvPr/>
                    </p:nvPicPr>
                    <p:blipFill>
                      <a:blip r:embed="rId36"/>
                      <a:stretch>
                        <a:fillRect/>
                      </a:stretch>
                    </p:blipFill>
                    <p:spPr>
                      <a:xfrm>
                        <a:off x="6566495" y="2289727"/>
                        <a:ext cx="2263775" cy="513080"/>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7" name="对象 51" title="">
            <a:hlinkClick action="ppaction://ole?verb=0"/>
          </p:cNvPr>
          <p:cNvGraphicFramePr>
            <a:graphicFrameLocks noChangeAspect="1"/>
          </p:cNvGraphicFramePr>
          <p:nvPr>
            <p:custDataLst>
              <p:tags r:id="rId37"/>
            </p:custDataLst>
          </p:nvPr>
        </p:nvGraphicFramePr>
        <p:xfrm>
          <a:off x="2200236" y="2866307"/>
          <a:ext cx="7075805" cy="544830"/>
        </p:xfrm>
        <a:graphic>
          <a:graphicData uri="http://schemas.openxmlformats.org/presentationml/2006/ole">
            <mc:AlternateContent>
              <mc:Choice xmlns:v="urn:schemas-microsoft-com:vml" Requires="v">
                <p:oleObj spid="_x0000_s1080" r:id="rId38" imgW="2819400" imgH="215900" progId="Equation.KSEE3">
                  <p:embed/>
                </p:oleObj>
              </mc:Choice>
              <mc:Fallback>
                <p:oleObj r:id="rId38" imgW="2819400" imgH="215900" progId="Equation.KSEE3">
                  <p:embed/>
                  <p:pic>
                    <p:nvPicPr>
                      <p:cNvPr id="0" name="OLE substitute image"/>
                      <p:cNvPicPr/>
                      <p:nvPr/>
                    </p:nvPicPr>
                    <p:blipFill>
                      <a:blip r:embed="rId39"/>
                      <a:stretch>
                        <a:fillRect/>
                      </a:stretch>
                    </p:blipFill>
                    <p:spPr>
                      <a:xfrm>
                        <a:off x="2200236" y="2866307"/>
                        <a:ext cx="7075805" cy="544830"/>
                      </a:xfrm>
                      <a:prstGeom prst="rect">
                        <a:avLst/>
                      </a:prstGeom>
                      <a:noFill/>
                      <a:ln w="38100">
                        <a:noFill/>
                        <a:miter/>
                      </a:ln>
                    </p:spPr>
                  </p:pic>
                </p:oleObj>
              </mc:Fallback>
            </mc:AlternateContent>
          </a:graphicData>
        </a:graphic>
      </p:graphicFrame>
      <p:graphicFrame>
        <p:nvGraphicFramePr>
          <p:cNvPr id="8" name="对象 51" title="">
            <a:hlinkClick action="ppaction://ole?verb=0"/>
          </p:cNvPr>
          <p:cNvGraphicFramePr>
            <a:graphicFrameLocks noChangeAspect="1"/>
          </p:cNvGraphicFramePr>
          <p:nvPr>
            <p:custDataLst>
              <p:tags r:id="rId40"/>
            </p:custDataLst>
          </p:nvPr>
        </p:nvGraphicFramePr>
        <p:xfrm>
          <a:off x="2200236" y="3474637"/>
          <a:ext cx="2295525" cy="513080"/>
        </p:xfrm>
        <a:graphic>
          <a:graphicData uri="http://schemas.openxmlformats.org/presentationml/2006/ole">
            <mc:AlternateContent>
              <mc:Choice xmlns:v="urn:schemas-microsoft-com:vml" Requires="v">
                <p:oleObj spid="_x0000_s1081" r:id="rId41" imgW="914400" imgH="203200" progId="Equation.KSEE3">
                  <p:embed/>
                </p:oleObj>
              </mc:Choice>
              <mc:Fallback>
                <p:oleObj r:id="rId41" imgW="914400" imgH="203200" progId="Equation.KSEE3">
                  <p:embed/>
                  <p:pic>
                    <p:nvPicPr>
                      <p:cNvPr id="0" name="OLE substitute image"/>
                      <p:cNvPicPr/>
                      <p:nvPr/>
                    </p:nvPicPr>
                    <p:blipFill>
                      <a:blip r:embed="rId42"/>
                      <a:stretch>
                        <a:fillRect/>
                      </a:stretch>
                    </p:blipFill>
                    <p:spPr>
                      <a:xfrm>
                        <a:off x="2200236" y="3474637"/>
                        <a:ext cx="2295525" cy="513080"/>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14" name="对象 51" title="">
            <a:hlinkClick action="ppaction://ole?verb=0"/>
          </p:cNvPr>
          <p:cNvGraphicFramePr>
            <a:graphicFrameLocks noChangeAspect="1"/>
          </p:cNvGraphicFramePr>
          <p:nvPr>
            <p:custDataLst>
              <p:tags r:id="rId43"/>
            </p:custDataLst>
          </p:nvPr>
        </p:nvGraphicFramePr>
        <p:xfrm>
          <a:off x="2200236" y="4039152"/>
          <a:ext cx="4812665" cy="513080"/>
        </p:xfrm>
        <a:graphic>
          <a:graphicData uri="http://schemas.openxmlformats.org/presentationml/2006/ole">
            <mc:AlternateContent>
              <mc:Choice xmlns:v="urn:schemas-microsoft-com:vml" Requires="v">
                <p:oleObj spid="_x0000_s1082" r:id="rId44" imgW="1917065" imgH="203200" progId="Equation.KSEE3">
                  <p:embed/>
                </p:oleObj>
              </mc:Choice>
              <mc:Fallback>
                <p:oleObj r:id="rId44" imgW="1917065" imgH="203200" progId="Equation.KSEE3">
                  <p:embed/>
                  <p:pic>
                    <p:nvPicPr>
                      <p:cNvPr id="0" name="OLE substitute image"/>
                      <p:cNvPicPr/>
                      <p:nvPr/>
                    </p:nvPicPr>
                    <p:blipFill>
                      <a:blip r:embed="rId45"/>
                      <a:stretch>
                        <a:fillRect/>
                      </a:stretch>
                    </p:blipFill>
                    <p:spPr>
                      <a:xfrm>
                        <a:off x="2200236" y="4039152"/>
                        <a:ext cx="4812665" cy="513080"/>
                      </a:xfrm>
                      <a:prstGeom prst="rect">
                        <a:avLst/>
                      </a:prstGeom>
                      <a:noFill/>
                      <a:ln w="38100">
                        <a:noFill/>
                        <a:miter/>
                      </a:ln>
                    </p:spPr>
                  </p:pic>
                </p:oleObj>
              </mc:Fallback>
            </mc:AlternateContent>
          </a:graphicData>
        </a:graphic>
      </p:graphicFrame>
      <p:graphicFrame>
        <p:nvGraphicFramePr>
          <p:cNvPr id="33" name="对象 51" title="">
            <a:hlinkClick action="ppaction://ole?verb=0"/>
          </p:cNvPr>
          <p:cNvGraphicFramePr>
            <a:graphicFrameLocks noChangeAspect="1"/>
          </p:cNvGraphicFramePr>
          <p:nvPr>
            <p:custDataLst>
              <p:tags r:id="rId46"/>
            </p:custDataLst>
          </p:nvPr>
        </p:nvGraphicFramePr>
        <p:xfrm>
          <a:off x="2200236" y="5363763"/>
          <a:ext cx="4237355" cy="447040"/>
        </p:xfrm>
        <a:graphic>
          <a:graphicData uri="http://schemas.openxmlformats.org/presentationml/2006/ole">
            <mc:AlternateContent>
              <mc:Choice xmlns:v="urn:schemas-microsoft-com:vml" Requires="v">
                <p:oleObj spid="_x0000_s1083" r:id="rId47" imgW="1688465" imgH="177165" progId="Equation.KSEE3">
                  <p:embed/>
                </p:oleObj>
              </mc:Choice>
              <mc:Fallback>
                <p:oleObj r:id="rId47" imgW="1688465" imgH="177165" progId="Equation.KSEE3">
                  <p:embed/>
                  <p:pic>
                    <p:nvPicPr>
                      <p:cNvPr id="0" name="OLE substitute image"/>
                      <p:cNvPicPr/>
                      <p:nvPr/>
                    </p:nvPicPr>
                    <p:blipFill>
                      <a:blip r:embed="rId48"/>
                      <a:stretch>
                        <a:fillRect/>
                      </a:stretch>
                    </p:blipFill>
                    <p:spPr>
                      <a:xfrm>
                        <a:off x="2200236" y="5363763"/>
                        <a:ext cx="4237355" cy="447040"/>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34" name="对象 51" title="">
            <a:hlinkClick action="ppaction://ole?verb=0"/>
          </p:cNvPr>
          <p:cNvGraphicFramePr>
            <a:graphicFrameLocks noChangeAspect="1"/>
          </p:cNvGraphicFramePr>
          <p:nvPr>
            <p:custDataLst>
              <p:tags r:id="rId49"/>
            </p:custDataLst>
          </p:nvPr>
        </p:nvGraphicFramePr>
        <p:xfrm>
          <a:off x="2200236" y="5939708"/>
          <a:ext cx="4206875" cy="447040"/>
        </p:xfrm>
        <a:graphic>
          <a:graphicData uri="http://schemas.openxmlformats.org/presentationml/2006/ole">
            <mc:AlternateContent>
              <mc:Choice xmlns:v="urn:schemas-microsoft-com:vml" Requires="v">
                <p:oleObj spid="_x0000_s1084" r:id="rId50" imgW="1676400" imgH="177165" progId="Equation.KSEE3">
                  <p:embed/>
                </p:oleObj>
              </mc:Choice>
              <mc:Fallback>
                <p:oleObj r:id="rId50" imgW="1676400" imgH="177165" progId="Equation.KSEE3">
                  <p:embed/>
                  <p:pic>
                    <p:nvPicPr>
                      <p:cNvPr id="0" name="OLE substitute image"/>
                      <p:cNvPicPr/>
                      <p:nvPr/>
                    </p:nvPicPr>
                    <p:blipFill>
                      <a:blip r:embed="rId51"/>
                      <a:stretch>
                        <a:fillRect/>
                      </a:stretch>
                    </p:blipFill>
                    <p:spPr>
                      <a:xfrm>
                        <a:off x="2200236" y="5939708"/>
                        <a:ext cx="4206875" cy="447040"/>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35" name="对象 51" title="">
            <a:hlinkClick action="ppaction://ole?verb=0"/>
          </p:cNvPr>
          <p:cNvGraphicFramePr>
            <a:graphicFrameLocks noChangeAspect="1"/>
          </p:cNvGraphicFramePr>
          <p:nvPr>
            <p:custDataLst>
              <p:tags r:id="rId52"/>
            </p:custDataLst>
          </p:nvPr>
        </p:nvGraphicFramePr>
        <p:xfrm>
          <a:off x="6505853" y="5939708"/>
          <a:ext cx="2199640" cy="447040"/>
        </p:xfrm>
        <a:graphic>
          <a:graphicData uri="http://schemas.openxmlformats.org/presentationml/2006/ole">
            <mc:AlternateContent>
              <mc:Choice xmlns:v="urn:schemas-microsoft-com:vml" Requires="v">
                <p:oleObj spid="_x0000_s1085" r:id="rId53" imgW="876300" imgH="177165" progId="Equation.KSEE3">
                  <p:embed/>
                </p:oleObj>
              </mc:Choice>
              <mc:Fallback>
                <p:oleObj r:id="rId53" imgW="876300" imgH="177165" progId="Equation.KSEE3">
                  <p:embed/>
                  <p:pic>
                    <p:nvPicPr>
                      <p:cNvPr id="0" name="OLE substitute image"/>
                      <p:cNvPicPr/>
                      <p:nvPr/>
                    </p:nvPicPr>
                    <p:blipFill>
                      <a:blip r:embed="rId54"/>
                      <a:stretch>
                        <a:fillRect/>
                      </a:stretch>
                    </p:blipFill>
                    <p:spPr>
                      <a:xfrm>
                        <a:off x="6505853" y="5939708"/>
                        <a:ext cx="2199640" cy="447040"/>
                      </a:xfrm>
                      <a:prstGeom prst="rect">
                        <a:avLst/>
                      </a:prstGeom>
                      <a:noFill/>
                      <a:ln w="38100">
                        <a:noFill/>
                        <a:miter/>
                      </a:ln>
                    </p:spPr>
                  </p:pic>
                </p:oleObj>
              </mc:Fallback>
            </mc:AlternateContent>
          </a:graphicData>
        </a:graphic>
      </p:graphicFrame>
      <p:graphicFrame>
        <p:nvGraphicFramePr>
          <p:cNvPr id="36" name="对象 51" title="">
            <a:hlinkClick action="ppaction://ole?verb=0"/>
          </p:cNvPr>
          <p:cNvGraphicFramePr>
            <a:graphicFrameLocks noChangeAspect="1"/>
          </p:cNvGraphicFramePr>
          <p:nvPr>
            <p:custDataLst>
              <p:tags r:id="rId55"/>
            </p:custDataLst>
          </p:nvPr>
        </p:nvGraphicFramePr>
        <p:xfrm>
          <a:off x="6505853" y="5382813"/>
          <a:ext cx="2837180" cy="447040"/>
        </p:xfrm>
        <a:graphic>
          <a:graphicData uri="http://schemas.openxmlformats.org/presentationml/2006/ole">
            <mc:AlternateContent>
              <mc:Choice xmlns:v="urn:schemas-microsoft-com:vml" Requires="v">
                <p:oleObj spid="_x0000_s1086" r:id="rId56" imgW="1130300" imgH="177165" progId="Equation.KSEE3">
                  <p:embed/>
                </p:oleObj>
              </mc:Choice>
              <mc:Fallback>
                <p:oleObj r:id="rId56" imgW="1130300" imgH="177165" progId="Equation.KSEE3">
                  <p:embed/>
                  <p:pic>
                    <p:nvPicPr>
                      <p:cNvPr id="0" name="OLE substitute image"/>
                      <p:cNvPicPr/>
                      <p:nvPr/>
                    </p:nvPicPr>
                    <p:blipFill>
                      <a:blip r:embed="rId57"/>
                      <a:stretch>
                        <a:fillRect/>
                      </a:stretch>
                    </p:blipFill>
                    <p:spPr>
                      <a:xfrm>
                        <a:off x="6505853" y="5382813"/>
                        <a:ext cx="2837180" cy="447040"/>
                      </a:xfrm>
                      <a:prstGeom prst="rect">
                        <a:avLst/>
                      </a:prstGeom>
                      <a:noFill/>
                      <a:ln w="38100">
                        <a:noFill/>
                        <a:miter/>
                      </a:ln>
                    </p:spPr>
                  </p:pic>
                </p:oleObj>
              </mc:Fallback>
            </mc:AlternateContent>
          </a:graphicData>
        </a:graphic>
      </p:graphicFrame>
      <p:sp>
        <p:nvSpPr>
          <p:cNvPr id="37" name="文本框 36" title=""/>
          <p:cNvSpPr txBox="1"/>
          <p:nvPr>
            <p:custDataLst>
              <p:tags r:id="rId58"/>
            </p:custDataLst>
          </p:nvPr>
        </p:nvSpPr>
        <p:spPr>
          <a:xfrm>
            <a:off x="6437630" y="4785995"/>
            <a:ext cx="488950" cy="460375"/>
          </a:xfrm>
          <a:prstGeom prst="rect">
            <a:avLst/>
          </a:prstGeom>
          <a:noFill/>
        </p:spPr>
        <p:txBody>
          <a:bodyPr wrap="none" rtlCol="0" anchor="t">
            <a:spAutoFit/>
          </a:bodyPr>
          <a:lstStyle/>
          <a:p>
            <a:r>
              <a:rPr lang="zh-CN" altLang="en-US" sz="2400" b="1">
                <a:solidFill>
                  <a:schemeClr val="accent2"/>
                </a:solidFill>
                <a:latin typeface="黑体"/>
                <a:ea typeface="黑体"/>
              </a:rPr>
              <a:t>真</a:t>
            </a:r>
            <a:endParaRPr lang="zh-CN" altLang="en-US" sz="3200" b="1">
              <a:solidFill>
                <a:srgbClr val="FF0000"/>
              </a:solidFill>
              <a:latin typeface="黑体"/>
              <a:ea typeface="黑体"/>
            </a:endParaRPr>
          </a:p>
        </p:txBody>
      </p:sp>
      <p:grpSp>
        <p:nvGrpSpPr>
          <p:cNvPr id="41" name="组合 40" title=""/>
          <p:cNvGrpSpPr/>
          <p:nvPr>
            <p:custDataLst>
              <p:tags r:id="rId59"/>
            </p:custDataLst>
          </p:nvPr>
        </p:nvGrpSpPr>
        <p:grpSpPr>
          <a:xfrm>
            <a:off x="2259291" y="1701800"/>
            <a:ext cx="3919220" cy="536575"/>
            <a:chOff x="5076" y="2680"/>
            <a:chExt cx="6172" cy="845"/>
          </a:xfrm>
        </p:grpSpPr>
        <p:sp>
          <p:nvSpPr>
            <p:cNvPr id="38" name="圆角矩形 37"/>
            <p:cNvSpPr/>
            <p:nvPr>
              <p:custDataLst>
                <p:tags r:id="rId60"/>
              </p:custDataLst>
            </p:nvPr>
          </p:nvSpPr>
          <p:spPr>
            <a:xfrm>
              <a:off x="5076" y="2680"/>
              <a:ext cx="6172" cy="845"/>
            </a:xfrm>
            <a:prstGeom prst="roundRect">
              <a:avLst>
                <a:gd name="adj" fmla="val 0"/>
              </a:avLst>
            </a:prstGeom>
            <a:gradFill>
              <a:gsLst>
                <a:gs pos="0">
                  <a:srgbClr val="4175FC">
                    <a:alpha val="46000"/>
                  </a:srgbClr>
                </a:gs>
                <a:gs pos="100000">
                  <a:schemeClr val="accent2">
                    <a:alpha val="63000"/>
                  </a:schemeClr>
                </a:gs>
              </a:gsLst>
              <a:lin ang="216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sz="2400" b="1">
                <a:solidFill>
                  <a:schemeClr val="bg1"/>
                </a:solidFill>
                <a:latin typeface="Times New Roman" panose="02020603050405020304" pitchFamily="18" charset="0"/>
                <a:ea typeface="黑体"/>
                <a:cs typeface="Times New Roman" panose="02020603050405020304" pitchFamily="18" charset="0"/>
                <a:sym typeface="+mn-ea"/>
              </a:endParaRPr>
            </a:p>
          </p:txBody>
        </p:sp>
        <p:graphicFrame>
          <p:nvGraphicFramePr>
            <p:cNvPr id="39" name="对象 38"/>
            <p:cNvGraphicFramePr>
              <a:graphicFrameLocks noChangeAspect="1"/>
            </p:cNvGraphicFramePr>
            <p:nvPr>
              <p:custDataLst>
                <p:tags r:id="rId61"/>
              </p:custDataLst>
            </p:nvPr>
          </p:nvGraphicFramePr>
          <p:xfrm>
            <a:off x="5076" y="2724"/>
            <a:ext cx="6172" cy="790"/>
          </p:xfrm>
          <a:graphic>
            <a:graphicData uri="http://schemas.openxmlformats.org/presentationml/2006/ole">
              <mc:AlternateContent>
                <mc:Choice xmlns:v="urn:schemas-microsoft-com:vml" Requires="v">
                  <p:oleObj spid="_x0000_s1087" r:id="rId62" imgW="4015740" imgH="508635" progId="Equation.KSEE3">
                    <p:embed/>
                  </p:oleObj>
                </mc:Choice>
                <mc:Fallback>
                  <p:oleObj r:id="rId62" imgW="4015740" imgH="508635" progId="Equation.KSEE3">
                    <p:embed/>
                    <p:pic>
                      <p:nvPicPr>
                        <p:cNvPr id="0" name="OLE substitute image"/>
                        <p:cNvPicPr/>
                        <p:nvPr/>
                      </p:nvPicPr>
                      <p:blipFill>
                        <a:blip r:embed="rId63"/>
                        <a:stretch>
                          <a:fillRect/>
                        </a:stretch>
                      </p:blipFill>
                      <p:spPr>
                        <a:xfrm>
                          <a:off x="5076" y="2724"/>
                          <a:ext cx="6172" cy="790"/>
                        </a:xfrm>
                        <a:prstGeom prst="rect">
                          <a:avLst/>
                        </a:prstGeom>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500"/>
                                        <p:tgtEl>
                                          <p:spTgt spid="37"/>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nodeType="with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 grpId="0"/>
    </p:bldLst>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8" name="图片 7" title=""/>
          <p:cNvPicPr>
            <a:picLocks noChangeAspect="1"/>
          </p:cNvPicPr>
          <p:nvPr>
            <p:custDataLst>
              <p:tags r:id="rId4"/>
            </p:custDataLst>
          </p:nvPr>
        </p:nvPicPr>
        <p:blipFill>
          <a:blip r:embed="rId3"/>
          <a:srcRect l="36" r="36"/>
          <a:stretch>
            <a:fillRect/>
          </a:stretch>
        </p:blipFill>
        <p:spPr>
          <a:xfrm>
            <a:off x="2540" y="0"/>
            <a:ext cx="12189460" cy="6858000"/>
          </a:xfrm>
          <a:prstGeom prst="rect">
            <a:avLst/>
          </a:prstGeom>
        </p:spPr>
      </p:pic>
      <p:grpSp>
        <p:nvGrpSpPr>
          <p:cNvPr id="22" name="组合 21" title=""/>
          <p:cNvGrpSpPr/>
          <p:nvPr>
            <p:custDataLst>
              <p:tags r:id="rId5"/>
            </p:custDataLst>
          </p:nvPr>
        </p:nvGrpSpPr>
        <p:grpSpPr>
          <a:xfrm flipH="1">
            <a:off x="914400" y="1318230"/>
            <a:ext cx="10363200" cy="4221540"/>
            <a:chOff x="838200" y="1460500"/>
            <a:chExt cx="9664700" cy="3937000"/>
          </a:xfrm>
        </p:grpSpPr>
        <p:sp>
          <p:nvSpPr>
            <p:cNvPr id="13" name="矩形: 圆角 12"/>
            <p:cNvSpPr/>
            <p:nvPr>
              <p:custDataLst>
                <p:tags r:id="rId6"/>
              </p:custDataLst>
            </p:nvPr>
          </p:nvSpPr>
          <p:spPr>
            <a:xfrm>
              <a:off x="838200" y="1460500"/>
              <a:ext cx="9664700" cy="3937000"/>
            </a:xfrm>
            <a:prstGeom prst="roundRect">
              <a:avLst>
                <a:gd name="adj" fmla="val 9794"/>
              </a:avLst>
            </a:prstGeom>
            <a:gradFill>
              <a:gsLst>
                <a:gs pos="52000">
                  <a:srgbClr val="FFFFFF">
                    <a:alpha val="100000"/>
                  </a:srgbClr>
                </a:gs>
                <a:gs pos="0">
                  <a:schemeClr val="bg1">
                    <a:alpha val="78000"/>
                  </a:schemeClr>
                </a:gs>
                <a:gs pos="100000">
                  <a:schemeClr val="bg1">
                    <a:alpha val="3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7"/>
              </p:custDataLst>
            </p:nvPr>
          </p:nvSpPr>
          <p:spPr>
            <a:xfrm>
              <a:off x="8109821" y="1460500"/>
              <a:ext cx="2393079" cy="2163898"/>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50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圆角 30" title=""/>
          <p:cNvSpPr/>
          <p:nvPr>
            <p:custDataLst>
              <p:tags r:id="rId8"/>
            </p:custDataLst>
          </p:nvPr>
        </p:nvSpPr>
        <p:spPr>
          <a:xfrm flipV="1">
            <a:off x="8349137" y="2657103"/>
            <a:ext cx="1674812" cy="47625"/>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title=""/>
          <p:cNvGrpSpPr/>
          <p:nvPr>
            <p:custDataLst>
              <p:tags r:id="rId9"/>
            </p:custDataLst>
          </p:nvPr>
        </p:nvGrpSpPr>
        <p:grpSpPr>
          <a:xfrm flipH="1">
            <a:off x="10644249" y="1800935"/>
            <a:ext cx="176150" cy="780068"/>
            <a:chOff x="8290832" y="4887686"/>
            <a:chExt cx="296617" cy="1313542"/>
          </a:xfrm>
          <a:solidFill>
            <a:srgbClr val="4076FD"/>
          </a:solidFill>
        </p:grpSpPr>
        <p:grpSp>
          <p:nvGrpSpPr>
            <p:cNvPr id="33" name="组合 32"/>
            <p:cNvGrpSpPr/>
            <p:nvPr>
              <p:custDataLst>
                <p:tags r:id="rId10"/>
              </p:custDataLst>
            </p:nvPr>
          </p:nvGrpSpPr>
          <p:grpSpPr>
            <a:xfrm>
              <a:off x="8452757" y="5040086"/>
              <a:ext cx="134692" cy="1161142"/>
              <a:chOff x="8490857" y="4963886"/>
              <a:chExt cx="134692" cy="1161142"/>
            </a:xfrm>
            <a:grpFill/>
          </p:grpSpPr>
          <p:sp>
            <p:nvSpPr>
              <p:cNvPr id="40" name="等腰三角形 39"/>
              <p:cNvSpPr/>
              <p:nvPr>
                <p:custDataLst>
                  <p:tags r:id="rId11"/>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2"/>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3"/>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14"/>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15"/>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16"/>
              </p:custDataLst>
            </p:nvPr>
          </p:nvGrpSpPr>
          <p:grpSpPr>
            <a:xfrm>
              <a:off x="8290832" y="4887686"/>
              <a:ext cx="134692" cy="1161142"/>
              <a:chOff x="8490857" y="4963886"/>
              <a:chExt cx="134692" cy="1161142"/>
            </a:xfrm>
            <a:grpFill/>
          </p:grpSpPr>
          <p:sp>
            <p:nvSpPr>
              <p:cNvPr id="35" name="等腰三角形 34"/>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8" name="文本框 57" title=""/>
          <p:cNvSpPr txBox="1"/>
          <p:nvPr>
            <p:custDataLst>
              <p:tags r:id="rId22"/>
            </p:custDataLst>
          </p:nvPr>
        </p:nvSpPr>
        <p:spPr>
          <a:xfrm>
            <a:off x="4414463" y="5061188"/>
            <a:ext cx="3363074" cy="368300"/>
          </a:xfrm>
          <a:prstGeom prst="rect">
            <a:avLst/>
          </a:prstGeom>
          <a:noFill/>
        </p:spPr>
        <p:txBody>
          <a:bodyPr wrap="square" rtlCol="0">
            <a:spAutoFit/>
          </a:bodyPr>
          <a:lstStyle/>
          <a:p>
            <a:pPr algn="ctr"/>
            <a:r>
              <a:rPr>
                <a:latin typeface="黑体"/>
                <a:ea typeface="黑体"/>
                <a:cs typeface="黑体" panose="02010609060101010101" charset="-122"/>
              </a:rPr>
              <a:t>人教A版2019必修第一册</a:t>
            </a:r>
            <a:endParaRPr>
              <a:latin typeface="黑体"/>
              <a:ea typeface="黑体"/>
              <a:cs typeface="黑体" panose="02010609060101010101" charset="-122"/>
            </a:endParaRPr>
          </a:p>
        </p:txBody>
      </p:sp>
      <p:sp>
        <p:nvSpPr>
          <p:cNvPr id="9" name="矩形: 圆角 13" title=""/>
          <p:cNvSpPr/>
          <p:nvPr>
            <p:custDataLst>
              <p:tags r:id="rId23"/>
            </p:custDataLst>
          </p:nvPr>
        </p:nvSpPr>
        <p:spPr>
          <a:xfrm>
            <a:off x="2306320" y="669925"/>
            <a:ext cx="3429000" cy="34290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4" title=""/>
          <p:cNvSpPr/>
          <p:nvPr>
            <p:custDataLst>
              <p:tags r:id="rId24"/>
            </p:custDataLst>
          </p:nvPr>
        </p:nvSpPr>
        <p:spPr>
          <a:xfrm>
            <a:off x="4820920" y="5845175"/>
            <a:ext cx="4457700" cy="40259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title=""/>
          <p:cNvSpPr txBox="1"/>
          <p:nvPr>
            <p:custDataLst>
              <p:tags r:id="rId25"/>
            </p:custDataLst>
          </p:nvPr>
        </p:nvSpPr>
        <p:spPr>
          <a:xfrm>
            <a:off x="2540" y="2475865"/>
            <a:ext cx="12191365" cy="1677670"/>
          </a:xfrm>
          <a:prstGeom prst="rect">
            <a:avLst/>
          </a:prstGeom>
          <a:noFill/>
        </p:spPr>
        <p:txBody>
          <a:bodyPr wrap="square" rtlCol="0">
            <a:noAutofit/>
          </a:bodyPr>
          <a:lstStyle/>
          <a:p>
            <a:pPr algn="ctr"/>
            <a:r>
              <a:rPr lang="en-US" altLang="zh-CN" sz="4800" b="1">
                <a:solidFill>
                  <a:srgbClr val="4378FD"/>
                </a:solidFill>
                <a:latin typeface="微软雅黑" panose="020b0503020204020204" charset="-122"/>
                <a:ea typeface="微软雅黑" panose="020b0503020204020204" charset="-122"/>
                <a:cs typeface="微软雅黑" panose="020b0503020204020204" charset="-122"/>
              </a:rPr>
              <a:t>THANKS</a:t>
            </a:r>
            <a:endParaRPr lang="zh-CN" altLang="en-US" sz="4800" b="1">
              <a:latin typeface="微软雅黑" panose="020b0503020204020204" charset="-122"/>
              <a:ea typeface="微软雅黑" panose="020b0503020204020204" charset="-122"/>
              <a:cs typeface="微软雅黑" panose="020b0503020204020204" charset="-122"/>
            </a:endParaRPr>
          </a:p>
          <a:p>
            <a:pPr algn="ctr"/>
            <a:r>
              <a:rPr lang="zh-CN" altLang="en-US" sz="4800" b="1">
                <a:latin typeface="微软雅黑" panose="020b0503020204020204" charset="-122"/>
                <a:ea typeface="微软雅黑" panose="020b0503020204020204" charset="-122"/>
                <a:cs typeface="微软雅黑" panose="020b0503020204020204" charset="-122"/>
              </a:rPr>
              <a:t>感谢您的聆听</a:t>
            </a:r>
            <a:endParaRPr lang="zh-CN" altLang="en-US" sz="4800" b="1">
              <a:latin typeface="微软雅黑" panose="020b0503020204020204" charset="-122"/>
              <a:ea typeface="微软雅黑" panose="020b0503020204020204" charset="-122"/>
              <a:cs typeface="微软雅黑" panose="020b0503020204020204" charset="-122"/>
            </a:endParaRPr>
          </a:p>
        </p:txBody>
      </p:sp>
      <p:pic>
        <p:nvPicPr>
          <p:cNvPr id="2" name="图片 1" title=""/>
          <p:cNvPicPr>
            <a:picLocks noChangeAspect="1"/>
          </p:cNvPicPr>
          <p:nvPr userDrawn="1">
            <p:custDataLst>
              <p:tags r:id="rId27"/>
            </p:custDataLst>
          </p:nvPr>
        </p:nvPicPr>
        <p:blipFill>
          <a:blip r:embed="rId26"/>
          <a:srcRect t="193" b="193"/>
          <a:stretch>
            <a:fillRect/>
          </a:stretch>
        </p:blipFill>
        <p:spPr>
          <a:xfrm>
            <a:off x="267335" y="262890"/>
            <a:ext cx="1640840" cy="520700"/>
          </a:xfrm>
          <a:prstGeom prst="rect">
            <a:avLst/>
          </a:prstGeom>
        </p:spPr>
      </p:pic>
    </p:spTree>
  </p:cSld>
  <p:clrMapOvr>
    <a:masterClrMapping/>
  </p:clrMapOvr>
  <p:transition/>
  <p:timing/>
</p:sld>
</file>

<file path=ppt/tags/tag1.xml><?xml version="1.0" encoding="utf-8"?>
<p:tagLst xmlns:p="http://schemas.openxmlformats.org/presentationml/2006/main">
  <p:tag name="AS_UNIQUEID" val="2132"/>
</p:tagLst>
</file>

<file path=ppt/tags/tag2.xml><?xml version="1.0" encoding="utf-8"?>
<p:tagLst xmlns:p="http://schemas.openxmlformats.org/presentationml/2006/main">
  <p:tag name="AS_UNIQUEID" val="2133"/>
</p:tagLst>
</file>

<file path=ppt/tags/tag3.xml><?xml version="1.0" encoding="utf-8"?>
<p:tagLst xmlns:p="http://schemas.openxmlformats.org/presentationml/2006/main">
  <p:tag name="AS_UNIQUEID" val="2134"/>
</p:tagLst>
</file>

<file path=ppt/tags/tag4.xml><?xml version="1.0" encoding="utf-8"?>
<p:tagLst xmlns:p="http://schemas.openxmlformats.org/presentationml/2006/main">
  <p:tag name="AS_UNIQUEID" val="2135"/>
</p:tagLst>
</file>

<file path=ppt/tags/tag5.xml><?xml version="1.0" encoding="utf-8"?>
<p:tagLst xmlns:p="http://schemas.openxmlformats.org/presentationml/2006/main">
  <p:tag name="AS_UNIQUEID" val="2136"/>
</p:tagLst>
</file>

<file path=ppt/tags/tag6.xml><?xml version="1.0" encoding="utf-8"?>
<p:tagLst xmlns:p="http://schemas.openxmlformats.org/presentationml/2006/main">
  <p:tag name="AS_UNIQUEID" val="2137"/>
</p:tagLst>
</file>

<file path=ppt/tags/tag7.xml><?xml version="1.0" encoding="utf-8"?>
<p:tagLst xmlns:p="http://schemas.openxmlformats.org/presentationml/2006/main">
  <p:tag name="AS_UNIQUEID" val="2138"/>
</p:tagLst>
</file>

<file path=ppt/tags/tag8.xml><?xml version="1.0" encoding="utf-8"?>
<p:tagLst xmlns:p="http://schemas.openxmlformats.org/presentationml/2006/main">
  <p:tag name="AS_UNIQUEID" val="2139"/>
</p:tagLst>
</file>

<file path=ppt/tags/tag9.xml><?xml version="1.0" encoding="utf-8"?>
<p:tagLst xmlns:p="http://schemas.openxmlformats.org/presentationml/2006/main">
  <p:tag name="AS_UNIQUEID" val="2140"/>
</p:tagLst>
</file>

<file path=ppt/tags/tag10.xml><?xml version="1.0" encoding="utf-8"?>
<p:tagLst xmlns:p="http://schemas.openxmlformats.org/presentationml/2006/main">
  <p:tag name="AS_UNIQUEID" val="2141"/>
</p:tagLst>
</file>

<file path=ppt/tags/tag11.xml><?xml version="1.0" encoding="utf-8"?>
<p:tagLst xmlns:p="http://schemas.openxmlformats.org/presentationml/2006/main">
  <p:tag name="AS_UNIQUEID" val="2142"/>
</p:tagLst>
</file>

<file path=ppt/tags/tag12.xml><?xml version="1.0" encoding="utf-8"?>
<p:tagLst xmlns:p="http://schemas.openxmlformats.org/presentationml/2006/main">
  <p:tag name="AS_UNIQUEID" val="2143"/>
</p:tagLst>
</file>

<file path=ppt/tags/tag13.xml><?xml version="1.0" encoding="utf-8"?>
<p:tagLst xmlns:p="http://schemas.openxmlformats.org/presentationml/2006/main">
  <p:tag name="AS_UNIQUEID" val="2144"/>
</p:tagLst>
</file>

<file path=ppt/tags/tag14.xml><?xml version="1.0" encoding="utf-8"?>
<p:tagLst xmlns:p="http://schemas.openxmlformats.org/presentationml/2006/main">
  <p:tag name="AS_UNIQUEID" val="2145"/>
</p:tagLst>
</file>

<file path=ppt/tags/tag15.xml><?xml version="1.0" encoding="utf-8"?>
<p:tagLst xmlns:p="http://schemas.openxmlformats.org/presentationml/2006/main">
  <p:tag name="AS_UNIQUEID" val="2146"/>
</p:tagLst>
</file>

<file path=ppt/tags/tag16.xml><?xml version="1.0" encoding="utf-8"?>
<p:tagLst xmlns:p="http://schemas.openxmlformats.org/presentationml/2006/main">
  <p:tag name="AS_UNIQUEID" val="2147"/>
</p:tagLst>
</file>

<file path=ppt/tags/tag17.xml><?xml version="1.0" encoding="utf-8"?>
<p:tagLst xmlns:p="http://schemas.openxmlformats.org/presentationml/2006/main">
  <p:tag name="AS_UNIQUEID" val="2148"/>
</p:tagLst>
</file>

<file path=ppt/tags/tag18.xml><?xml version="1.0" encoding="utf-8"?>
<p:tagLst xmlns:p="http://schemas.openxmlformats.org/presentationml/2006/main">
  <p:tag name="AS_UNIQUEID" val="2149"/>
</p:tagLst>
</file>

<file path=ppt/tags/tag19.xml><?xml version="1.0" encoding="utf-8"?>
<p:tagLst xmlns:p="http://schemas.openxmlformats.org/presentationml/2006/main">
  <p:tag name="AS_UNIQUEID" val="2150"/>
</p:tagLst>
</file>

<file path=ppt/tags/tag20.xml><?xml version="1.0" encoding="utf-8"?>
<p:tagLst xmlns:p="http://schemas.openxmlformats.org/presentationml/2006/main">
  <p:tag name="AS_UNIQUEID" val="2151"/>
</p:tagLst>
</file>

<file path=ppt/tags/tag21.xml><?xml version="1.0" encoding="utf-8"?>
<p:tagLst xmlns:p="http://schemas.openxmlformats.org/presentationml/2006/main">
  <p:tag name="AS_UNIQUEID" val="2152"/>
</p:tagLst>
</file>

<file path=ppt/tags/tag22.xml><?xml version="1.0" encoding="utf-8"?>
<p:tagLst xmlns:p="http://schemas.openxmlformats.org/presentationml/2006/main">
  <p:tag name="AS_UNIQUEID" val="2153"/>
</p:tagLst>
</file>

<file path=ppt/tags/tag23.xml><?xml version="1.0" encoding="utf-8"?>
<p:tagLst xmlns:p="http://schemas.openxmlformats.org/presentationml/2006/main">
  <p:tag name="AS_UNIQUEID" val="2154"/>
</p:tagLst>
</file>

<file path=ppt/tags/tag24.xml><?xml version="1.0" encoding="utf-8"?>
<p:tagLst xmlns:p="http://schemas.openxmlformats.org/presentationml/2006/main">
  <p:tag name="AS_UNIQUEID" val="2155"/>
</p:tagLst>
</file>

<file path=ppt/tags/tag25.xml><?xml version="1.0" encoding="utf-8"?>
<p:tagLst xmlns:p="http://schemas.openxmlformats.org/presentationml/2006/main">
  <p:tag name="AS_UNIQUEID" val="2156"/>
</p:tagLst>
</file>

<file path=ppt/tags/tag26.xml><?xml version="1.0" encoding="utf-8"?>
<p:tagLst xmlns:p="http://schemas.openxmlformats.org/presentationml/2006/main">
  <p:tag name="AS_UNIQUEID" val="2157"/>
</p:tagLst>
</file>

<file path=ppt/tags/tag27.xml><?xml version="1.0" encoding="utf-8"?>
<p:tagLst xmlns:p="http://schemas.openxmlformats.org/presentationml/2006/main">
  <p:tag name="AS_UNIQUEID" val="2158"/>
</p:tagLst>
</file>

<file path=ppt/tags/tag28.xml><?xml version="1.0" encoding="utf-8"?>
<p:tagLst xmlns:p="http://schemas.openxmlformats.org/presentationml/2006/main">
  <p:tag name="AS_UNIQUEID" val="2159"/>
</p:tagLst>
</file>

<file path=ppt/tags/tag29.xml><?xml version="1.0" encoding="utf-8"?>
<p:tagLst xmlns:p="http://schemas.openxmlformats.org/presentationml/2006/main">
  <p:tag name="AS_UNIQUEID" val="2160"/>
</p:tagLst>
</file>

<file path=ppt/tags/tag30.xml><?xml version="1.0" encoding="utf-8"?>
<p:tagLst xmlns:p="http://schemas.openxmlformats.org/presentationml/2006/main">
  <p:tag name="AS_UNIQUEID" val="2161"/>
</p:tagLst>
</file>

<file path=ppt/tags/tag31.xml><?xml version="1.0" encoding="utf-8"?>
<p:tagLst xmlns:p="http://schemas.openxmlformats.org/presentationml/2006/main">
  <p:tag name="AS_UNIQUEID" val="2162"/>
</p:tagLst>
</file>

<file path=ppt/tags/tag32.xml><?xml version="1.0" encoding="utf-8"?>
<p:tagLst xmlns:p="http://schemas.openxmlformats.org/presentationml/2006/main">
  <p:tag name="AS_UNIQUEID" val="2163"/>
</p:tagLst>
</file>

<file path=ppt/tags/tag33.xml><?xml version="1.0" encoding="utf-8"?>
<p:tagLst xmlns:p="http://schemas.openxmlformats.org/presentationml/2006/main">
  <p:tag name="AS_UNIQUEID" val="2164"/>
</p:tagLst>
</file>

<file path=ppt/tags/tag34.xml><?xml version="1.0" encoding="utf-8"?>
<p:tagLst xmlns:p="http://schemas.openxmlformats.org/presentationml/2006/main">
  <p:tag name="AS_UNIQUEID" val="2165"/>
</p:tagLst>
</file>

<file path=ppt/tags/tag35.xml><?xml version="1.0" encoding="utf-8"?>
<p:tagLst xmlns:p="http://schemas.openxmlformats.org/presentationml/2006/main">
  <p:tag name="AS_UNIQUEID" val="2166"/>
</p:tagLst>
</file>

<file path=ppt/tags/tag36.xml><?xml version="1.0" encoding="utf-8"?>
<p:tagLst xmlns:p="http://schemas.openxmlformats.org/presentationml/2006/main">
  <p:tag name="AS_UNIQUEID" val="2167"/>
</p:tagLst>
</file>

<file path=ppt/tags/tag37.xml><?xml version="1.0" encoding="utf-8"?>
<p:tagLst xmlns:p="http://schemas.openxmlformats.org/presentationml/2006/main">
  <p:tag name="AS_UNIQUEID" val="2168"/>
</p:tagLst>
</file>

<file path=ppt/tags/tag38.xml><?xml version="1.0" encoding="utf-8"?>
<p:tagLst xmlns:p="http://schemas.openxmlformats.org/presentationml/2006/main">
  <p:tag name="AS_UNIQUEID" val="2169"/>
</p:tagLst>
</file>

<file path=ppt/tags/tag39.xml><?xml version="1.0" encoding="utf-8"?>
<p:tagLst xmlns:p="http://schemas.openxmlformats.org/presentationml/2006/main">
  <p:tag name="AS_UNIQUEID" val="2170"/>
</p:tagLst>
</file>

<file path=ppt/tags/tag40.xml><?xml version="1.0" encoding="utf-8"?>
<p:tagLst xmlns:p="http://schemas.openxmlformats.org/presentationml/2006/main">
  <p:tag name="AS_UNIQUEID" val="2171"/>
</p:tagLst>
</file>

<file path=ppt/tags/tag41.xml><?xml version="1.0" encoding="utf-8"?>
<p:tagLst xmlns:p="http://schemas.openxmlformats.org/presentationml/2006/main">
  <p:tag name="AS_UNIQUEID" val="2172"/>
</p:tagLst>
</file>

<file path=ppt/tags/tag42.xml><?xml version="1.0" encoding="utf-8"?>
<p:tagLst xmlns:p="http://schemas.openxmlformats.org/presentationml/2006/main">
  <p:tag name="AS_UNIQUEID" val="2173"/>
</p:tagLst>
</file>

<file path=ppt/tags/tag43.xml><?xml version="1.0" encoding="utf-8"?>
<p:tagLst xmlns:p="http://schemas.openxmlformats.org/presentationml/2006/main">
  <p:tag name="AS_UNIQUEID" val="2174"/>
</p:tagLst>
</file>

<file path=ppt/tags/tag44.xml><?xml version="1.0" encoding="utf-8"?>
<p:tagLst xmlns:p="http://schemas.openxmlformats.org/presentationml/2006/main">
  <p:tag name="AS_UNIQUEID" val="2175"/>
</p:tagLst>
</file>

<file path=ppt/tags/tag45.xml><?xml version="1.0" encoding="utf-8"?>
<p:tagLst xmlns:p="http://schemas.openxmlformats.org/presentationml/2006/main">
  <p:tag name="AS_UNIQUEID" val="2176"/>
</p:tagLst>
</file>

<file path=ppt/tags/tag46.xml><?xml version="1.0" encoding="utf-8"?>
<p:tagLst xmlns:p="http://schemas.openxmlformats.org/presentationml/2006/main">
  <p:tag name="AS_UNIQUEID" val="2177"/>
</p:tagLst>
</file>

<file path=ppt/tags/tag47.xml><?xml version="1.0" encoding="utf-8"?>
<p:tagLst xmlns:p="http://schemas.openxmlformats.org/presentationml/2006/main">
  <p:tag name="AS_UNIQUEID" val="2178"/>
  <p:tag name="KSO_WM_BEAUTIFY_FLAG" val=""/>
</p:tagLst>
</file>

<file path=ppt/tags/tag48.xml><?xml version="1.0" encoding="utf-8"?>
<p:tagLst xmlns:p="http://schemas.openxmlformats.org/presentationml/2006/main">
  <p:tag name="AS_UNIQUEID" val="2179"/>
  <p:tag name="KSO_WM_BEAUTIFY_FLAG" val=""/>
</p:tagLst>
</file>

<file path=ppt/tags/tag49.xml><?xml version="1.0" encoding="utf-8"?>
<p:tagLst xmlns:p="http://schemas.openxmlformats.org/presentationml/2006/main">
  <p:tag name="AS_UNIQUEID" val="2180"/>
  <p:tag name="KSO_WM_BEAUTIFY_FLAG" val=""/>
</p:tagLst>
</file>

<file path=ppt/tags/tag50.xml><?xml version="1.0" encoding="utf-8"?>
<p:tagLst xmlns:p="http://schemas.openxmlformats.org/presentationml/2006/main">
  <p:tag name="AS_UNIQUEID" val="2181"/>
  <p:tag name="KSO_WM_BEAUTIFY_FLAG" val=""/>
</p:tagLst>
</file>

<file path=ppt/tags/tag51.xml><?xml version="1.0" encoding="utf-8"?>
<p:tagLst xmlns:p="http://schemas.openxmlformats.org/presentationml/2006/main">
  <p:tag name="AS_UNIQUEID" val="2182"/>
</p:tagLst>
</file>

<file path=ppt/tags/tag52.xml><?xml version="1.0" encoding="utf-8"?>
<p:tagLst xmlns:p="http://schemas.openxmlformats.org/presentationml/2006/main">
  <p:tag name="AS_UNIQUEID" val="2183"/>
</p:tagLst>
</file>

<file path=ppt/tags/tag53.xml><?xml version="1.0" encoding="utf-8"?>
<p:tagLst xmlns:p="http://schemas.openxmlformats.org/presentationml/2006/main">
  <p:tag name="AS_UNIQUEID" val="2184"/>
</p:tagLst>
</file>

<file path=ppt/tags/tag54.xml><?xml version="1.0" encoding="utf-8"?>
<p:tagLst xmlns:p="http://schemas.openxmlformats.org/presentationml/2006/main">
  <p:tag name="AS_UNIQUEID" val="2185"/>
</p:tagLst>
</file>

<file path=ppt/tags/tag55.xml><?xml version="1.0" encoding="utf-8"?>
<p:tagLst xmlns:p="http://schemas.openxmlformats.org/presentationml/2006/main">
  <p:tag name="AS_UNIQUEID" val="2186"/>
</p:tagLst>
</file>

<file path=ppt/tags/tag56.xml><?xml version="1.0" encoding="utf-8"?>
<p:tagLst xmlns:p="http://schemas.openxmlformats.org/presentationml/2006/main">
  <p:tag name="AS_UNIQUEID" val="2187"/>
  <p:tag name="KSO_WM_DIAGRAM_VIRTUALLY_FRAME" val="{&quot;height&quot;:430.1414173228346,&quot;left&quot;:352.95,&quot;top&quot;:62,&quot;width&quot;:546.05}"/>
</p:tagLst>
</file>

<file path=ppt/tags/tag57.xml><?xml version="1.0" encoding="utf-8"?>
<p:tagLst xmlns:p="http://schemas.openxmlformats.org/presentationml/2006/main">
  <p:tag name="AS_UNIQUEID" val="2188"/>
  <p:tag name="KSO_WM_DIAGRAM_VIRTUALLY_FRAME" val="{&quot;height&quot;:430.1414173228346,&quot;left&quot;:352.95,&quot;top&quot;:62,&quot;width&quot;:546.05}"/>
</p:tagLst>
</file>

<file path=ppt/tags/tag58.xml><?xml version="1.0" encoding="utf-8"?>
<p:tagLst xmlns:p="http://schemas.openxmlformats.org/presentationml/2006/main">
  <p:tag name="AS_UNIQUEID" val="2189"/>
  <p:tag name="KSO_WM_DIAGRAM_VIRTUALLY_FRAME" val="{&quot;height&quot;:430.1414173228346,&quot;left&quot;:352.95,&quot;top&quot;:62,&quot;width&quot;:546.05}"/>
</p:tagLst>
</file>

<file path=ppt/tags/tag59.xml><?xml version="1.0" encoding="utf-8"?>
<p:tagLst xmlns:p="http://schemas.openxmlformats.org/presentationml/2006/main">
  <p:tag name="AS_UNIQUEID" val="2190"/>
  <p:tag name="KSO_WM_DIAGRAM_VIRTUALLY_FRAME" val="{&quot;height&quot;:430.1414173228346,&quot;left&quot;:352.95,&quot;top&quot;:62,&quot;width&quot;:546.05}"/>
</p:tagLst>
</file>

<file path=ppt/tags/tag60.xml><?xml version="1.0" encoding="utf-8"?>
<p:tagLst xmlns:p="http://schemas.openxmlformats.org/presentationml/2006/main">
  <p:tag name="AS_UNIQUEID" val="2191"/>
  <p:tag name="KSO_WM_DIAGRAM_VIRTUALLY_FRAME" val="{&quot;height&quot;:430.1414173228346,&quot;left&quot;:352.95,&quot;top&quot;:62,&quot;width&quot;:546.05}"/>
</p:tagLst>
</file>

<file path=ppt/tags/tag61.xml><?xml version="1.0" encoding="utf-8"?>
<p:tagLst xmlns:p="http://schemas.openxmlformats.org/presentationml/2006/main">
  <p:tag name="AS_UNIQUEID" val="2192"/>
  <p:tag name="KSO_WM_DIAGRAM_VIRTUALLY_FRAME" val="{&quot;height&quot;:430.1414173228346,&quot;left&quot;:352.95,&quot;top&quot;:62,&quot;width&quot;:546.05}"/>
</p:tagLst>
</file>

<file path=ppt/tags/tag62.xml><?xml version="1.0" encoding="utf-8"?>
<p:tagLst xmlns:p="http://schemas.openxmlformats.org/presentationml/2006/main">
  <p:tag name="AS_UNIQUEID" val="2193"/>
  <p:tag name="KSO_WM_BEAUTIFY_FLAG" val=""/>
  <p:tag name="KSO_WM_DIAGRAM_VIRTUALLY_FRAME" val="{&quot;height&quot;:430.1414173228346,&quot;left&quot;:352.95,&quot;top&quot;:62,&quot;width&quot;:546.05}"/>
</p:tagLst>
</file>

<file path=ppt/tags/tag63.xml><?xml version="1.0" encoding="utf-8"?>
<p:tagLst xmlns:p="http://schemas.openxmlformats.org/presentationml/2006/main">
  <p:tag name="AS_UNIQUEID" val="2194"/>
  <p:tag name="KSO_WM_DIAGRAM_VIRTUALLY_FRAME" val="{&quot;height&quot;:430.1414173228346,&quot;left&quot;:352.95,&quot;top&quot;:62,&quot;width&quot;:546.05}"/>
</p:tagLst>
</file>

<file path=ppt/tags/tag64.xml><?xml version="1.0" encoding="utf-8"?>
<p:tagLst xmlns:p="http://schemas.openxmlformats.org/presentationml/2006/main">
  <p:tag name="AS_UNIQUEID" val="2195"/>
  <p:tag name="KSO_WM_DIAGRAM_VIRTUALLY_FRAME" val="{&quot;height&quot;:430.1414173228346,&quot;left&quot;:352.95,&quot;top&quot;:62,&quot;width&quot;:546.05}"/>
</p:tagLst>
</file>

<file path=ppt/tags/tag65.xml><?xml version="1.0" encoding="utf-8"?>
<p:tagLst xmlns:p="http://schemas.openxmlformats.org/presentationml/2006/main">
  <p:tag name="AS_UNIQUEID" val="2196"/>
  <p:tag name="KSO_WM_DIAGRAM_VIRTUALLY_FRAME" val="{&quot;height&quot;:430.1414173228346,&quot;left&quot;:352.95,&quot;top&quot;:62,&quot;width&quot;:546.05}"/>
</p:tagLst>
</file>

<file path=ppt/tags/tag66.xml><?xml version="1.0" encoding="utf-8"?>
<p:tagLst xmlns:p="http://schemas.openxmlformats.org/presentationml/2006/main">
  <p:tag name="AS_UNIQUEID" val="2197"/>
  <p:tag name="KSO_WM_DIAGRAM_VIRTUALLY_FRAME" val="{&quot;height&quot;:430.1414173228346,&quot;left&quot;:352.95,&quot;top&quot;:62,&quot;width&quot;:546.05}"/>
</p:tagLst>
</file>

<file path=ppt/tags/tag67.xml><?xml version="1.0" encoding="utf-8"?>
<p:tagLst xmlns:p="http://schemas.openxmlformats.org/presentationml/2006/main">
  <p:tag name="AS_UNIQUEID" val="2198"/>
</p:tagLst>
</file>

<file path=ppt/tags/tag68.xml><?xml version="1.0" encoding="utf-8"?>
<p:tagLst xmlns:p="http://schemas.openxmlformats.org/presentationml/2006/main">
  <p:tag name="AS_UNIQUEID" val="2199"/>
</p:tagLst>
</file>

<file path=ppt/tags/tag69.xml><?xml version="1.0" encoding="utf-8"?>
<p:tagLst xmlns:p="http://schemas.openxmlformats.org/presentationml/2006/main">
  <p:tag name="AS_UNIQUEID" val="2200"/>
</p:tagLst>
</file>

<file path=ppt/tags/tag70.xml><?xml version="1.0" encoding="utf-8"?>
<p:tagLst xmlns:p="http://schemas.openxmlformats.org/presentationml/2006/main">
  <p:tag name="AS_UNIQUEID" val="2201"/>
</p:tagLst>
</file>

<file path=ppt/tags/tag71.xml><?xml version="1.0" encoding="utf-8"?>
<p:tagLst xmlns:p="http://schemas.openxmlformats.org/presentationml/2006/main">
  <p:tag name="AS_UNIQUEID" val="2202"/>
</p:tagLst>
</file>

<file path=ppt/tags/tag72.xml><?xml version="1.0" encoding="utf-8"?>
<p:tagLst xmlns:p="http://schemas.openxmlformats.org/presentationml/2006/main">
  <p:tag name="AS_UNIQUEID" val="2203"/>
</p:tagLst>
</file>

<file path=ppt/tags/tag73.xml><?xml version="1.0" encoding="utf-8"?>
<p:tagLst xmlns:p="http://schemas.openxmlformats.org/presentationml/2006/main">
  <p:tag name="AS_UNIQUEID" val="2204"/>
</p:tagLst>
</file>

<file path=ppt/tags/tag74.xml><?xml version="1.0" encoding="utf-8"?>
<p:tagLst xmlns:p="http://schemas.openxmlformats.org/presentationml/2006/main">
  <p:tag name="AS_UNIQUEID" val="2205"/>
</p:tagLst>
</file>

<file path=ppt/tags/tag75.xml><?xml version="1.0" encoding="utf-8"?>
<p:tagLst xmlns:p="http://schemas.openxmlformats.org/presentationml/2006/main">
  <p:tag name="AS_UNIQUEID" val="2206"/>
</p:tagLst>
</file>

<file path=ppt/tags/tag76.xml><?xml version="1.0" encoding="utf-8"?>
<p:tagLst xmlns:p="http://schemas.openxmlformats.org/presentationml/2006/main">
  <p:tag name="AS_UNIQUEID" val="2207"/>
</p:tagLst>
</file>

<file path=ppt/tags/tag77.xml><?xml version="1.0" encoding="utf-8"?>
<p:tagLst xmlns:p="http://schemas.openxmlformats.org/presentationml/2006/main">
  <p:tag name="AS_UNIQUEID" val="2208"/>
  <p:tag name="KSO_WM_BEAUTIFY_FLAG" val=""/>
</p:tagLst>
</file>

<file path=ppt/tags/tag78.xml><?xml version="1.0" encoding="utf-8"?>
<p:tagLst xmlns:p="http://schemas.openxmlformats.org/presentationml/2006/main">
  <p:tag name="AS_UNIQUEID" val="2209"/>
  <p:tag name="KSO_WM_BEAUTIFY_FLAG" val=""/>
</p:tagLst>
</file>

<file path=ppt/tags/tag79.xml><?xml version="1.0" encoding="utf-8"?>
<p:tagLst xmlns:p="http://schemas.openxmlformats.org/presentationml/2006/main">
  <p:tag name="AS_UNIQUEID" val="2210"/>
  <p:tag name="KSO_WM_BEAUTIFY_FLAG" val=""/>
</p:tagLst>
</file>

<file path=ppt/tags/tag80.xml><?xml version="1.0" encoding="utf-8"?>
<p:tagLst xmlns:p="http://schemas.openxmlformats.org/presentationml/2006/main">
  <p:tag name="AS_UNIQUEID" val="2211"/>
  <p:tag name="KSO_WM_BEAUTIFY_FLAG" val=""/>
</p:tagLst>
</file>

<file path=ppt/tags/tag81.xml><?xml version="1.0" encoding="utf-8"?>
<p:tagLst xmlns:p="http://schemas.openxmlformats.org/presentationml/2006/main">
  <p:tag name="AS_UNIQUEID" val="2212"/>
  <p:tag name="KSO_WM_BEAUTIFY_FLAG" val=""/>
</p:tagLst>
</file>

<file path=ppt/tags/tag82.xml><?xml version="1.0" encoding="utf-8"?>
<p:tagLst xmlns:p="http://schemas.openxmlformats.org/presentationml/2006/main">
  <p:tag name="AS_UNIQUEID" val="2213"/>
</p:tagLst>
</file>

<file path=ppt/tags/tag83.xml><?xml version="1.0" encoding="utf-8"?>
<p:tagLst xmlns:p="http://schemas.openxmlformats.org/presentationml/2006/main">
  <p:tag name="AS_UNIQUEID" val="2214"/>
  <p:tag name="KSO_WM_BEAUTIFY_FLAG" val=""/>
</p:tagLst>
</file>

<file path=ppt/tags/tag84.xml><?xml version="1.0" encoding="utf-8"?>
<p:tagLst xmlns:p="http://schemas.openxmlformats.org/presentationml/2006/main">
  <p:tag name="AS_UNIQUEID" val="2215"/>
  <p:tag name="KSO_WM_BEAUTIFY_FLAG" val=""/>
</p:tagLst>
</file>

<file path=ppt/tags/tag85.xml><?xml version="1.0" encoding="utf-8"?>
<p:tagLst xmlns:p="http://schemas.openxmlformats.org/presentationml/2006/main">
  <p:tag name="AS_UNIQUEID" val="2216"/>
  <p:tag name="KSO_WM_BEAUTIFY_FLAG" val=""/>
</p:tagLst>
</file>

<file path=ppt/tags/tag86.xml><?xml version="1.0" encoding="utf-8"?>
<p:tagLst xmlns:p="http://schemas.openxmlformats.org/presentationml/2006/main">
  <p:tag name="AS_UNIQUEID" val="2217"/>
  <p:tag name="KSO_WM_BEAUTIFY_FLAG" val=""/>
</p:tagLst>
</file>

<file path=ppt/tags/tag87.xml><?xml version="1.0" encoding="utf-8"?>
<p:tagLst xmlns:p="http://schemas.openxmlformats.org/presentationml/2006/main">
  <p:tag name="AS_UNIQUEID" val="2218"/>
  <p:tag name="KSO_WM_BEAUTIFY_FLAG" val=""/>
</p:tagLst>
</file>

<file path=ppt/tags/tag88.xml><?xml version="1.0" encoding="utf-8"?>
<p:tagLst xmlns:p="http://schemas.openxmlformats.org/presentationml/2006/main">
  <p:tag name="AS_UNIQUEID" val="2219"/>
  <p:tag name="KSO_WM_BEAUTIFY_FLAG" val=""/>
</p:tagLst>
</file>

<file path=ppt/tags/tag89.xml><?xml version="1.0" encoding="utf-8"?>
<p:tagLst xmlns:p="http://schemas.openxmlformats.org/presentationml/2006/main">
  <p:tag name="AS_UNIQUEID" val="2220"/>
</p:tagLst>
</file>

<file path=ppt/tags/tag90.xml><?xml version="1.0" encoding="utf-8"?>
<p:tagLst xmlns:p="http://schemas.openxmlformats.org/presentationml/2006/main">
  <p:tag name="AS_UNIQUEID" val="2221"/>
</p:tagLst>
</file>

<file path=ppt/tags/tag91.xml><?xml version="1.0" encoding="utf-8"?>
<p:tagLst xmlns:p="http://schemas.openxmlformats.org/presentationml/2006/main">
  <p:tag name="AS_UNIQUEID" val="2222"/>
  <p:tag name="KSO_WM_BEAUTIFY_FLAG" val=""/>
</p:tagLst>
</file>

<file path=ppt/tags/tag92.xml><?xml version="1.0" encoding="utf-8"?>
<p:tagLst xmlns:p="http://schemas.openxmlformats.org/presentationml/2006/main">
  <p:tag name="AS_UNIQUEID" val="2223"/>
  <p:tag name="KSO_WM_BEAUTIFY_FLAG" val=""/>
</p:tagLst>
</file>

<file path=ppt/tags/tag93.xml><?xml version="1.0" encoding="utf-8"?>
<p:tagLst xmlns:p="http://schemas.openxmlformats.org/presentationml/2006/main">
  <p:tag name="AS_UNIQUEID" val="2224"/>
  <p:tag name="KSO_WM_BEAUTIFY_FLAG" val=""/>
</p:tagLst>
</file>

<file path=ppt/tags/tag94.xml><?xml version="1.0" encoding="utf-8"?>
<p:tagLst xmlns:p="http://schemas.openxmlformats.org/presentationml/2006/main">
  <p:tag name="AS_UNIQUEID" val="2225"/>
  <p:tag name="KSO_WM_BEAUTIFY_FLAG" val=""/>
</p:tagLst>
</file>

<file path=ppt/tags/tag95.xml><?xml version="1.0" encoding="utf-8"?>
<p:tagLst xmlns:p="http://schemas.openxmlformats.org/presentationml/2006/main">
  <p:tag name="AS_UNIQUEID" val="2226"/>
  <p:tag name="KSO_WM_BEAUTIFY_FLAG" val=""/>
</p:tagLst>
</file>

<file path=ppt/tags/tag96.xml><?xml version="1.0" encoding="utf-8"?>
<p:tagLst xmlns:p="http://schemas.openxmlformats.org/presentationml/2006/main">
  <p:tag name="AS_UNIQUEID" val="2227"/>
  <p:tag name="KSO_WM_BEAUTIFY_FLAG" val=""/>
</p:tagLst>
</file>

<file path=ppt/tags/tag97.xml><?xml version="1.0" encoding="utf-8"?>
<p:tagLst xmlns:p="http://schemas.openxmlformats.org/presentationml/2006/main">
  <p:tag name="AS_UNIQUEID" val="2228"/>
</p:tagLst>
</file>

<file path=ppt/tags/tag98.xml><?xml version="1.0" encoding="utf-8"?>
<p:tagLst xmlns:p="http://schemas.openxmlformats.org/presentationml/2006/main">
  <p:tag name="AS_UNIQUEID" val="2229"/>
</p:tagLst>
</file>

<file path=ppt/tags/tag99.xml><?xml version="1.0" encoding="utf-8"?>
<p:tagLst xmlns:p="http://schemas.openxmlformats.org/presentationml/2006/main">
  <p:tag name="AS_UNIQUEID" val="2230"/>
</p:tagLst>
</file>

<file path=ppt/tags/tag100.xml><?xml version="1.0" encoding="utf-8"?>
<p:tagLst xmlns:p="http://schemas.openxmlformats.org/presentationml/2006/main">
  <p:tag name="AS_UNIQUEID" val="2231"/>
</p:tagLst>
</file>

<file path=ppt/tags/tag101.xml><?xml version="1.0" encoding="utf-8"?>
<p:tagLst xmlns:p="http://schemas.openxmlformats.org/presentationml/2006/main">
  <p:tag name="AS_UNIQUEID" val="2232"/>
</p:tagLst>
</file>

<file path=ppt/tags/tag102.xml><?xml version="1.0" encoding="utf-8"?>
<p:tagLst xmlns:p="http://schemas.openxmlformats.org/presentationml/2006/main">
  <p:tag name="AS_UNIQUEID" val="2233"/>
</p:tagLst>
</file>

<file path=ppt/tags/tag103.xml><?xml version="1.0" encoding="utf-8"?>
<p:tagLst xmlns:p="http://schemas.openxmlformats.org/presentationml/2006/main">
  <p:tag name="AS_UNIQUEID" val="2234"/>
</p:tagLst>
</file>

<file path=ppt/tags/tag104.xml><?xml version="1.0" encoding="utf-8"?>
<p:tagLst xmlns:p="http://schemas.openxmlformats.org/presentationml/2006/main">
  <p:tag name="AS_UNIQUEID" val="2235"/>
</p:tagLst>
</file>

<file path=ppt/tags/tag105.xml><?xml version="1.0" encoding="utf-8"?>
<p:tagLst xmlns:p="http://schemas.openxmlformats.org/presentationml/2006/main">
  <p:tag name="AS_UNIQUEID" val="2236"/>
</p:tagLst>
</file>

<file path=ppt/tags/tag106.xml><?xml version="1.0" encoding="utf-8"?>
<p:tagLst xmlns:p="http://schemas.openxmlformats.org/presentationml/2006/main">
  <p:tag name="AS_UNIQUEID" val="2237"/>
</p:tagLst>
</file>

<file path=ppt/tags/tag107.xml><?xml version="1.0" encoding="utf-8"?>
<p:tagLst xmlns:p="http://schemas.openxmlformats.org/presentationml/2006/main">
  <p:tag name="AS_UNIQUEID" val="2238"/>
</p:tagLst>
</file>

<file path=ppt/tags/tag108.xml><?xml version="1.0" encoding="utf-8"?>
<p:tagLst xmlns:p="http://schemas.openxmlformats.org/presentationml/2006/main">
  <p:tag name="AS_UNIQUEID" val="2239"/>
</p:tagLst>
</file>

<file path=ppt/tags/tag109.xml><?xml version="1.0" encoding="utf-8"?>
<p:tagLst xmlns:p="http://schemas.openxmlformats.org/presentationml/2006/main">
  <p:tag name="AS_UNIQUEID" val="2240"/>
</p:tagLst>
</file>

<file path=ppt/tags/tag110.xml><?xml version="1.0" encoding="utf-8"?>
<p:tagLst xmlns:p="http://schemas.openxmlformats.org/presentationml/2006/main">
  <p:tag name="AS_UNIQUEID" val="2241"/>
</p:tagLst>
</file>

<file path=ppt/tags/tag111.xml><?xml version="1.0" encoding="utf-8"?>
<p:tagLst xmlns:p="http://schemas.openxmlformats.org/presentationml/2006/main">
  <p:tag name="AS_UNIQUEID" val="2242"/>
</p:tagLst>
</file>

<file path=ppt/tags/tag112.xml><?xml version="1.0" encoding="utf-8"?>
<p:tagLst xmlns:p="http://schemas.openxmlformats.org/presentationml/2006/main">
  <p:tag name="AS_UNIQUEID" val="2243"/>
</p:tagLst>
</file>

<file path=ppt/tags/tag113.xml><?xml version="1.0" encoding="utf-8"?>
<p:tagLst xmlns:p="http://schemas.openxmlformats.org/presentationml/2006/main">
  <p:tag name="AS_UNIQUEID" val="2244"/>
</p:tagLst>
</file>

<file path=ppt/tags/tag114.xml><?xml version="1.0" encoding="utf-8"?>
<p:tagLst xmlns:p="http://schemas.openxmlformats.org/presentationml/2006/main">
  <p:tag name="AS_UNIQUEID" val="2245"/>
</p:tagLst>
</file>

<file path=ppt/tags/tag115.xml><?xml version="1.0" encoding="utf-8"?>
<p:tagLst xmlns:p="http://schemas.openxmlformats.org/presentationml/2006/main">
  <p:tag name="AS_UNIQUEID" val="2246"/>
</p:tagLst>
</file>

<file path=ppt/tags/tag116.xml><?xml version="1.0" encoding="utf-8"?>
<p:tagLst xmlns:p="http://schemas.openxmlformats.org/presentationml/2006/main">
  <p:tag name="AS_UNIQUEID" val="2247"/>
</p:tagLst>
</file>

<file path=ppt/tags/tag117.xml><?xml version="1.0" encoding="utf-8"?>
<p:tagLst xmlns:p="http://schemas.openxmlformats.org/presentationml/2006/main">
  <p:tag name="AS_UNIQUEID" val="2248"/>
</p:tagLst>
</file>

<file path=ppt/tags/tag118.xml><?xml version="1.0" encoding="utf-8"?>
<p:tagLst xmlns:p="http://schemas.openxmlformats.org/presentationml/2006/main">
  <p:tag name="AS_UNIQUEID" val="2249"/>
</p:tagLst>
</file>

<file path=ppt/tags/tag119.xml><?xml version="1.0" encoding="utf-8"?>
<p:tagLst xmlns:p="http://schemas.openxmlformats.org/presentationml/2006/main">
  <p:tag name="AS_UNIQUEID" val="2250"/>
</p:tagLst>
</file>

<file path=ppt/tags/tag120.xml><?xml version="1.0" encoding="utf-8"?>
<p:tagLst xmlns:p="http://schemas.openxmlformats.org/presentationml/2006/main">
  <p:tag name="AS_UNIQUEID" val="2251"/>
</p:tagLst>
</file>

<file path=ppt/tags/tag121.xml><?xml version="1.0" encoding="utf-8"?>
<p:tagLst xmlns:p="http://schemas.openxmlformats.org/presentationml/2006/main">
  <p:tag name="AS_UNIQUEID" val="2252"/>
</p:tagLst>
</file>

<file path=ppt/tags/tag122.xml><?xml version="1.0" encoding="utf-8"?>
<p:tagLst xmlns:p="http://schemas.openxmlformats.org/presentationml/2006/main">
  <p:tag name="AS_UNIQUEID" val="2253"/>
</p:tagLst>
</file>

<file path=ppt/tags/tag123.xml><?xml version="1.0" encoding="utf-8"?>
<p:tagLst xmlns:p="http://schemas.openxmlformats.org/presentationml/2006/main">
  <p:tag name="AS_UNIQUEID" val="2254"/>
</p:tagLst>
</file>

<file path=ppt/tags/tag124.xml><?xml version="1.0" encoding="utf-8"?>
<p:tagLst xmlns:p="http://schemas.openxmlformats.org/presentationml/2006/main">
  <p:tag name="AS_UNIQUEID" val="2255"/>
</p:tagLst>
</file>

<file path=ppt/tags/tag125.xml><?xml version="1.0" encoding="utf-8"?>
<p:tagLst xmlns:p="http://schemas.openxmlformats.org/presentationml/2006/main">
  <p:tag name="AS_UNIQUEID" val="2256"/>
</p:tagLst>
</file>

<file path=ppt/tags/tag126.xml><?xml version="1.0" encoding="utf-8"?>
<p:tagLst xmlns:p="http://schemas.openxmlformats.org/presentationml/2006/main">
  <p:tag name="AS_UNIQUEID" val="2257"/>
</p:tagLst>
</file>

<file path=ppt/tags/tag127.xml><?xml version="1.0" encoding="utf-8"?>
<p:tagLst xmlns:p="http://schemas.openxmlformats.org/presentationml/2006/main">
  <p:tag name="AS_UNIQUEID" val="2258"/>
</p:tagLst>
</file>

<file path=ppt/tags/tag128.xml><?xml version="1.0" encoding="utf-8"?>
<p:tagLst xmlns:p="http://schemas.openxmlformats.org/presentationml/2006/main">
  <p:tag name="AS_UNIQUEID" val="2259"/>
</p:tagLst>
</file>

<file path=ppt/tags/tag129.xml><?xml version="1.0" encoding="utf-8"?>
<p:tagLst xmlns:p="http://schemas.openxmlformats.org/presentationml/2006/main">
  <p:tag name="AS_UNIQUEID" val="2260"/>
</p:tagLst>
</file>

<file path=ppt/tags/tag130.xml><?xml version="1.0" encoding="utf-8"?>
<p:tagLst xmlns:p="http://schemas.openxmlformats.org/presentationml/2006/main">
  <p:tag name="AS_UNIQUEID" val="2261"/>
</p:tagLst>
</file>

<file path=ppt/tags/tag131.xml><?xml version="1.0" encoding="utf-8"?>
<p:tagLst xmlns:p="http://schemas.openxmlformats.org/presentationml/2006/main">
  <p:tag name="AS_UNIQUEID" val="2262"/>
</p:tagLst>
</file>

<file path=ppt/tags/tag132.xml><?xml version="1.0" encoding="utf-8"?>
<p:tagLst xmlns:p="http://schemas.openxmlformats.org/presentationml/2006/main">
  <p:tag name="AS_UNIQUEID" val="2263"/>
</p:tagLst>
</file>

<file path=ppt/tags/tag133.xml><?xml version="1.0" encoding="utf-8"?>
<p:tagLst xmlns:p="http://schemas.openxmlformats.org/presentationml/2006/main">
  <p:tag name="AS_UNIQUEID" val="2264"/>
</p:tagLst>
</file>

<file path=ppt/tags/tag134.xml><?xml version="1.0" encoding="utf-8"?>
<p:tagLst xmlns:p="http://schemas.openxmlformats.org/presentationml/2006/main">
  <p:tag name="AS_UNIQUEID" val="2265"/>
</p:tagLst>
</file>

<file path=ppt/tags/tag135.xml><?xml version="1.0" encoding="utf-8"?>
<p:tagLst xmlns:p="http://schemas.openxmlformats.org/presentationml/2006/main">
  <p:tag name="AS_UNIQUEID" val="2266"/>
</p:tagLst>
</file>

<file path=ppt/tags/tag136.xml><?xml version="1.0" encoding="utf-8"?>
<p:tagLst xmlns:p="http://schemas.openxmlformats.org/presentationml/2006/main">
  <p:tag name="AS_UNIQUEID" val="2267"/>
  <p:tag name="KSO_WM_BEAUTIFY_FLAG" val=""/>
</p:tagLst>
</file>

<file path=ppt/tags/tag137.xml><?xml version="1.0" encoding="utf-8"?>
<p:tagLst xmlns:p="http://schemas.openxmlformats.org/presentationml/2006/main">
  <p:tag name="AS_UNIQUEID" val="2268"/>
  <p:tag name="KSO_WM_BEAUTIFY_FLAG" val=""/>
</p:tagLst>
</file>

<file path=ppt/tags/tag138.xml><?xml version="1.0" encoding="utf-8"?>
<p:tagLst xmlns:p="http://schemas.openxmlformats.org/presentationml/2006/main">
  <p:tag name="AS_UNIQUEID" val="2269"/>
</p:tagLst>
</file>

<file path=ppt/tags/tag139.xml><?xml version="1.0" encoding="utf-8"?>
<p:tagLst xmlns:p="http://schemas.openxmlformats.org/presentationml/2006/main">
  <p:tag name="AS_UNIQUEID" val="2048"/>
</p:tagLst>
</file>

<file path=ppt/tags/tag140.xml><?xml version="1.0" encoding="utf-8"?>
<p:tagLst xmlns:p="http://schemas.openxmlformats.org/presentationml/2006/main">
  <p:tag name="AS_UNIQUEID" val="2270"/>
</p:tagLst>
</file>

<file path=ppt/tags/tag141.xml><?xml version="1.0" encoding="utf-8"?>
<p:tagLst xmlns:p="http://schemas.openxmlformats.org/presentationml/2006/main">
  <p:tag name="AS_UNIQUEID" val="2271"/>
</p:tagLst>
</file>

<file path=ppt/tags/tag142.xml><?xml version="1.0" encoding="utf-8"?>
<p:tagLst xmlns:p="http://schemas.openxmlformats.org/presentationml/2006/main">
  <p:tag name="AS_UNIQUEID" val="2272"/>
</p:tagLst>
</file>

<file path=ppt/tags/tag143.xml><?xml version="1.0" encoding="utf-8"?>
<p:tagLst xmlns:p="http://schemas.openxmlformats.org/presentationml/2006/main">
  <p:tag name="AS_UNIQUEID" val="2273"/>
</p:tagLst>
</file>

<file path=ppt/tags/tag144.xml><?xml version="1.0" encoding="utf-8"?>
<p:tagLst xmlns:p="http://schemas.openxmlformats.org/presentationml/2006/main">
  <p:tag name="AS_UNIQUEID" val="2274"/>
</p:tagLst>
</file>

<file path=ppt/tags/tag145.xml><?xml version="1.0" encoding="utf-8"?>
<p:tagLst xmlns:p="http://schemas.openxmlformats.org/presentationml/2006/main">
  <p:tag name="AS_UNIQUEID" val="2275"/>
  <p:tag name="KSO_WM_BEAUTIFY_FLAG" val=""/>
</p:tagLst>
</file>

<file path=ppt/tags/tag146.xml><?xml version="1.0" encoding="utf-8"?>
<p:tagLst xmlns:p="http://schemas.openxmlformats.org/presentationml/2006/main">
  <p:tag name="AS_UNIQUEID" val="2276"/>
  <p:tag name="KSO_WM_BEAUTIFY_FLAG" val=""/>
</p:tagLst>
</file>

<file path=ppt/tags/tag147.xml><?xml version="1.0" encoding="utf-8"?>
<p:tagLst xmlns:p="http://schemas.openxmlformats.org/presentationml/2006/main">
  <p:tag name="AS_UNIQUEID" val="2052"/>
</p:tagLst>
</file>

<file path=ppt/tags/tag148.xml><?xml version="1.0" encoding="utf-8"?>
<p:tagLst xmlns:p="http://schemas.openxmlformats.org/presentationml/2006/main">
  <p:tag name="AS_UNIQUEID" val="2277"/>
  <p:tag name="KSO_WM_BEAUTIFY_FLAG" val=""/>
</p:tagLst>
</file>

<file path=ppt/tags/tag149.xml><?xml version="1.0" encoding="utf-8"?>
<p:tagLst xmlns:p="http://schemas.openxmlformats.org/presentationml/2006/main">
  <p:tag name="AS_UNIQUEID" val="2278"/>
</p:tagLst>
</file>

<file path=ppt/tags/tag150.xml><?xml version="1.0" encoding="utf-8"?>
<p:tagLst xmlns:p="http://schemas.openxmlformats.org/presentationml/2006/main">
  <p:tag name="AS_UNIQUEID" val="2279"/>
</p:tagLst>
</file>

<file path=ppt/tags/tag151.xml><?xml version="1.0" encoding="utf-8"?>
<p:tagLst xmlns:p="http://schemas.openxmlformats.org/presentationml/2006/main">
  <p:tag name="AS_UNIQUEID" val="2056"/>
</p:tagLst>
</file>

<file path=ppt/tags/tag152.xml><?xml version="1.0" encoding="utf-8"?>
<p:tagLst xmlns:p="http://schemas.openxmlformats.org/presentationml/2006/main">
  <p:tag name="AS_UNIQUEID" val="2057"/>
</p:tagLst>
</file>

<file path=ppt/tags/tag153.xml><?xml version="1.0" encoding="utf-8"?>
<p:tagLst xmlns:p="http://schemas.openxmlformats.org/presentationml/2006/main">
  <p:tag name="AS_UNIQUEID" val="2052"/>
</p:tagLst>
</file>

<file path=ppt/tags/tag154.xml><?xml version="1.0" encoding="utf-8"?>
<p:tagLst xmlns:p="http://schemas.openxmlformats.org/presentationml/2006/main">
  <p:tag name="AS_UNIQUEID" val="2280"/>
</p:tagLst>
</file>

<file path=ppt/tags/tag155.xml><?xml version="1.0" encoding="utf-8"?>
<p:tagLst xmlns:p="http://schemas.openxmlformats.org/presentationml/2006/main">
  <p:tag name="AS_UNIQUEID" val="2281"/>
</p:tagLst>
</file>

<file path=ppt/tags/tag156.xml><?xml version="1.0" encoding="utf-8"?>
<p:tagLst xmlns:p="http://schemas.openxmlformats.org/presentationml/2006/main">
  <p:tag name="AS_UNIQUEID" val="2282"/>
</p:tagLst>
</file>

<file path=ppt/tags/tag157.xml><?xml version="1.0" encoding="utf-8"?>
<p:tagLst xmlns:p="http://schemas.openxmlformats.org/presentationml/2006/main">
  <p:tag name="AS_UNIQUEID" val="2283"/>
</p:tagLst>
</file>

<file path=ppt/tags/tag158.xml><?xml version="1.0" encoding="utf-8"?>
<p:tagLst xmlns:p="http://schemas.openxmlformats.org/presentationml/2006/main">
  <p:tag name="AS_UNIQUEID" val="2284"/>
</p:tagLst>
</file>

<file path=ppt/tags/tag159.xml><?xml version="1.0" encoding="utf-8"?>
<p:tagLst xmlns:p="http://schemas.openxmlformats.org/presentationml/2006/main">
  <p:tag name="AS_UNIQUEID" val="2285"/>
  <p:tag name="KSO_WM_BEAUTIFY_FLAG" val=""/>
</p:tagLst>
</file>

<file path=ppt/tags/tag160.xml><?xml version="1.0" encoding="utf-8"?>
<p:tagLst xmlns:p="http://schemas.openxmlformats.org/presentationml/2006/main">
  <p:tag name="AS_UNIQUEID" val="2286"/>
  <p:tag name="KSO_WM_BEAUTIFY_FLAG" val=""/>
</p:tagLst>
</file>

<file path=ppt/tags/tag161.xml><?xml version="1.0" encoding="utf-8"?>
<p:tagLst xmlns:p="http://schemas.openxmlformats.org/presentationml/2006/main">
  <p:tag name="AS_UNIQUEID" val="2287"/>
</p:tagLst>
</file>

<file path=ppt/tags/tag162.xml><?xml version="1.0" encoding="utf-8"?>
<p:tagLst xmlns:p="http://schemas.openxmlformats.org/presentationml/2006/main">
  <p:tag name="AS_UNIQUEID" val="2288"/>
</p:tagLst>
</file>

<file path=ppt/tags/tag163.xml><?xml version="1.0" encoding="utf-8"?>
<p:tagLst xmlns:p="http://schemas.openxmlformats.org/presentationml/2006/main">
  <p:tag name="AS_UNIQUEID" val="2289"/>
</p:tagLst>
</file>

<file path=ppt/tags/tag164.xml><?xml version="1.0" encoding="utf-8"?>
<p:tagLst xmlns:p="http://schemas.openxmlformats.org/presentationml/2006/main">
  <p:tag name="AS_UNIQUEID" val="2290"/>
</p:tagLst>
</file>

<file path=ppt/tags/tag165.xml><?xml version="1.0" encoding="utf-8"?>
<p:tagLst xmlns:p="http://schemas.openxmlformats.org/presentationml/2006/main">
  <p:tag name="AS_UNIQUEID" val="2291"/>
</p:tagLst>
</file>

<file path=ppt/tags/tag166.xml><?xml version="1.0" encoding="utf-8"?>
<p:tagLst xmlns:p="http://schemas.openxmlformats.org/presentationml/2006/main">
  <p:tag name="AS_UNIQUEID" val="2292"/>
  <p:tag name="KSO_WM_BEAUTIFY_FLAG" val=""/>
</p:tagLst>
</file>

<file path=ppt/tags/tag167.xml><?xml version="1.0" encoding="utf-8"?>
<p:tagLst xmlns:p="http://schemas.openxmlformats.org/presentationml/2006/main">
  <p:tag name="AS_UNIQUEID" val="2293"/>
</p:tagLst>
</file>

<file path=ppt/tags/tag168.xml><?xml version="1.0" encoding="utf-8"?>
<p:tagLst xmlns:p="http://schemas.openxmlformats.org/presentationml/2006/main">
  <p:tag name="AS_UNIQUEID" val="2294"/>
  <p:tag name="KSO_WM_BEAUTIFY_FLAG" val=""/>
</p:tagLst>
</file>

<file path=ppt/tags/tag169.xml><?xml version="1.0" encoding="utf-8"?>
<p:tagLst xmlns:p="http://schemas.openxmlformats.org/presentationml/2006/main">
  <p:tag name="AS_UNIQUEID" val="2295"/>
  <p:tag name="KSO_WM_BEAUTIFY_FLAG" val=""/>
</p:tagLst>
</file>

<file path=ppt/tags/tag170.xml><?xml version="1.0" encoding="utf-8"?>
<p:tagLst xmlns:p="http://schemas.openxmlformats.org/presentationml/2006/main">
  <p:tag name="AS_UNIQUEID" val="2296"/>
</p:tagLst>
</file>

<file path=ppt/tags/tag171.xml><?xml version="1.0" encoding="utf-8"?>
<p:tagLst xmlns:p="http://schemas.openxmlformats.org/presentationml/2006/main">
  <p:tag name="AS_UNIQUEID" val="2297"/>
</p:tagLst>
</file>

<file path=ppt/tags/tag172.xml><?xml version="1.0" encoding="utf-8"?>
<p:tagLst xmlns:p="http://schemas.openxmlformats.org/presentationml/2006/main">
  <p:tag name="AS_UNIQUEID" val="2298"/>
</p:tagLst>
</file>

<file path=ppt/tags/tag173.xml><?xml version="1.0" encoding="utf-8"?>
<p:tagLst xmlns:p="http://schemas.openxmlformats.org/presentationml/2006/main">
  <p:tag name="AS_UNIQUEID" val="2299"/>
</p:tagLst>
</file>

<file path=ppt/tags/tag174.xml><?xml version="1.0" encoding="utf-8"?>
<p:tagLst xmlns:p="http://schemas.openxmlformats.org/presentationml/2006/main">
  <p:tag name="AS_UNIQUEID" val="2300"/>
</p:tagLst>
</file>

<file path=ppt/tags/tag175.xml><?xml version="1.0" encoding="utf-8"?>
<p:tagLst xmlns:p="http://schemas.openxmlformats.org/presentationml/2006/main">
  <p:tag name="AS_UNIQUEID" val="2301"/>
</p:tagLst>
</file>

<file path=ppt/tags/tag176.xml><?xml version="1.0" encoding="utf-8"?>
<p:tagLst xmlns:p="http://schemas.openxmlformats.org/presentationml/2006/main">
  <p:tag name="AS_UNIQUEID" val="2302"/>
  <p:tag name="KSO_WM_DIAGRAM_VIRTUALLY_FRAME" val="{&quot;height&quot;:301.3,&quot;left&quot;:49.9,&quot;top&quot;:194.45,&quot;width&quot;:1106.6750393700788}"/>
</p:tagLst>
</file>

<file path=ppt/tags/tag177.xml><?xml version="1.0" encoding="utf-8"?>
<p:tagLst xmlns:p="http://schemas.openxmlformats.org/presentationml/2006/main">
  <p:tag name="AS_UNIQUEID" val="2303"/>
  <p:tag name="KSO_WM_DIAGRAM_VIRTUALLY_FRAME" val="{&quot;height&quot;:301.3,&quot;left&quot;:49.9,&quot;top&quot;:194.45,&quot;width&quot;:1106.6750393700788}"/>
</p:tagLst>
</file>

<file path=ppt/tags/tag178.xml><?xml version="1.0" encoding="utf-8"?>
<p:tagLst xmlns:p="http://schemas.openxmlformats.org/presentationml/2006/main">
  <p:tag name="AS_UNIQUEID" val="2304"/>
  <p:tag name="KSO_WM_DIAGRAM_VIRTUALLY_FRAME" val="{&quot;height&quot;:301.3,&quot;left&quot;:49.9,&quot;top&quot;:194.45,&quot;width&quot;:1106.6750393700788}"/>
</p:tagLst>
</file>

<file path=ppt/tags/tag179.xml><?xml version="1.0" encoding="utf-8"?>
<p:tagLst xmlns:p="http://schemas.openxmlformats.org/presentationml/2006/main">
  <p:tag name="AS_UNIQUEID" val="2305"/>
</p:tagLst>
</file>

<file path=ppt/tags/tag180.xml><?xml version="1.0" encoding="utf-8"?>
<p:tagLst xmlns:p="http://schemas.openxmlformats.org/presentationml/2006/main">
  <p:tag name="AS_UNIQUEID" val="2306"/>
  <p:tag name="KSO_WM_BEAUTIFY_FLAG" val=""/>
</p:tagLst>
</file>

<file path=ppt/tags/tag181.xml><?xml version="1.0" encoding="utf-8"?>
<p:tagLst xmlns:p="http://schemas.openxmlformats.org/presentationml/2006/main">
  <p:tag name="AS_UNIQUEID" val="2307"/>
</p:tagLst>
</file>

<file path=ppt/tags/tag182.xml><?xml version="1.0" encoding="utf-8"?>
<p:tagLst xmlns:p="http://schemas.openxmlformats.org/presentationml/2006/main">
  <p:tag name="AS_UNIQUEID" val="2308"/>
  <p:tag name="KSO_WM_BEAUTIFY_FLAG" val=""/>
</p:tagLst>
</file>

<file path=ppt/tags/tag183.xml><?xml version="1.0" encoding="utf-8"?>
<p:tagLst xmlns:p="http://schemas.openxmlformats.org/presentationml/2006/main">
  <p:tag name="AS_UNIQUEID" val="2309"/>
</p:tagLst>
</file>

<file path=ppt/tags/tag184.xml><?xml version="1.0" encoding="utf-8"?>
<p:tagLst xmlns:p="http://schemas.openxmlformats.org/presentationml/2006/main">
  <p:tag name="AS_UNIQUEID" val="2310"/>
  <p:tag name="KSO_WM_DIAGRAM_VIRTUALLY_FRAME" val="{&quot;height&quot;:301.3,&quot;left&quot;:49.9,&quot;top&quot;:194.45,&quot;width&quot;:1106.6750393700788}"/>
</p:tagLst>
</file>

<file path=ppt/tags/tag185.xml><?xml version="1.0" encoding="utf-8"?>
<p:tagLst xmlns:p="http://schemas.openxmlformats.org/presentationml/2006/main">
  <p:tag name="AS_UNIQUEID" val="2311"/>
  <p:tag name="KSO_WM_DIAGRAM_VIRTUALLY_FRAME" val="{&quot;height&quot;:301.3,&quot;left&quot;:49.9,&quot;top&quot;:194.45,&quot;width&quot;:1106.6750393700788}"/>
</p:tagLst>
</file>

<file path=ppt/tags/tag186.xml><?xml version="1.0" encoding="utf-8"?>
<p:tagLst xmlns:p="http://schemas.openxmlformats.org/presentationml/2006/main">
  <p:tag name="AS_UNIQUEID" val="2312"/>
  <p:tag name="KSO_WM_DIAGRAM_VIRTUALLY_FRAME" val="{&quot;height&quot;:301.3,&quot;left&quot;:49.9,&quot;top&quot;:194.45,&quot;width&quot;:1106.6750393700788}"/>
</p:tagLst>
</file>

<file path=ppt/tags/tag187.xml><?xml version="1.0" encoding="utf-8"?>
<p:tagLst xmlns:p="http://schemas.openxmlformats.org/presentationml/2006/main">
  <p:tag name="AS_UNIQUEID" val="2313"/>
</p:tagLst>
</file>

<file path=ppt/tags/tag188.xml><?xml version="1.0" encoding="utf-8"?>
<p:tagLst xmlns:p="http://schemas.openxmlformats.org/presentationml/2006/main">
  <p:tag name="AS_UNIQUEID" val="2314"/>
</p:tagLst>
</file>

<file path=ppt/tags/tag189.xml><?xml version="1.0" encoding="utf-8"?>
<p:tagLst xmlns:p="http://schemas.openxmlformats.org/presentationml/2006/main">
  <p:tag name="AS_UNIQUEID" val="2315"/>
</p:tagLst>
</file>

<file path=ppt/tags/tag190.xml><?xml version="1.0" encoding="utf-8"?>
<p:tagLst xmlns:p="http://schemas.openxmlformats.org/presentationml/2006/main">
  <p:tag name="AS_UNIQUEID" val="2316"/>
  <p:tag name="KSO_WM_DIAGRAM_VIRTUALLY_FRAME" val="{&quot;height&quot;:283.3,&quot;left&quot;:49.9,&quot;top&quot;:194.45,&quot;width&quot;:1063.4750393700788}"/>
</p:tagLst>
</file>

<file path=ppt/tags/tag191.xml><?xml version="1.0" encoding="utf-8"?>
<p:tagLst xmlns:p="http://schemas.openxmlformats.org/presentationml/2006/main">
  <p:tag name="AS_UNIQUEID" val="2317"/>
</p:tagLst>
</file>

<file path=ppt/tags/tag192.xml><?xml version="1.0" encoding="utf-8"?>
<p:tagLst xmlns:p="http://schemas.openxmlformats.org/presentationml/2006/main">
  <p:tag name="AS_UNIQUEID" val="2318"/>
</p:tagLst>
</file>

<file path=ppt/tags/tag193.xml><?xml version="1.0" encoding="utf-8"?>
<p:tagLst xmlns:p="http://schemas.openxmlformats.org/presentationml/2006/main">
  <p:tag name="AS_UNIQUEID" val="2319"/>
</p:tagLst>
</file>

<file path=ppt/tags/tag194.xml><?xml version="1.0" encoding="utf-8"?>
<p:tagLst xmlns:p="http://schemas.openxmlformats.org/presentationml/2006/main">
  <p:tag name="AS_UNIQUEID" val="2320"/>
</p:tagLst>
</file>

<file path=ppt/tags/tag195.xml><?xml version="1.0" encoding="utf-8"?>
<p:tagLst xmlns:p="http://schemas.openxmlformats.org/presentationml/2006/main">
  <p:tag name="AS_UNIQUEID" val="2321"/>
</p:tagLst>
</file>

<file path=ppt/tags/tag196.xml><?xml version="1.0" encoding="utf-8"?>
<p:tagLst xmlns:p="http://schemas.openxmlformats.org/presentationml/2006/main">
  <p:tag name="AS_UNIQUEID" val="2322"/>
  <p:tag name="KSO_WM_BEAUTIFY_FLAG" val=""/>
</p:tagLst>
</file>

<file path=ppt/tags/tag197.xml><?xml version="1.0" encoding="utf-8"?>
<p:tagLst xmlns:p="http://schemas.openxmlformats.org/presentationml/2006/main">
  <p:tag name="AS_UNIQUEID" val="2323"/>
  <p:tag name="KSO_WM_BEAUTIFY_FLAG" val=""/>
</p:tagLst>
</file>

<file path=ppt/tags/tag198.xml><?xml version="1.0" encoding="utf-8"?>
<p:tagLst xmlns:p="http://schemas.openxmlformats.org/presentationml/2006/main">
  <p:tag name="AS_UNIQUEID" val="2324"/>
  <p:tag name="KSO_WM_BEAUTIFY_FLAG" val=""/>
</p:tagLst>
</file>

<file path=ppt/tags/tag199.xml><?xml version="1.0" encoding="utf-8"?>
<p:tagLst xmlns:p="http://schemas.openxmlformats.org/presentationml/2006/main">
  <p:tag name="AS_UNIQUEID" val="2325"/>
</p:tagLst>
</file>

<file path=ppt/tags/tag200.xml><?xml version="1.0" encoding="utf-8"?>
<p:tagLst xmlns:p="http://schemas.openxmlformats.org/presentationml/2006/main">
  <p:tag name="AS_UNIQUEID" val="2326"/>
</p:tagLst>
</file>

<file path=ppt/tags/tag201.xml><?xml version="1.0" encoding="utf-8"?>
<p:tagLst xmlns:p="http://schemas.openxmlformats.org/presentationml/2006/main">
  <p:tag name="AS_UNIQUEID" val="2327"/>
</p:tagLst>
</file>

<file path=ppt/tags/tag202.xml><?xml version="1.0" encoding="utf-8"?>
<p:tagLst xmlns:p="http://schemas.openxmlformats.org/presentationml/2006/main">
  <p:tag name="AS_UNIQUEID" val="2328"/>
</p:tagLst>
</file>

<file path=ppt/tags/tag203.xml><?xml version="1.0" encoding="utf-8"?>
<p:tagLst xmlns:p="http://schemas.openxmlformats.org/presentationml/2006/main">
  <p:tag name="AS_UNIQUEID" val="2329"/>
</p:tagLst>
</file>

<file path=ppt/tags/tag204.xml><?xml version="1.0" encoding="utf-8"?>
<p:tagLst xmlns:p="http://schemas.openxmlformats.org/presentationml/2006/main">
  <p:tag name="AS_UNIQUEID" val="2330"/>
</p:tagLst>
</file>

<file path=ppt/tags/tag205.xml><?xml version="1.0" encoding="utf-8"?>
<p:tagLst xmlns:p="http://schemas.openxmlformats.org/presentationml/2006/main">
  <p:tag name="AS_UNIQUEID" val="2331"/>
</p:tagLst>
</file>

<file path=ppt/tags/tag206.xml><?xml version="1.0" encoding="utf-8"?>
<p:tagLst xmlns:p="http://schemas.openxmlformats.org/presentationml/2006/main">
  <p:tag name="AS_UNIQUEID" val="2332"/>
</p:tagLst>
</file>

<file path=ppt/tags/tag207.xml><?xml version="1.0" encoding="utf-8"?>
<p:tagLst xmlns:p="http://schemas.openxmlformats.org/presentationml/2006/main">
  <p:tag name="AS_UNIQUEID" val="2333"/>
  <p:tag name="KSO_WM_BEAUTIFY_FLAG" val=""/>
</p:tagLst>
</file>

<file path=ppt/tags/tag208.xml><?xml version="1.0" encoding="utf-8"?>
<p:tagLst xmlns:p="http://schemas.openxmlformats.org/presentationml/2006/main">
  <p:tag name="AS_UNIQUEID" val="2334"/>
  <p:tag name="KSO_WM_BEAUTIFY_FLAG" val=""/>
</p:tagLst>
</file>

<file path=ppt/tags/tag209.xml><?xml version="1.0" encoding="utf-8"?>
<p:tagLst xmlns:p="http://schemas.openxmlformats.org/presentationml/2006/main">
  <p:tag name="AS_UNIQUEID" val="2335"/>
</p:tagLst>
</file>

<file path=ppt/tags/tag210.xml><?xml version="1.0" encoding="utf-8"?>
<p:tagLst xmlns:p="http://schemas.openxmlformats.org/presentationml/2006/main">
  <p:tag name="AS_UNIQUEID" val="2336"/>
</p:tagLst>
</file>

<file path=ppt/tags/tag211.xml><?xml version="1.0" encoding="utf-8"?>
<p:tagLst xmlns:p="http://schemas.openxmlformats.org/presentationml/2006/main">
  <p:tag name="AS_UNIQUEID" val="2337"/>
</p:tagLst>
</file>

<file path=ppt/tags/tag212.xml><?xml version="1.0" encoding="utf-8"?>
<p:tagLst xmlns:p="http://schemas.openxmlformats.org/presentationml/2006/main">
  <p:tag name="AS_UNIQUEID" val="2338"/>
</p:tagLst>
</file>

<file path=ppt/tags/tag213.xml><?xml version="1.0" encoding="utf-8"?>
<p:tagLst xmlns:p="http://schemas.openxmlformats.org/presentationml/2006/main">
  <p:tag name="AS_UNIQUEID" val="2339"/>
</p:tagLst>
</file>

<file path=ppt/tags/tag214.xml><?xml version="1.0" encoding="utf-8"?>
<p:tagLst xmlns:p="http://schemas.openxmlformats.org/presentationml/2006/main">
  <p:tag name="AS_UNIQUEID" val="2340"/>
</p:tagLst>
</file>

<file path=ppt/tags/tag215.xml><?xml version="1.0" encoding="utf-8"?>
<p:tagLst xmlns:p="http://schemas.openxmlformats.org/presentationml/2006/main">
  <p:tag name="AS_UNIQUEID" val="2341"/>
  <p:tag name="KSO_WM_DIAGRAM_VIRTUALLY_FRAME" val="{&quot;height&quot;:301.3,&quot;left&quot;:49.9,&quot;top&quot;:194.45,&quot;width&quot;:1106.6750393700788}"/>
</p:tagLst>
</file>

<file path=ppt/tags/tag216.xml><?xml version="1.0" encoding="utf-8"?>
<p:tagLst xmlns:p="http://schemas.openxmlformats.org/presentationml/2006/main">
  <p:tag name="AS_UNIQUEID" val="2342"/>
  <p:tag name="KSO_WM_DIAGRAM_VIRTUALLY_FRAME" val="{&quot;height&quot;:301.3,&quot;left&quot;:49.9,&quot;top&quot;:194.45,&quot;width&quot;:1106.6750393700788}"/>
</p:tagLst>
</file>

<file path=ppt/tags/tag217.xml><?xml version="1.0" encoding="utf-8"?>
<p:tagLst xmlns:p="http://schemas.openxmlformats.org/presentationml/2006/main">
  <p:tag name="AS_UNIQUEID" val="2343"/>
</p:tagLst>
</file>

<file path=ppt/tags/tag218.xml><?xml version="1.0" encoding="utf-8"?>
<p:tagLst xmlns:p="http://schemas.openxmlformats.org/presentationml/2006/main">
  <p:tag name="AS_UNIQUEID" val="2344"/>
</p:tagLst>
</file>

<file path=ppt/tags/tag219.xml><?xml version="1.0" encoding="utf-8"?>
<p:tagLst xmlns:p="http://schemas.openxmlformats.org/presentationml/2006/main">
  <p:tag name="AS_UNIQUEID" val="2345"/>
</p:tagLst>
</file>

<file path=ppt/tags/tag220.xml><?xml version="1.0" encoding="utf-8"?>
<p:tagLst xmlns:p="http://schemas.openxmlformats.org/presentationml/2006/main">
  <p:tag name="AS_UNIQUEID" val="2346"/>
</p:tagLst>
</file>

<file path=ppt/tags/tag221.xml><?xml version="1.0" encoding="utf-8"?>
<p:tagLst xmlns:p="http://schemas.openxmlformats.org/presentationml/2006/main">
  <p:tag name="AS_UNIQUEID" val="2347"/>
</p:tagLst>
</file>

<file path=ppt/tags/tag222.xml><?xml version="1.0" encoding="utf-8"?>
<p:tagLst xmlns:p="http://schemas.openxmlformats.org/presentationml/2006/main">
  <p:tag name="AS_UNIQUEID" val="2348"/>
</p:tagLst>
</file>

<file path=ppt/tags/tag223.xml><?xml version="1.0" encoding="utf-8"?>
<p:tagLst xmlns:p="http://schemas.openxmlformats.org/presentationml/2006/main">
  <p:tag name="AS_UNIQUEID" val="2349"/>
</p:tagLst>
</file>

<file path=ppt/tags/tag224.xml><?xml version="1.0" encoding="utf-8"?>
<p:tagLst xmlns:p="http://schemas.openxmlformats.org/presentationml/2006/main">
  <p:tag name="AS_UNIQUEID" val="2350"/>
  <p:tag name="KSO_WM_BEAUTIFY_FLAG" val=""/>
</p:tagLst>
</file>

<file path=ppt/tags/tag225.xml><?xml version="1.0" encoding="utf-8"?>
<p:tagLst xmlns:p="http://schemas.openxmlformats.org/presentationml/2006/main">
  <p:tag name="AS_UNIQUEID" val="2351"/>
  <p:tag name="KSO_WM_BEAUTIFY_FLAG" val=""/>
</p:tagLst>
</file>

<file path=ppt/tags/tag226.xml><?xml version="1.0" encoding="utf-8"?>
<p:tagLst xmlns:p="http://schemas.openxmlformats.org/presentationml/2006/main">
  <p:tag name="AS_UNIQUEID" val="2352"/>
</p:tagLst>
</file>

<file path=ppt/tags/tag227.xml><?xml version="1.0" encoding="utf-8"?>
<p:tagLst xmlns:p="http://schemas.openxmlformats.org/presentationml/2006/main">
  <p:tag name="AS_UNIQUEID" val="2353"/>
  <p:tag name="KSO_WM_BEAUTIFY_FLAG" val=""/>
</p:tagLst>
</file>

<file path=ppt/tags/tag228.xml><?xml version="1.0" encoding="utf-8"?>
<p:tagLst xmlns:p="http://schemas.openxmlformats.org/presentationml/2006/main">
  <p:tag name="AS_UNIQUEID" val="2354"/>
</p:tagLst>
</file>

<file path=ppt/tags/tag229.xml><?xml version="1.0" encoding="utf-8"?>
<p:tagLst xmlns:p="http://schemas.openxmlformats.org/presentationml/2006/main">
  <p:tag name="AS_UNIQUEID" val="2355"/>
</p:tagLst>
</file>

<file path=ppt/tags/tag230.xml><?xml version="1.0" encoding="utf-8"?>
<p:tagLst xmlns:p="http://schemas.openxmlformats.org/presentationml/2006/main">
  <p:tag name="AS_UNIQUEID" val="2356"/>
</p:tagLst>
</file>

<file path=ppt/tags/tag231.xml><?xml version="1.0" encoding="utf-8"?>
<p:tagLst xmlns:p="http://schemas.openxmlformats.org/presentationml/2006/main">
  <p:tag name="AS_UNIQUEID" val="2357"/>
</p:tagLst>
</file>

<file path=ppt/tags/tag232.xml><?xml version="1.0" encoding="utf-8"?>
<p:tagLst xmlns:p="http://schemas.openxmlformats.org/presentationml/2006/main">
  <p:tag name="AS_UNIQUEID" val="2358"/>
</p:tagLst>
</file>

<file path=ppt/tags/tag233.xml><?xml version="1.0" encoding="utf-8"?>
<p:tagLst xmlns:p="http://schemas.openxmlformats.org/presentationml/2006/main">
  <p:tag name="AS_UNIQUEID" val="2359"/>
</p:tagLst>
</file>

<file path=ppt/tags/tag234.xml><?xml version="1.0" encoding="utf-8"?>
<p:tagLst xmlns:p="http://schemas.openxmlformats.org/presentationml/2006/main">
  <p:tag name="AS_UNIQUEID" val="2360"/>
  <p:tag name="KSO_WM_BEAUTIFY_FLAG" val=""/>
</p:tagLst>
</file>

<file path=ppt/tags/tag235.xml><?xml version="1.0" encoding="utf-8"?>
<p:tagLst xmlns:p="http://schemas.openxmlformats.org/presentationml/2006/main">
  <p:tag name="AS_UNIQUEID" val="2361"/>
  <p:tag name="KSO_WM_BEAUTIFY_FLAG" val=""/>
</p:tagLst>
</file>

<file path=ppt/tags/tag236.xml><?xml version="1.0" encoding="utf-8"?>
<p:tagLst xmlns:p="http://schemas.openxmlformats.org/presentationml/2006/main">
  <p:tag name="AS_UNIQUEID" val="2362"/>
</p:tagLst>
</file>

<file path=ppt/tags/tag237.xml><?xml version="1.0" encoding="utf-8"?>
<p:tagLst xmlns:p="http://schemas.openxmlformats.org/presentationml/2006/main">
  <p:tag name="AS_UNIQUEID" val="2363"/>
</p:tagLst>
</file>

<file path=ppt/tags/tag238.xml><?xml version="1.0" encoding="utf-8"?>
<p:tagLst xmlns:p="http://schemas.openxmlformats.org/presentationml/2006/main">
  <p:tag name="AS_UNIQUEID" val="2364"/>
  <p:tag name="KSO_WM_BEAUTIFY_FLAG" val=""/>
</p:tagLst>
</file>

<file path=ppt/tags/tag239.xml><?xml version="1.0" encoding="utf-8"?>
<p:tagLst xmlns:p="http://schemas.openxmlformats.org/presentationml/2006/main">
  <p:tag name="AS_UNIQUEID" val="2365"/>
  <p:tag name="KSO_WM_BEAUTIFY_FLAG" val=""/>
</p:tagLst>
</file>

<file path=ppt/tags/tag240.xml><?xml version="1.0" encoding="utf-8"?>
<p:tagLst xmlns:p="http://schemas.openxmlformats.org/presentationml/2006/main">
  <p:tag name="AS_UNIQUEID" val="2366"/>
  <p:tag name="KSO_WM_BEAUTIFY_FLAG" val=""/>
</p:tagLst>
</file>

<file path=ppt/tags/tag241.xml><?xml version="1.0" encoding="utf-8"?>
<p:tagLst xmlns:p="http://schemas.openxmlformats.org/presentationml/2006/main">
  <p:tag name="AS_UNIQUEID" val="2367"/>
  <p:tag name="KSO_WM_BEAUTIFY_FLAG" val=""/>
</p:tagLst>
</file>

<file path=ppt/tags/tag242.xml><?xml version="1.0" encoding="utf-8"?>
<p:tagLst xmlns:p="http://schemas.openxmlformats.org/presentationml/2006/main">
  <p:tag name="AS_UNIQUEID" val="2368"/>
  <p:tag name="KSO_WM_BEAUTIFY_FLAG" val=""/>
</p:tagLst>
</file>

<file path=ppt/tags/tag243.xml><?xml version="1.0" encoding="utf-8"?>
<p:tagLst xmlns:p="http://schemas.openxmlformats.org/presentationml/2006/main">
  <p:tag name="AS_UNIQUEID" val="2369"/>
</p:tagLst>
</file>

<file path=ppt/tags/tag244.xml><?xml version="1.0" encoding="utf-8"?>
<p:tagLst xmlns:p="http://schemas.openxmlformats.org/presentationml/2006/main">
  <p:tag name="AS_UNIQUEID" val="2370"/>
  <p:tag name="KSO_WM_BEAUTIFY_FLAG" val=""/>
</p:tagLst>
</file>

<file path=ppt/tags/tag245.xml><?xml version="1.0" encoding="utf-8"?>
<p:tagLst xmlns:p="http://schemas.openxmlformats.org/presentationml/2006/main">
  <p:tag name="AS_UNIQUEID" val="2371"/>
  <p:tag name="KSO_WM_BEAUTIFY_FLAG" val=""/>
</p:tagLst>
</file>

<file path=ppt/tags/tag246.xml><?xml version="1.0" encoding="utf-8"?>
<p:tagLst xmlns:p="http://schemas.openxmlformats.org/presentationml/2006/main">
  <p:tag name="AS_UNIQUEID" val="2372"/>
  <p:tag name="KSO_WM_BEAUTIFY_FLAG" val=""/>
</p:tagLst>
</file>

<file path=ppt/tags/tag247.xml><?xml version="1.0" encoding="utf-8"?>
<p:tagLst xmlns:p="http://schemas.openxmlformats.org/presentationml/2006/main">
  <p:tag name="AS_UNIQUEID" val="2373"/>
  <p:tag name="KSO_WM_BEAUTIFY_FLAG" val=""/>
</p:tagLst>
</file>

<file path=ppt/tags/tag248.xml><?xml version="1.0" encoding="utf-8"?>
<p:tagLst xmlns:p="http://schemas.openxmlformats.org/presentationml/2006/main">
  <p:tag name="AS_UNIQUEID" val="2374"/>
  <p:tag name="KSO_WM_BEAUTIFY_FLAG" val=""/>
</p:tagLst>
</file>

<file path=ppt/tags/tag249.xml><?xml version="1.0" encoding="utf-8"?>
<p:tagLst xmlns:p="http://schemas.openxmlformats.org/presentationml/2006/main">
  <p:tag name="AS_UNIQUEID" val="2375"/>
</p:tagLst>
</file>

<file path=ppt/tags/tag250.xml><?xml version="1.0" encoding="utf-8"?>
<p:tagLst xmlns:p="http://schemas.openxmlformats.org/presentationml/2006/main">
  <p:tag name="AS_UNIQUEID" val="2376"/>
  <p:tag name="KSO_WM_BEAUTIFY_FLAG" val=""/>
</p:tagLst>
</file>

<file path=ppt/tags/tag251.xml><?xml version="1.0" encoding="utf-8"?>
<p:tagLst xmlns:p="http://schemas.openxmlformats.org/presentationml/2006/main">
  <p:tag name="AS_UNIQUEID" val="2083"/>
</p:tagLst>
</file>

<file path=ppt/tags/tag252.xml><?xml version="1.0" encoding="utf-8"?>
<p:tagLst xmlns:p="http://schemas.openxmlformats.org/presentationml/2006/main">
  <p:tag name="AS_UNIQUEID" val="2377"/>
</p:tagLst>
</file>

<file path=ppt/tags/tag253.xml><?xml version="1.0" encoding="utf-8"?>
<p:tagLst xmlns:p="http://schemas.openxmlformats.org/presentationml/2006/main">
  <p:tag name="AS_UNIQUEID" val="2085"/>
</p:tagLst>
</file>

<file path=ppt/tags/tag254.xml><?xml version="1.0" encoding="utf-8"?>
<p:tagLst xmlns:p="http://schemas.openxmlformats.org/presentationml/2006/main">
  <p:tag name="AS_UNIQUEID" val="2084"/>
</p:tagLst>
</file>

<file path=ppt/tags/tag255.xml><?xml version="1.0" encoding="utf-8"?>
<p:tagLst xmlns:p="http://schemas.openxmlformats.org/presentationml/2006/main">
  <p:tag name="AS_UNIQUEID" val="2086"/>
</p:tagLst>
</file>

<file path=ppt/tags/tag256.xml><?xml version="1.0" encoding="utf-8"?>
<p:tagLst xmlns:p="http://schemas.openxmlformats.org/presentationml/2006/main">
  <p:tag name="AS_UNIQUEID" val="2378"/>
</p:tagLst>
</file>

<file path=ppt/tags/tag257.xml><?xml version="1.0" encoding="utf-8"?>
<p:tagLst xmlns:p="http://schemas.openxmlformats.org/presentationml/2006/main">
  <p:tag name="AS_UNIQUEID" val="2379"/>
</p:tagLst>
</file>

<file path=ppt/tags/tag258.xml><?xml version="1.0" encoding="utf-8"?>
<p:tagLst xmlns:p="http://schemas.openxmlformats.org/presentationml/2006/main">
  <p:tag name="AS_UNIQUEID" val="2380"/>
  <p:tag name="KSO_WM_BEAUTIFY_FLAG" val=""/>
</p:tagLst>
</file>

<file path=ppt/tags/tag259.xml><?xml version="1.0" encoding="utf-8"?>
<p:tagLst xmlns:p="http://schemas.openxmlformats.org/presentationml/2006/main">
  <p:tag name="AS_UNIQUEID" val="2381"/>
  <p:tag name="KSO_WM_BEAUTIFY_FLAG" val=""/>
</p:tagLst>
</file>

<file path=ppt/tags/tag260.xml><?xml version="1.0" encoding="utf-8"?>
<p:tagLst xmlns:p="http://schemas.openxmlformats.org/presentationml/2006/main">
  <p:tag name="AS_UNIQUEID" val="2382"/>
  <p:tag name="KSO_WM_BEAUTIFY_FLAG" val=""/>
</p:tagLst>
</file>

<file path=ppt/tags/tag261.xml><?xml version="1.0" encoding="utf-8"?>
<p:tagLst xmlns:p="http://schemas.openxmlformats.org/presentationml/2006/main">
  <p:tag name="AS_UNIQUEID" val="2383"/>
  <p:tag name="KSO_WM_BEAUTIFY_FLAG" val=""/>
</p:tagLst>
</file>

<file path=ppt/tags/tag262.xml><?xml version="1.0" encoding="utf-8"?>
<p:tagLst xmlns:p="http://schemas.openxmlformats.org/presentationml/2006/main">
  <p:tag name="AS_UNIQUEID" val="2384"/>
  <p:tag name="KSO_WM_BEAUTIFY_FLAG" val=""/>
</p:tagLst>
</file>

<file path=ppt/tags/tag263.xml><?xml version="1.0" encoding="utf-8"?>
<p:tagLst xmlns:p="http://schemas.openxmlformats.org/presentationml/2006/main">
  <p:tag name="AS_UNIQUEID" val="2385"/>
  <p:tag name="KSO_WM_BEAUTIFY_FLAG" val=""/>
</p:tagLst>
</file>

<file path=ppt/tags/tag264.xml><?xml version="1.0" encoding="utf-8"?>
<p:tagLst xmlns:p="http://schemas.openxmlformats.org/presentationml/2006/main">
  <p:tag name="AS_UNIQUEID" val="2386"/>
</p:tagLst>
</file>

<file path=ppt/tags/tag265.xml><?xml version="1.0" encoding="utf-8"?>
<p:tagLst xmlns:p="http://schemas.openxmlformats.org/presentationml/2006/main">
  <p:tag name="AS_UNIQUEID" val="2387"/>
</p:tagLst>
</file>

<file path=ppt/tags/tag266.xml><?xml version="1.0" encoding="utf-8"?>
<p:tagLst xmlns:p="http://schemas.openxmlformats.org/presentationml/2006/main">
  <p:tag name="AS_UNIQUEID" val="2388"/>
</p:tagLst>
</file>

<file path=ppt/tags/tag267.xml><?xml version="1.0" encoding="utf-8"?>
<p:tagLst xmlns:p="http://schemas.openxmlformats.org/presentationml/2006/main">
  <p:tag name="AS_UNIQUEID" val="2389"/>
</p:tagLst>
</file>

<file path=ppt/tags/tag268.xml><?xml version="1.0" encoding="utf-8"?>
<p:tagLst xmlns:p="http://schemas.openxmlformats.org/presentationml/2006/main">
  <p:tag name="AS_UNIQUEID" val="2390"/>
</p:tagLst>
</file>

<file path=ppt/tags/tag269.xml><?xml version="1.0" encoding="utf-8"?>
<p:tagLst xmlns:p="http://schemas.openxmlformats.org/presentationml/2006/main">
  <p:tag name="AS_UNIQUEID" val="2391"/>
</p:tagLst>
</file>

<file path=ppt/tags/tag270.xml><?xml version="1.0" encoding="utf-8"?>
<p:tagLst xmlns:p="http://schemas.openxmlformats.org/presentationml/2006/main">
  <p:tag name="AS_UNIQUEID" val="2392"/>
</p:tagLst>
</file>

<file path=ppt/tags/tag271.xml><?xml version="1.0" encoding="utf-8"?>
<p:tagLst xmlns:p="http://schemas.openxmlformats.org/presentationml/2006/main">
  <p:tag name="AS_UNIQUEID" val="2393"/>
</p:tagLst>
</file>

<file path=ppt/tags/tag272.xml><?xml version="1.0" encoding="utf-8"?>
<p:tagLst xmlns:p="http://schemas.openxmlformats.org/presentationml/2006/main">
  <p:tag name="AS_UNIQUEID" val="2394"/>
</p:tagLst>
</file>

<file path=ppt/tags/tag273.xml><?xml version="1.0" encoding="utf-8"?>
<p:tagLst xmlns:p="http://schemas.openxmlformats.org/presentationml/2006/main">
  <p:tag name="AS_UNIQUEID" val="2395"/>
</p:tagLst>
</file>

<file path=ppt/tags/tag274.xml><?xml version="1.0" encoding="utf-8"?>
<p:tagLst xmlns:p="http://schemas.openxmlformats.org/presentationml/2006/main">
  <p:tag name="AS_UNIQUEID" val="2396"/>
</p:tagLst>
</file>

<file path=ppt/tags/tag275.xml><?xml version="1.0" encoding="utf-8"?>
<p:tagLst xmlns:p="http://schemas.openxmlformats.org/presentationml/2006/main">
  <p:tag name="AS_UNIQUEID" val="2397"/>
</p:tagLst>
</file>

<file path=ppt/tags/tag276.xml><?xml version="1.0" encoding="utf-8"?>
<p:tagLst xmlns:p="http://schemas.openxmlformats.org/presentationml/2006/main">
  <p:tag name="AS_UNIQUEID" val="2398"/>
</p:tagLst>
</file>

<file path=ppt/tags/tag277.xml><?xml version="1.0" encoding="utf-8"?>
<p:tagLst xmlns:p="http://schemas.openxmlformats.org/presentationml/2006/main">
  <p:tag name="AS_UNIQUEID" val="2399"/>
</p:tagLst>
</file>

<file path=ppt/tags/tag278.xml><?xml version="1.0" encoding="utf-8"?>
<p:tagLst xmlns:p="http://schemas.openxmlformats.org/presentationml/2006/main">
  <p:tag name="AS_UNIQUEID" val="2400"/>
</p:tagLst>
</file>

<file path=ppt/tags/tag279.xml><?xml version="1.0" encoding="utf-8"?>
<p:tagLst xmlns:p="http://schemas.openxmlformats.org/presentationml/2006/main">
  <p:tag name="AS_UNIQUEID" val="2401"/>
</p:tagLst>
</file>

<file path=ppt/tags/tag280.xml><?xml version="1.0" encoding="utf-8"?>
<p:tagLst xmlns:p="http://schemas.openxmlformats.org/presentationml/2006/main">
  <p:tag name="AS_UNIQUEID" val="2402"/>
</p:tagLst>
</file>

<file path=ppt/tags/tag281.xml><?xml version="1.0" encoding="utf-8"?>
<p:tagLst xmlns:p="http://schemas.openxmlformats.org/presentationml/2006/main">
  <p:tag name="AS_UNIQUEID" val="2403"/>
</p:tagLst>
</file>

<file path=ppt/tags/tag282.xml><?xml version="1.0" encoding="utf-8"?>
<p:tagLst xmlns:p="http://schemas.openxmlformats.org/presentationml/2006/main">
  <p:tag name="AS_UNIQUEID" val="2404"/>
</p:tagLst>
</file>

<file path=ppt/tags/tag283.xml><?xml version="1.0" encoding="utf-8"?>
<p:tagLst xmlns:p="http://schemas.openxmlformats.org/presentationml/2006/main">
  <p:tag name="AS_UNIQUEID" val="2405"/>
</p:tagLst>
</file>

<file path=ppt/tags/tag284.xml><?xml version="1.0" encoding="utf-8"?>
<p:tagLst xmlns:p="http://schemas.openxmlformats.org/presentationml/2006/main">
  <p:tag name="AS_UNIQUEID" val="2406"/>
</p:tagLst>
</file>

<file path=ppt/tags/tag285.xml><?xml version="1.0" encoding="utf-8"?>
<p:tagLst xmlns:p="http://schemas.openxmlformats.org/presentationml/2006/main">
  <p:tag name="AS_UNIQUEID" val="2407"/>
</p:tagLst>
</file>

<file path=ppt/tags/tag286.xml><?xml version="1.0" encoding="utf-8"?>
<p:tagLst xmlns:p="http://schemas.openxmlformats.org/presentationml/2006/main">
  <p:tag name="AS_UNIQUEID" val="2408"/>
</p:tagLst>
</file>

<file path=ppt/tags/tag287.xml><?xml version="1.0" encoding="utf-8"?>
<p:tagLst xmlns:p="http://schemas.openxmlformats.org/presentationml/2006/main">
  <p:tag name="AS_UNIQUEID" val="2409"/>
</p:tagLst>
</file>

<file path=ppt/tags/tag288.xml><?xml version="1.0" encoding="utf-8"?>
<p:tagLst xmlns:p="http://schemas.openxmlformats.org/presentationml/2006/main">
  <p:tag name="AS_UNIQUEID" val="2410"/>
</p:tagLst>
</file>

<file path=ppt/tags/tag289.xml><?xml version="1.0" encoding="utf-8"?>
<p:tagLst xmlns:p="http://schemas.openxmlformats.org/presentationml/2006/main">
  <p:tag name="AS_UNIQUEID" val="2411"/>
</p:tagLst>
</file>

<file path=ppt/tags/tag290.xml><?xml version="1.0" encoding="utf-8"?>
<p:tagLst xmlns:p="http://schemas.openxmlformats.org/presentationml/2006/main">
  <p:tag name="AS_UNIQUEID" val="2412"/>
</p:tagLst>
</file>

<file path=ppt/tags/tag291.xml><?xml version="1.0" encoding="utf-8"?>
<p:tagLst xmlns:p="http://schemas.openxmlformats.org/presentationml/2006/main">
  <p:tag name="AS_UNIQUEID" val="2413"/>
</p:tagLst>
</file>

<file path=ppt/tags/tag292.xml><?xml version="1.0" encoding="utf-8"?>
<p:tagLst xmlns:p="http://schemas.openxmlformats.org/presentationml/2006/main">
  <p:tag name="AS_UNIQUEID" val="2414"/>
</p:tagLst>
</file>

<file path=ppt/tags/tag293.xml><?xml version="1.0" encoding="utf-8"?>
<p:tagLst xmlns:p="http://schemas.openxmlformats.org/presentationml/2006/main">
  <p:tag name="AS_UNIQUEID" val="2415"/>
</p:tagLst>
</file>

<file path=ppt/tags/tag294.xml><?xml version="1.0" encoding="utf-8"?>
<p:tagLst xmlns:p="http://schemas.openxmlformats.org/presentationml/2006/main">
  <p:tag name="AS_UNIQUEID" val="2416"/>
  <p:tag name="KSO_WM_BEAUTIFY_FLAG" val=""/>
</p:tagLst>
</file>

<file path=ppt/tags/tag295.xml><?xml version="1.0" encoding="utf-8"?>
<p:tagLst xmlns:p="http://schemas.openxmlformats.org/presentationml/2006/main">
  <p:tag name="AS_UNIQUEID" val="2417"/>
  <p:tag name="KSO_WM_BEAUTIFY_FLAG" val=""/>
</p:tagLst>
</file>

<file path=ppt/tags/tag296.xml><?xml version="1.0" encoding="utf-8"?>
<p:tagLst xmlns:p="http://schemas.openxmlformats.org/presentationml/2006/main">
  <p:tag name="AS_UNIQUEID" val="2418"/>
</p:tagLst>
</file>

<file path=ppt/tags/tag297.xml><?xml version="1.0" encoding="utf-8"?>
<p:tagLst xmlns:p="http://schemas.openxmlformats.org/presentationml/2006/main">
  <p:tag name="AS_UNIQUEID" val="2419"/>
</p:tagLst>
</file>

<file path=ppt/tags/tag298.xml><?xml version="1.0" encoding="utf-8"?>
<p:tagLst xmlns:p="http://schemas.openxmlformats.org/presentationml/2006/main">
  <p:tag name="AS_UNIQUEID" val="2420"/>
</p:tagLst>
</file>

<file path=ppt/tags/tag299.xml><?xml version="1.0" encoding="utf-8"?>
<p:tagLst xmlns:p="http://schemas.openxmlformats.org/presentationml/2006/main">
  <p:tag name="AS_UNIQUEID" val="2421"/>
</p:tagLst>
</file>

<file path=ppt/tags/tag300.xml><?xml version="1.0" encoding="utf-8"?>
<p:tagLst xmlns:p="http://schemas.openxmlformats.org/presentationml/2006/main">
  <p:tag name="AS_UNIQUEID" val="2422"/>
</p:tagLst>
</file>

<file path=ppt/tags/tag301.xml><?xml version="1.0" encoding="utf-8"?>
<p:tagLst xmlns:p="http://schemas.openxmlformats.org/presentationml/2006/main">
  <p:tag name="AS_UNIQUEID" val="2423"/>
</p:tagLst>
</file>

<file path=ppt/tags/tag302.xml><?xml version="1.0" encoding="utf-8"?>
<p:tagLst xmlns:p="http://schemas.openxmlformats.org/presentationml/2006/main">
  <p:tag name="AS_UNIQUEID" val="2424"/>
  <p:tag name="KSO_WM_BEAUTIFY_FLAG" val=""/>
</p:tagLst>
</file>

<file path=ppt/tags/tag303.xml><?xml version="1.0" encoding="utf-8"?>
<p:tagLst xmlns:p="http://schemas.openxmlformats.org/presentationml/2006/main">
  <p:tag name="AS_UNIQUEID" val="2425"/>
  <p:tag name="KSO_WM_BEAUTIFY_FLAG" val=""/>
</p:tagLst>
</file>

<file path=ppt/tags/tag304.xml><?xml version="1.0" encoding="utf-8"?>
<p:tagLst xmlns:p="http://schemas.openxmlformats.org/presentationml/2006/main">
  <p:tag name="AS_UNIQUEID" val="2426"/>
</p:tagLst>
</file>

<file path=ppt/tags/tag305.xml><?xml version="1.0" encoding="utf-8"?>
<p:tagLst xmlns:p="http://schemas.openxmlformats.org/presentationml/2006/main">
  <p:tag name="AS_UNIQUEID" val="2427"/>
</p:tagLst>
</file>

<file path=ppt/tags/tag306.xml><?xml version="1.0" encoding="utf-8"?>
<p:tagLst xmlns:p="http://schemas.openxmlformats.org/presentationml/2006/main">
  <p:tag name="AS_UNIQUEID" val="2428"/>
  <p:tag name="KSO_WM_BEAUTIFY_FLAG" val=""/>
</p:tagLst>
</file>

<file path=ppt/tags/tag307.xml><?xml version="1.0" encoding="utf-8"?>
<p:tagLst xmlns:p="http://schemas.openxmlformats.org/presentationml/2006/main">
  <p:tag name="AS_UNIQUEID" val="2429"/>
</p:tagLst>
</file>

<file path=ppt/tags/tag308.xml><?xml version="1.0" encoding="utf-8"?>
<p:tagLst xmlns:p="http://schemas.openxmlformats.org/presentationml/2006/main">
  <p:tag name="AS_UNIQUEID" val="2430"/>
</p:tagLst>
</file>

<file path=ppt/tags/tag309.xml><?xml version="1.0" encoding="utf-8"?>
<p:tagLst xmlns:p="http://schemas.openxmlformats.org/presentationml/2006/main">
  <p:tag name="AS_UNIQUEID" val="2431"/>
  <p:tag name="KSO_WM_BEAUTIFY_FLAG" val=""/>
</p:tagLst>
</file>

<file path=ppt/tags/tag310.xml><?xml version="1.0" encoding="utf-8"?>
<p:tagLst xmlns:p="http://schemas.openxmlformats.org/presentationml/2006/main">
  <p:tag name="AS_UNIQUEID" val="2432"/>
</p:tagLst>
</file>

<file path=ppt/tags/tag311.xml><?xml version="1.0" encoding="utf-8"?>
<p:tagLst xmlns:p="http://schemas.openxmlformats.org/presentationml/2006/main">
  <p:tag name="AS_UNIQUEID" val="2433"/>
</p:tagLst>
</file>

<file path=ppt/tags/tag312.xml><?xml version="1.0" encoding="utf-8"?>
<p:tagLst xmlns:p="http://schemas.openxmlformats.org/presentationml/2006/main">
  <p:tag name="AS_UNIQUEID" val="2434"/>
</p:tagLst>
</file>

<file path=ppt/tags/tag313.xml><?xml version="1.0" encoding="utf-8"?>
<p:tagLst xmlns:p="http://schemas.openxmlformats.org/presentationml/2006/main">
  <p:tag name="AS_UNIQUEID" val="2435"/>
</p:tagLst>
</file>

<file path=ppt/tags/tag314.xml><?xml version="1.0" encoding="utf-8"?>
<p:tagLst xmlns:p="http://schemas.openxmlformats.org/presentationml/2006/main">
  <p:tag name="AS_UNIQUEID" val="2436"/>
</p:tagLst>
</file>

<file path=ppt/tags/tag315.xml><?xml version="1.0" encoding="utf-8"?>
<p:tagLst xmlns:p="http://schemas.openxmlformats.org/presentationml/2006/main">
  <p:tag name="AS_UNIQUEID" val="2437"/>
</p:tagLst>
</file>

<file path=ppt/tags/tag316.xml><?xml version="1.0" encoding="utf-8"?>
<p:tagLst xmlns:p="http://schemas.openxmlformats.org/presentationml/2006/main">
  <p:tag name="AS_UNIQUEID" val="2438"/>
  <p:tag name="KSO_WM_BEAUTIFY_FLAG" val=""/>
</p:tagLst>
</file>

<file path=ppt/tags/tag317.xml><?xml version="1.0" encoding="utf-8"?>
<p:tagLst xmlns:p="http://schemas.openxmlformats.org/presentationml/2006/main">
  <p:tag name="AS_UNIQUEID" val="2439"/>
</p:tagLst>
</file>

<file path=ppt/tags/tag318.xml><?xml version="1.0" encoding="utf-8"?>
<p:tagLst xmlns:p="http://schemas.openxmlformats.org/presentationml/2006/main">
  <p:tag name="AS_UNIQUEID" val="2440"/>
  <p:tag name="KSO_WM_BEAUTIFY_FLAG" val=""/>
</p:tagLst>
</file>

<file path=ppt/tags/tag319.xml><?xml version="1.0" encoding="utf-8"?>
<p:tagLst xmlns:p="http://schemas.openxmlformats.org/presentationml/2006/main">
  <p:tag name="AS_UNIQUEID" val="2441"/>
  <p:tag name="KSO_WM_BEAUTIFY_FLAG" val=""/>
</p:tagLst>
</file>

<file path=ppt/tags/tag320.xml><?xml version="1.0" encoding="utf-8"?>
<p:tagLst xmlns:p="http://schemas.openxmlformats.org/presentationml/2006/main">
  <p:tag name="AS_UNIQUEID" val="2442"/>
</p:tagLst>
</file>

<file path=ppt/tags/tag321.xml><?xml version="1.0" encoding="utf-8"?>
<p:tagLst xmlns:p="http://schemas.openxmlformats.org/presentationml/2006/main">
  <p:tag name="AS_UNIQUEID" val="2443"/>
</p:tagLst>
</file>

<file path=ppt/tags/tag322.xml><?xml version="1.0" encoding="utf-8"?>
<p:tagLst xmlns:p="http://schemas.openxmlformats.org/presentationml/2006/main">
  <p:tag name="AS_UNIQUEID" val="2444"/>
</p:tagLst>
</file>

<file path=ppt/tags/tag323.xml><?xml version="1.0" encoding="utf-8"?>
<p:tagLst xmlns:p="http://schemas.openxmlformats.org/presentationml/2006/main">
  <p:tag name="AS_UNIQUEID" val="2445"/>
</p:tagLst>
</file>

<file path=ppt/tags/tag324.xml><?xml version="1.0" encoding="utf-8"?>
<p:tagLst xmlns:p="http://schemas.openxmlformats.org/presentationml/2006/main">
  <p:tag name="AS_UNIQUEID" val="2446"/>
</p:tagLst>
</file>

<file path=ppt/tags/tag325.xml><?xml version="1.0" encoding="utf-8"?>
<p:tagLst xmlns:p="http://schemas.openxmlformats.org/presentationml/2006/main">
  <p:tag name="AS_UNIQUEID" val="2447"/>
</p:tagLst>
</file>

<file path=ppt/tags/tag326.xml><?xml version="1.0" encoding="utf-8"?>
<p:tagLst xmlns:p="http://schemas.openxmlformats.org/presentationml/2006/main">
  <p:tag name="AS_UNIQUEID" val="2448"/>
</p:tagLst>
</file>

<file path=ppt/tags/tag327.xml><?xml version="1.0" encoding="utf-8"?>
<p:tagLst xmlns:p="http://schemas.openxmlformats.org/presentationml/2006/main">
  <p:tag name="AS_UNIQUEID" val="2449"/>
</p:tagLst>
</file>

<file path=ppt/tags/tag328.xml><?xml version="1.0" encoding="utf-8"?>
<p:tagLst xmlns:p="http://schemas.openxmlformats.org/presentationml/2006/main">
  <p:tag name="AS_UNIQUEID" val="2450"/>
</p:tagLst>
</file>

<file path=ppt/tags/tag329.xml><?xml version="1.0" encoding="utf-8"?>
<p:tagLst xmlns:p="http://schemas.openxmlformats.org/presentationml/2006/main">
  <p:tag name="AS_UNIQUEID" val="2451"/>
</p:tagLst>
</file>

<file path=ppt/tags/tag330.xml><?xml version="1.0" encoding="utf-8"?>
<p:tagLst xmlns:p="http://schemas.openxmlformats.org/presentationml/2006/main">
  <p:tag name="AS_UNIQUEID" val="2452"/>
</p:tagLst>
</file>

<file path=ppt/tags/tag331.xml><?xml version="1.0" encoding="utf-8"?>
<p:tagLst xmlns:p="http://schemas.openxmlformats.org/presentationml/2006/main">
  <p:tag name="AS_UNIQUEID" val="2453"/>
  <p:tag name="KSO_WM_BEAUTIFY_FLAG" val=""/>
</p:tagLst>
</file>

<file path=ppt/tags/tag332.xml><?xml version="1.0" encoding="utf-8"?>
<p:tagLst xmlns:p="http://schemas.openxmlformats.org/presentationml/2006/main">
  <p:tag name="AS_UNIQUEID" val="2454"/>
</p:tagLst>
</file>

<file path=ppt/tags/tag333.xml><?xml version="1.0" encoding="utf-8"?>
<p:tagLst xmlns:p="http://schemas.openxmlformats.org/presentationml/2006/main">
  <p:tag name="AS_UNIQUEID" val="2455"/>
  <p:tag name="KSO_WM_BEAUTIFY_FLAG" val=""/>
</p:tagLst>
</file>

<file path=ppt/tags/tag334.xml><?xml version="1.0" encoding="utf-8"?>
<p:tagLst xmlns:p="http://schemas.openxmlformats.org/presentationml/2006/main">
  <p:tag name="AS_UNIQUEID" val="2456"/>
  <p:tag name="KSO_WM_BEAUTIFY_FLAG" val=""/>
</p:tagLst>
</file>

<file path=ppt/tags/tag335.xml><?xml version="1.0" encoding="utf-8"?>
<p:tagLst xmlns:p="http://schemas.openxmlformats.org/presentationml/2006/main">
  <p:tag name="AS_UNIQUEID" val="2457"/>
</p:tagLst>
</file>

<file path=ppt/tags/tag336.xml><?xml version="1.0" encoding="utf-8"?>
<p:tagLst xmlns:p="http://schemas.openxmlformats.org/presentationml/2006/main">
  <p:tag name="AS_UNIQUEID" val="2458"/>
</p:tagLst>
</file>

<file path=ppt/tags/tag337.xml><?xml version="1.0" encoding="utf-8"?>
<p:tagLst xmlns:p="http://schemas.openxmlformats.org/presentationml/2006/main">
  <p:tag name="AS_UNIQUEID" val="2459"/>
</p:tagLst>
</file>

<file path=ppt/tags/tag338.xml><?xml version="1.0" encoding="utf-8"?>
<p:tagLst xmlns:p="http://schemas.openxmlformats.org/presentationml/2006/main">
  <p:tag name="AS_UNIQUEID" val="2460"/>
  <p:tag name="KSO_WM_BEAUTIFY_FLAG" val=""/>
</p:tagLst>
</file>

<file path=ppt/tags/tag339.xml><?xml version="1.0" encoding="utf-8"?>
<p:tagLst xmlns:p="http://schemas.openxmlformats.org/presentationml/2006/main">
  <p:tag name="AS_UNIQUEID" val="2461"/>
  <p:tag name="KSO_WM_BEAUTIFY_FLAG" val=""/>
</p:tagLst>
</file>

<file path=ppt/tags/tag340.xml><?xml version="1.0" encoding="utf-8"?>
<p:tagLst xmlns:p="http://schemas.openxmlformats.org/presentationml/2006/main">
  <p:tag name="AS_UNIQUEID" val="2462"/>
</p:tagLst>
</file>

<file path=ppt/tags/tag341.xml><?xml version="1.0" encoding="utf-8"?>
<p:tagLst xmlns:p="http://schemas.openxmlformats.org/presentationml/2006/main">
  <p:tag name="AS_UNIQUEID" val="2463"/>
  <p:tag name="KSO_WM_BEAUTIFY_FLAG" val=""/>
</p:tagLst>
</file>

<file path=ppt/tags/tag342.xml><?xml version="1.0" encoding="utf-8"?>
<p:tagLst xmlns:p="http://schemas.openxmlformats.org/presentationml/2006/main">
  <p:tag name="AS_UNIQUEID" val="2464"/>
  <p:tag name="KSO_WM_BEAUTIFY_FLAG" val=""/>
</p:tagLst>
</file>

<file path=ppt/tags/tag343.xml><?xml version="1.0" encoding="utf-8"?>
<p:tagLst xmlns:p="http://schemas.openxmlformats.org/presentationml/2006/main">
  <p:tag name="AS_UNIQUEID" val="2465"/>
</p:tagLst>
</file>

<file path=ppt/tags/tag344.xml><?xml version="1.0" encoding="utf-8"?>
<p:tagLst xmlns:p="http://schemas.openxmlformats.org/presentationml/2006/main">
  <p:tag name="AS_UNIQUEID" val="2466"/>
</p:tagLst>
</file>

<file path=ppt/tags/tag345.xml><?xml version="1.0" encoding="utf-8"?>
<p:tagLst xmlns:p="http://schemas.openxmlformats.org/presentationml/2006/main">
  <p:tag name="AS_UNIQUEID" val="2467"/>
</p:tagLst>
</file>

<file path=ppt/tags/tag346.xml><?xml version="1.0" encoding="utf-8"?>
<p:tagLst xmlns:p="http://schemas.openxmlformats.org/presentationml/2006/main">
  <p:tag name="AS_UNIQUEID" val="2468"/>
</p:tagLst>
</file>

<file path=ppt/tags/tag347.xml><?xml version="1.0" encoding="utf-8"?>
<p:tagLst xmlns:p="http://schemas.openxmlformats.org/presentationml/2006/main">
  <p:tag name="AS_UNIQUEID" val="2469"/>
</p:tagLst>
</file>

<file path=ppt/tags/tag348.xml><?xml version="1.0" encoding="utf-8"?>
<p:tagLst xmlns:p="http://schemas.openxmlformats.org/presentationml/2006/main">
  <p:tag name="AS_UNIQUEID" val="2470"/>
</p:tagLst>
</file>

<file path=ppt/tags/tag349.xml><?xml version="1.0" encoding="utf-8"?>
<p:tagLst xmlns:p="http://schemas.openxmlformats.org/presentationml/2006/main">
  <p:tag name="AS_UNIQUEID" val="2471"/>
</p:tagLst>
</file>

<file path=ppt/tags/tag350.xml><?xml version="1.0" encoding="utf-8"?>
<p:tagLst xmlns:p="http://schemas.openxmlformats.org/presentationml/2006/main">
  <p:tag name="AS_UNIQUEID" val="2472"/>
  <p:tag name="KSO_WM_BEAUTIFY_FLAG" val=""/>
</p:tagLst>
</file>

<file path=ppt/tags/tag351.xml><?xml version="1.0" encoding="utf-8"?>
<p:tagLst xmlns:p="http://schemas.openxmlformats.org/presentationml/2006/main">
  <p:tag name="AS_UNIQUEID" val="2473"/>
  <p:tag name="KSO_WM_BEAUTIFY_FLAG" val=""/>
</p:tagLst>
</file>

<file path=ppt/tags/tag352.xml><?xml version="1.0" encoding="utf-8"?>
<p:tagLst xmlns:p="http://schemas.openxmlformats.org/presentationml/2006/main">
  <p:tag name="AS_UNIQUEID" val="2474"/>
</p:tagLst>
</file>

<file path=ppt/tags/tag353.xml><?xml version="1.0" encoding="utf-8"?>
<p:tagLst xmlns:p="http://schemas.openxmlformats.org/presentationml/2006/main">
  <p:tag name="AS_UNIQUEID" val="2475"/>
</p:tagLst>
</file>

<file path=ppt/tags/tag354.xml><?xml version="1.0" encoding="utf-8"?>
<p:tagLst xmlns:p="http://schemas.openxmlformats.org/presentationml/2006/main">
  <p:tag name="AS_UNIQUEID" val="2476"/>
</p:tagLst>
</file>

<file path=ppt/tags/tag355.xml><?xml version="1.0" encoding="utf-8"?>
<p:tagLst xmlns:p="http://schemas.openxmlformats.org/presentationml/2006/main">
  <p:tag name="AS_UNIQUEID" val="2477"/>
  <p:tag name="KSO_WM_DIAGRAM_VIRTUALLY_FRAME" val="{&quot;height&quot;:301.3,&quot;left&quot;:49.9,&quot;top&quot;:194.45,&quot;width&quot;:1106.6750393700788}"/>
</p:tagLst>
</file>

<file path=ppt/tags/tag356.xml><?xml version="1.0" encoding="utf-8"?>
<p:tagLst xmlns:p="http://schemas.openxmlformats.org/presentationml/2006/main">
  <p:tag name="AS_UNIQUEID" val="2478"/>
  <p:tag name="KSO_WM_DIAGRAM_VIRTUALLY_FRAME" val="{&quot;height&quot;:301.3,&quot;left&quot;:49.9,&quot;top&quot;:194.45,&quot;width&quot;:1106.6750393700788}"/>
</p:tagLst>
</file>

<file path=ppt/tags/tag357.xml><?xml version="1.0" encoding="utf-8"?>
<p:tagLst xmlns:p="http://schemas.openxmlformats.org/presentationml/2006/main">
  <p:tag name="AS_UNIQUEID" val="2479"/>
</p:tagLst>
</file>

<file path=ppt/tags/tag358.xml><?xml version="1.0" encoding="utf-8"?>
<p:tagLst xmlns:p="http://schemas.openxmlformats.org/presentationml/2006/main">
  <p:tag name="AS_UNIQUEID" val="2480"/>
</p:tagLst>
</file>

<file path=ppt/tags/tag359.xml><?xml version="1.0" encoding="utf-8"?>
<p:tagLst xmlns:p="http://schemas.openxmlformats.org/presentationml/2006/main">
  <p:tag name="AS_UNIQUEID" val="2481"/>
</p:tagLst>
</file>

<file path=ppt/tags/tag360.xml><?xml version="1.0" encoding="utf-8"?>
<p:tagLst xmlns:p="http://schemas.openxmlformats.org/presentationml/2006/main">
  <p:tag name="AS_UNIQUEID" val="2482"/>
</p:tagLst>
</file>

<file path=ppt/tags/tag361.xml><?xml version="1.0" encoding="utf-8"?>
<p:tagLst xmlns:p="http://schemas.openxmlformats.org/presentationml/2006/main">
  <p:tag name="AS_UNIQUEID" val="2483"/>
</p:tagLst>
</file>

<file path=ppt/tags/tag362.xml><?xml version="1.0" encoding="utf-8"?>
<p:tagLst xmlns:p="http://schemas.openxmlformats.org/presentationml/2006/main">
  <p:tag name="AS_UNIQUEID" val="2484"/>
</p:tagLst>
</file>

<file path=ppt/tags/tag363.xml><?xml version="1.0" encoding="utf-8"?>
<p:tagLst xmlns:p="http://schemas.openxmlformats.org/presentationml/2006/main">
  <p:tag name="AS_UNIQUEID" val="2485"/>
</p:tagLst>
</file>

<file path=ppt/tags/tag364.xml><?xml version="1.0" encoding="utf-8"?>
<p:tagLst xmlns:p="http://schemas.openxmlformats.org/presentationml/2006/main">
  <p:tag name="AS_UNIQUEID" val="2486"/>
</p:tagLst>
</file>

<file path=ppt/tags/tag365.xml><?xml version="1.0" encoding="utf-8"?>
<p:tagLst xmlns:p="http://schemas.openxmlformats.org/presentationml/2006/main">
  <p:tag name="AS_UNIQUEID" val="2487"/>
</p:tagLst>
</file>

<file path=ppt/tags/tag366.xml><?xml version="1.0" encoding="utf-8"?>
<p:tagLst xmlns:p="http://schemas.openxmlformats.org/presentationml/2006/main">
  <p:tag name="AS_UNIQUEID" val="2488"/>
  <p:tag name="KSO_WM_BEAUTIFY_FLAG" val=""/>
</p:tagLst>
</file>

<file path=ppt/tags/tag367.xml><?xml version="1.0" encoding="utf-8"?>
<p:tagLst xmlns:p="http://schemas.openxmlformats.org/presentationml/2006/main">
  <p:tag name="AS_UNIQUEID" val="2489"/>
  <p:tag name="KSO_WM_BEAUTIFY_FLAG" val=""/>
</p:tagLst>
</file>

<file path=ppt/tags/tag368.xml><?xml version="1.0" encoding="utf-8"?>
<p:tagLst xmlns:p="http://schemas.openxmlformats.org/presentationml/2006/main">
  <p:tag name="AS_UNIQUEID" val="2490"/>
</p:tagLst>
</file>

<file path=ppt/tags/tag369.xml><?xml version="1.0" encoding="utf-8"?>
<p:tagLst xmlns:p="http://schemas.openxmlformats.org/presentationml/2006/main">
  <p:tag name="AS_UNIQUEID" val="2491"/>
</p:tagLst>
</file>

<file path=ppt/tags/tag370.xml><?xml version="1.0" encoding="utf-8"?>
<p:tagLst xmlns:p="http://schemas.openxmlformats.org/presentationml/2006/main">
  <p:tag name="AS_UNIQUEID" val="2492"/>
</p:tagLst>
</file>

<file path=ppt/tags/tag371.xml><?xml version="1.0" encoding="utf-8"?>
<p:tagLst xmlns:p="http://schemas.openxmlformats.org/presentationml/2006/main">
  <p:tag name="AS_UNIQUEID" val="2493"/>
  <p:tag name="KSO_WM_DIAGRAM_VIRTUALLY_FRAME" val="{&quot;height&quot;:279.9,&quot;left&quot;:49.9,&quot;top&quot;:194.45,&quot;width&quot;:862.8}"/>
</p:tagLst>
</file>

<file path=ppt/tags/tag372.xml><?xml version="1.0" encoding="utf-8"?>
<p:tagLst xmlns:p="http://schemas.openxmlformats.org/presentationml/2006/main">
  <p:tag name="AS_UNIQUEID" val="2494"/>
  <p:tag name="KSO_WM_BEAUTIFY_FLAG" val=""/>
</p:tagLst>
</file>

<file path=ppt/tags/tag373.xml><?xml version="1.0" encoding="utf-8"?>
<p:tagLst xmlns:p="http://schemas.openxmlformats.org/presentationml/2006/main">
  <p:tag name="AS_UNIQUEID" val="2495"/>
</p:tagLst>
</file>

<file path=ppt/tags/tag374.xml><?xml version="1.0" encoding="utf-8"?>
<p:tagLst xmlns:p="http://schemas.openxmlformats.org/presentationml/2006/main">
  <p:tag name="AS_UNIQUEID" val="2496"/>
</p:tagLst>
</file>

<file path=ppt/tags/tag375.xml><?xml version="1.0" encoding="utf-8"?>
<p:tagLst xmlns:p="http://schemas.openxmlformats.org/presentationml/2006/main">
  <p:tag name="AS_UNIQUEID" val="2497"/>
</p:tagLst>
</file>

<file path=ppt/tags/tag376.xml><?xml version="1.0" encoding="utf-8"?>
<p:tagLst xmlns:p="http://schemas.openxmlformats.org/presentationml/2006/main">
  <p:tag name="AS_UNIQUEID" val="2498"/>
  <p:tag name="KSO_WM_DIAGRAM_VIRTUALLY_FRAME" val="{&quot;height&quot;:279.9,&quot;left&quot;:49.9,&quot;top&quot;:194.45,&quot;width&quot;:862.8}"/>
</p:tagLst>
</file>

<file path=ppt/tags/tag377.xml><?xml version="1.0" encoding="utf-8"?>
<p:tagLst xmlns:p="http://schemas.openxmlformats.org/presentationml/2006/main">
  <p:tag name="AS_UNIQUEID" val="2499"/>
  <p:tag name="KSO_WM_BEAUTIFY_FLAG" val=""/>
</p:tagLst>
</file>

<file path=ppt/tags/tag378.xml><?xml version="1.0" encoding="utf-8"?>
<p:tagLst xmlns:p="http://schemas.openxmlformats.org/presentationml/2006/main">
  <p:tag name="AS_UNIQUEID" val="2500"/>
</p:tagLst>
</file>

<file path=ppt/tags/tag379.xml><?xml version="1.0" encoding="utf-8"?>
<p:tagLst xmlns:p="http://schemas.openxmlformats.org/presentationml/2006/main">
  <p:tag name="AS_UNIQUEID" val="2501"/>
  <p:tag name="KSO_WM_DIAGRAM_VIRTUALLY_FRAME" val="{&quot;height&quot;:279.9,&quot;left&quot;:49.9,&quot;top&quot;:194.45,&quot;width&quot;:862.8}"/>
</p:tagLst>
</file>

<file path=ppt/tags/tag380.xml><?xml version="1.0" encoding="utf-8"?>
<p:tagLst xmlns:p="http://schemas.openxmlformats.org/presentationml/2006/main">
  <p:tag name="AS_UNIQUEID" val="2502"/>
  <p:tag name="KSO_WM_BEAUTIFY_FLAG" val=""/>
</p:tagLst>
</file>

<file path=ppt/tags/tag381.xml><?xml version="1.0" encoding="utf-8"?>
<p:tagLst xmlns:p="http://schemas.openxmlformats.org/presentationml/2006/main">
  <p:tag name="AS_UNIQUEID" val="2503"/>
</p:tagLst>
</file>

<file path=ppt/tags/tag382.xml><?xml version="1.0" encoding="utf-8"?>
<p:tagLst xmlns:p="http://schemas.openxmlformats.org/presentationml/2006/main">
  <p:tag name="AS_UNIQUEID" val="2504"/>
</p:tagLst>
</file>

<file path=ppt/tags/tag383.xml><?xml version="1.0" encoding="utf-8"?>
<p:tagLst xmlns:p="http://schemas.openxmlformats.org/presentationml/2006/main">
  <p:tag name="AS_UNIQUEID" val="2505"/>
</p:tagLst>
</file>

<file path=ppt/tags/tag384.xml><?xml version="1.0" encoding="utf-8"?>
<p:tagLst xmlns:p="http://schemas.openxmlformats.org/presentationml/2006/main">
  <p:tag name="AS_UNIQUEID" val="2506"/>
</p:tagLst>
</file>

<file path=ppt/tags/tag385.xml><?xml version="1.0" encoding="utf-8"?>
<p:tagLst xmlns:p="http://schemas.openxmlformats.org/presentationml/2006/main">
  <p:tag name="AS_UNIQUEID" val="2507"/>
</p:tagLst>
</file>

<file path=ppt/tags/tag386.xml><?xml version="1.0" encoding="utf-8"?>
<p:tagLst xmlns:p="http://schemas.openxmlformats.org/presentationml/2006/main">
  <p:tag name="AS_UNIQUEID" val="2508"/>
</p:tagLst>
</file>

<file path=ppt/tags/tag387.xml><?xml version="1.0" encoding="utf-8"?>
<p:tagLst xmlns:p="http://schemas.openxmlformats.org/presentationml/2006/main">
  <p:tag name="AS_UNIQUEID" val="2509"/>
</p:tagLst>
</file>

<file path=ppt/tags/tag388.xml><?xml version="1.0" encoding="utf-8"?>
<p:tagLst xmlns:p="http://schemas.openxmlformats.org/presentationml/2006/main">
  <p:tag name="AS_UNIQUEID" val="2510"/>
</p:tagLst>
</file>

<file path=ppt/tags/tag389.xml><?xml version="1.0" encoding="utf-8"?>
<p:tagLst xmlns:p="http://schemas.openxmlformats.org/presentationml/2006/main">
  <p:tag name="AS_UNIQUEID" val="2511"/>
  <p:tag name="KSO_WM_BEAUTIFY_FLAG" val=""/>
</p:tagLst>
</file>

<file path=ppt/tags/tag390.xml><?xml version="1.0" encoding="utf-8"?>
<p:tagLst xmlns:p="http://schemas.openxmlformats.org/presentationml/2006/main">
  <p:tag name="AS_UNIQUEID" val="2512"/>
  <p:tag name="KSO_WM_BEAUTIFY_FLAG" val=""/>
</p:tagLst>
</file>

<file path=ppt/tags/tag391.xml><?xml version="1.0" encoding="utf-8"?>
<p:tagLst xmlns:p="http://schemas.openxmlformats.org/presentationml/2006/main">
  <p:tag name="AS_UNIQUEID" val="2513"/>
</p:tagLst>
</file>

<file path=ppt/tags/tag392.xml><?xml version="1.0" encoding="utf-8"?>
<p:tagLst xmlns:p="http://schemas.openxmlformats.org/presentationml/2006/main">
  <p:tag name="AS_UNIQUEID" val="2514"/>
</p:tagLst>
</file>

<file path=ppt/tags/tag393.xml><?xml version="1.0" encoding="utf-8"?>
<p:tagLst xmlns:p="http://schemas.openxmlformats.org/presentationml/2006/main">
  <p:tag name="AS_UNIQUEID" val="2515"/>
  <p:tag name="KSO_WM_BEAUTIFY_FLAG" val=""/>
</p:tagLst>
</file>

<file path=ppt/tags/tag394.xml><?xml version="1.0" encoding="utf-8"?>
<p:tagLst xmlns:p="http://schemas.openxmlformats.org/presentationml/2006/main">
  <p:tag name="AS_UNIQUEID" val="2516"/>
  <p:tag name="KSO_WM_BEAUTIFY_FLAG" val=""/>
</p:tagLst>
</file>

<file path=ppt/tags/tag395.xml><?xml version="1.0" encoding="utf-8"?>
<p:tagLst xmlns:p="http://schemas.openxmlformats.org/presentationml/2006/main">
  <p:tag name="AS_UNIQUEID" val="2517"/>
  <p:tag name="KSO_WM_BEAUTIFY_FLAG" val=""/>
</p:tagLst>
</file>

<file path=ppt/tags/tag396.xml><?xml version="1.0" encoding="utf-8"?>
<p:tagLst xmlns:p="http://schemas.openxmlformats.org/presentationml/2006/main">
  <p:tag name="AS_UNIQUEID" val="2518"/>
  <p:tag name="KSO_WM_BEAUTIFY_FLAG" val=""/>
</p:tagLst>
</file>

<file path=ppt/tags/tag397.xml><?xml version="1.0" encoding="utf-8"?>
<p:tagLst xmlns:p="http://schemas.openxmlformats.org/presentationml/2006/main">
  <p:tag name="AS_UNIQUEID" val="2519"/>
  <p:tag name="KSO_WM_BEAUTIFY_FLAG" val=""/>
</p:tagLst>
</file>

<file path=ppt/tags/tag398.xml><?xml version="1.0" encoding="utf-8"?>
<p:tagLst xmlns:p="http://schemas.openxmlformats.org/presentationml/2006/main">
  <p:tag name="AS_UNIQUEID" val="2520"/>
</p:tagLst>
</file>

<file path=ppt/tags/tag399.xml><?xml version="1.0" encoding="utf-8"?>
<p:tagLst xmlns:p="http://schemas.openxmlformats.org/presentationml/2006/main">
  <p:tag name="AS_UNIQUEID" val="2521"/>
  <p:tag name="KSO_WM_BEAUTIFY_FLAG" val=""/>
</p:tagLst>
</file>

<file path=ppt/tags/tag400.xml><?xml version="1.0" encoding="utf-8"?>
<p:tagLst xmlns:p="http://schemas.openxmlformats.org/presentationml/2006/main">
  <p:tag name="AS_UNIQUEID" val="2522"/>
  <p:tag name="KSO_WM_BEAUTIFY_FLAG" val=""/>
</p:tagLst>
</file>

<file path=ppt/tags/tag401.xml><?xml version="1.0" encoding="utf-8"?>
<p:tagLst xmlns:p="http://schemas.openxmlformats.org/presentationml/2006/main">
  <p:tag name="AS_UNIQUEID" val="2523"/>
  <p:tag name="KSO_WM_BEAUTIFY_FLAG" val=""/>
</p:tagLst>
</file>

<file path=ppt/tags/tag402.xml><?xml version="1.0" encoding="utf-8"?>
<p:tagLst xmlns:p="http://schemas.openxmlformats.org/presentationml/2006/main">
  <p:tag name="AS_UNIQUEID" val="2524"/>
  <p:tag name="KSO_WM_BEAUTIFY_FLAG" val=""/>
</p:tagLst>
</file>

<file path=ppt/tags/tag403.xml><?xml version="1.0" encoding="utf-8"?>
<p:tagLst xmlns:p="http://schemas.openxmlformats.org/presentationml/2006/main">
  <p:tag name="AS_UNIQUEID" val="2525"/>
  <p:tag name="KSO_WM_BEAUTIFY_FLAG" val=""/>
</p:tagLst>
</file>

<file path=ppt/tags/tag404.xml><?xml version="1.0" encoding="utf-8"?>
<p:tagLst xmlns:p="http://schemas.openxmlformats.org/presentationml/2006/main">
  <p:tag name="AS_UNIQUEID" val="2526"/>
</p:tagLst>
</file>

<file path=ppt/tags/tag405.xml><?xml version="1.0" encoding="utf-8"?>
<p:tagLst xmlns:p="http://schemas.openxmlformats.org/presentationml/2006/main">
  <p:tag name="AS_UNIQUEID" val="2527"/>
</p:tagLst>
</file>

<file path=ppt/tags/tag406.xml><?xml version="1.0" encoding="utf-8"?>
<p:tagLst xmlns:p="http://schemas.openxmlformats.org/presentationml/2006/main">
  <p:tag name="AS_UNIQUEID" val="2528"/>
  <p:tag name="KSO_WM_BEAUTIFY_FLAG" val=""/>
</p:tagLst>
</file>

<file path=ppt/tags/tag407.xml><?xml version="1.0" encoding="utf-8"?>
<p:tagLst xmlns:p="http://schemas.openxmlformats.org/presentationml/2006/main">
  <p:tag name="AS_UNIQUEID" val="2529"/>
</p:tagLst>
</file>

<file path=ppt/tags/tag408.xml><?xml version="1.0" encoding="utf-8"?>
<p:tagLst xmlns:p="http://schemas.openxmlformats.org/presentationml/2006/main">
  <p:tag name="AS_UNIQUEID" val="2530"/>
</p:tagLst>
</file>

<file path=ppt/tags/tag409.xml><?xml version="1.0" encoding="utf-8"?>
<p:tagLst xmlns:p="http://schemas.openxmlformats.org/presentationml/2006/main">
  <p:tag name="AS_UNIQUEID" val="2531"/>
</p:tagLst>
</file>

<file path=ppt/tags/tag410.xml><?xml version="1.0" encoding="utf-8"?>
<p:tagLst xmlns:p="http://schemas.openxmlformats.org/presentationml/2006/main">
  <p:tag name="AS_UNIQUEID" val="2532"/>
</p:tagLst>
</file>

<file path=ppt/tags/tag411.xml><?xml version="1.0" encoding="utf-8"?>
<p:tagLst xmlns:p="http://schemas.openxmlformats.org/presentationml/2006/main">
  <p:tag name="AS_UNIQUEID" val="2533"/>
</p:tagLst>
</file>

<file path=ppt/tags/tag412.xml><?xml version="1.0" encoding="utf-8"?>
<p:tagLst xmlns:p="http://schemas.openxmlformats.org/presentationml/2006/main">
  <p:tag name="AS_UNIQUEID" val="2534"/>
  <p:tag name="KSO_WM_BEAUTIFY_FLAG" val=""/>
</p:tagLst>
</file>

<file path=ppt/tags/tag413.xml><?xml version="1.0" encoding="utf-8"?>
<p:tagLst xmlns:p="http://schemas.openxmlformats.org/presentationml/2006/main">
  <p:tag name="AS_UNIQUEID" val="2535"/>
</p:tagLst>
</file>

<file path=ppt/tags/tag414.xml><?xml version="1.0" encoding="utf-8"?>
<p:tagLst xmlns:p="http://schemas.openxmlformats.org/presentationml/2006/main">
  <p:tag name="AS_UNIQUEID" val="2536"/>
  <p:tag name="KSO_WM_BEAUTIFY_FLAG" val=""/>
</p:tagLst>
</file>

<file path=ppt/tags/tag415.xml><?xml version="1.0" encoding="utf-8"?>
<p:tagLst xmlns:p="http://schemas.openxmlformats.org/presentationml/2006/main">
  <p:tag name="AS_UNIQUEID" val="2537"/>
  <p:tag name="KSO_WM_BEAUTIFY_FLAG" val=""/>
</p:tagLst>
</file>

<file path=ppt/tags/tag416.xml><?xml version="1.0" encoding="utf-8"?>
<p:tagLst xmlns:p="http://schemas.openxmlformats.org/presentationml/2006/main">
  <p:tag name="AS_UNIQUEID" val="2538"/>
</p:tagLst>
</file>

<file path=ppt/tags/tag417.xml><?xml version="1.0" encoding="utf-8"?>
<p:tagLst xmlns:p="http://schemas.openxmlformats.org/presentationml/2006/main">
  <p:tag name="AS_UNIQUEID" val="2539"/>
</p:tagLst>
</file>

<file path=ppt/tags/tag418.xml><?xml version="1.0" encoding="utf-8"?>
<p:tagLst xmlns:p="http://schemas.openxmlformats.org/presentationml/2006/main">
  <p:tag name="AS_UNIQUEID" val="2540"/>
  <p:tag name="KSO_WM_BEAUTIFY_FLAG" val=""/>
</p:tagLst>
</file>

<file path=ppt/tags/tag419.xml><?xml version="1.0" encoding="utf-8"?>
<p:tagLst xmlns:p="http://schemas.openxmlformats.org/presentationml/2006/main">
  <p:tag name="AS_UNIQUEID" val="2541"/>
  <p:tag name="KSO_WM_BEAUTIFY_FLAG" val=""/>
</p:tagLst>
</file>

<file path=ppt/tags/tag420.xml><?xml version="1.0" encoding="utf-8"?>
<p:tagLst xmlns:p="http://schemas.openxmlformats.org/presentationml/2006/main">
  <p:tag name="AS_UNIQUEID" val="2542"/>
  <p:tag name="KSO_WM_BEAUTIFY_FLAG" val=""/>
</p:tagLst>
</file>

<file path=ppt/tags/tag421.xml><?xml version="1.0" encoding="utf-8"?>
<p:tagLst xmlns:p="http://schemas.openxmlformats.org/presentationml/2006/main">
  <p:tag name="AS_UNIQUEID" val="2543"/>
  <p:tag name="KSO_WM_BEAUTIFY_FLAG" val=""/>
</p:tagLst>
</file>

<file path=ppt/tags/tag422.xml><?xml version="1.0" encoding="utf-8"?>
<p:tagLst xmlns:p="http://schemas.openxmlformats.org/presentationml/2006/main">
  <p:tag name="AS_UNIQUEID" val="2544"/>
  <p:tag name="KSO_WM_BEAUTIFY_FLAG" val=""/>
</p:tagLst>
</file>

<file path=ppt/tags/tag423.xml><?xml version="1.0" encoding="utf-8"?>
<p:tagLst xmlns:p="http://schemas.openxmlformats.org/presentationml/2006/main">
  <p:tag name="AS_UNIQUEID" val="2545"/>
</p:tagLst>
</file>

<file path=ppt/tags/tag424.xml><?xml version="1.0" encoding="utf-8"?>
<p:tagLst xmlns:p="http://schemas.openxmlformats.org/presentationml/2006/main">
  <p:tag name="AS_UNIQUEID" val="2546"/>
  <p:tag name="KSO_WM_BEAUTIFY_FLAG" val=""/>
</p:tagLst>
</file>

<file path=ppt/tags/tag425.xml><?xml version="1.0" encoding="utf-8"?>
<p:tagLst xmlns:p="http://schemas.openxmlformats.org/presentationml/2006/main">
  <p:tag name="AS_UNIQUEID" val="2547"/>
  <p:tag name="KSO_WM_BEAUTIFY_FLAG" val=""/>
</p:tagLst>
</file>

<file path=ppt/tags/tag426.xml><?xml version="1.0" encoding="utf-8"?>
<p:tagLst xmlns:p="http://schemas.openxmlformats.org/presentationml/2006/main">
  <p:tag name="AS_UNIQUEID" val="2548"/>
  <p:tag name="KSO_WM_BEAUTIFY_FLAG" val=""/>
</p:tagLst>
</file>

<file path=ppt/tags/tag427.xml><?xml version="1.0" encoding="utf-8"?>
<p:tagLst xmlns:p="http://schemas.openxmlformats.org/presentationml/2006/main">
  <p:tag name="AS_UNIQUEID" val="2549"/>
  <p:tag name="KSO_WM_BEAUTIFY_FLAG" val=""/>
</p:tagLst>
</file>

<file path=ppt/tags/tag428.xml><?xml version="1.0" encoding="utf-8"?>
<p:tagLst xmlns:p="http://schemas.openxmlformats.org/presentationml/2006/main">
  <p:tag name="AS_UNIQUEID" val="2550"/>
  <p:tag name="KSO_WM_BEAUTIFY_FLAG" val=""/>
</p:tagLst>
</file>

<file path=ppt/tags/tag429.xml><?xml version="1.0" encoding="utf-8"?>
<p:tagLst xmlns:p="http://schemas.openxmlformats.org/presentationml/2006/main">
  <p:tag name="AS_UNIQUEID" val="2551"/>
</p:tagLst>
</file>

<file path=ppt/tags/tag430.xml><?xml version="1.0" encoding="utf-8"?>
<p:tagLst xmlns:p="http://schemas.openxmlformats.org/presentationml/2006/main">
  <p:tag name="AS_UNIQUEID" val="2552"/>
</p:tagLst>
</file>

<file path=ppt/tags/tag431.xml><?xml version="1.0" encoding="utf-8"?>
<p:tagLst xmlns:p="http://schemas.openxmlformats.org/presentationml/2006/main">
  <p:tag name="AS_UNIQUEID" val="2553"/>
</p:tagLst>
</file>

<file path=ppt/tags/tag432.xml><?xml version="1.0" encoding="utf-8"?>
<p:tagLst xmlns:p="http://schemas.openxmlformats.org/presentationml/2006/main">
  <p:tag name="AS_UNIQUEID" val="2554"/>
</p:tagLst>
</file>

<file path=ppt/tags/tag433.xml><?xml version="1.0" encoding="utf-8"?>
<p:tagLst xmlns:p="http://schemas.openxmlformats.org/presentationml/2006/main">
  <p:tag name="AS_UNIQUEID" val="3149"/>
</p:tagLst>
</file>

<file path=ppt/tags/tag434.xml><?xml version="1.0" encoding="utf-8"?>
<p:tagLst xmlns:p="http://schemas.openxmlformats.org/presentationml/2006/main">
  <p:tag name="AS_UNIQUEID" val="2555"/>
</p:tagLst>
</file>

<file path=ppt/tags/tag435.xml><?xml version="1.0" encoding="utf-8"?>
<p:tagLst xmlns:p="http://schemas.openxmlformats.org/presentationml/2006/main">
  <p:tag name="AS_UNIQUEID" val="2556"/>
</p:tagLst>
</file>

<file path=ppt/tags/tag436.xml><?xml version="1.0" encoding="utf-8"?>
<p:tagLst xmlns:p="http://schemas.openxmlformats.org/presentationml/2006/main">
  <p:tag name="AS_UNIQUEID" val="2557"/>
</p:tagLst>
</file>

<file path=ppt/tags/tag437.xml><?xml version="1.0" encoding="utf-8"?>
<p:tagLst xmlns:p="http://schemas.openxmlformats.org/presentationml/2006/main">
  <p:tag name="AS_UNIQUEID" val="2558"/>
</p:tagLst>
</file>

<file path=ppt/tags/tag438.xml><?xml version="1.0" encoding="utf-8"?>
<p:tagLst xmlns:p="http://schemas.openxmlformats.org/presentationml/2006/main">
  <p:tag name="AS_UNIQUEID" val="2559"/>
</p:tagLst>
</file>

<file path=ppt/tags/tag439.xml><?xml version="1.0" encoding="utf-8"?>
<p:tagLst xmlns:p="http://schemas.openxmlformats.org/presentationml/2006/main">
  <p:tag name="AS_UNIQUEID" val="2560"/>
  <p:tag name="KSO_WM_BEAUTIFY_FLAG" val=""/>
</p:tagLst>
</file>

<file path=ppt/tags/tag440.xml><?xml version="1.0" encoding="utf-8"?>
<p:tagLst xmlns:p="http://schemas.openxmlformats.org/presentationml/2006/main">
  <p:tag name="AS_UNIQUEID" val="2561"/>
  <p:tag name="KSO_WM_BEAUTIFY_FLAG" val=""/>
</p:tagLst>
</file>

<file path=ppt/tags/tag441.xml><?xml version="1.0" encoding="utf-8"?>
<p:tagLst xmlns:p="http://schemas.openxmlformats.org/presentationml/2006/main">
  <p:tag name="AS_UNIQUEID" val="2562"/>
</p:tagLst>
</file>

<file path=ppt/tags/tag442.xml><?xml version="1.0" encoding="utf-8"?>
<p:tagLst xmlns:p="http://schemas.openxmlformats.org/presentationml/2006/main">
  <p:tag name="AS_UNIQUEID" val="2563"/>
</p:tagLst>
</file>

<file path=ppt/tags/tag443.xml><?xml version="1.0" encoding="utf-8"?>
<p:tagLst xmlns:p="http://schemas.openxmlformats.org/presentationml/2006/main">
  <p:tag name="AS_UNIQUEID" val="2564"/>
  <p:tag name="KSO_WM_BEAUTIFY_FLAG" val=""/>
</p:tagLst>
</file>

<file path=ppt/tags/tag444.xml><?xml version="1.0" encoding="utf-8"?>
<p:tagLst xmlns:p="http://schemas.openxmlformats.org/presentationml/2006/main">
  <p:tag name="AS_UNIQUEID" val="2565"/>
  <p:tag name="KSO_WM_BEAUTIFY_FLAG" val=""/>
</p:tagLst>
</file>

<file path=ppt/tags/tag445.xml><?xml version="1.0" encoding="utf-8"?>
<p:tagLst xmlns:p="http://schemas.openxmlformats.org/presentationml/2006/main">
  <p:tag name="AS_UNIQUEID" val="2566"/>
  <p:tag name="KSO_WM_BEAUTIFY_FLAG" val=""/>
</p:tagLst>
</file>

<file path=ppt/tags/tag446.xml><?xml version="1.0" encoding="utf-8"?>
<p:tagLst xmlns:p="http://schemas.openxmlformats.org/presentationml/2006/main">
  <p:tag name="AS_UNIQUEID" val="2567"/>
  <p:tag name="KSO_WM_BEAUTIFY_FLAG" val=""/>
</p:tagLst>
</file>

<file path=ppt/tags/tag447.xml><?xml version="1.0" encoding="utf-8"?>
<p:tagLst xmlns:p="http://schemas.openxmlformats.org/presentationml/2006/main">
  <p:tag name="AS_UNIQUEID" val="2568"/>
  <p:tag name="KSO_WM_BEAUTIFY_FLAG" val=""/>
</p:tagLst>
</file>

<file path=ppt/tags/tag448.xml><?xml version="1.0" encoding="utf-8"?>
<p:tagLst xmlns:p="http://schemas.openxmlformats.org/presentationml/2006/main">
  <p:tag name="AS_UNIQUEID" val="2569"/>
</p:tagLst>
</file>

<file path=ppt/tags/tag449.xml><?xml version="1.0" encoding="utf-8"?>
<p:tagLst xmlns:p="http://schemas.openxmlformats.org/presentationml/2006/main">
  <p:tag name="AS_UNIQUEID" val="2570"/>
  <p:tag name="KSO_WM_BEAUTIFY_FLAG" val=""/>
</p:tagLst>
</file>

<file path=ppt/tags/tag450.xml><?xml version="1.0" encoding="utf-8"?>
<p:tagLst xmlns:p="http://schemas.openxmlformats.org/presentationml/2006/main">
  <p:tag name="AS_UNIQUEID" val="2571"/>
  <p:tag name="KSO_WM_BEAUTIFY_FLAG" val=""/>
</p:tagLst>
</file>

<file path=ppt/tags/tag451.xml><?xml version="1.0" encoding="utf-8"?>
<p:tagLst xmlns:p="http://schemas.openxmlformats.org/presentationml/2006/main">
  <p:tag name="AS_UNIQUEID" val="2572"/>
  <p:tag name="KSO_WM_BEAUTIFY_FLAG" val=""/>
</p:tagLst>
</file>

<file path=ppt/tags/tag452.xml><?xml version="1.0" encoding="utf-8"?>
<p:tagLst xmlns:p="http://schemas.openxmlformats.org/presentationml/2006/main">
  <p:tag name="AS_UNIQUEID" val="2573"/>
  <p:tag name="KSO_WM_BEAUTIFY_FLAG" val=""/>
</p:tagLst>
</file>

<file path=ppt/tags/tag453.xml><?xml version="1.0" encoding="utf-8"?>
<p:tagLst xmlns:p="http://schemas.openxmlformats.org/presentationml/2006/main">
  <p:tag name="AS_UNIQUEID" val="2574"/>
  <p:tag name="KSO_WM_BEAUTIFY_FLAG" val=""/>
</p:tagLst>
</file>

<file path=ppt/tags/tag454.xml><?xml version="1.0" encoding="utf-8"?>
<p:tagLst xmlns:p="http://schemas.openxmlformats.org/presentationml/2006/main">
  <p:tag name="AS_UNIQUEID" val="2575"/>
</p:tagLst>
</file>

<file path=ppt/tags/tag455.xml><?xml version="1.0" encoding="utf-8"?>
<p:tagLst xmlns:p="http://schemas.openxmlformats.org/presentationml/2006/main">
  <p:tag name="AS_UNIQUEID" val="2576"/>
</p:tagLst>
</file>

<file path=ppt/tags/tag456.xml><?xml version="1.0" encoding="utf-8"?>
<p:tagLst xmlns:p="http://schemas.openxmlformats.org/presentationml/2006/main">
  <p:tag name="AS_UNIQUEID" val="2577"/>
</p:tagLst>
</file>

<file path=ppt/tags/tag457.xml><?xml version="1.0" encoding="utf-8"?>
<p:tagLst xmlns:p="http://schemas.openxmlformats.org/presentationml/2006/main">
  <p:tag name="AS_UNIQUEID" val="2578"/>
  <p:tag name="KSO_WM_BEAUTIFY_FLAG" val=""/>
</p:tagLst>
</file>

<file path=ppt/tags/tag458.xml><?xml version="1.0" encoding="utf-8"?>
<p:tagLst xmlns:p="http://schemas.openxmlformats.org/presentationml/2006/main">
  <p:tag name="AS_UNIQUEID" val="2579"/>
</p:tagLst>
</file>

<file path=ppt/tags/tag459.xml><?xml version="1.0" encoding="utf-8"?>
<p:tagLst xmlns:p="http://schemas.openxmlformats.org/presentationml/2006/main">
  <p:tag name="AS_UNIQUEID" val="2580"/>
</p:tagLst>
</file>

<file path=ppt/tags/tag460.xml><?xml version="1.0" encoding="utf-8"?>
<p:tagLst xmlns:p="http://schemas.openxmlformats.org/presentationml/2006/main">
  <p:tag name="AS_UNIQUEID" val="2581"/>
</p:tagLst>
</file>

<file path=ppt/tags/tag461.xml><?xml version="1.0" encoding="utf-8"?>
<p:tagLst xmlns:p="http://schemas.openxmlformats.org/presentationml/2006/main">
  <p:tag name="AS_UNIQUEID" val="2582"/>
</p:tagLst>
</file>

<file path=ppt/tags/tag462.xml><?xml version="1.0" encoding="utf-8"?>
<p:tagLst xmlns:p="http://schemas.openxmlformats.org/presentationml/2006/main">
  <p:tag name="AS_UNIQUEID" val="2583"/>
</p:tagLst>
</file>

<file path=ppt/tags/tag463.xml><?xml version="1.0" encoding="utf-8"?>
<p:tagLst xmlns:p="http://schemas.openxmlformats.org/presentationml/2006/main">
  <p:tag name="AS_UNIQUEID" val="2584"/>
</p:tagLst>
</file>

<file path=ppt/tags/tag464.xml><?xml version="1.0" encoding="utf-8"?>
<p:tagLst xmlns:p="http://schemas.openxmlformats.org/presentationml/2006/main">
  <p:tag name="AS_UNIQUEID" val="2585"/>
</p:tagLst>
</file>

<file path=ppt/tags/tag465.xml><?xml version="1.0" encoding="utf-8"?>
<p:tagLst xmlns:p="http://schemas.openxmlformats.org/presentationml/2006/main">
  <p:tag name="AS_UNIQUEID" val="2586"/>
  <p:tag name="KSO_WM_BEAUTIFY_FLAG" val=""/>
</p:tagLst>
</file>

<file path=ppt/tags/tag466.xml><?xml version="1.0" encoding="utf-8"?>
<p:tagLst xmlns:p="http://schemas.openxmlformats.org/presentationml/2006/main">
  <p:tag name="AS_UNIQUEID" val="2587"/>
  <p:tag name="KSO_WM_BEAUTIFY_FLAG" val=""/>
</p:tagLst>
</file>

<file path=ppt/tags/tag467.xml><?xml version="1.0" encoding="utf-8"?>
<p:tagLst xmlns:p="http://schemas.openxmlformats.org/presentationml/2006/main">
  <p:tag name="AS_UNIQUEID" val="2588"/>
</p:tagLst>
</file>

<file path=ppt/tags/tag468.xml><?xml version="1.0" encoding="utf-8"?>
<p:tagLst xmlns:p="http://schemas.openxmlformats.org/presentationml/2006/main">
  <p:tag name="AS_UNIQUEID" val="2589"/>
</p:tagLst>
</file>

<file path=ppt/tags/tag469.xml><?xml version="1.0" encoding="utf-8"?>
<p:tagLst xmlns:p="http://schemas.openxmlformats.org/presentationml/2006/main">
  <p:tag name="AS_UNIQUEID" val="2590"/>
  <p:tag name="KSO_WM_BEAUTIFY_FLAG" val=""/>
</p:tagLst>
</file>

<file path=ppt/tags/tag470.xml><?xml version="1.0" encoding="utf-8"?>
<p:tagLst xmlns:p="http://schemas.openxmlformats.org/presentationml/2006/main">
  <p:tag name="AS_UNIQUEID" val="2591"/>
  <p:tag name="KSO_WM_BEAUTIFY_FLAG" val=""/>
</p:tagLst>
</file>

<file path=ppt/tags/tag471.xml><?xml version="1.0" encoding="utf-8"?>
<p:tagLst xmlns:p="http://schemas.openxmlformats.org/presentationml/2006/main">
  <p:tag name="AS_UNIQUEID" val="2592"/>
  <p:tag name="KSO_WM_BEAUTIFY_FLAG" val=""/>
</p:tagLst>
</file>

<file path=ppt/tags/tag472.xml><?xml version="1.0" encoding="utf-8"?>
<p:tagLst xmlns:p="http://schemas.openxmlformats.org/presentationml/2006/main">
  <p:tag name="AS_UNIQUEID" val="2593"/>
  <p:tag name="KSO_WM_BEAUTIFY_FLAG" val=""/>
</p:tagLst>
</file>

<file path=ppt/tags/tag473.xml><?xml version="1.0" encoding="utf-8"?>
<p:tagLst xmlns:p="http://schemas.openxmlformats.org/presentationml/2006/main">
  <p:tag name="AS_UNIQUEID" val="2594"/>
  <p:tag name="KSO_WM_BEAUTIFY_FLAG" val=""/>
</p:tagLst>
</file>

<file path=ppt/tags/tag474.xml><?xml version="1.0" encoding="utf-8"?>
<p:tagLst xmlns:p="http://schemas.openxmlformats.org/presentationml/2006/main">
  <p:tag name="AS_UNIQUEID" val="2595"/>
</p:tagLst>
</file>

<file path=ppt/tags/tag475.xml><?xml version="1.0" encoding="utf-8"?>
<p:tagLst xmlns:p="http://schemas.openxmlformats.org/presentationml/2006/main">
  <p:tag name="AS_UNIQUEID" val="2596"/>
  <p:tag name="KSO_WM_BEAUTIFY_FLAG" val=""/>
</p:tagLst>
</file>

<file path=ppt/tags/tag476.xml><?xml version="1.0" encoding="utf-8"?>
<p:tagLst xmlns:p="http://schemas.openxmlformats.org/presentationml/2006/main">
  <p:tag name="AS_UNIQUEID" val="2597"/>
  <p:tag name="KSO_WM_BEAUTIFY_FLAG" val=""/>
</p:tagLst>
</file>

<file path=ppt/tags/tag477.xml><?xml version="1.0" encoding="utf-8"?>
<p:tagLst xmlns:p="http://schemas.openxmlformats.org/presentationml/2006/main">
  <p:tag name="AS_UNIQUEID" val="2598"/>
  <p:tag name="KSO_WM_BEAUTIFY_FLAG" val=""/>
</p:tagLst>
</file>

<file path=ppt/tags/tag478.xml><?xml version="1.0" encoding="utf-8"?>
<p:tagLst xmlns:p="http://schemas.openxmlformats.org/presentationml/2006/main">
  <p:tag name="AS_UNIQUEID" val="2599"/>
  <p:tag name="KSO_WM_BEAUTIFY_FLAG" val=""/>
</p:tagLst>
</file>

<file path=ppt/tags/tag479.xml><?xml version="1.0" encoding="utf-8"?>
<p:tagLst xmlns:p="http://schemas.openxmlformats.org/presentationml/2006/main">
  <p:tag name="AS_UNIQUEID" val="2600"/>
  <p:tag name="KSO_WM_BEAUTIFY_FLAG" val=""/>
</p:tagLst>
</file>

<file path=ppt/tags/tag480.xml><?xml version="1.0" encoding="utf-8"?>
<p:tagLst xmlns:p="http://schemas.openxmlformats.org/presentationml/2006/main">
  <p:tag name="AS_UNIQUEID" val="2601"/>
</p:tagLst>
</file>

<file path=ppt/tags/tag481.xml><?xml version="1.0" encoding="utf-8"?>
<p:tagLst xmlns:p="http://schemas.openxmlformats.org/presentationml/2006/main">
  <p:tag name="AS_UNIQUEID" val="2602"/>
  <p:tag name="KSO_WM_BEAUTIFY_FLAG" val=""/>
</p:tagLst>
</file>

<file path=ppt/tags/tag482.xml><?xml version="1.0" encoding="utf-8"?>
<p:tagLst xmlns:p="http://schemas.openxmlformats.org/presentationml/2006/main">
  <p:tag name="AS_UNIQUEID" val="2603"/>
</p:tagLst>
</file>

<file path=ppt/tags/tag483.xml><?xml version="1.0" encoding="utf-8"?>
<p:tagLst xmlns:p="http://schemas.openxmlformats.org/presentationml/2006/main">
  <p:tag name="AS_UNIQUEID" val="2128"/>
</p:tagLst>
</file>

<file path=ppt/tags/tag484.xml><?xml version="1.0" encoding="utf-8"?>
<p:tagLst xmlns:p="http://schemas.openxmlformats.org/presentationml/2006/main">
  <p:tag name="AS_UNIQUEID" val="2129"/>
</p:tagLst>
</file>

<file path=ppt/tags/tag485.xml><?xml version="1.0" encoding="utf-8"?>
<p:tagLst xmlns:p="http://schemas.openxmlformats.org/presentationml/2006/main">
  <p:tag name="AS_UNIQUEID" val="2130"/>
</p:tagLst>
</file>

<file path=ppt/tags/tag486.xml><?xml version="1.0" encoding="utf-8"?>
<p:tagLst xmlns:p="http://schemas.openxmlformats.org/presentationml/2006/main">
  <p:tag name="AS_UNIQUEID" val="2131"/>
</p:tagLst>
</file>

<file path=ppt/tags/tag487.xml><?xml version="1.0" encoding="utf-8"?>
<p:tagLst xmlns:p="http://schemas.openxmlformats.org/presentationml/2006/main">
  <p:tag name="AS_UNIQUEID" val="2604"/>
</p:tagLst>
</file>

<file path=ppt/tags/tag488.xml><?xml version="1.0" encoding="utf-8"?>
<p:tagLst xmlns:p="http://schemas.openxmlformats.org/presentationml/2006/main">
  <p:tag name="AS_UNIQUEID" val="2605"/>
</p:tagLst>
</file>

<file path=ppt/tags/tag489.xml><?xml version="1.0" encoding="utf-8"?>
<p:tagLst xmlns:p="http://schemas.openxmlformats.org/presentationml/2006/main">
  <p:tag name="AS_UNIQUEID" val="2606"/>
  <p:tag name="KSO_WM_BEAUTIFY_FLAG" val=""/>
</p:tagLst>
</file>

<file path=ppt/tags/tag490.xml><?xml version="1.0" encoding="utf-8"?>
<p:tagLst xmlns:p="http://schemas.openxmlformats.org/presentationml/2006/main">
  <p:tag name="AS_UNIQUEID" val="2607"/>
  <p:tag name="KSO_WM_BEAUTIFY_FLAG" val=""/>
</p:tagLst>
</file>

<file path=ppt/tags/tag491.xml><?xml version="1.0" encoding="utf-8"?>
<p:tagLst xmlns:p="http://schemas.openxmlformats.org/presentationml/2006/main">
  <p:tag name="AS_UNIQUEID" val="2608"/>
  <p:tag name="KSO_WM_BEAUTIFY_FLAG" val=""/>
</p:tagLst>
</file>

<file path=ppt/tags/tag492.xml><?xml version="1.0" encoding="utf-8"?>
<p:tagLst xmlns:p="http://schemas.openxmlformats.org/presentationml/2006/main">
  <p:tag name="AS_UNIQUEID" val="2609"/>
  <p:tag name="KSO_WM_BEAUTIFY_FLAG" val=""/>
</p:tagLst>
</file>

<file path=ppt/tags/tag493.xml><?xml version="1.0" encoding="utf-8"?>
<p:tagLst xmlns:p="http://schemas.openxmlformats.org/presentationml/2006/main">
  <p:tag name="AS_UNIQUEID" val="2610"/>
  <p:tag name="KSO_WM_BEAUTIFY_FLAG" val=""/>
</p:tagLst>
</file>

<file path=ppt/tags/tag494.xml><?xml version="1.0" encoding="utf-8"?>
<p:tagLst xmlns:p="http://schemas.openxmlformats.org/presentationml/2006/main">
  <p:tag name="AS_UNIQUEID" val="2611"/>
  <p:tag name="KSO_WM_BEAUTIFY_FLAG" val=""/>
</p:tagLst>
</file>

<file path=ppt/tags/tag495.xml><?xml version="1.0" encoding="utf-8"?>
<p:tagLst xmlns:p="http://schemas.openxmlformats.org/presentationml/2006/main">
  <p:tag name="AS_UNIQUEID" val="2612"/>
</p:tagLst>
</file>

<file path=ppt/tags/tag496.xml><?xml version="1.0" encoding="utf-8"?>
<p:tagLst xmlns:p="http://schemas.openxmlformats.org/presentationml/2006/main">
  <p:tag name="AS_UNIQUEID" val="2613"/>
</p:tagLst>
</file>

<file path=ppt/tags/tag497.xml><?xml version="1.0" encoding="utf-8"?>
<p:tagLst xmlns:p="http://schemas.openxmlformats.org/presentationml/2006/main">
  <p:tag name="AS_UNIQUEID" val="2614"/>
</p:tagLst>
</file>

<file path=ppt/tags/tag498.xml><?xml version="1.0" encoding="utf-8"?>
<p:tagLst xmlns:p="http://schemas.openxmlformats.org/presentationml/2006/main">
  <p:tag name="AS_UNIQUEID" val="2615"/>
</p:tagLst>
</file>

<file path=ppt/tags/tag499.xml><?xml version="1.0" encoding="utf-8"?>
<p:tagLst xmlns:p="http://schemas.openxmlformats.org/presentationml/2006/main">
  <p:tag name="AS_UNIQUEID" val="2616"/>
</p:tagLst>
</file>

<file path=ppt/tags/tag500.xml><?xml version="1.0" encoding="utf-8"?>
<p:tagLst xmlns:p="http://schemas.openxmlformats.org/presentationml/2006/main">
  <p:tag name="AS_UNIQUEID" val="2617"/>
</p:tagLst>
</file>

<file path=ppt/tags/tag501.xml><?xml version="1.0" encoding="utf-8"?>
<p:tagLst xmlns:p="http://schemas.openxmlformats.org/presentationml/2006/main">
  <p:tag name="AS_UNIQUEID" val="2618"/>
</p:tagLst>
</file>

<file path=ppt/tags/tag502.xml><?xml version="1.0" encoding="utf-8"?>
<p:tagLst xmlns:p="http://schemas.openxmlformats.org/presentationml/2006/main">
  <p:tag name="AS_UNIQUEID" val="2619"/>
</p:tagLst>
</file>

<file path=ppt/tags/tag503.xml><?xml version="1.0" encoding="utf-8"?>
<p:tagLst xmlns:p="http://schemas.openxmlformats.org/presentationml/2006/main">
  <p:tag name="AS_UNIQUEID" val="2620"/>
</p:tagLst>
</file>

<file path=ppt/tags/tag504.xml><?xml version="1.0" encoding="utf-8"?>
<p:tagLst xmlns:p="http://schemas.openxmlformats.org/presentationml/2006/main">
  <p:tag name="AS_UNIQUEID" val="2621"/>
</p:tagLst>
</file>

<file path=ppt/tags/tag505.xml><?xml version="1.0" encoding="utf-8"?>
<p:tagLst xmlns:p="http://schemas.openxmlformats.org/presentationml/2006/main">
  <p:tag name="AS_UNIQUEID" val="2622"/>
</p:tagLst>
</file>

<file path=ppt/tags/tag506.xml><?xml version="1.0" encoding="utf-8"?>
<p:tagLst xmlns:p="http://schemas.openxmlformats.org/presentationml/2006/main">
  <p:tag name="AS_UNIQUEID" val="2623"/>
</p:tagLst>
</file>

<file path=ppt/tags/tag507.xml><?xml version="1.0" encoding="utf-8"?>
<p:tagLst xmlns:p="http://schemas.openxmlformats.org/presentationml/2006/main">
  <p:tag name="AS_UNIQUEID" val="2624"/>
</p:tagLst>
</file>

<file path=ppt/tags/tag508.xml><?xml version="1.0" encoding="utf-8"?>
<p:tagLst xmlns:p="http://schemas.openxmlformats.org/presentationml/2006/main">
  <p:tag name="AS_UNIQUEID" val="2625"/>
</p:tagLst>
</file>

<file path=ppt/tags/tag509.xml><?xml version="1.0" encoding="utf-8"?>
<p:tagLst xmlns:p="http://schemas.openxmlformats.org/presentationml/2006/main">
  <p:tag name="AS_UNIQUEID" val="2626"/>
</p:tagLst>
</file>

<file path=ppt/tags/tag510.xml><?xml version="1.0" encoding="utf-8"?>
<p:tagLst xmlns:p="http://schemas.openxmlformats.org/presentationml/2006/main">
  <p:tag name="AS_UNIQUEID" val="2627"/>
</p:tagLst>
</file>

<file path=ppt/tags/tag511.xml><?xml version="1.0" encoding="utf-8"?>
<p:tagLst xmlns:p="http://schemas.openxmlformats.org/presentationml/2006/main">
  <p:tag name="AS_UNIQUEID" val="2628"/>
</p:tagLst>
</file>

<file path=ppt/tags/tag512.xml><?xml version="1.0" encoding="utf-8"?>
<p:tagLst xmlns:p="http://schemas.openxmlformats.org/presentationml/2006/main">
  <p:tag name="AS_UNIQUEID" val="2629"/>
</p:tagLst>
</file>

<file path=ppt/tags/tag513.xml><?xml version="1.0" encoding="utf-8"?>
<p:tagLst xmlns:p="http://schemas.openxmlformats.org/presentationml/2006/main">
  <p:tag name="AS_UNIQUEID" val="2630"/>
</p:tagLst>
</file>

<file path=ppt/tags/tag514.xml><?xml version="1.0" encoding="utf-8"?>
<p:tagLst xmlns:p="http://schemas.openxmlformats.org/presentationml/2006/main">
  <p:tag name="AS_UNIQUEID" val="2631"/>
</p:tagLst>
</file>

<file path=ppt/tags/tag515.xml><?xml version="1.0" encoding="utf-8"?>
<p:tagLst xmlns:p="http://schemas.openxmlformats.org/presentationml/2006/main">
  <p:tag name="AS_UNIQUEID" val="2632"/>
</p:tagLst>
</file>

<file path=ppt/tags/tag516.xml><?xml version="1.0" encoding="utf-8"?>
<p:tagLst xmlns:p="http://schemas.openxmlformats.org/presentationml/2006/main">
  <p:tag name="AS_UNIQUEID" val="2633"/>
</p:tagLst>
</file>

<file path=ppt/tags/tag517.xml><?xml version="1.0" encoding="utf-8"?>
<p:tagLst xmlns:p="http://schemas.openxmlformats.org/presentationml/2006/main">
  <p:tag name="AS_UNIQUEID" val="2634"/>
</p:tagLst>
</file>

<file path=ppt/tags/tag518.xml><?xml version="1.0" encoding="utf-8"?>
<p:tagLst xmlns:p="http://schemas.openxmlformats.org/presentationml/2006/main">
  <p:tag name="AS_UNIQUEID" val="2635"/>
</p:tagLst>
</file>

<file path=ppt/tags/tag519.xml><?xml version="1.0" encoding="utf-8"?>
<p:tagLst xmlns:p="http://schemas.openxmlformats.org/presentationml/2006/main">
  <p:tag name="AS_UNIQUEID" val="2636"/>
</p:tagLst>
</file>

<file path=ppt/tags/tag520.xml><?xml version="1.0" encoding="utf-8"?>
<p:tagLst xmlns:p="http://schemas.openxmlformats.org/presentationml/2006/main">
  <p:tag name="AS_UNIQUEID" val="2637"/>
</p:tagLst>
</file>

<file path=ppt/tags/tag521.xml><?xml version="1.0" encoding="utf-8"?>
<p:tagLst xmlns:p="http://schemas.openxmlformats.org/presentationml/2006/main">
  <p:tag name="AS_UNIQUEID" val="2638"/>
</p:tagLst>
</file>

<file path=ppt/tags/tag522.xml><?xml version="1.0" encoding="utf-8"?>
<p:tagLst xmlns:p="http://schemas.openxmlformats.org/presentationml/2006/main">
  <p:tag name="AS_UNIQUEID" val="2639"/>
</p:tagLst>
</file>

<file path=ppt/tags/tag523.xml><?xml version="1.0" encoding="utf-8"?>
<p:tagLst xmlns:p="http://schemas.openxmlformats.org/presentationml/2006/main">
  <p:tag name="AS_UNIQUEID" val="2640"/>
</p:tagLst>
</file>

<file path=ppt/tags/tag524.xml><?xml version="1.0" encoding="utf-8"?>
<p:tagLst xmlns:p="http://schemas.openxmlformats.org/presentationml/2006/main">
  <p:tag name="AS_UNIQUEID" val="2641"/>
</p:tagLst>
</file>

<file path=ppt/tags/tag525.xml><?xml version="1.0" encoding="utf-8"?>
<p:tagLst xmlns:p="http://schemas.openxmlformats.org/presentationml/2006/main">
  <p:tag name="AS_UNIQUEID" val="2642"/>
</p:tagLst>
</file>

<file path=ppt/tags/tag526.xml><?xml version="1.0" encoding="utf-8"?>
<p:tagLst xmlns:p="http://schemas.openxmlformats.org/presentationml/2006/main">
  <p:tag name="AS_UNIQUEID" val="2643"/>
</p:tagLst>
</file>

<file path=ppt/tags/tag527.xml><?xml version="1.0" encoding="utf-8"?>
<p:tagLst xmlns:p="http://schemas.openxmlformats.org/presentationml/2006/main">
  <p:tag name="AS_UNIQUEID" val="2644"/>
</p:tagLst>
</file>

<file path=ppt/tags/tag528.xml><?xml version="1.0" encoding="utf-8"?>
<p:tagLst xmlns:p="http://schemas.openxmlformats.org/presentationml/2006/main">
  <p:tag name="AS_UNIQUEID" val="2645"/>
</p:tagLst>
</file>

<file path=ppt/tags/tag529.xml><?xml version="1.0" encoding="utf-8"?>
<p:tagLst xmlns:p="http://schemas.openxmlformats.org/presentationml/2006/main">
  <p:tag name="AS_UNIQUEID" val="2646"/>
</p:tagLst>
</file>

<file path=ppt/tags/tag530.xml><?xml version="1.0" encoding="utf-8"?>
<p:tagLst xmlns:p="http://schemas.openxmlformats.org/presentationml/2006/main">
  <p:tag name="AS_UNIQUEID" val="2647"/>
</p:tagLst>
</file>

<file path=ppt/tags/tag531.xml><?xml version="1.0" encoding="utf-8"?>
<p:tagLst xmlns:p="http://schemas.openxmlformats.org/presentationml/2006/main">
  <p:tag name="AS_UNIQUEID" val="2648"/>
</p:tagLst>
</file>

<file path=ppt/tags/tag532.xml><?xml version="1.0" encoding="utf-8"?>
<p:tagLst xmlns:p="http://schemas.openxmlformats.org/presentationml/2006/main">
  <p:tag name="AS_UNIQUEID" val="2649"/>
</p:tagLst>
</file>

<file path=ppt/tags/tag533.xml><?xml version="1.0" encoding="utf-8"?>
<p:tagLst xmlns:p="http://schemas.openxmlformats.org/presentationml/2006/main">
  <p:tag name="AS_UNIQUEID" val="2650"/>
  <p:tag name="KSO_WM_BEAUTIFY_FLAG" val=""/>
</p:tagLst>
</file>

<file path=ppt/tags/tag534.xml><?xml version="1.0" encoding="utf-8"?>
<p:tagLst xmlns:p="http://schemas.openxmlformats.org/presentationml/2006/main">
  <p:tag name="AS_UNIQUEID" val="2651"/>
  <p:tag name="KSO_WM_BEAUTIFY_FLAG" val=""/>
</p:tagLst>
</file>

<file path=ppt/tags/tag535.xml><?xml version="1.0" encoding="utf-8"?>
<p:tagLst xmlns:p="http://schemas.openxmlformats.org/presentationml/2006/main">
  <p:tag name="AS_UNIQUEID" val="2652"/>
</p:tagLst>
</file>

<file path=ppt/tags/tag536.xml><?xml version="1.0" encoding="utf-8"?>
<p:tagLst xmlns:p="http://schemas.openxmlformats.org/presentationml/2006/main">
  <p:tag name="AS_UNIQUEID" val="2653"/>
</p:tagLst>
</file>

<file path=ppt/tags/tag537.xml><?xml version="1.0" encoding="utf-8"?>
<p:tagLst xmlns:p="http://schemas.openxmlformats.org/presentationml/2006/main">
  <p:tag name="AS_UNIQUEID" val="2654"/>
  <p:tag name="KSO_WM_BEAUTIFY_FLAG" val=""/>
</p:tagLst>
</file>

<file path=ppt/tags/tag538.xml><?xml version="1.0" encoding="utf-8"?>
<p:tagLst xmlns:p="http://schemas.openxmlformats.org/presentationml/2006/main">
  <p:tag name="AS_UNIQUEID" val="2655"/>
</p:tagLst>
</file>

<file path=ppt/tags/tag539.xml><?xml version="1.0" encoding="utf-8"?>
<p:tagLst xmlns:p="http://schemas.openxmlformats.org/presentationml/2006/main">
  <p:tag name="AS_UNIQUEID" val="2656"/>
</p:tagLst>
</file>

<file path=ppt/tags/tag540.xml><?xml version="1.0" encoding="utf-8"?>
<p:tagLst xmlns:p="http://schemas.openxmlformats.org/presentationml/2006/main">
  <p:tag name="AS_UNIQUEID" val="2657"/>
  <p:tag name="KSO_WM_BEAUTIFY_FLAG" val=""/>
</p:tagLst>
</file>

<file path=ppt/tags/tag541.xml><?xml version="1.0" encoding="utf-8"?>
<p:tagLst xmlns:p="http://schemas.openxmlformats.org/presentationml/2006/main">
  <p:tag name="AS_UNIQUEID" val="2658"/>
  <p:tag name="KSO_WM_BEAUTIFY_FLAG" val=""/>
</p:tagLst>
</file>

<file path=ppt/tags/tag542.xml><?xml version="1.0" encoding="utf-8"?>
<p:tagLst xmlns:p="http://schemas.openxmlformats.org/presentationml/2006/main">
  <p:tag name="AS_UNIQUEID" val="2659"/>
  <p:tag name="KSO_WM_BEAUTIFY_FLAG" val=""/>
</p:tagLst>
</file>

<file path=ppt/tags/tag543.xml><?xml version="1.0" encoding="utf-8"?>
<p:tagLst xmlns:p="http://schemas.openxmlformats.org/presentationml/2006/main">
  <p:tag name="AS_UNIQUEID" val="2660"/>
  <p:tag name="KSO_WM_BEAUTIFY_FLAG" val=""/>
</p:tagLst>
</file>

<file path=ppt/tags/tag544.xml><?xml version="1.0" encoding="utf-8"?>
<p:tagLst xmlns:p="http://schemas.openxmlformats.org/presentationml/2006/main">
  <p:tag name="AS_UNIQUEID" val="2661"/>
  <p:tag name="KSO_WM_BEAUTIFY_FLAG" val=""/>
</p:tagLst>
</file>

<file path=ppt/tags/tag545.xml><?xml version="1.0" encoding="utf-8"?>
<p:tagLst xmlns:p="http://schemas.openxmlformats.org/presentationml/2006/main">
  <p:tag name="AS_UNIQUEID" val="2662"/>
</p:tagLst>
</file>

<file path=ppt/tags/tag546.xml><?xml version="1.0" encoding="utf-8"?>
<p:tagLst xmlns:p="http://schemas.openxmlformats.org/presentationml/2006/main">
  <p:tag name="AS_UNIQUEID" val="2663"/>
  <p:tag name="KSO_WM_BEAUTIFY_FLAG" val=""/>
</p:tagLst>
</file>

<file path=ppt/tags/tag547.xml><?xml version="1.0" encoding="utf-8"?>
<p:tagLst xmlns:p="http://schemas.openxmlformats.org/presentationml/2006/main">
  <p:tag name="AS_UNIQUEID" val="2664"/>
  <p:tag name="KSO_WM_BEAUTIFY_FLAG" val=""/>
</p:tagLst>
</file>

<file path=ppt/tags/tag548.xml><?xml version="1.0" encoding="utf-8"?>
<p:tagLst xmlns:p="http://schemas.openxmlformats.org/presentationml/2006/main">
  <p:tag name="AS_UNIQUEID" val="2665"/>
  <p:tag name="KSO_WM_BEAUTIFY_FLAG" val=""/>
</p:tagLst>
</file>

<file path=ppt/tags/tag549.xml><?xml version="1.0" encoding="utf-8"?>
<p:tagLst xmlns:p="http://schemas.openxmlformats.org/presentationml/2006/main">
  <p:tag name="AS_UNIQUEID" val="2666"/>
  <p:tag name="KSO_WM_BEAUTIFY_FLAG" val=""/>
</p:tagLst>
</file>

<file path=ppt/tags/tag550.xml><?xml version="1.0" encoding="utf-8"?>
<p:tagLst xmlns:p="http://schemas.openxmlformats.org/presentationml/2006/main">
  <p:tag name="AS_UNIQUEID" val="2667"/>
  <p:tag name="KSO_WM_BEAUTIFY_FLAG" val=""/>
</p:tagLst>
</file>

<file path=ppt/tags/tag551.xml><?xml version="1.0" encoding="utf-8"?>
<p:tagLst xmlns:p="http://schemas.openxmlformats.org/presentationml/2006/main">
  <p:tag name="AS_UNIQUEID" val="2668"/>
  <p:tag name="KSO_WM_BEAUTIFY_FLAG" val=""/>
</p:tagLst>
</file>

<file path=ppt/tags/tag552.xml><?xml version="1.0" encoding="utf-8"?>
<p:tagLst xmlns:p="http://schemas.openxmlformats.org/presentationml/2006/main">
  <p:tag name="AS_UNIQUEID" val="2669"/>
</p:tagLst>
</file>

<file path=ppt/tags/tag553.xml><?xml version="1.0" encoding="utf-8"?>
<p:tagLst xmlns:p="http://schemas.openxmlformats.org/presentationml/2006/main">
  <p:tag name="AS_UNIQUEID" val="2670"/>
</p:tagLst>
</file>

<file path=ppt/tags/tag554.xml><?xml version="1.0" encoding="utf-8"?>
<p:tagLst xmlns:p="http://schemas.openxmlformats.org/presentationml/2006/main">
  <p:tag name="AS_UNIQUEID" val="2671"/>
</p:tagLst>
</file>

<file path=ppt/tags/tag555.xml><?xml version="1.0" encoding="utf-8"?>
<p:tagLst xmlns:p="http://schemas.openxmlformats.org/presentationml/2006/main">
  <p:tag name="AS_UNIQUEID" val="2672"/>
</p:tagLst>
</file>

<file path=ppt/tags/tag556.xml><?xml version="1.0" encoding="utf-8"?>
<p:tagLst xmlns:p="http://schemas.openxmlformats.org/presentationml/2006/main">
  <p:tag name="AS_UNIQUEID" val="2673"/>
</p:tagLst>
</file>

<file path=ppt/tags/tag557.xml><?xml version="1.0" encoding="utf-8"?>
<p:tagLst xmlns:p="http://schemas.openxmlformats.org/presentationml/2006/main">
  <p:tag name="AS_UNIQUEID" val="2674"/>
</p:tagLst>
</file>

<file path=ppt/tags/tag558.xml><?xml version="1.0" encoding="utf-8"?>
<p:tagLst xmlns:p="http://schemas.openxmlformats.org/presentationml/2006/main">
  <p:tag name="AS_UNIQUEID" val="2675"/>
</p:tagLst>
</file>

<file path=ppt/tags/tag559.xml><?xml version="1.0" encoding="utf-8"?>
<p:tagLst xmlns:p="http://schemas.openxmlformats.org/presentationml/2006/main">
  <p:tag name="AS_UNIQUEID" val="2676"/>
</p:tagLst>
</file>

<file path=ppt/tags/tag560.xml><?xml version="1.0" encoding="utf-8"?>
<p:tagLst xmlns:p="http://schemas.openxmlformats.org/presentationml/2006/main">
  <p:tag name="AS_UNIQUEID" val="2677"/>
  <p:tag name="KSO_WM_BEAUTIFY_FLAG" val=""/>
</p:tagLst>
</file>

<file path=ppt/tags/tag561.xml><?xml version="1.0" encoding="utf-8"?>
<p:tagLst xmlns:p="http://schemas.openxmlformats.org/presentationml/2006/main">
  <p:tag name="AS_UNIQUEID" val="2678"/>
  <p:tag name="KSO_WM_BEAUTIFY_FLAG" val=""/>
</p:tagLst>
</file>

<file path=ppt/tags/tag562.xml><?xml version="1.0" encoding="utf-8"?>
<p:tagLst xmlns:p="http://schemas.openxmlformats.org/presentationml/2006/main">
  <p:tag name="AS_UNIQUEID" val="2679"/>
</p:tagLst>
</file>

<file path=ppt/tags/tag563.xml><?xml version="1.0" encoding="utf-8"?>
<p:tagLst xmlns:p="http://schemas.openxmlformats.org/presentationml/2006/main">
  <p:tag name="AS_UNIQUEID" val="2680"/>
</p:tagLst>
</file>

<file path=ppt/tags/tag564.xml><?xml version="1.0" encoding="utf-8"?>
<p:tagLst xmlns:p="http://schemas.openxmlformats.org/presentationml/2006/main">
  <p:tag name="AS_UNIQUEID" val="2681"/>
  <p:tag name="KSO_WM_BEAUTIFY_FLAG" val=""/>
</p:tagLst>
</file>

<file path=ppt/tags/tag565.xml><?xml version="1.0" encoding="utf-8"?>
<p:tagLst xmlns:p="http://schemas.openxmlformats.org/presentationml/2006/main">
  <p:tag name="AS_UNIQUEID" val="2682"/>
</p:tagLst>
</file>

<file path=ppt/tags/tag566.xml><?xml version="1.0" encoding="utf-8"?>
<p:tagLst xmlns:p="http://schemas.openxmlformats.org/presentationml/2006/main">
  <p:tag name="AS_UNIQUEID" val="2683"/>
</p:tagLst>
</file>

<file path=ppt/tags/tag567.xml><?xml version="1.0" encoding="utf-8"?>
<p:tagLst xmlns:p="http://schemas.openxmlformats.org/presentationml/2006/main">
  <p:tag name="AS_UNIQUEID" val="2684"/>
  <p:tag name="KSO_WM_BEAUTIFY_FLAG" val=""/>
</p:tagLst>
</file>

<file path=ppt/tags/tag568.xml><?xml version="1.0" encoding="utf-8"?>
<p:tagLst xmlns:p="http://schemas.openxmlformats.org/presentationml/2006/main">
  <p:tag name="AS_UNIQUEID" val="2685"/>
  <p:tag name="KSO_WM_BEAUTIFY_FLAG" val=""/>
</p:tagLst>
</file>

<file path=ppt/tags/tag569.xml><?xml version="1.0" encoding="utf-8"?>
<p:tagLst xmlns:p="http://schemas.openxmlformats.org/presentationml/2006/main">
  <p:tag name="AS_UNIQUEID" val="2686"/>
  <p:tag name="KSO_WM_BEAUTIFY_FLAG" val=""/>
</p:tagLst>
</file>

<file path=ppt/tags/tag570.xml><?xml version="1.0" encoding="utf-8"?>
<p:tagLst xmlns:p="http://schemas.openxmlformats.org/presentationml/2006/main">
  <p:tag name="AS_UNIQUEID" val="2687"/>
  <p:tag name="KSO_WM_BEAUTIFY_FLAG" val=""/>
</p:tagLst>
</file>

<file path=ppt/tags/tag571.xml><?xml version="1.0" encoding="utf-8"?>
<p:tagLst xmlns:p="http://schemas.openxmlformats.org/presentationml/2006/main">
  <p:tag name="AS_UNIQUEID" val="2688"/>
  <p:tag name="KSO_WM_BEAUTIFY_FLAG" val=""/>
</p:tagLst>
</file>

<file path=ppt/tags/tag572.xml><?xml version="1.0" encoding="utf-8"?>
<p:tagLst xmlns:p="http://schemas.openxmlformats.org/presentationml/2006/main">
  <p:tag name="AS_UNIQUEID" val="2689"/>
</p:tagLst>
</file>

<file path=ppt/tags/tag573.xml><?xml version="1.0" encoding="utf-8"?>
<p:tagLst xmlns:p="http://schemas.openxmlformats.org/presentationml/2006/main">
  <p:tag name="AS_UNIQUEID" val="2690"/>
  <p:tag name="KSO_WM_BEAUTIFY_FLAG" val=""/>
</p:tagLst>
</file>

<file path=ppt/tags/tag574.xml><?xml version="1.0" encoding="utf-8"?>
<p:tagLst xmlns:p="http://schemas.openxmlformats.org/presentationml/2006/main">
  <p:tag name="AS_UNIQUEID" val="2691"/>
  <p:tag name="KSO_WM_BEAUTIFY_FLAG" val=""/>
</p:tagLst>
</file>

<file path=ppt/tags/tag575.xml><?xml version="1.0" encoding="utf-8"?>
<p:tagLst xmlns:p="http://schemas.openxmlformats.org/presentationml/2006/main">
  <p:tag name="AS_UNIQUEID" val="2692"/>
  <p:tag name="KSO_WM_BEAUTIFY_FLAG" val=""/>
</p:tagLst>
</file>

<file path=ppt/tags/tag576.xml><?xml version="1.0" encoding="utf-8"?>
<p:tagLst xmlns:p="http://schemas.openxmlformats.org/presentationml/2006/main">
  <p:tag name="AS_UNIQUEID" val="2693"/>
  <p:tag name="KSO_WM_BEAUTIFY_FLAG" val=""/>
</p:tagLst>
</file>

<file path=ppt/tags/tag577.xml><?xml version="1.0" encoding="utf-8"?>
<p:tagLst xmlns:p="http://schemas.openxmlformats.org/presentationml/2006/main">
  <p:tag name="AS_UNIQUEID" val="2694"/>
  <p:tag name="KSO_WM_BEAUTIFY_FLAG" val=""/>
</p:tagLst>
</file>

<file path=ppt/tags/tag578.xml><?xml version="1.0" encoding="utf-8"?>
<p:tagLst xmlns:p="http://schemas.openxmlformats.org/presentationml/2006/main">
  <p:tag name="AS_UNIQUEID" val="2695"/>
</p:tagLst>
</file>

<file path=ppt/tags/tag579.xml><?xml version="1.0" encoding="utf-8"?>
<p:tagLst xmlns:p="http://schemas.openxmlformats.org/presentationml/2006/main">
  <p:tag name="AS_UNIQUEID" val="2696"/>
</p:tagLst>
</file>

<file path=ppt/tags/tag580.xml><?xml version="1.0" encoding="utf-8"?>
<p:tagLst xmlns:p="http://schemas.openxmlformats.org/presentationml/2006/main">
  <p:tag name="AS_UNIQUEID" val="2697"/>
</p:tagLst>
</file>

<file path=ppt/tags/tag581.xml><?xml version="1.0" encoding="utf-8"?>
<p:tagLst xmlns:p="http://schemas.openxmlformats.org/presentationml/2006/main">
  <p:tag name="AS_UNIQUEID" val="2698"/>
  <p:tag name="KSO_WM_BEAUTIFY_FLAG" val=""/>
</p:tagLst>
</file>

<file path=ppt/tags/tag582.xml><?xml version="1.0" encoding="utf-8"?>
<p:tagLst xmlns:p="http://schemas.openxmlformats.org/presentationml/2006/main">
  <p:tag name="AS_UNIQUEID" val="2699"/>
</p:tagLst>
</file>

<file path=ppt/tags/tag583.xml><?xml version="1.0" encoding="utf-8"?>
<p:tagLst xmlns:p="http://schemas.openxmlformats.org/presentationml/2006/main">
  <p:tag name="AS_UNIQUEID" val="2700"/>
</p:tagLst>
</file>

<file path=ppt/tags/tag584.xml><?xml version="1.0" encoding="utf-8"?>
<p:tagLst xmlns:p="http://schemas.openxmlformats.org/presentationml/2006/main">
  <p:tag name="AS_UNIQUEID" val="2701"/>
</p:tagLst>
</file>

<file path=ppt/tags/tag585.xml><?xml version="1.0" encoding="utf-8"?>
<p:tagLst xmlns:p="http://schemas.openxmlformats.org/presentationml/2006/main">
  <p:tag name="AS_UNIQUEID" val="2702"/>
</p:tagLst>
</file>

<file path=ppt/tags/tag586.xml><?xml version="1.0" encoding="utf-8"?>
<p:tagLst xmlns:p="http://schemas.openxmlformats.org/presentationml/2006/main">
  <p:tag name="AS_UNIQUEID" val="2703"/>
</p:tagLst>
</file>

<file path=ppt/tags/tag587.xml><?xml version="1.0" encoding="utf-8"?>
<p:tagLst xmlns:p="http://schemas.openxmlformats.org/presentationml/2006/main">
  <p:tag name="AS_UNIQUEID" val="2704"/>
</p:tagLst>
</file>

<file path=ppt/tags/tag588.xml><?xml version="1.0" encoding="utf-8"?>
<p:tagLst xmlns:p="http://schemas.openxmlformats.org/presentationml/2006/main">
  <p:tag name="AS_UNIQUEID" val="2705"/>
</p:tagLst>
</file>

<file path=ppt/tags/tag589.xml><?xml version="1.0" encoding="utf-8"?>
<p:tagLst xmlns:p="http://schemas.openxmlformats.org/presentationml/2006/main">
  <p:tag name="AS_UNIQUEID" val="2706"/>
  <p:tag name="KSO_WM_BEAUTIFY_FLAG" val=""/>
</p:tagLst>
</file>

<file path=ppt/tags/tag590.xml><?xml version="1.0" encoding="utf-8"?>
<p:tagLst xmlns:p="http://schemas.openxmlformats.org/presentationml/2006/main">
  <p:tag name="AS_UNIQUEID" val="2707"/>
  <p:tag name="KSO_WM_BEAUTIFY_FLAG" val=""/>
</p:tagLst>
</file>

<file path=ppt/tags/tag591.xml><?xml version="1.0" encoding="utf-8"?>
<p:tagLst xmlns:p="http://schemas.openxmlformats.org/presentationml/2006/main">
  <p:tag name="AS_UNIQUEID" val="2708"/>
</p:tagLst>
</file>

<file path=ppt/tags/tag592.xml><?xml version="1.0" encoding="utf-8"?>
<p:tagLst xmlns:p="http://schemas.openxmlformats.org/presentationml/2006/main">
  <p:tag name="AS_UNIQUEID" val="2709"/>
</p:tagLst>
</file>

<file path=ppt/tags/tag593.xml><?xml version="1.0" encoding="utf-8"?>
<p:tagLst xmlns:p="http://schemas.openxmlformats.org/presentationml/2006/main">
  <p:tag name="AS_UNIQUEID" val="2710"/>
  <p:tag name="KSO_WM_BEAUTIFY_FLAG" val=""/>
</p:tagLst>
</file>

<file path=ppt/tags/tag594.xml><?xml version="1.0" encoding="utf-8"?>
<p:tagLst xmlns:p="http://schemas.openxmlformats.org/presentationml/2006/main">
  <p:tag name="AS_UNIQUEID" val="2711"/>
  <p:tag name="KSO_WM_BEAUTIFY_FLAG" val=""/>
</p:tagLst>
</file>

<file path=ppt/tags/tag595.xml><?xml version="1.0" encoding="utf-8"?>
<p:tagLst xmlns:p="http://schemas.openxmlformats.org/presentationml/2006/main">
  <p:tag name="AS_UNIQUEID" val="2712"/>
  <p:tag name="KSO_WM_BEAUTIFY_FLAG" val=""/>
</p:tagLst>
</file>

<file path=ppt/tags/tag596.xml><?xml version="1.0" encoding="utf-8"?>
<p:tagLst xmlns:p="http://schemas.openxmlformats.org/presentationml/2006/main">
  <p:tag name="AS_UNIQUEID" val="2713"/>
  <p:tag name="KSO_WM_BEAUTIFY_FLAG" val=""/>
</p:tagLst>
</file>

<file path=ppt/tags/tag597.xml><?xml version="1.0" encoding="utf-8"?>
<p:tagLst xmlns:p="http://schemas.openxmlformats.org/presentationml/2006/main">
  <p:tag name="AS_UNIQUEID" val="2714"/>
  <p:tag name="KSO_WM_BEAUTIFY_FLAG" val=""/>
</p:tagLst>
</file>

<file path=ppt/tags/tag598.xml><?xml version="1.0" encoding="utf-8"?>
<p:tagLst xmlns:p="http://schemas.openxmlformats.org/presentationml/2006/main">
  <p:tag name="AS_UNIQUEID" val="2715"/>
</p:tagLst>
</file>

<file path=ppt/tags/tag599.xml><?xml version="1.0" encoding="utf-8"?>
<p:tagLst xmlns:p="http://schemas.openxmlformats.org/presentationml/2006/main">
  <p:tag name="AS_UNIQUEID" val="2716"/>
  <p:tag name="KSO_WM_BEAUTIFY_FLAG" val=""/>
</p:tagLst>
</file>

<file path=ppt/tags/tag600.xml><?xml version="1.0" encoding="utf-8"?>
<p:tagLst xmlns:p="http://schemas.openxmlformats.org/presentationml/2006/main">
  <p:tag name="AS_UNIQUEID" val="2717"/>
  <p:tag name="KSO_WM_BEAUTIFY_FLAG" val=""/>
</p:tagLst>
</file>

<file path=ppt/tags/tag601.xml><?xml version="1.0" encoding="utf-8"?>
<p:tagLst xmlns:p="http://schemas.openxmlformats.org/presentationml/2006/main">
  <p:tag name="AS_UNIQUEID" val="2718"/>
  <p:tag name="KSO_WM_BEAUTIFY_FLAG" val=""/>
</p:tagLst>
</file>

<file path=ppt/tags/tag602.xml><?xml version="1.0" encoding="utf-8"?>
<p:tagLst xmlns:p="http://schemas.openxmlformats.org/presentationml/2006/main">
  <p:tag name="AS_UNIQUEID" val="2719"/>
  <p:tag name="KSO_WM_BEAUTIFY_FLAG" val=""/>
</p:tagLst>
</file>

<file path=ppt/tags/tag603.xml><?xml version="1.0" encoding="utf-8"?>
<p:tagLst xmlns:p="http://schemas.openxmlformats.org/presentationml/2006/main">
  <p:tag name="AS_UNIQUEID" val="2720"/>
  <p:tag name="KSO_WM_BEAUTIFY_FLAG" val=""/>
</p:tagLst>
</file>

<file path=ppt/tags/tag604.xml><?xml version="1.0" encoding="utf-8"?>
<p:tagLst xmlns:p="http://schemas.openxmlformats.org/presentationml/2006/main">
  <p:tag name="AS_UNIQUEID" val="2721"/>
</p:tagLst>
</file>

<file path=ppt/tags/tag605.xml><?xml version="1.0" encoding="utf-8"?>
<p:tagLst xmlns:p="http://schemas.openxmlformats.org/presentationml/2006/main">
  <p:tag name="AS_UNIQUEID" val="2722"/>
  <p:tag name="KSO_WM_DIAGRAM_VIRTUALLY_FRAME" val="{&quot;height&quot;:279.9,&quot;left&quot;:49.9,&quot;top&quot;:194.45,&quot;width&quot;:862.8}"/>
</p:tagLst>
</file>

<file path=ppt/tags/tag606.xml><?xml version="1.0" encoding="utf-8"?>
<p:tagLst xmlns:p="http://schemas.openxmlformats.org/presentationml/2006/main">
  <p:tag name="AS_UNIQUEID" val="2723"/>
</p:tagLst>
</file>

<file path=ppt/tags/tag607.xml><?xml version="1.0" encoding="utf-8"?>
<p:tagLst xmlns:p="http://schemas.openxmlformats.org/presentationml/2006/main">
  <p:tag name="AS_UNIQUEID" val="2724"/>
</p:tagLst>
</file>

<file path=ppt/tags/tag608.xml><?xml version="1.0" encoding="utf-8"?>
<p:tagLst xmlns:p="http://schemas.openxmlformats.org/presentationml/2006/main">
  <p:tag name="AS_UNIQUEID" val="2725"/>
</p:tagLst>
</file>

<file path=ppt/tags/tag609.xml><?xml version="1.0" encoding="utf-8"?>
<p:tagLst xmlns:p="http://schemas.openxmlformats.org/presentationml/2006/main">
  <p:tag name="AS_UNIQUEID" val="2726"/>
</p:tagLst>
</file>

<file path=ppt/tags/tag610.xml><?xml version="1.0" encoding="utf-8"?>
<p:tagLst xmlns:p="http://schemas.openxmlformats.org/presentationml/2006/main">
  <p:tag name="AS_UNIQUEID" val="2727"/>
</p:tagLst>
</file>

<file path=ppt/tags/tag611.xml><?xml version="1.0" encoding="utf-8"?>
<p:tagLst xmlns:p="http://schemas.openxmlformats.org/presentationml/2006/main">
  <p:tag name="AS_UNIQUEID" val="2728"/>
</p:tagLst>
</file>

<file path=ppt/tags/tag612.xml><?xml version="1.0" encoding="utf-8"?>
<p:tagLst xmlns:p="http://schemas.openxmlformats.org/presentationml/2006/main">
  <p:tag name="AS_UNIQUEID" val="2729"/>
</p:tagLst>
</file>

<file path=ppt/tags/tag613.xml><?xml version="1.0" encoding="utf-8"?>
<p:tagLst xmlns:p="http://schemas.openxmlformats.org/presentationml/2006/main">
  <p:tag name="AS_UNIQUEID" val="2730"/>
</p:tagLst>
</file>

<file path=ppt/tags/tag614.xml><?xml version="1.0" encoding="utf-8"?>
<p:tagLst xmlns:p="http://schemas.openxmlformats.org/presentationml/2006/main">
  <p:tag name="AS_UNIQUEID" val="2731"/>
</p:tagLst>
</file>

<file path=ppt/tags/tag615.xml><?xml version="1.0" encoding="utf-8"?>
<p:tagLst xmlns:p="http://schemas.openxmlformats.org/presentationml/2006/main">
  <p:tag name="AS_UNIQUEID" val="2732"/>
</p:tagLst>
</file>

<file path=ppt/tags/tag616.xml><?xml version="1.0" encoding="utf-8"?>
<p:tagLst xmlns:p="http://schemas.openxmlformats.org/presentationml/2006/main">
  <p:tag name="AS_UNIQUEID" val="2733"/>
</p:tagLst>
</file>

<file path=ppt/tags/tag617.xml><?xml version="1.0" encoding="utf-8"?>
<p:tagLst xmlns:p="http://schemas.openxmlformats.org/presentationml/2006/main">
  <p:tag name="AS_UNIQUEID" val="2734"/>
</p:tagLst>
</file>

<file path=ppt/tags/tag618.xml><?xml version="1.0" encoding="utf-8"?>
<p:tagLst xmlns:p="http://schemas.openxmlformats.org/presentationml/2006/main">
  <p:tag name="AS_UNIQUEID" val="2735"/>
</p:tagLst>
</file>

<file path=ppt/tags/tag619.xml><?xml version="1.0" encoding="utf-8"?>
<p:tagLst xmlns:p="http://schemas.openxmlformats.org/presentationml/2006/main">
  <p:tag name="AS_UNIQUEID" val="2736"/>
</p:tagLst>
</file>

<file path=ppt/tags/tag620.xml><?xml version="1.0" encoding="utf-8"?>
<p:tagLst xmlns:p="http://schemas.openxmlformats.org/presentationml/2006/main">
  <p:tag name="AS_UNIQUEID" val="2737"/>
  <p:tag name="KSO_WM_DIAGRAM_VIRTUALLY_FRAME" val="{&quot;height&quot;:279.9,&quot;left&quot;:49.9,&quot;top&quot;:194.45,&quot;width&quot;:862.8}"/>
</p:tagLst>
</file>

<file path=ppt/tags/tag621.xml><?xml version="1.0" encoding="utf-8"?>
<p:tagLst xmlns:p="http://schemas.openxmlformats.org/presentationml/2006/main">
  <p:tag name="AS_UNIQUEID" val="2738"/>
</p:tagLst>
</file>

<file path=ppt/tags/tag622.xml><?xml version="1.0" encoding="utf-8"?>
<p:tagLst xmlns:p="http://schemas.openxmlformats.org/presentationml/2006/main">
  <p:tag name="AS_UNIQUEID" val="2739"/>
</p:tagLst>
</file>

<file path=ppt/tags/tag623.xml><?xml version="1.0" encoding="utf-8"?>
<p:tagLst xmlns:p="http://schemas.openxmlformats.org/presentationml/2006/main">
  <p:tag name="AS_UNIQUEID" val="2740"/>
</p:tagLst>
</file>

<file path=ppt/tags/tag624.xml><?xml version="1.0" encoding="utf-8"?>
<p:tagLst xmlns:p="http://schemas.openxmlformats.org/presentationml/2006/main">
  <p:tag name="AS_UNIQUEID" val="2741"/>
</p:tagLst>
</file>

<file path=ppt/tags/tag625.xml><?xml version="1.0" encoding="utf-8"?>
<p:tagLst xmlns:p="http://schemas.openxmlformats.org/presentationml/2006/main">
  <p:tag name="AS_UNIQUEID" val="2742"/>
</p:tagLst>
</file>

<file path=ppt/tags/tag626.xml><?xml version="1.0" encoding="utf-8"?>
<p:tagLst xmlns:p="http://schemas.openxmlformats.org/presentationml/2006/main">
  <p:tag name="AS_UNIQUEID" val="2743"/>
</p:tagLst>
</file>

<file path=ppt/tags/tag627.xml><?xml version="1.0" encoding="utf-8"?>
<p:tagLst xmlns:p="http://schemas.openxmlformats.org/presentationml/2006/main">
  <p:tag name="AS_UNIQUEID" val="2744"/>
</p:tagLst>
</file>

<file path=ppt/tags/tag628.xml><?xml version="1.0" encoding="utf-8"?>
<p:tagLst xmlns:p="http://schemas.openxmlformats.org/presentationml/2006/main">
  <p:tag name="AS_UNIQUEID" val="2745"/>
</p:tagLst>
</file>

<file path=ppt/tags/tag629.xml><?xml version="1.0" encoding="utf-8"?>
<p:tagLst xmlns:p="http://schemas.openxmlformats.org/presentationml/2006/main">
  <p:tag name="AS_UNIQUEID" val="2746"/>
</p:tagLst>
</file>

<file path=ppt/tags/tag630.xml><?xml version="1.0" encoding="utf-8"?>
<p:tagLst xmlns:p="http://schemas.openxmlformats.org/presentationml/2006/main">
  <p:tag name="AS_UNIQUEID" val="2747"/>
</p:tagLst>
</file>

<file path=ppt/tags/tag631.xml><?xml version="1.0" encoding="utf-8"?>
<p:tagLst xmlns:p="http://schemas.openxmlformats.org/presentationml/2006/main">
  <p:tag name="AS_UNIQUEID" val="2748"/>
</p:tagLst>
</file>

<file path=ppt/tags/tag632.xml><?xml version="1.0" encoding="utf-8"?>
<p:tagLst xmlns:p="http://schemas.openxmlformats.org/presentationml/2006/main">
  <p:tag name="AS_UNIQUEID" val="2749"/>
</p:tagLst>
</file>

<file path=ppt/tags/tag633.xml><?xml version="1.0" encoding="utf-8"?>
<p:tagLst xmlns:p="http://schemas.openxmlformats.org/presentationml/2006/main">
  <p:tag name="AS_UNIQUEID" val="2750"/>
</p:tagLst>
</file>

<file path=ppt/tags/tag634.xml><?xml version="1.0" encoding="utf-8"?>
<p:tagLst xmlns:p="http://schemas.openxmlformats.org/presentationml/2006/main">
  <p:tag name="AS_UNIQUEID" val="2751"/>
</p:tagLst>
</file>

<file path=ppt/tags/tag635.xml><?xml version="1.0" encoding="utf-8"?>
<p:tagLst xmlns:p="http://schemas.openxmlformats.org/presentationml/2006/main">
  <p:tag name="AS_UNIQUEID" val="2752"/>
</p:tagLst>
</file>

<file path=ppt/tags/tag636.xml><?xml version="1.0" encoding="utf-8"?>
<p:tagLst xmlns:p="http://schemas.openxmlformats.org/presentationml/2006/main">
  <p:tag name="AS_UNIQUEID" val="2753"/>
</p:tagLst>
</file>

<file path=ppt/tags/tag637.xml><?xml version="1.0" encoding="utf-8"?>
<p:tagLst xmlns:p="http://schemas.openxmlformats.org/presentationml/2006/main">
  <p:tag name="AS_UNIQUEID" val="2754"/>
</p:tagLst>
</file>

<file path=ppt/tags/tag638.xml><?xml version="1.0" encoding="utf-8"?>
<p:tagLst xmlns:p="http://schemas.openxmlformats.org/presentationml/2006/main">
  <p:tag name="AS_UNIQUEID" val="2755"/>
</p:tagLst>
</file>

<file path=ppt/tags/tag639.xml><?xml version="1.0" encoding="utf-8"?>
<p:tagLst xmlns:p="http://schemas.openxmlformats.org/presentationml/2006/main">
  <p:tag name="AS_UNIQUEID" val="2756"/>
</p:tagLst>
</file>

<file path=ppt/tags/tag640.xml><?xml version="1.0" encoding="utf-8"?>
<p:tagLst xmlns:p="http://schemas.openxmlformats.org/presentationml/2006/main">
  <p:tag name="AS_UNIQUEID" val="2757"/>
</p:tagLst>
</file>

<file path=ppt/tags/tag641.xml><?xml version="1.0" encoding="utf-8"?>
<p:tagLst xmlns:p="http://schemas.openxmlformats.org/presentationml/2006/main">
  <p:tag name="AS_UNIQUEID" val="2758"/>
</p:tagLst>
</file>

<file path=ppt/tags/tag642.xml><?xml version="1.0" encoding="utf-8"?>
<p:tagLst xmlns:p="http://schemas.openxmlformats.org/presentationml/2006/main">
  <p:tag name="AS_UNIQUEID" val="2759"/>
  <p:tag name="KSO_WM_BEAUTIFY_FLAG" val=""/>
</p:tagLst>
</file>

<file path=ppt/tags/tag643.xml><?xml version="1.0" encoding="utf-8"?>
<p:tagLst xmlns:p="http://schemas.openxmlformats.org/presentationml/2006/main">
  <p:tag name="AS_UNIQUEID" val="2760"/>
  <p:tag name="KSO_WM_BEAUTIFY_FLAG" val=""/>
</p:tagLst>
</file>

<file path=ppt/tags/tag644.xml><?xml version="1.0" encoding="utf-8"?>
<p:tagLst xmlns:p="http://schemas.openxmlformats.org/presentationml/2006/main">
  <p:tag name="AS_UNIQUEID" val="2761"/>
</p:tagLst>
</file>

<file path=ppt/tags/tag645.xml><?xml version="1.0" encoding="utf-8"?>
<p:tagLst xmlns:p="http://schemas.openxmlformats.org/presentationml/2006/main">
  <p:tag name="AS_UNIQUEID" val="2762"/>
</p:tagLst>
</file>

<file path=ppt/tags/tag646.xml><?xml version="1.0" encoding="utf-8"?>
<p:tagLst xmlns:p="http://schemas.openxmlformats.org/presentationml/2006/main">
  <p:tag name="AS_UNIQUEID" val="2763"/>
  <p:tag name="KSO_WM_BEAUTIFY_FLAG" val=""/>
</p:tagLst>
</file>

<file path=ppt/tags/tag647.xml><?xml version="1.0" encoding="utf-8"?>
<p:tagLst xmlns:p="http://schemas.openxmlformats.org/presentationml/2006/main">
  <p:tag name="AS_UNIQUEID" val="2764"/>
</p:tagLst>
</file>

<file path=ppt/tags/tag648.xml><?xml version="1.0" encoding="utf-8"?>
<p:tagLst xmlns:p="http://schemas.openxmlformats.org/presentationml/2006/main">
  <p:tag name="AS_UNIQUEID" val="2765"/>
</p:tagLst>
</file>

<file path=ppt/tags/tag649.xml><?xml version="1.0" encoding="utf-8"?>
<p:tagLst xmlns:p="http://schemas.openxmlformats.org/presentationml/2006/main">
  <p:tag name="AS_UNIQUEID" val="2766"/>
  <p:tag name="KSO_WM_BEAUTIFY_FLAG" val=""/>
</p:tagLst>
</file>

<file path=ppt/tags/tag650.xml><?xml version="1.0" encoding="utf-8"?>
<p:tagLst xmlns:p="http://schemas.openxmlformats.org/presentationml/2006/main">
  <p:tag name="AS_UNIQUEID" val="2767"/>
  <p:tag name="KSO_WM_BEAUTIFY_FLAG" val=""/>
</p:tagLst>
</file>

<file path=ppt/tags/tag651.xml><?xml version="1.0" encoding="utf-8"?>
<p:tagLst xmlns:p="http://schemas.openxmlformats.org/presentationml/2006/main">
  <p:tag name="AS_UNIQUEID" val="2768"/>
  <p:tag name="KSO_WM_BEAUTIFY_FLAG" val=""/>
</p:tagLst>
</file>

<file path=ppt/tags/tag652.xml><?xml version="1.0" encoding="utf-8"?>
<p:tagLst xmlns:p="http://schemas.openxmlformats.org/presentationml/2006/main">
  <p:tag name="AS_UNIQUEID" val="2769"/>
  <p:tag name="KSO_WM_BEAUTIFY_FLAG" val=""/>
</p:tagLst>
</file>

<file path=ppt/tags/tag653.xml><?xml version="1.0" encoding="utf-8"?>
<p:tagLst xmlns:p="http://schemas.openxmlformats.org/presentationml/2006/main">
  <p:tag name="AS_UNIQUEID" val="2770"/>
  <p:tag name="KSO_WM_BEAUTIFY_FLAG" val=""/>
</p:tagLst>
</file>

<file path=ppt/tags/tag654.xml><?xml version="1.0" encoding="utf-8"?>
<p:tagLst xmlns:p="http://schemas.openxmlformats.org/presentationml/2006/main">
  <p:tag name="AS_UNIQUEID" val="2771"/>
</p:tagLst>
</file>

<file path=ppt/tags/tag655.xml><?xml version="1.0" encoding="utf-8"?>
<p:tagLst xmlns:p="http://schemas.openxmlformats.org/presentationml/2006/main">
  <p:tag name="AS_UNIQUEID" val="2772"/>
  <p:tag name="KSO_WM_BEAUTIFY_FLAG" val=""/>
</p:tagLst>
</file>

<file path=ppt/tags/tag656.xml><?xml version="1.0" encoding="utf-8"?>
<p:tagLst xmlns:p="http://schemas.openxmlformats.org/presentationml/2006/main">
  <p:tag name="AS_UNIQUEID" val="2773"/>
  <p:tag name="KSO_WM_BEAUTIFY_FLAG" val=""/>
</p:tagLst>
</file>

<file path=ppt/tags/tag657.xml><?xml version="1.0" encoding="utf-8"?>
<p:tagLst xmlns:p="http://schemas.openxmlformats.org/presentationml/2006/main">
  <p:tag name="AS_UNIQUEID" val="2774"/>
  <p:tag name="KSO_WM_BEAUTIFY_FLAG" val=""/>
</p:tagLst>
</file>

<file path=ppt/tags/tag658.xml><?xml version="1.0" encoding="utf-8"?>
<p:tagLst xmlns:p="http://schemas.openxmlformats.org/presentationml/2006/main">
  <p:tag name="AS_UNIQUEID" val="2775"/>
  <p:tag name="KSO_WM_BEAUTIFY_FLAG" val=""/>
</p:tagLst>
</file>

<file path=ppt/tags/tag659.xml><?xml version="1.0" encoding="utf-8"?>
<p:tagLst xmlns:p="http://schemas.openxmlformats.org/presentationml/2006/main">
  <p:tag name="AS_UNIQUEID" val="2776"/>
  <p:tag name="KSO_WM_BEAUTIFY_FLAG" val=""/>
</p:tagLst>
</file>

<file path=ppt/tags/tag660.xml><?xml version="1.0" encoding="utf-8"?>
<p:tagLst xmlns:p="http://schemas.openxmlformats.org/presentationml/2006/main">
  <p:tag name="AS_UNIQUEID" val="2777"/>
  <p:tag name="KSO_WM_BEAUTIFY_FLAG" val=""/>
</p:tagLst>
</file>

<file path=ppt/tags/tag661.xml><?xml version="1.0" encoding="utf-8"?>
<p:tagLst xmlns:p="http://schemas.openxmlformats.org/presentationml/2006/main">
  <p:tag name="AS_UNIQUEID" val="2778"/>
</p:tagLst>
</file>

<file path=ppt/tags/tag662.xml><?xml version="1.0" encoding="utf-8"?>
<p:tagLst xmlns:p="http://schemas.openxmlformats.org/presentationml/2006/main">
  <p:tag name="AS_UNIQUEID" val="2779"/>
</p:tagLst>
</file>

<file path=ppt/tags/tag663.xml><?xml version="1.0" encoding="utf-8"?>
<p:tagLst xmlns:p="http://schemas.openxmlformats.org/presentationml/2006/main">
  <p:tag name="AS_UNIQUEID" val="2780"/>
</p:tagLst>
</file>

<file path=ppt/tags/tag664.xml><?xml version="1.0" encoding="utf-8"?>
<p:tagLst xmlns:p="http://schemas.openxmlformats.org/presentationml/2006/main">
  <p:tag name="AS_UNIQUEID" val="2781"/>
</p:tagLst>
</file>

<file path=ppt/tags/tag665.xml><?xml version="1.0" encoding="utf-8"?>
<p:tagLst xmlns:p="http://schemas.openxmlformats.org/presentationml/2006/main">
  <p:tag name="AS_UNIQUEID" val="2782"/>
</p:tagLst>
</file>

<file path=ppt/tags/tag666.xml><?xml version="1.0" encoding="utf-8"?>
<p:tagLst xmlns:p="http://schemas.openxmlformats.org/presentationml/2006/main">
  <p:tag name="AS_UNIQUEID" val="2783"/>
</p:tagLst>
</file>

<file path=ppt/tags/tag667.xml><?xml version="1.0" encoding="utf-8"?>
<p:tagLst xmlns:p="http://schemas.openxmlformats.org/presentationml/2006/main">
  <p:tag name="AS_UNIQUEID" val="2784"/>
</p:tagLst>
</file>

<file path=ppt/tags/tag668.xml><?xml version="1.0" encoding="utf-8"?>
<p:tagLst xmlns:p="http://schemas.openxmlformats.org/presentationml/2006/main">
  <p:tag name="AS_UNIQUEID" val="2785"/>
</p:tagLst>
</file>

<file path=ppt/tags/tag669.xml><?xml version="1.0" encoding="utf-8"?>
<p:tagLst xmlns:p="http://schemas.openxmlformats.org/presentationml/2006/main">
  <p:tag name="AS_UNIQUEID" val="2786"/>
</p:tagLst>
</file>

<file path=ppt/tags/tag670.xml><?xml version="1.0" encoding="utf-8"?>
<p:tagLst xmlns:p="http://schemas.openxmlformats.org/presentationml/2006/main">
  <p:tag name="AS_UNIQUEID" val="2787"/>
</p:tagLst>
</file>

<file path=ppt/tags/tag671.xml><?xml version="1.0" encoding="utf-8"?>
<p:tagLst xmlns:p="http://schemas.openxmlformats.org/presentationml/2006/main">
  <p:tag name="AS_UNIQUEID" val="2788"/>
  <p:tag name="KSO_WM_BEAUTIFY_FLAG" val=""/>
</p:tagLst>
</file>

<file path=ppt/tags/tag672.xml><?xml version="1.0" encoding="utf-8"?>
<p:tagLst xmlns:p="http://schemas.openxmlformats.org/presentationml/2006/main">
  <p:tag name="AS_UNIQUEID" val="2789"/>
  <p:tag name="KSO_WM_BEAUTIFY_FLAG" val=""/>
</p:tagLst>
</file>

<file path=ppt/tags/tag673.xml><?xml version="1.0" encoding="utf-8"?>
<p:tagLst xmlns:p="http://schemas.openxmlformats.org/presentationml/2006/main">
  <p:tag name="AS_UNIQUEID" val="2790"/>
</p:tagLst>
</file>

<file path=ppt/tags/tag674.xml><?xml version="1.0" encoding="utf-8"?>
<p:tagLst xmlns:p="http://schemas.openxmlformats.org/presentationml/2006/main">
  <p:tag name="AS_UNIQUEID" val="2791"/>
</p:tagLst>
</file>

<file path=ppt/tags/tag675.xml><?xml version="1.0" encoding="utf-8"?>
<p:tagLst xmlns:p="http://schemas.openxmlformats.org/presentationml/2006/main">
  <p:tag name="AS_UNIQUEID" val="2792"/>
  <p:tag name="KSO_WM_BEAUTIFY_FLAG" val=""/>
</p:tagLst>
</file>

<file path=ppt/tags/tag676.xml><?xml version="1.0" encoding="utf-8"?>
<p:tagLst xmlns:p="http://schemas.openxmlformats.org/presentationml/2006/main">
  <p:tag name="AS_UNIQUEID" val="2793"/>
  <p:tag name="KSO_WM_BEAUTIFY_FLAG" val=""/>
</p:tagLst>
</file>

<file path=ppt/tags/tag677.xml><?xml version="1.0" encoding="utf-8"?>
<p:tagLst xmlns:p="http://schemas.openxmlformats.org/presentationml/2006/main">
  <p:tag name="AS_UNIQUEID" val="2794"/>
  <p:tag name="KSO_WM_BEAUTIFY_FLAG" val=""/>
</p:tagLst>
</file>

<file path=ppt/tags/tag678.xml><?xml version="1.0" encoding="utf-8"?>
<p:tagLst xmlns:p="http://schemas.openxmlformats.org/presentationml/2006/main">
  <p:tag name="AS_UNIQUEID" val="2795"/>
  <p:tag name="KSO_WM_BEAUTIFY_FLAG" val=""/>
</p:tagLst>
</file>

<file path=ppt/tags/tag679.xml><?xml version="1.0" encoding="utf-8"?>
<p:tagLst xmlns:p="http://schemas.openxmlformats.org/presentationml/2006/main">
  <p:tag name="AS_UNIQUEID" val="2796"/>
  <p:tag name="KSO_WM_BEAUTIFY_FLAG" val=""/>
</p:tagLst>
</file>

<file path=ppt/tags/tag680.xml><?xml version="1.0" encoding="utf-8"?>
<p:tagLst xmlns:p="http://schemas.openxmlformats.org/presentationml/2006/main">
  <p:tag name="AS_UNIQUEID" val="2797"/>
</p:tagLst>
</file>

<file path=ppt/tags/tag681.xml><?xml version="1.0" encoding="utf-8"?>
<p:tagLst xmlns:p="http://schemas.openxmlformats.org/presentationml/2006/main">
  <p:tag name="AS_UNIQUEID" val="2798"/>
  <p:tag name="KSO_WM_BEAUTIFY_FLAG" val=""/>
</p:tagLst>
</file>

<file path=ppt/tags/tag682.xml><?xml version="1.0" encoding="utf-8"?>
<p:tagLst xmlns:p="http://schemas.openxmlformats.org/presentationml/2006/main">
  <p:tag name="AS_UNIQUEID" val="2799"/>
  <p:tag name="KSO_WM_BEAUTIFY_FLAG" val=""/>
</p:tagLst>
</file>

<file path=ppt/tags/tag683.xml><?xml version="1.0" encoding="utf-8"?>
<p:tagLst xmlns:p="http://schemas.openxmlformats.org/presentationml/2006/main">
  <p:tag name="AS_UNIQUEID" val="2800"/>
  <p:tag name="KSO_WM_BEAUTIFY_FLAG" val=""/>
</p:tagLst>
</file>

<file path=ppt/tags/tag684.xml><?xml version="1.0" encoding="utf-8"?>
<p:tagLst xmlns:p="http://schemas.openxmlformats.org/presentationml/2006/main">
  <p:tag name="AS_UNIQUEID" val="2801"/>
  <p:tag name="KSO_WM_BEAUTIFY_FLAG" val=""/>
</p:tagLst>
</file>

<file path=ppt/tags/tag685.xml><?xml version="1.0" encoding="utf-8"?>
<p:tagLst xmlns:p="http://schemas.openxmlformats.org/presentationml/2006/main">
  <p:tag name="AS_UNIQUEID" val="2802"/>
  <p:tag name="KSO_WM_BEAUTIFY_FLAG" val=""/>
</p:tagLst>
</file>

<file path=ppt/tags/tag686.xml><?xml version="1.0" encoding="utf-8"?>
<p:tagLst xmlns:p="http://schemas.openxmlformats.org/presentationml/2006/main">
  <p:tag name="AS_UNIQUEID" val="2803"/>
  <p:tag name="KSO_WM_DIAGRAM_VIRTUALLY_FRAME" val="{&quot;height&quot;:279.9,&quot;left&quot;:49.9,&quot;top&quot;:194.45,&quot;width&quot;:862.8}"/>
</p:tagLst>
</file>

<file path=ppt/tags/tag687.xml><?xml version="1.0" encoding="utf-8"?>
<p:tagLst xmlns:p="http://schemas.openxmlformats.org/presentationml/2006/main">
  <p:tag name="AS_UNIQUEID" val="2804"/>
</p:tagLst>
</file>

<file path=ppt/tags/tag688.xml><?xml version="1.0" encoding="utf-8"?>
<p:tagLst xmlns:p="http://schemas.openxmlformats.org/presentationml/2006/main">
  <p:tag name="AS_UNIQUEID" val="2805"/>
</p:tagLst>
</file>

<file path=ppt/tags/tag689.xml><?xml version="1.0" encoding="utf-8"?>
<p:tagLst xmlns:p="http://schemas.openxmlformats.org/presentationml/2006/main">
  <p:tag name="AS_UNIQUEID" val="2806"/>
</p:tagLst>
</file>

<file path=ppt/tags/tag690.xml><?xml version="1.0" encoding="utf-8"?>
<p:tagLst xmlns:p="http://schemas.openxmlformats.org/presentationml/2006/main">
  <p:tag name="AS_UNIQUEID" val="2807"/>
</p:tagLst>
</file>

<file path=ppt/tags/tag691.xml><?xml version="1.0" encoding="utf-8"?>
<p:tagLst xmlns:p="http://schemas.openxmlformats.org/presentationml/2006/main">
  <p:tag name="AS_UNIQUEID" val="2808"/>
  <p:tag name="KSO_WM_BEAUTIFY_FLAG" val=""/>
</p:tagLst>
</file>

<file path=ppt/tags/tag692.xml><?xml version="1.0" encoding="utf-8"?>
<p:tagLst xmlns:p="http://schemas.openxmlformats.org/presentationml/2006/main">
  <p:tag name="AS_UNIQUEID" val="2809"/>
  <p:tag name="KSO_WM_BEAUTIFY_FLAG" val=""/>
</p:tagLst>
</file>

<file path=ppt/tags/tag693.xml><?xml version="1.0" encoding="utf-8"?>
<p:tagLst xmlns:p="http://schemas.openxmlformats.org/presentationml/2006/main">
  <p:tag name="AS_UNIQUEID" val="2810"/>
  <p:tag name="KSO_WM_BEAUTIFY_FLAG" val=""/>
</p:tagLst>
</file>

<file path=ppt/tags/tag694.xml><?xml version="1.0" encoding="utf-8"?>
<p:tagLst xmlns:p="http://schemas.openxmlformats.org/presentationml/2006/main">
  <p:tag name="AS_UNIQUEID" val="2811"/>
  <p:tag name="KSO_WM_BEAUTIFY_FLAG" val=""/>
</p:tagLst>
</file>

<file path=ppt/tags/tag695.xml><?xml version="1.0" encoding="utf-8"?>
<p:tagLst xmlns:p="http://schemas.openxmlformats.org/presentationml/2006/main">
  <p:tag name="AS_UNIQUEID" val="2812"/>
  <p:tag name="KSO_WM_BEAUTIFY_FLAG" val=""/>
</p:tagLst>
</file>

<file path=ppt/tags/tag696.xml><?xml version="1.0" encoding="utf-8"?>
<p:tagLst xmlns:p="http://schemas.openxmlformats.org/presentationml/2006/main">
  <p:tag name="AS_UNIQUEID" val="2813"/>
  <p:tag name="KSO_WM_BEAUTIFY_FLAG" val=""/>
</p:tagLst>
</file>

<file path=ppt/tags/tag697.xml><?xml version="1.0" encoding="utf-8"?>
<p:tagLst xmlns:p="http://schemas.openxmlformats.org/presentationml/2006/main">
  <p:tag name="AS_UNIQUEID" val="2814"/>
</p:tagLst>
</file>

<file path=ppt/tags/tag698.xml><?xml version="1.0" encoding="utf-8"?>
<p:tagLst xmlns:p="http://schemas.openxmlformats.org/presentationml/2006/main">
  <p:tag name="AS_UNIQUEID" val="2815"/>
</p:tagLst>
</file>

<file path=ppt/tags/tag699.xml><?xml version="1.0" encoding="utf-8"?>
<p:tagLst xmlns:p="http://schemas.openxmlformats.org/presentationml/2006/main">
  <p:tag name="AS_UNIQUEID" val="2816"/>
</p:tagLst>
</file>

<file path=ppt/tags/tag700.xml><?xml version="1.0" encoding="utf-8"?>
<p:tagLst xmlns:p="http://schemas.openxmlformats.org/presentationml/2006/main">
  <p:tag name="AS_UNIQUEID" val="2817"/>
</p:tagLst>
</file>

<file path=ppt/tags/tag701.xml><?xml version="1.0" encoding="utf-8"?>
<p:tagLst xmlns:p="http://schemas.openxmlformats.org/presentationml/2006/main">
  <p:tag name="AS_UNIQUEID" val="2818"/>
</p:tagLst>
</file>

<file path=ppt/tags/tag702.xml><?xml version="1.0" encoding="utf-8"?>
<p:tagLst xmlns:p="http://schemas.openxmlformats.org/presentationml/2006/main">
  <p:tag name="AS_UNIQUEID" val="2819"/>
</p:tagLst>
</file>

<file path=ppt/tags/tag703.xml><?xml version="1.0" encoding="utf-8"?>
<p:tagLst xmlns:p="http://schemas.openxmlformats.org/presentationml/2006/main">
  <p:tag name="AS_UNIQUEID" val="2820"/>
</p:tagLst>
</file>

<file path=ppt/tags/tag704.xml><?xml version="1.0" encoding="utf-8"?>
<p:tagLst xmlns:p="http://schemas.openxmlformats.org/presentationml/2006/main">
  <p:tag name="AS_UNIQUEID" val="2821"/>
</p:tagLst>
</file>

<file path=ppt/tags/tag705.xml><?xml version="1.0" encoding="utf-8"?>
<p:tagLst xmlns:p="http://schemas.openxmlformats.org/presentationml/2006/main">
  <p:tag name="AS_UNIQUEID" val="2822"/>
</p:tagLst>
</file>

<file path=ppt/tags/tag706.xml><?xml version="1.0" encoding="utf-8"?>
<p:tagLst xmlns:p="http://schemas.openxmlformats.org/presentationml/2006/main">
  <p:tag name="AS_UNIQUEID" val="2823"/>
</p:tagLst>
</file>

<file path=ppt/tags/tag707.xml><?xml version="1.0" encoding="utf-8"?>
<p:tagLst xmlns:p="http://schemas.openxmlformats.org/presentationml/2006/main">
  <p:tag name="AS_UNIQUEID" val="2824"/>
</p:tagLst>
</file>

<file path=ppt/tags/tag708.xml><?xml version="1.0" encoding="utf-8"?>
<p:tagLst xmlns:p="http://schemas.openxmlformats.org/presentationml/2006/main">
  <p:tag name="AS_UNIQUEID" val="2825"/>
</p:tagLst>
</file>

<file path=ppt/tags/tag709.xml><?xml version="1.0" encoding="utf-8"?>
<p:tagLst xmlns:p="http://schemas.openxmlformats.org/presentationml/2006/main">
  <p:tag name="AS_UNIQUEID" val="2826"/>
</p:tagLst>
</file>

<file path=ppt/tags/tag710.xml><?xml version="1.0" encoding="utf-8"?>
<p:tagLst xmlns:p="http://schemas.openxmlformats.org/presentationml/2006/main">
  <p:tag name="AS_UNIQUEID" val="2827"/>
</p:tagLst>
</file>

<file path=ppt/tags/tag711.xml><?xml version="1.0" encoding="utf-8"?>
<p:tagLst xmlns:p="http://schemas.openxmlformats.org/presentationml/2006/main">
  <p:tag name="AS_UNIQUEID" val="2828"/>
</p:tagLst>
</file>

<file path=ppt/tags/tag712.xml><?xml version="1.0" encoding="utf-8"?>
<p:tagLst xmlns:p="http://schemas.openxmlformats.org/presentationml/2006/main">
  <p:tag name="AS_UNIQUEID" val="2829"/>
</p:tagLst>
</file>

<file path=ppt/tags/tag713.xml><?xml version="1.0" encoding="utf-8"?>
<p:tagLst xmlns:p="http://schemas.openxmlformats.org/presentationml/2006/main">
  <p:tag name="AS_UNIQUEID" val="2830"/>
</p:tagLst>
</file>

<file path=ppt/tags/tag714.xml><?xml version="1.0" encoding="utf-8"?>
<p:tagLst xmlns:p="http://schemas.openxmlformats.org/presentationml/2006/main">
  <p:tag name="AS_UNIQUEID" val="2831"/>
</p:tagLst>
</file>

<file path=ppt/tags/tag715.xml><?xml version="1.0" encoding="utf-8"?>
<p:tagLst xmlns:p="http://schemas.openxmlformats.org/presentationml/2006/main">
  <p:tag name="AS_UNIQUEID" val="2832"/>
</p:tagLst>
</file>

<file path=ppt/tags/tag716.xml><?xml version="1.0" encoding="utf-8"?>
<p:tagLst xmlns:p="http://schemas.openxmlformats.org/presentationml/2006/main">
  <p:tag name="AS_UNIQUEID" val="2833"/>
</p:tagLst>
</file>

<file path=ppt/tags/tag717.xml><?xml version="1.0" encoding="utf-8"?>
<p:tagLst xmlns:p="http://schemas.openxmlformats.org/presentationml/2006/main">
  <p:tag name="AS_UNIQUEID" val="2834"/>
</p:tagLst>
</file>

<file path=ppt/tags/tag718.xml><?xml version="1.0" encoding="utf-8"?>
<p:tagLst xmlns:p="http://schemas.openxmlformats.org/presentationml/2006/main">
  <p:tag name="AS_UNIQUEID" val="2835"/>
</p:tagLst>
</file>

<file path=ppt/tags/tag719.xml><?xml version="1.0" encoding="utf-8"?>
<p:tagLst xmlns:p="http://schemas.openxmlformats.org/presentationml/2006/main">
  <p:tag name="AS_UNIQUEID" val="2836"/>
</p:tagLst>
</file>

<file path=ppt/tags/tag720.xml><?xml version="1.0" encoding="utf-8"?>
<p:tagLst xmlns:p="http://schemas.openxmlformats.org/presentationml/2006/main">
  <p:tag name="AS_UNIQUEID" val="2837"/>
</p:tagLst>
</file>

<file path=ppt/tags/tag721.xml><?xml version="1.0" encoding="utf-8"?>
<p:tagLst xmlns:p="http://schemas.openxmlformats.org/presentationml/2006/main">
  <p:tag name="AS_UNIQUEID" val="2838"/>
</p:tagLst>
</file>

<file path=ppt/tags/tag722.xml><?xml version="1.0" encoding="utf-8"?>
<p:tagLst xmlns:p="http://schemas.openxmlformats.org/presentationml/2006/main">
  <p:tag name="AS_UNIQUEID" val="2839"/>
</p:tagLst>
</file>

<file path=ppt/tags/tag723.xml><?xml version="1.0" encoding="utf-8"?>
<p:tagLst xmlns:p="http://schemas.openxmlformats.org/presentationml/2006/main">
  <p:tag name="AS_UNIQUEID" val="2840"/>
</p:tagLst>
</file>

<file path=ppt/tags/tag724.xml><?xml version="1.0" encoding="utf-8"?>
<p:tagLst xmlns:p="http://schemas.openxmlformats.org/presentationml/2006/main">
  <p:tag name="AS_UNIQUEID" val="2841"/>
</p:tagLst>
</file>

<file path=ppt/tags/tag725.xml><?xml version="1.0" encoding="utf-8"?>
<p:tagLst xmlns:p="http://schemas.openxmlformats.org/presentationml/2006/main">
  <p:tag name="AS_UNIQUEID" val="2842"/>
</p:tagLst>
</file>

<file path=ppt/tags/tag726.xml><?xml version="1.0" encoding="utf-8"?>
<p:tagLst xmlns:p="http://schemas.openxmlformats.org/presentationml/2006/main">
  <p:tag name="AS_UNIQUEID" val="2843"/>
</p:tagLst>
</file>

<file path=ppt/tags/tag727.xml><?xml version="1.0" encoding="utf-8"?>
<p:tagLst xmlns:p="http://schemas.openxmlformats.org/presentationml/2006/main">
  <p:tag name="AS_UNIQUEID" val="2844"/>
</p:tagLst>
</file>

<file path=ppt/tags/tag728.xml><?xml version="1.0" encoding="utf-8"?>
<p:tagLst xmlns:p="http://schemas.openxmlformats.org/presentationml/2006/main">
  <p:tag name="AS_UNIQUEID" val="2845"/>
</p:tagLst>
</file>

<file path=ppt/tags/tag729.xml><?xml version="1.0" encoding="utf-8"?>
<p:tagLst xmlns:p="http://schemas.openxmlformats.org/presentationml/2006/main">
  <p:tag name="AS_UNIQUEID" val="2846"/>
</p:tagLst>
</file>

<file path=ppt/tags/tag730.xml><?xml version="1.0" encoding="utf-8"?>
<p:tagLst xmlns:p="http://schemas.openxmlformats.org/presentationml/2006/main">
  <p:tag name="AS_UNIQUEID" val="2847"/>
</p:tagLst>
</file>

<file path=ppt/tags/tag731.xml><?xml version="1.0" encoding="utf-8"?>
<p:tagLst xmlns:p="http://schemas.openxmlformats.org/presentationml/2006/main">
  <p:tag name="AS_UNIQUEID" val="2848"/>
</p:tagLst>
</file>

<file path=ppt/tags/tag732.xml><?xml version="1.0" encoding="utf-8"?>
<p:tagLst xmlns:p="http://schemas.openxmlformats.org/presentationml/2006/main">
  <p:tag name="AS_UNIQUEID" val="2849"/>
</p:tagLst>
</file>

<file path=ppt/tags/tag733.xml><?xml version="1.0" encoding="utf-8"?>
<p:tagLst xmlns:p="http://schemas.openxmlformats.org/presentationml/2006/main">
  <p:tag name="AS_UNIQUEID" val="2850"/>
</p:tagLst>
</file>

<file path=ppt/tags/tag734.xml><?xml version="1.0" encoding="utf-8"?>
<p:tagLst xmlns:p="http://schemas.openxmlformats.org/presentationml/2006/main">
  <p:tag name="AS_UNIQUEID" val="2851"/>
</p:tagLst>
</file>

<file path=ppt/tags/tag735.xml><?xml version="1.0" encoding="utf-8"?>
<p:tagLst xmlns:p="http://schemas.openxmlformats.org/presentationml/2006/main">
  <p:tag name="AS_UNIQUEID" val="2852"/>
  <p:tag name="KSO_WM_BEAUTIFY_FLAG" val=""/>
</p:tagLst>
</file>

<file path=ppt/tags/tag736.xml><?xml version="1.0" encoding="utf-8"?>
<p:tagLst xmlns:p="http://schemas.openxmlformats.org/presentationml/2006/main">
  <p:tag name="AS_UNIQUEID" val="2853"/>
  <p:tag name="KSO_WM_BEAUTIFY_FLAG" val=""/>
</p:tagLst>
</file>

<file path=ppt/tags/tag737.xml><?xml version="1.0" encoding="utf-8"?>
<p:tagLst xmlns:p="http://schemas.openxmlformats.org/presentationml/2006/main">
  <p:tag name="AS_UNIQUEID" val="2854"/>
</p:tagLst>
</file>

<file path=ppt/tags/tag738.xml><?xml version="1.0" encoding="utf-8"?>
<p:tagLst xmlns:p="http://schemas.openxmlformats.org/presentationml/2006/main">
  <p:tag name="AS_UNIQUEID" val="2855"/>
</p:tagLst>
</file>

<file path=ppt/tags/tag739.xml><?xml version="1.0" encoding="utf-8"?>
<p:tagLst xmlns:p="http://schemas.openxmlformats.org/presentationml/2006/main">
  <p:tag name="AS_UNIQUEID" val="2856"/>
  <p:tag name="KSO_WM_BEAUTIFY_FLAG" val=""/>
</p:tagLst>
</file>

<file path=ppt/tags/tag740.xml><?xml version="1.0" encoding="utf-8"?>
<p:tagLst xmlns:p="http://schemas.openxmlformats.org/presentationml/2006/main">
  <p:tag name="AS_UNIQUEID" val="2857"/>
  <p:tag name="KSO_WM_BEAUTIFY_FLAG" val=""/>
</p:tagLst>
</file>

<file path=ppt/tags/tag741.xml><?xml version="1.0" encoding="utf-8"?>
<p:tagLst xmlns:p="http://schemas.openxmlformats.org/presentationml/2006/main">
  <p:tag name="AS_UNIQUEID" val="2858"/>
  <p:tag name="KSO_WM_BEAUTIFY_FLAG" val=""/>
</p:tagLst>
</file>

<file path=ppt/tags/tag742.xml><?xml version="1.0" encoding="utf-8"?>
<p:tagLst xmlns:p="http://schemas.openxmlformats.org/presentationml/2006/main">
  <p:tag name="AS_UNIQUEID" val="2859"/>
  <p:tag name="KSO_WM_BEAUTIFY_FLAG" val=""/>
</p:tagLst>
</file>

<file path=ppt/tags/tag743.xml><?xml version="1.0" encoding="utf-8"?>
<p:tagLst xmlns:p="http://schemas.openxmlformats.org/presentationml/2006/main">
  <p:tag name="AS_UNIQUEID" val="2860"/>
  <p:tag name="KSO_WM_BEAUTIFY_FLAG" val=""/>
</p:tagLst>
</file>

<file path=ppt/tags/tag744.xml><?xml version="1.0" encoding="utf-8"?>
<p:tagLst xmlns:p="http://schemas.openxmlformats.org/presentationml/2006/main">
  <p:tag name="AS_UNIQUEID" val="2861"/>
</p:tagLst>
</file>

<file path=ppt/tags/tag745.xml><?xml version="1.0" encoding="utf-8"?>
<p:tagLst xmlns:p="http://schemas.openxmlformats.org/presentationml/2006/main">
  <p:tag name="AS_UNIQUEID" val="2862"/>
  <p:tag name="KSO_WM_BEAUTIFY_FLAG" val=""/>
</p:tagLst>
</file>

<file path=ppt/tags/tag746.xml><?xml version="1.0" encoding="utf-8"?>
<p:tagLst xmlns:p="http://schemas.openxmlformats.org/presentationml/2006/main">
  <p:tag name="AS_UNIQUEID" val="2863"/>
  <p:tag name="KSO_WM_BEAUTIFY_FLAG" val=""/>
</p:tagLst>
</file>

<file path=ppt/tags/tag747.xml><?xml version="1.0" encoding="utf-8"?>
<p:tagLst xmlns:p="http://schemas.openxmlformats.org/presentationml/2006/main">
  <p:tag name="AS_UNIQUEID" val="2864"/>
  <p:tag name="KSO_WM_BEAUTIFY_FLAG" val=""/>
</p:tagLst>
</file>

<file path=ppt/tags/tag748.xml><?xml version="1.0" encoding="utf-8"?>
<p:tagLst xmlns:p="http://schemas.openxmlformats.org/presentationml/2006/main">
  <p:tag name="AS_UNIQUEID" val="2865"/>
  <p:tag name="KSO_WM_BEAUTIFY_FLAG" val=""/>
</p:tagLst>
</file>

<file path=ppt/tags/tag749.xml><?xml version="1.0" encoding="utf-8"?>
<p:tagLst xmlns:p="http://schemas.openxmlformats.org/presentationml/2006/main">
  <p:tag name="AS_UNIQUEID" val="2866"/>
  <p:tag name="KSO_WM_BEAUTIFY_FLAG" val=""/>
</p:tagLst>
</file>

<file path=ppt/tags/tag750.xml><?xml version="1.0" encoding="utf-8"?>
<p:tagLst xmlns:p="http://schemas.openxmlformats.org/presentationml/2006/main">
  <p:tag name="AS_UNIQUEID" val="2867"/>
</p:tagLst>
</file>

<file path=ppt/tags/tag751.xml><?xml version="1.0" encoding="utf-8"?>
<p:tagLst xmlns:p="http://schemas.openxmlformats.org/presentationml/2006/main">
  <p:tag name="AS_UNIQUEID" val="2868"/>
</p:tagLst>
</file>

<file path=ppt/tags/tag752.xml><?xml version="1.0" encoding="utf-8"?>
<p:tagLst xmlns:p="http://schemas.openxmlformats.org/presentationml/2006/main">
  <p:tag name="AS_UNIQUEID" val="2869"/>
  <p:tag name="KSO_WM_BEAUTIFY_FLAG" val=""/>
</p:tagLst>
</file>

<file path=ppt/tags/tag753.xml><?xml version="1.0" encoding="utf-8"?>
<p:tagLst xmlns:p="http://schemas.openxmlformats.org/presentationml/2006/main">
  <p:tag name="AS_UNIQUEID" val="2870"/>
</p:tagLst>
</file>

<file path=ppt/tags/tag754.xml><?xml version="1.0" encoding="utf-8"?>
<p:tagLst xmlns:p="http://schemas.openxmlformats.org/presentationml/2006/main">
  <p:tag name="AS_UNIQUEID" val="2871"/>
</p:tagLst>
</file>

<file path=ppt/tags/tag755.xml><?xml version="1.0" encoding="utf-8"?>
<p:tagLst xmlns:p="http://schemas.openxmlformats.org/presentationml/2006/main">
  <p:tag name="AS_UNIQUEID" val="2872"/>
</p:tagLst>
</file>

<file path=ppt/tags/tag756.xml><?xml version="1.0" encoding="utf-8"?>
<p:tagLst xmlns:p="http://schemas.openxmlformats.org/presentationml/2006/main">
  <p:tag name="AS_UNIQUEID" val="2873"/>
</p:tagLst>
</file>

<file path=ppt/tags/tag757.xml><?xml version="1.0" encoding="utf-8"?>
<p:tagLst xmlns:p="http://schemas.openxmlformats.org/presentationml/2006/main">
  <p:tag name="AS_UNIQUEID" val="2874"/>
  <p:tag name="KSO_WM_BEAUTIFY_FLAG" val=""/>
</p:tagLst>
</file>

<file path=ppt/tags/tag758.xml><?xml version="1.0" encoding="utf-8"?>
<p:tagLst xmlns:p="http://schemas.openxmlformats.org/presentationml/2006/main">
  <p:tag name="AS_UNIQUEID" val="2875"/>
  <p:tag name="KSO_WM_BEAUTIFY_FLAG" val=""/>
</p:tagLst>
</file>

<file path=ppt/tags/tag759.xml><?xml version="1.0" encoding="utf-8"?>
<p:tagLst xmlns:p="http://schemas.openxmlformats.org/presentationml/2006/main">
  <p:tag name="AS_UNIQUEID" val="2876"/>
</p:tagLst>
</file>

<file path=ppt/tags/tag760.xml><?xml version="1.0" encoding="utf-8"?>
<p:tagLst xmlns:p="http://schemas.openxmlformats.org/presentationml/2006/main">
  <p:tag name="AS_UNIQUEID" val="2877"/>
</p:tagLst>
</file>

<file path=ppt/tags/tag761.xml><?xml version="1.0" encoding="utf-8"?>
<p:tagLst xmlns:p="http://schemas.openxmlformats.org/presentationml/2006/main">
  <p:tag name="AS_UNIQUEID" val="2878"/>
  <p:tag name="KSO_WM_BEAUTIFY_FLAG" val=""/>
</p:tagLst>
</file>

<file path=ppt/tags/tag762.xml><?xml version="1.0" encoding="utf-8"?>
<p:tagLst xmlns:p="http://schemas.openxmlformats.org/presentationml/2006/main">
  <p:tag name="AS_UNIQUEID" val="2879"/>
  <p:tag name="KSO_WM_BEAUTIFY_FLAG" val=""/>
</p:tagLst>
</file>

<file path=ppt/tags/tag763.xml><?xml version="1.0" encoding="utf-8"?>
<p:tagLst xmlns:p="http://schemas.openxmlformats.org/presentationml/2006/main">
  <p:tag name="AS_UNIQUEID" val="2880"/>
  <p:tag name="KSO_WM_BEAUTIFY_FLAG" val=""/>
</p:tagLst>
</file>

<file path=ppt/tags/tag764.xml><?xml version="1.0" encoding="utf-8"?>
<p:tagLst xmlns:p="http://schemas.openxmlformats.org/presentationml/2006/main">
  <p:tag name="AS_UNIQUEID" val="2881"/>
  <p:tag name="KSO_WM_BEAUTIFY_FLAG" val=""/>
</p:tagLst>
</file>

<file path=ppt/tags/tag765.xml><?xml version="1.0" encoding="utf-8"?>
<p:tagLst xmlns:p="http://schemas.openxmlformats.org/presentationml/2006/main">
  <p:tag name="AS_UNIQUEID" val="2882"/>
  <p:tag name="KSO_WM_BEAUTIFY_FLAG" val=""/>
</p:tagLst>
</file>

<file path=ppt/tags/tag766.xml><?xml version="1.0" encoding="utf-8"?>
<p:tagLst xmlns:p="http://schemas.openxmlformats.org/presentationml/2006/main">
  <p:tag name="AS_UNIQUEID" val="2883"/>
</p:tagLst>
</file>

<file path=ppt/tags/tag767.xml><?xml version="1.0" encoding="utf-8"?>
<p:tagLst xmlns:p="http://schemas.openxmlformats.org/presentationml/2006/main">
  <p:tag name="AS_UNIQUEID" val="2884"/>
  <p:tag name="KSO_WM_BEAUTIFY_FLAG" val=""/>
</p:tagLst>
</file>

<file path=ppt/tags/tag768.xml><?xml version="1.0" encoding="utf-8"?>
<p:tagLst xmlns:p="http://schemas.openxmlformats.org/presentationml/2006/main">
  <p:tag name="AS_UNIQUEID" val="2885"/>
  <p:tag name="KSO_WM_BEAUTIFY_FLAG" val=""/>
</p:tagLst>
</file>

<file path=ppt/tags/tag769.xml><?xml version="1.0" encoding="utf-8"?>
<p:tagLst xmlns:p="http://schemas.openxmlformats.org/presentationml/2006/main">
  <p:tag name="AS_UNIQUEID" val="2886"/>
  <p:tag name="KSO_WM_BEAUTIFY_FLAG" val=""/>
</p:tagLst>
</file>

<file path=ppt/tags/tag770.xml><?xml version="1.0" encoding="utf-8"?>
<p:tagLst xmlns:p="http://schemas.openxmlformats.org/presentationml/2006/main">
  <p:tag name="AS_UNIQUEID" val="2887"/>
  <p:tag name="KSO_WM_BEAUTIFY_FLAG" val=""/>
</p:tagLst>
</file>

<file path=ppt/tags/tag771.xml><?xml version="1.0" encoding="utf-8"?>
<p:tagLst xmlns:p="http://schemas.openxmlformats.org/presentationml/2006/main">
  <p:tag name="AS_UNIQUEID" val="2888"/>
  <p:tag name="KSO_WM_BEAUTIFY_FLAG" val=""/>
</p:tagLst>
</file>

<file path=ppt/tags/tag772.xml><?xml version="1.0" encoding="utf-8"?>
<p:tagLst xmlns:p="http://schemas.openxmlformats.org/presentationml/2006/main">
  <p:tag name="AS_UNIQUEID" val="2889"/>
</p:tagLst>
</file>

<file path=ppt/tags/tag773.xml><?xml version="1.0" encoding="utf-8"?>
<p:tagLst xmlns:p="http://schemas.openxmlformats.org/presentationml/2006/main">
  <p:tag name="AS_UNIQUEID" val="2890"/>
  <p:tag name="KSO_WM_DIAGRAM_VIRTUALLY_FRAME" val="{&quot;height&quot;:279.9,&quot;left&quot;:49.9,&quot;top&quot;:194.45,&quot;width&quot;:862.8}"/>
</p:tagLst>
</file>

<file path=ppt/tags/tag774.xml><?xml version="1.0" encoding="utf-8"?>
<p:tagLst xmlns:p="http://schemas.openxmlformats.org/presentationml/2006/main">
  <p:tag name="AS_UNIQUEID" val="2891"/>
</p:tagLst>
</file>

<file path=ppt/tags/tag775.xml><?xml version="1.0" encoding="utf-8"?>
<p:tagLst xmlns:p="http://schemas.openxmlformats.org/presentationml/2006/main">
  <p:tag name="AS_UNIQUEID" val="2892"/>
</p:tagLst>
</file>

<file path=ppt/tags/tag776.xml><?xml version="1.0" encoding="utf-8"?>
<p:tagLst xmlns:p="http://schemas.openxmlformats.org/presentationml/2006/main">
  <p:tag name="AS_UNIQUEID" val="2893"/>
  <p:tag name="KSO_WM_BEAUTIFY_FLAG" val=""/>
</p:tagLst>
</file>

<file path=ppt/tags/tag777.xml><?xml version="1.0" encoding="utf-8"?>
<p:tagLst xmlns:p="http://schemas.openxmlformats.org/presentationml/2006/main">
  <p:tag name="AS_UNIQUEID" val="2894"/>
</p:tagLst>
</file>

<file path=ppt/tags/tag778.xml><?xml version="1.0" encoding="utf-8"?>
<p:tagLst xmlns:p="http://schemas.openxmlformats.org/presentationml/2006/main">
  <p:tag name="AS_UNIQUEID" val="2895"/>
  <p:tag name="KSO_WM_DIAGRAM_VIRTUALLY_FRAME" val="{&quot;height&quot;:301.3,&quot;left&quot;:49.9,&quot;top&quot;:194.45,&quot;width&quot;:1106.6750393700788}"/>
</p:tagLst>
</file>

<file path=ppt/tags/tag779.xml><?xml version="1.0" encoding="utf-8"?>
<p:tagLst xmlns:p="http://schemas.openxmlformats.org/presentationml/2006/main">
  <p:tag name="AS_UNIQUEID" val="2896"/>
</p:tagLst>
</file>

<file path=ppt/tags/tag780.xml><?xml version="1.0" encoding="utf-8"?>
<p:tagLst xmlns:p="http://schemas.openxmlformats.org/presentationml/2006/main">
  <p:tag name="AS_UNIQUEID" val="2897"/>
</p:tagLst>
</file>

<file path=ppt/tags/tag781.xml><?xml version="1.0" encoding="utf-8"?>
<p:tagLst xmlns:p="http://schemas.openxmlformats.org/presentationml/2006/main">
  <p:tag name="AS_UNIQUEID" val="2898"/>
</p:tagLst>
</file>

<file path=ppt/tags/tag782.xml><?xml version="1.0" encoding="utf-8"?>
<p:tagLst xmlns:p="http://schemas.openxmlformats.org/presentationml/2006/main">
  <p:tag name="AS_UNIQUEID" val="2899"/>
  <p:tag name="KSO_WM_BEAUTIFY_FLAG" val=""/>
</p:tagLst>
</file>

<file path=ppt/tags/tag783.xml><?xml version="1.0" encoding="utf-8"?>
<p:tagLst xmlns:p="http://schemas.openxmlformats.org/presentationml/2006/main">
  <p:tag name="AS_UNIQUEID" val="2900"/>
  <p:tag name="KSO_WM_DIAGRAM_VIRTUALLY_FRAME" val="{&quot;height&quot;:301.3,&quot;left&quot;:49.9,&quot;top&quot;:194.45,&quot;width&quot;:1106.6750393700788}"/>
</p:tagLst>
</file>

<file path=ppt/tags/tag784.xml><?xml version="1.0" encoding="utf-8"?>
<p:tagLst xmlns:p="http://schemas.openxmlformats.org/presentationml/2006/main">
  <p:tag name="AS_UNIQUEID" val="2901"/>
</p:tagLst>
</file>

<file path=ppt/tags/tag785.xml><?xml version="1.0" encoding="utf-8"?>
<p:tagLst xmlns:p="http://schemas.openxmlformats.org/presentationml/2006/main">
  <p:tag name="AS_UNIQUEID" val="2902"/>
  <p:tag name="KSO_WM_BEAUTIFY_FLAG" val=""/>
</p:tagLst>
</file>

<file path=ppt/tags/tag786.xml><?xml version="1.0" encoding="utf-8"?>
<p:tagLst xmlns:p="http://schemas.openxmlformats.org/presentationml/2006/main">
  <p:tag name="AS_UNIQUEID" val="2903"/>
</p:tagLst>
</file>

<file path=ppt/tags/tag787.xml><?xml version="1.0" encoding="utf-8"?>
<p:tagLst xmlns:p="http://schemas.openxmlformats.org/presentationml/2006/main">
  <p:tag name="AS_UNIQUEID" val="2904"/>
  <p:tag name="KSO_WM_DIAGRAM_VIRTUALLY_FRAME" val="{&quot;height&quot;:301.3,&quot;left&quot;:49.9,&quot;top&quot;:194.45,&quot;width&quot;:1106.6750393700788}"/>
</p:tagLst>
</file>

<file path=ppt/tags/tag788.xml><?xml version="1.0" encoding="utf-8"?>
<p:tagLst xmlns:p="http://schemas.openxmlformats.org/presentationml/2006/main">
  <p:tag name="AS_UNIQUEID" val="2905"/>
</p:tagLst>
</file>

<file path=ppt/tags/tag789.xml><?xml version="1.0" encoding="utf-8"?>
<p:tagLst xmlns:p="http://schemas.openxmlformats.org/presentationml/2006/main">
  <p:tag name="AS_UNIQUEID" val="2906"/>
  <p:tag name="KSO_WM_BEAUTIFY_FLAG" val=""/>
</p:tagLst>
</file>

<file path=ppt/tags/tag790.xml><?xml version="1.0" encoding="utf-8"?>
<p:tagLst xmlns:p="http://schemas.openxmlformats.org/presentationml/2006/main">
  <p:tag name="AS_UNIQUEID" val="2907"/>
</p:tagLst>
</file>

<file path=ppt/tags/tag791.xml><?xml version="1.0" encoding="utf-8"?>
<p:tagLst xmlns:p="http://schemas.openxmlformats.org/presentationml/2006/main">
  <p:tag name="AS_UNIQUEID" val="2908"/>
  <p:tag name="KSO_WM_DIAGRAM_VIRTUALLY_FRAME" val="{&quot;height&quot;:301.3,&quot;left&quot;:49.9,&quot;top&quot;:194.45,&quot;width&quot;:1106.6750393700788}"/>
</p:tagLst>
</file>

<file path=ppt/tags/tag792.xml><?xml version="1.0" encoding="utf-8"?>
<p:tagLst xmlns:p="http://schemas.openxmlformats.org/presentationml/2006/main">
  <p:tag name="AS_UNIQUEID" val="2909"/>
</p:tagLst>
</file>

<file path=ppt/tags/tag793.xml><?xml version="1.0" encoding="utf-8"?>
<p:tagLst xmlns:p="http://schemas.openxmlformats.org/presentationml/2006/main">
  <p:tag name="AS_UNIQUEID" val="2910"/>
</p:tagLst>
</file>

<file path=ppt/tags/tag794.xml><?xml version="1.0" encoding="utf-8"?>
<p:tagLst xmlns:p="http://schemas.openxmlformats.org/presentationml/2006/main">
  <p:tag name="AS_UNIQUEID" val="2911"/>
</p:tagLst>
</file>

<file path=ppt/tags/tag795.xml><?xml version="1.0" encoding="utf-8"?>
<p:tagLst xmlns:p="http://schemas.openxmlformats.org/presentationml/2006/main">
  <p:tag name="AS_UNIQUEID" val="2912"/>
</p:tagLst>
</file>

<file path=ppt/tags/tag796.xml><?xml version="1.0" encoding="utf-8"?>
<p:tagLst xmlns:p="http://schemas.openxmlformats.org/presentationml/2006/main">
  <p:tag name="AS_UNIQUEID" val="2913"/>
</p:tagLst>
</file>

<file path=ppt/tags/tag797.xml><?xml version="1.0" encoding="utf-8"?>
<p:tagLst xmlns:p="http://schemas.openxmlformats.org/presentationml/2006/main">
  <p:tag name="AS_UNIQUEID" val="2914"/>
  <p:tag name="KSO_WM_BEAUTIFY_FLAG" val=""/>
</p:tagLst>
</file>

<file path=ppt/tags/tag798.xml><?xml version="1.0" encoding="utf-8"?>
<p:tagLst xmlns:p="http://schemas.openxmlformats.org/presentationml/2006/main">
  <p:tag name="AS_UNIQUEID" val="2915"/>
  <p:tag name="KSO_WM_BEAUTIFY_FLAG" val=""/>
</p:tagLst>
</file>

<file path=ppt/tags/tag799.xml><?xml version="1.0" encoding="utf-8"?>
<p:tagLst xmlns:p="http://schemas.openxmlformats.org/presentationml/2006/main">
  <p:tag name="AS_UNIQUEID" val="2916"/>
</p:tagLst>
</file>

<file path=ppt/tags/tag800.xml><?xml version="1.0" encoding="utf-8"?>
<p:tagLst xmlns:p="http://schemas.openxmlformats.org/presentationml/2006/main">
  <p:tag name="AS_UNIQUEID" val="2917"/>
</p:tagLst>
</file>

<file path=ppt/tags/tag801.xml><?xml version="1.0" encoding="utf-8"?>
<p:tagLst xmlns:p="http://schemas.openxmlformats.org/presentationml/2006/main">
  <p:tag name="AS_UNIQUEID" val="2918"/>
  <p:tag name="KSO_WM_BEAUTIFY_FLAG" val=""/>
</p:tagLst>
</file>

<file path=ppt/tags/tag802.xml><?xml version="1.0" encoding="utf-8"?>
<p:tagLst xmlns:p="http://schemas.openxmlformats.org/presentationml/2006/main">
  <p:tag name="AS_UNIQUEID" val="2919"/>
  <p:tag name="KSO_WM_BEAUTIFY_FLAG" val=""/>
</p:tagLst>
</file>

<file path=ppt/tags/tag803.xml><?xml version="1.0" encoding="utf-8"?>
<p:tagLst xmlns:p="http://schemas.openxmlformats.org/presentationml/2006/main">
  <p:tag name="AS_UNIQUEID" val="2920"/>
  <p:tag name="KSO_WM_BEAUTIFY_FLAG" val=""/>
</p:tagLst>
</file>

<file path=ppt/tags/tag804.xml><?xml version="1.0" encoding="utf-8"?>
<p:tagLst xmlns:p="http://schemas.openxmlformats.org/presentationml/2006/main">
  <p:tag name="AS_UNIQUEID" val="2921"/>
  <p:tag name="KSO_WM_BEAUTIFY_FLAG" val=""/>
</p:tagLst>
</file>

<file path=ppt/tags/tag805.xml><?xml version="1.0" encoding="utf-8"?>
<p:tagLst xmlns:p="http://schemas.openxmlformats.org/presentationml/2006/main">
  <p:tag name="AS_UNIQUEID" val="2922"/>
  <p:tag name="KSO_WM_BEAUTIFY_FLAG" val=""/>
</p:tagLst>
</file>

<file path=ppt/tags/tag806.xml><?xml version="1.0" encoding="utf-8"?>
<p:tagLst xmlns:p="http://schemas.openxmlformats.org/presentationml/2006/main">
  <p:tag name="AS_UNIQUEID" val="2923"/>
</p:tagLst>
</file>

<file path=ppt/tags/tag807.xml><?xml version="1.0" encoding="utf-8"?>
<p:tagLst xmlns:p="http://schemas.openxmlformats.org/presentationml/2006/main">
  <p:tag name="AS_UNIQUEID" val="2924"/>
  <p:tag name="KSO_WM_BEAUTIFY_FLAG" val=""/>
</p:tagLst>
</file>

<file path=ppt/tags/tag808.xml><?xml version="1.0" encoding="utf-8"?>
<p:tagLst xmlns:p="http://schemas.openxmlformats.org/presentationml/2006/main">
  <p:tag name="AS_UNIQUEID" val="2925"/>
  <p:tag name="KSO_WM_BEAUTIFY_FLAG" val=""/>
</p:tagLst>
</file>

<file path=ppt/tags/tag809.xml><?xml version="1.0" encoding="utf-8"?>
<p:tagLst xmlns:p="http://schemas.openxmlformats.org/presentationml/2006/main">
  <p:tag name="AS_UNIQUEID" val="2926"/>
  <p:tag name="KSO_WM_BEAUTIFY_FLAG" val=""/>
</p:tagLst>
</file>

<file path=ppt/tags/tag810.xml><?xml version="1.0" encoding="utf-8"?>
<p:tagLst xmlns:p="http://schemas.openxmlformats.org/presentationml/2006/main">
  <p:tag name="AS_UNIQUEID" val="2927"/>
  <p:tag name="KSO_WM_BEAUTIFY_FLAG" val=""/>
</p:tagLst>
</file>

<file path=ppt/tags/tag811.xml><?xml version="1.0" encoding="utf-8"?>
<p:tagLst xmlns:p="http://schemas.openxmlformats.org/presentationml/2006/main">
  <p:tag name="AS_UNIQUEID" val="2928"/>
  <p:tag name="KSO_WM_BEAUTIFY_FLAG" val=""/>
</p:tagLst>
</file>

<file path=ppt/tags/tag812.xml><?xml version="1.0" encoding="utf-8"?>
<p:tagLst xmlns:p="http://schemas.openxmlformats.org/presentationml/2006/main">
  <p:tag name="AS_UNIQUEID" val="2929"/>
</p:tagLst>
</file>

<file path=ppt/tags/tag813.xml><?xml version="1.0" encoding="utf-8"?>
<p:tagLst xmlns:p="http://schemas.openxmlformats.org/presentationml/2006/main">
  <p:tag name="AS_UNIQUEID" val="2930"/>
  <p:tag name="KSO_WM_DIAGRAM_VIRTUALLY_FRAME" val="{&quot;height&quot;:279.9,&quot;left&quot;:49.9,&quot;top&quot;:194.45,&quot;width&quot;:862.8}"/>
</p:tagLst>
</file>

<file path=ppt/tags/tag814.xml><?xml version="1.0" encoding="utf-8"?>
<p:tagLst xmlns:p="http://schemas.openxmlformats.org/presentationml/2006/main">
  <p:tag name="AS_UNIQUEID" val="2931"/>
</p:tagLst>
</file>

<file path=ppt/tags/tag815.xml><?xml version="1.0" encoding="utf-8"?>
<p:tagLst xmlns:p="http://schemas.openxmlformats.org/presentationml/2006/main">
  <p:tag name="AS_UNIQUEID" val="2932"/>
</p:tagLst>
</file>

<file path=ppt/tags/tag816.xml><?xml version="1.0" encoding="utf-8"?>
<p:tagLst xmlns:p="http://schemas.openxmlformats.org/presentationml/2006/main">
  <p:tag name="AS_UNIQUEID" val="2933"/>
</p:tagLst>
</file>

<file path=ppt/tags/tag817.xml><?xml version="1.0" encoding="utf-8"?>
<p:tagLst xmlns:p="http://schemas.openxmlformats.org/presentationml/2006/main">
  <p:tag name="AS_UNIQUEID" val="2934"/>
  <p:tag name="KSO_WM_DIAGRAM_VIRTUALLY_FRAME" val="{&quot;height&quot;:279.9,&quot;left&quot;:49.9,&quot;top&quot;:194.45,&quot;width&quot;:862.8}"/>
</p:tagLst>
</file>

<file path=ppt/tags/tag818.xml><?xml version="1.0" encoding="utf-8"?>
<p:tagLst xmlns:p="http://schemas.openxmlformats.org/presentationml/2006/main">
  <p:tag name="AS_UNIQUEID" val="2935"/>
</p:tagLst>
</file>

<file path=ppt/tags/tag819.xml><?xml version="1.0" encoding="utf-8"?>
<p:tagLst xmlns:p="http://schemas.openxmlformats.org/presentationml/2006/main">
  <p:tag name="AS_UNIQUEID" val="2936"/>
</p:tagLst>
</file>

<file path=ppt/tags/tag820.xml><?xml version="1.0" encoding="utf-8"?>
<p:tagLst xmlns:p="http://schemas.openxmlformats.org/presentationml/2006/main">
  <p:tag name="AS_UNIQUEID" val="2937"/>
</p:tagLst>
</file>

<file path=ppt/tags/tag821.xml><?xml version="1.0" encoding="utf-8"?>
<p:tagLst xmlns:p="http://schemas.openxmlformats.org/presentationml/2006/main">
  <p:tag name="AS_UNIQUEID" val="2938"/>
</p:tagLst>
</file>

<file path=ppt/tags/tag822.xml><?xml version="1.0" encoding="utf-8"?>
<p:tagLst xmlns:p="http://schemas.openxmlformats.org/presentationml/2006/main">
  <p:tag name="AS_UNIQUEID" val="2939"/>
</p:tagLst>
</file>

<file path=ppt/tags/tag823.xml><?xml version="1.0" encoding="utf-8"?>
<p:tagLst xmlns:p="http://schemas.openxmlformats.org/presentationml/2006/main">
  <p:tag name="AS_UNIQUEID" val="2940"/>
</p:tagLst>
</file>

<file path=ppt/tags/tag824.xml><?xml version="1.0" encoding="utf-8"?>
<p:tagLst xmlns:p="http://schemas.openxmlformats.org/presentationml/2006/main">
  <p:tag name="AS_UNIQUEID" val="2941"/>
</p:tagLst>
</file>

<file path=ppt/tags/tag825.xml><?xml version="1.0" encoding="utf-8"?>
<p:tagLst xmlns:p="http://schemas.openxmlformats.org/presentationml/2006/main">
  <p:tag name="AS_UNIQUEID" val="2942"/>
  <p:tag name="KSO_WM_BEAUTIFY_FLAG" val=""/>
</p:tagLst>
</file>

<file path=ppt/tags/tag826.xml><?xml version="1.0" encoding="utf-8"?>
<p:tagLst xmlns:p="http://schemas.openxmlformats.org/presentationml/2006/main">
  <p:tag name="AS_UNIQUEID" val="2943"/>
  <p:tag name="KSO_WM_BEAUTIFY_FLAG" val=""/>
</p:tagLst>
</file>

<file path=ppt/tags/tag827.xml><?xml version="1.0" encoding="utf-8"?>
<p:tagLst xmlns:p="http://schemas.openxmlformats.org/presentationml/2006/main">
  <p:tag name="AS_UNIQUEID" val="2944"/>
</p:tagLst>
</file>

<file path=ppt/tags/tag828.xml><?xml version="1.0" encoding="utf-8"?>
<p:tagLst xmlns:p="http://schemas.openxmlformats.org/presentationml/2006/main">
  <p:tag name="AS_UNIQUEID" val="2945"/>
</p:tagLst>
</file>

<file path=ppt/tags/tag829.xml><?xml version="1.0" encoding="utf-8"?>
<p:tagLst xmlns:p="http://schemas.openxmlformats.org/presentationml/2006/main">
  <p:tag name="AS_UNIQUEID" val="2946"/>
  <p:tag name="KSO_WM_BEAUTIFY_FLAG" val=""/>
</p:tagLst>
</file>

<file path=ppt/tags/tag830.xml><?xml version="1.0" encoding="utf-8"?>
<p:tagLst xmlns:p="http://schemas.openxmlformats.org/presentationml/2006/main">
  <p:tag name="AS_UNIQUEID" val="2947"/>
  <p:tag name="KSO_WM_BEAUTIFY_FLAG" val=""/>
</p:tagLst>
</file>

<file path=ppt/tags/tag831.xml><?xml version="1.0" encoding="utf-8"?>
<p:tagLst xmlns:p="http://schemas.openxmlformats.org/presentationml/2006/main">
  <p:tag name="AS_UNIQUEID" val="2948"/>
  <p:tag name="KSO_WM_BEAUTIFY_FLAG" val=""/>
</p:tagLst>
</file>

<file path=ppt/tags/tag832.xml><?xml version="1.0" encoding="utf-8"?>
<p:tagLst xmlns:p="http://schemas.openxmlformats.org/presentationml/2006/main">
  <p:tag name="AS_UNIQUEID" val="2949"/>
  <p:tag name="KSO_WM_BEAUTIFY_FLAG" val=""/>
</p:tagLst>
</file>

<file path=ppt/tags/tag833.xml><?xml version="1.0" encoding="utf-8"?>
<p:tagLst xmlns:p="http://schemas.openxmlformats.org/presentationml/2006/main">
  <p:tag name="AS_UNIQUEID" val="2950"/>
  <p:tag name="KSO_WM_BEAUTIFY_FLAG" val=""/>
</p:tagLst>
</file>

<file path=ppt/tags/tag834.xml><?xml version="1.0" encoding="utf-8"?>
<p:tagLst xmlns:p="http://schemas.openxmlformats.org/presentationml/2006/main">
  <p:tag name="AS_UNIQUEID" val="2951"/>
</p:tagLst>
</file>

<file path=ppt/tags/tag835.xml><?xml version="1.0" encoding="utf-8"?>
<p:tagLst xmlns:p="http://schemas.openxmlformats.org/presentationml/2006/main">
  <p:tag name="AS_UNIQUEID" val="2952"/>
  <p:tag name="KSO_WM_BEAUTIFY_FLAG" val=""/>
</p:tagLst>
</file>

<file path=ppt/tags/tag836.xml><?xml version="1.0" encoding="utf-8"?>
<p:tagLst xmlns:p="http://schemas.openxmlformats.org/presentationml/2006/main">
  <p:tag name="AS_UNIQUEID" val="2953"/>
  <p:tag name="KSO_WM_BEAUTIFY_FLAG" val=""/>
</p:tagLst>
</file>

<file path=ppt/tags/tag837.xml><?xml version="1.0" encoding="utf-8"?>
<p:tagLst xmlns:p="http://schemas.openxmlformats.org/presentationml/2006/main">
  <p:tag name="AS_UNIQUEID" val="2954"/>
  <p:tag name="KSO_WM_BEAUTIFY_FLAG" val=""/>
</p:tagLst>
</file>

<file path=ppt/tags/tag838.xml><?xml version="1.0" encoding="utf-8"?>
<p:tagLst xmlns:p="http://schemas.openxmlformats.org/presentationml/2006/main">
  <p:tag name="AS_UNIQUEID" val="2955"/>
  <p:tag name="KSO_WM_BEAUTIFY_FLAG" val=""/>
</p:tagLst>
</file>

<file path=ppt/tags/tag839.xml><?xml version="1.0" encoding="utf-8"?>
<p:tagLst xmlns:p="http://schemas.openxmlformats.org/presentationml/2006/main">
  <p:tag name="AS_UNIQUEID" val="2956"/>
  <p:tag name="KSO_WM_BEAUTIFY_FLAG" val=""/>
</p:tagLst>
</file>

<file path=ppt/tags/tag840.xml><?xml version="1.0" encoding="utf-8"?>
<p:tagLst xmlns:p="http://schemas.openxmlformats.org/presentationml/2006/main">
  <p:tag name="AS_UNIQUEID" val="2957"/>
</p:tagLst>
</file>

<file path=ppt/tags/tag841.xml><?xml version="1.0" encoding="utf-8"?>
<p:tagLst xmlns:p="http://schemas.openxmlformats.org/presentationml/2006/main">
  <p:tag name="AS_UNIQUEID" val="2958"/>
</p:tagLst>
</file>

<file path=ppt/tags/tag842.xml><?xml version="1.0" encoding="utf-8"?>
<p:tagLst xmlns:p="http://schemas.openxmlformats.org/presentationml/2006/main">
  <p:tag name="AS_UNIQUEID" val="2959"/>
  <p:tag name="KSO_WM_DIAGRAM_VIRTUALLY_FRAME" val="{&quot;height&quot;:279.9,&quot;left&quot;:49.9,&quot;top&quot;:194.45,&quot;width&quot;:862.8}"/>
</p:tagLst>
</file>

<file path=ppt/tags/tag843.xml><?xml version="1.0" encoding="utf-8"?>
<p:tagLst xmlns:p="http://schemas.openxmlformats.org/presentationml/2006/main">
  <p:tag name="AS_UNIQUEID" val="2960"/>
</p:tagLst>
</file>

<file path=ppt/tags/tag844.xml><?xml version="1.0" encoding="utf-8"?>
<p:tagLst xmlns:p="http://schemas.openxmlformats.org/presentationml/2006/main">
  <p:tag name="AS_UNIQUEID" val="2961"/>
</p:tagLst>
</file>

<file path=ppt/tags/tag845.xml><?xml version="1.0" encoding="utf-8"?>
<p:tagLst xmlns:p="http://schemas.openxmlformats.org/presentationml/2006/main">
  <p:tag name="AS_UNIQUEID" val="2962"/>
</p:tagLst>
</file>

<file path=ppt/tags/tag846.xml><?xml version="1.0" encoding="utf-8"?>
<p:tagLst xmlns:p="http://schemas.openxmlformats.org/presentationml/2006/main">
  <p:tag name="AS_UNIQUEID" val="2963"/>
  <p:tag name="KSO_WM_BEAUTIFY_FLAG" val=""/>
</p:tagLst>
</file>

<file path=ppt/tags/tag847.xml><?xml version="1.0" encoding="utf-8"?>
<p:tagLst xmlns:p="http://schemas.openxmlformats.org/presentationml/2006/main">
  <p:tag name="AS_UNIQUEID" val="2964"/>
  <p:tag name="KSO_WM_BEAUTIFY_FLAG" val=""/>
</p:tagLst>
</file>

<file path=ppt/tags/tag848.xml><?xml version="1.0" encoding="utf-8"?>
<p:tagLst xmlns:p="http://schemas.openxmlformats.org/presentationml/2006/main">
  <p:tag name="AS_UNIQUEID" val="2965"/>
  <p:tag name="KSO_WM_BEAUTIFY_FLAG" val=""/>
</p:tagLst>
</file>

<file path=ppt/tags/tag849.xml><?xml version="1.0" encoding="utf-8"?>
<p:tagLst xmlns:p="http://schemas.openxmlformats.org/presentationml/2006/main">
  <p:tag name="AS_UNIQUEID" val="2966"/>
  <p:tag name="KSO_WM_BEAUTIFY_FLAG" val=""/>
</p:tagLst>
</file>

<file path=ppt/tags/tag850.xml><?xml version="1.0" encoding="utf-8"?>
<p:tagLst xmlns:p="http://schemas.openxmlformats.org/presentationml/2006/main">
  <p:tag name="AS_UNIQUEID" val="2967"/>
  <p:tag name="KSO_WM_BEAUTIFY_FLAG" val=""/>
</p:tagLst>
</file>

<file path=ppt/tags/tag851.xml><?xml version="1.0" encoding="utf-8"?>
<p:tagLst xmlns:p="http://schemas.openxmlformats.org/presentationml/2006/main">
  <p:tag name="AS_UNIQUEID" val="2968"/>
  <p:tag name="KSO_WM_BEAUTIFY_FLAG" val=""/>
</p:tagLst>
</file>

<file path=ppt/tags/tag852.xml><?xml version="1.0" encoding="utf-8"?>
<p:tagLst xmlns:p="http://schemas.openxmlformats.org/presentationml/2006/main">
  <p:tag name="AS_UNIQUEID" val="2969"/>
</p:tagLst>
</file>

<file path=ppt/tags/tag853.xml><?xml version="1.0" encoding="utf-8"?>
<p:tagLst xmlns:p="http://schemas.openxmlformats.org/presentationml/2006/main">
  <p:tag name="AS_UNIQUEID" val="2970"/>
</p:tagLst>
</file>

<file path=ppt/tags/tag854.xml><?xml version="1.0" encoding="utf-8"?>
<p:tagLst xmlns:p="http://schemas.openxmlformats.org/presentationml/2006/main">
  <p:tag name="AS_UNIQUEID" val="2971"/>
</p:tagLst>
</file>

<file path=ppt/tags/tag855.xml><?xml version="1.0" encoding="utf-8"?>
<p:tagLst xmlns:p="http://schemas.openxmlformats.org/presentationml/2006/main">
  <p:tag name="AS_UNIQUEID" val="2972"/>
</p:tagLst>
</file>

<file path=ppt/tags/tag856.xml><?xml version="1.0" encoding="utf-8"?>
<p:tagLst xmlns:p="http://schemas.openxmlformats.org/presentationml/2006/main">
  <p:tag name="AS_UNIQUEID" val="2973"/>
</p:tagLst>
</file>

<file path=ppt/tags/tag857.xml><?xml version="1.0" encoding="utf-8"?>
<p:tagLst xmlns:p="http://schemas.openxmlformats.org/presentationml/2006/main">
  <p:tag name="AS_UNIQUEID" val="2974"/>
</p:tagLst>
</file>

<file path=ppt/tags/tag858.xml><?xml version="1.0" encoding="utf-8"?>
<p:tagLst xmlns:p="http://schemas.openxmlformats.org/presentationml/2006/main">
  <p:tag name="AS_UNIQUEID" val="2975"/>
</p:tagLst>
</file>

<file path=ppt/tags/tag859.xml><?xml version="1.0" encoding="utf-8"?>
<p:tagLst xmlns:p="http://schemas.openxmlformats.org/presentationml/2006/main">
  <p:tag name="AS_UNIQUEID" val="2976"/>
</p:tagLst>
</file>

<file path=ppt/tags/tag860.xml><?xml version="1.0" encoding="utf-8"?>
<p:tagLst xmlns:p="http://schemas.openxmlformats.org/presentationml/2006/main">
  <p:tag name="AS_UNIQUEID" val="2977"/>
</p:tagLst>
</file>

<file path=ppt/tags/tag861.xml><?xml version="1.0" encoding="utf-8"?>
<p:tagLst xmlns:p="http://schemas.openxmlformats.org/presentationml/2006/main">
  <p:tag name="AS_UNIQUEID" val="2978"/>
</p:tagLst>
</file>

<file path=ppt/tags/tag862.xml><?xml version="1.0" encoding="utf-8"?>
<p:tagLst xmlns:p="http://schemas.openxmlformats.org/presentationml/2006/main">
  <p:tag name="AS_UNIQUEID" val="2979"/>
</p:tagLst>
</file>

<file path=ppt/tags/tag863.xml><?xml version="1.0" encoding="utf-8"?>
<p:tagLst xmlns:p="http://schemas.openxmlformats.org/presentationml/2006/main">
  <p:tag name="AS_UNIQUEID" val="2980"/>
</p:tagLst>
</file>

<file path=ppt/tags/tag864.xml><?xml version="1.0" encoding="utf-8"?>
<p:tagLst xmlns:p="http://schemas.openxmlformats.org/presentationml/2006/main">
  <p:tag name="AS_UNIQUEID" val="2981"/>
</p:tagLst>
</file>

<file path=ppt/tags/tag865.xml><?xml version="1.0" encoding="utf-8"?>
<p:tagLst xmlns:p="http://schemas.openxmlformats.org/presentationml/2006/main">
  <p:tag name="AS_UNIQUEID" val="2982"/>
</p:tagLst>
</file>

<file path=ppt/tags/tag866.xml><?xml version="1.0" encoding="utf-8"?>
<p:tagLst xmlns:p="http://schemas.openxmlformats.org/presentationml/2006/main">
  <p:tag name="AS_UNIQUEID" val="2983"/>
</p:tagLst>
</file>

<file path=ppt/tags/tag867.xml><?xml version="1.0" encoding="utf-8"?>
<p:tagLst xmlns:p="http://schemas.openxmlformats.org/presentationml/2006/main">
  <p:tag name="AS_UNIQUEID" val="2984"/>
</p:tagLst>
</file>

<file path=ppt/tags/tag868.xml><?xml version="1.0" encoding="utf-8"?>
<p:tagLst xmlns:p="http://schemas.openxmlformats.org/presentationml/2006/main">
  <p:tag name="AS_UNIQUEID" val="2985"/>
</p:tagLst>
</file>

<file path=ppt/tags/tag869.xml><?xml version="1.0" encoding="utf-8"?>
<p:tagLst xmlns:p="http://schemas.openxmlformats.org/presentationml/2006/main">
  <p:tag name="AS_UNIQUEID" val="2986"/>
</p:tagLst>
</file>

<file path=ppt/tags/tag870.xml><?xml version="1.0" encoding="utf-8"?>
<p:tagLst xmlns:p="http://schemas.openxmlformats.org/presentationml/2006/main">
  <p:tag name="AS_UNIQUEID" val="2987"/>
</p:tagLst>
</file>

<file path=ppt/tags/tag871.xml><?xml version="1.0" encoding="utf-8"?>
<p:tagLst xmlns:p="http://schemas.openxmlformats.org/presentationml/2006/main">
  <p:tag name="AS_UNIQUEID" val="2988"/>
</p:tagLst>
</file>

<file path=ppt/tags/tag872.xml><?xml version="1.0" encoding="utf-8"?>
<p:tagLst xmlns:p="http://schemas.openxmlformats.org/presentationml/2006/main">
  <p:tag name="AS_UNIQUEID" val="2989"/>
</p:tagLst>
</file>

<file path=ppt/tags/tag873.xml><?xml version="1.0" encoding="utf-8"?>
<p:tagLst xmlns:p="http://schemas.openxmlformats.org/presentationml/2006/main">
  <p:tag name="AS_UNIQUEID" val="2990"/>
</p:tagLst>
</file>

<file path=ppt/tags/tag874.xml><?xml version="1.0" encoding="utf-8"?>
<p:tagLst xmlns:p="http://schemas.openxmlformats.org/presentationml/2006/main">
  <p:tag name="AS_UNIQUEID" val="2991"/>
</p:tagLst>
</file>

<file path=ppt/tags/tag875.xml><?xml version="1.0" encoding="utf-8"?>
<p:tagLst xmlns:p="http://schemas.openxmlformats.org/presentationml/2006/main">
  <p:tag name="AS_UNIQUEID" val="2992"/>
</p:tagLst>
</file>

<file path=ppt/tags/tag876.xml><?xml version="1.0" encoding="utf-8"?>
<p:tagLst xmlns:p="http://schemas.openxmlformats.org/presentationml/2006/main">
  <p:tag name="AS_UNIQUEID" val="2993"/>
</p:tagLst>
</file>

<file path=ppt/tags/tag877.xml><?xml version="1.0" encoding="utf-8"?>
<p:tagLst xmlns:p="http://schemas.openxmlformats.org/presentationml/2006/main">
  <p:tag name="AS_UNIQUEID" val="2994"/>
</p:tagLst>
</file>

<file path=ppt/tags/tag878.xml><?xml version="1.0" encoding="utf-8"?>
<p:tagLst xmlns:p="http://schemas.openxmlformats.org/presentationml/2006/main">
  <p:tag name="AS_UNIQUEID" val="2995"/>
</p:tagLst>
</file>

<file path=ppt/tags/tag879.xml><?xml version="1.0" encoding="utf-8"?>
<p:tagLst xmlns:p="http://schemas.openxmlformats.org/presentationml/2006/main">
  <p:tag name="AS_UNIQUEID" val="2996"/>
</p:tagLst>
</file>

<file path=ppt/tags/tag880.xml><?xml version="1.0" encoding="utf-8"?>
<p:tagLst xmlns:p="http://schemas.openxmlformats.org/presentationml/2006/main">
  <p:tag name="AS_UNIQUEID" val="2997"/>
</p:tagLst>
</file>

<file path=ppt/tags/tag881.xml><?xml version="1.0" encoding="utf-8"?>
<p:tagLst xmlns:p="http://schemas.openxmlformats.org/presentationml/2006/main">
  <p:tag name="AS_UNIQUEID" val="2998"/>
</p:tagLst>
</file>

<file path=ppt/tags/tag882.xml><?xml version="1.0" encoding="utf-8"?>
<p:tagLst xmlns:p="http://schemas.openxmlformats.org/presentationml/2006/main">
  <p:tag name="AS_UNIQUEID" val="2999"/>
</p:tagLst>
</file>

<file path=ppt/tags/tag883.xml><?xml version="1.0" encoding="utf-8"?>
<p:tagLst xmlns:p="http://schemas.openxmlformats.org/presentationml/2006/main">
  <p:tag name="AS_UNIQUEID" val="3000"/>
  <p:tag name="KSO_WM_BEAUTIFY_FLAG" val=""/>
</p:tagLst>
</file>

<file path=ppt/tags/tag884.xml><?xml version="1.0" encoding="utf-8"?>
<p:tagLst xmlns:p="http://schemas.openxmlformats.org/presentationml/2006/main">
  <p:tag name="AS_UNIQUEID" val="3001"/>
  <p:tag name="KSO_WM_BEAUTIFY_FLAG" val=""/>
</p:tagLst>
</file>

<file path=ppt/tags/tag885.xml><?xml version="1.0" encoding="utf-8"?>
<p:tagLst xmlns:p="http://schemas.openxmlformats.org/presentationml/2006/main">
  <p:tag name="AS_UNIQUEID" val="3002"/>
</p:tagLst>
</file>

<file path=ppt/tags/tag886.xml><?xml version="1.0" encoding="utf-8"?>
<p:tagLst xmlns:p="http://schemas.openxmlformats.org/presentationml/2006/main">
  <p:tag name="AS_UNIQUEID" val="3003"/>
</p:tagLst>
</file>

<file path=ppt/tags/tag887.xml><?xml version="1.0" encoding="utf-8"?>
<p:tagLst xmlns:p="http://schemas.openxmlformats.org/presentationml/2006/main">
  <p:tag name="AS_UNIQUEID" val="3004"/>
</p:tagLst>
</file>

<file path=ppt/tags/tag888.xml><?xml version="1.0" encoding="utf-8"?>
<p:tagLst xmlns:p="http://schemas.openxmlformats.org/presentationml/2006/main">
  <p:tag name="AS_UNIQUEID" val="3005"/>
</p:tagLst>
</file>

<file path=ppt/tags/tag889.xml><?xml version="1.0" encoding="utf-8"?>
<p:tagLst xmlns:p="http://schemas.openxmlformats.org/presentationml/2006/main">
  <p:tag name="AS_UNIQUEID" val="3006"/>
</p:tagLst>
</file>

<file path=ppt/tags/tag890.xml><?xml version="1.0" encoding="utf-8"?>
<p:tagLst xmlns:p="http://schemas.openxmlformats.org/presentationml/2006/main">
  <p:tag name="AS_UNIQUEID" val="3007"/>
</p:tagLst>
</file>

<file path=ppt/tags/tag891.xml><?xml version="1.0" encoding="utf-8"?>
<p:tagLst xmlns:p="http://schemas.openxmlformats.org/presentationml/2006/main">
  <p:tag name="AS_UNIQUEID" val="3008"/>
  <p:tag name="KSO_WM_BEAUTIFY_FLAG" val=""/>
</p:tagLst>
</file>

<file path=ppt/tags/tag892.xml><?xml version="1.0" encoding="utf-8"?>
<p:tagLst xmlns:p="http://schemas.openxmlformats.org/presentationml/2006/main">
  <p:tag name="AS_UNIQUEID" val="3009"/>
  <p:tag name="KSO_WM_BEAUTIFY_FLAG" val=""/>
</p:tagLst>
</file>

<file path=ppt/tags/tag893.xml><?xml version="1.0" encoding="utf-8"?>
<p:tagLst xmlns:p="http://schemas.openxmlformats.org/presentationml/2006/main">
  <p:tag name="AS_UNIQUEID" val="3010"/>
</p:tagLst>
</file>

<file path=ppt/tags/tag894.xml><?xml version="1.0" encoding="utf-8"?>
<p:tagLst xmlns:p="http://schemas.openxmlformats.org/presentationml/2006/main">
  <p:tag name="AS_UNIQUEID" val="3011"/>
</p:tagLst>
</file>

<file path=ppt/tags/tag895.xml><?xml version="1.0" encoding="utf-8"?>
<p:tagLst xmlns:p="http://schemas.openxmlformats.org/presentationml/2006/main">
  <p:tag name="AS_UNIQUEID" val="3012"/>
  <p:tag name="KSO_WM_BEAUTIFY_FLAG" val=""/>
</p:tagLst>
</file>

<file path=ppt/tags/tag896.xml><?xml version="1.0" encoding="utf-8"?>
<p:tagLst xmlns:p="http://schemas.openxmlformats.org/presentationml/2006/main">
  <p:tag name="AS_UNIQUEID" val="3013"/>
  <p:tag name="KSO_WM_BEAUTIFY_FLAG" val=""/>
</p:tagLst>
</file>

<file path=ppt/tags/tag897.xml><?xml version="1.0" encoding="utf-8"?>
<p:tagLst xmlns:p="http://schemas.openxmlformats.org/presentationml/2006/main">
  <p:tag name="AS_UNIQUEID" val="3014"/>
  <p:tag name="KSO_WM_BEAUTIFY_FLAG" val=""/>
</p:tagLst>
</file>

<file path=ppt/tags/tag898.xml><?xml version="1.0" encoding="utf-8"?>
<p:tagLst xmlns:p="http://schemas.openxmlformats.org/presentationml/2006/main">
  <p:tag name="AS_UNIQUEID" val="3015"/>
  <p:tag name="KSO_WM_BEAUTIFY_FLAG" val=""/>
</p:tagLst>
</file>

<file path=ppt/tags/tag899.xml><?xml version="1.0" encoding="utf-8"?>
<p:tagLst xmlns:p="http://schemas.openxmlformats.org/presentationml/2006/main">
  <p:tag name="AS_UNIQUEID" val="3016"/>
  <p:tag name="KSO_WM_BEAUTIFY_FLAG" val=""/>
</p:tagLst>
</file>

<file path=ppt/tags/tag900.xml><?xml version="1.0" encoding="utf-8"?>
<p:tagLst xmlns:p="http://schemas.openxmlformats.org/presentationml/2006/main">
  <p:tag name="AS_UNIQUEID" val="3017"/>
</p:tagLst>
</file>

<file path=ppt/tags/tag901.xml><?xml version="1.0" encoding="utf-8"?>
<p:tagLst xmlns:p="http://schemas.openxmlformats.org/presentationml/2006/main">
  <p:tag name="AS_UNIQUEID" val="3018"/>
  <p:tag name="KSO_WM_BEAUTIFY_FLAG" val=""/>
</p:tagLst>
</file>

<file path=ppt/tags/tag902.xml><?xml version="1.0" encoding="utf-8"?>
<p:tagLst xmlns:p="http://schemas.openxmlformats.org/presentationml/2006/main">
  <p:tag name="AS_UNIQUEID" val="3019"/>
  <p:tag name="KSO_WM_BEAUTIFY_FLAG" val=""/>
</p:tagLst>
</file>

<file path=ppt/tags/tag903.xml><?xml version="1.0" encoding="utf-8"?>
<p:tagLst xmlns:p="http://schemas.openxmlformats.org/presentationml/2006/main">
  <p:tag name="AS_UNIQUEID" val="3020"/>
  <p:tag name="KSO_WM_BEAUTIFY_FLAG" val=""/>
</p:tagLst>
</file>

<file path=ppt/tags/tag904.xml><?xml version="1.0" encoding="utf-8"?>
<p:tagLst xmlns:p="http://schemas.openxmlformats.org/presentationml/2006/main">
  <p:tag name="AS_UNIQUEID" val="3021"/>
  <p:tag name="KSO_WM_BEAUTIFY_FLAG" val=""/>
</p:tagLst>
</file>

<file path=ppt/tags/tag905.xml><?xml version="1.0" encoding="utf-8"?>
<p:tagLst xmlns:p="http://schemas.openxmlformats.org/presentationml/2006/main">
  <p:tag name="AS_UNIQUEID" val="3022"/>
  <p:tag name="KSO_WM_BEAUTIFY_FLAG" val=""/>
</p:tagLst>
</file>

<file path=ppt/tags/tag906.xml><?xml version="1.0" encoding="utf-8"?>
<p:tagLst xmlns:p="http://schemas.openxmlformats.org/presentationml/2006/main">
  <p:tag name="AS_UNIQUEID" val="3023"/>
</p:tagLst>
</file>

<file path=ppt/tags/tag907.xml><?xml version="1.0" encoding="utf-8"?>
<p:tagLst xmlns:p="http://schemas.openxmlformats.org/presentationml/2006/main">
  <p:tag name="AS_UNIQUEID" val="3024"/>
</p:tagLst>
</file>

<file path=ppt/tags/tag908.xml><?xml version="1.0" encoding="utf-8"?>
<p:tagLst xmlns:p="http://schemas.openxmlformats.org/presentationml/2006/main">
  <p:tag name="AS_UNIQUEID" val="3025"/>
</p:tagLst>
</file>

<file path=ppt/tags/tag909.xml><?xml version="1.0" encoding="utf-8"?>
<p:tagLst xmlns:p="http://schemas.openxmlformats.org/presentationml/2006/main">
  <p:tag name="AS_UNIQUEID" val="3026"/>
</p:tagLst>
</file>

<file path=ppt/tags/tag910.xml><?xml version="1.0" encoding="utf-8"?>
<p:tagLst xmlns:p="http://schemas.openxmlformats.org/presentationml/2006/main">
  <p:tag name="AS_UNIQUEID" val="3027"/>
</p:tagLst>
</file>

<file path=ppt/tags/tag911.xml><?xml version="1.0" encoding="utf-8"?>
<p:tagLst xmlns:p="http://schemas.openxmlformats.org/presentationml/2006/main">
  <p:tag name="AS_UNIQUEID" val="3028"/>
</p:tagLst>
</file>

<file path=ppt/tags/tag912.xml><?xml version="1.0" encoding="utf-8"?>
<p:tagLst xmlns:p="http://schemas.openxmlformats.org/presentationml/2006/main">
  <p:tag name="AS_UNIQUEID" val="3029"/>
</p:tagLst>
</file>

<file path=ppt/tags/tag913.xml><?xml version="1.0" encoding="utf-8"?>
<p:tagLst xmlns:p="http://schemas.openxmlformats.org/presentationml/2006/main">
  <p:tag name="AS_UNIQUEID" val="3030"/>
</p:tagLst>
</file>

<file path=ppt/tags/tag914.xml><?xml version="1.0" encoding="utf-8"?>
<p:tagLst xmlns:p="http://schemas.openxmlformats.org/presentationml/2006/main">
  <p:tag name="AS_UNIQUEID" val="3031"/>
</p:tagLst>
</file>

<file path=ppt/tags/tag915.xml><?xml version="1.0" encoding="utf-8"?>
<p:tagLst xmlns:p="http://schemas.openxmlformats.org/presentationml/2006/main">
  <p:tag name="AS_UNIQUEID" val="3032"/>
  <p:tag name="KSO_WM_BEAUTIFY_FLAG" val=""/>
</p:tagLst>
</file>

<file path=ppt/tags/tag916.xml><?xml version="1.0" encoding="utf-8"?>
<p:tagLst xmlns:p="http://schemas.openxmlformats.org/presentationml/2006/main">
  <p:tag name="AS_UNIQUEID" val="3033"/>
  <p:tag name="KSO_WM_BEAUTIFY_FLAG" val=""/>
</p:tagLst>
</file>

<file path=ppt/tags/tag917.xml><?xml version="1.0" encoding="utf-8"?>
<p:tagLst xmlns:p="http://schemas.openxmlformats.org/presentationml/2006/main">
  <p:tag name="AS_UNIQUEID" val="3034"/>
</p:tagLst>
</file>

<file path=ppt/tags/tag918.xml><?xml version="1.0" encoding="utf-8"?>
<p:tagLst xmlns:p="http://schemas.openxmlformats.org/presentationml/2006/main">
  <p:tag name="AS_UNIQUEID" val="3035"/>
</p:tagLst>
</file>

<file path=ppt/tags/tag919.xml><?xml version="1.0" encoding="utf-8"?>
<p:tagLst xmlns:p="http://schemas.openxmlformats.org/presentationml/2006/main">
  <p:tag name="AS_UNIQUEID" val="3036"/>
  <p:tag name="KSO_WM_BEAUTIFY_FLAG" val=""/>
</p:tagLst>
</file>

<file path=ppt/tags/tag920.xml><?xml version="1.0" encoding="utf-8"?>
<p:tagLst xmlns:p="http://schemas.openxmlformats.org/presentationml/2006/main">
  <p:tag name="AS_UNIQUEID" val="3037"/>
  <p:tag name="KSO_WM_BEAUTIFY_FLAG" val=""/>
</p:tagLst>
</file>

<file path=ppt/tags/tag921.xml><?xml version="1.0" encoding="utf-8"?>
<p:tagLst xmlns:p="http://schemas.openxmlformats.org/presentationml/2006/main">
  <p:tag name="AS_UNIQUEID" val="3038"/>
  <p:tag name="KSO_WM_BEAUTIFY_FLAG" val=""/>
</p:tagLst>
</file>

<file path=ppt/tags/tag922.xml><?xml version="1.0" encoding="utf-8"?>
<p:tagLst xmlns:p="http://schemas.openxmlformats.org/presentationml/2006/main">
  <p:tag name="AS_UNIQUEID" val="3039"/>
  <p:tag name="KSO_WM_BEAUTIFY_FLAG" val=""/>
</p:tagLst>
</file>

<file path=ppt/tags/tag923.xml><?xml version="1.0" encoding="utf-8"?>
<p:tagLst xmlns:p="http://schemas.openxmlformats.org/presentationml/2006/main">
  <p:tag name="AS_UNIQUEID" val="3040"/>
  <p:tag name="KSO_WM_BEAUTIFY_FLAG" val=""/>
</p:tagLst>
</file>

<file path=ppt/tags/tag924.xml><?xml version="1.0" encoding="utf-8"?>
<p:tagLst xmlns:p="http://schemas.openxmlformats.org/presentationml/2006/main">
  <p:tag name="AS_UNIQUEID" val="3041"/>
</p:tagLst>
</file>

<file path=ppt/tags/tag925.xml><?xml version="1.0" encoding="utf-8"?>
<p:tagLst xmlns:p="http://schemas.openxmlformats.org/presentationml/2006/main">
  <p:tag name="AS_UNIQUEID" val="3042"/>
  <p:tag name="KSO_WM_BEAUTIFY_FLAG" val=""/>
</p:tagLst>
</file>

<file path=ppt/tags/tag926.xml><?xml version="1.0" encoding="utf-8"?>
<p:tagLst xmlns:p="http://schemas.openxmlformats.org/presentationml/2006/main">
  <p:tag name="AS_UNIQUEID" val="3043"/>
  <p:tag name="KSO_WM_BEAUTIFY_FLAG" val=""/>
</p:tagLst>
</file>

<file path=ppt/tags/tag927.xml><?xml version="1.0" encoding="utf-8"?>
<p:tagLst xmlns:p="http://schemas.openxmlformats.org/presentationml/2006/main">
  <p:tag name="AS_UNIQUEID" val="3044"/>
  <p:tag name="KSO_WM_BEAUTIFY_FLAG" val=""/>
</p:tagLst>
</file>

<file path=ppt/tags/tag928.xml><?xml version="1.0" encoding="utf-8"?>
<p:tagLst xmlns:p="http://schemas.openxmlformats.org/presentationml/2006/main">
  <p:tag name="AS_UNIQUEID" val="3045"/>
  <p:tag name="KSO_WM_BEAUTIFY_FLAG" val=""/>
</p:tagLst>
</file>

<file path=ppt/tags/tag929.xml><?xml version="1.0" encoding="utf-8"?>
<p:tagLst xmlns:p="http://schemas.openxmlformats.org/presentationml/2006/main">
  <p:tag name="AS_UNIQUEID" val="3046"/>
  <p:tag name="KSO_WM_BEAUTIFY_FLAG" val=""/>
</p:tagLst>
</file>

<file path=ppt/tags/tag930.xml><?xml version="1.0" encoding="utf-8"?>
<p:tagLst xmlns:p="http://schemas.openxmlformats.org/presentationml/2006/main">
  <p:tag name="AS_UNIQUEID" val="3047"/>
</p:tagLst>
</file>

<file path=ppt/tags/tag931.xml><?xml version="1.0" encoding="utf-8"?>
<p:tagLst xmlns:p="http://schemas.openxmlformats.org/presentationml/2006/main">
  <p:tag name="AS_UNIQUEID" val="3048"/>
</p:tagLst>
</file>

<file path=ppt/tags/tag932.xml><?xml version="1.0" encoding="utf-8"?>
<p:tagLst xmlns:p="http://schemas.openxmlformats.org/presentationml/2006/main">
  <p:tag name="AS_UNIQUEID" val="3049"/>
</p:tagLst>
</file>

<file path=ppt/tags/tag933.xml><?xml version="1.0" encoding="utf-8"?>
<p:tagLst xmlns:p="http://schemas.openxmlformats.org/presentationml/2006/main">
  <p:tag name="AS_UNIQUEID" val="3050"/>
</p:tagLst>
</file>

<file path=ppt/tags/tag934.xml><?xml version="1.0" encoding="utf-8"?>
<p:tagLst xmlns:p="http://schemas.openxmlformats.org/presentationml/2006/main">
  <p:tag name="AS_UNIQUEID" val="3051"/>
</p:tagLst>
</file>

<file path=ppt/tags/tag935.xml><?xml version="1.0" encoding="utf-8"?>
<p:tagLst xmlns:p="http://schemas.openxmlformats.org/presentationml/2006/main">
  <p:tag name="AS_UNIQUEID" val="3052"/>
</p:tagLst>
</file>

<file path=ppt/tags/tag936.xml><?xml version="1.0" encoding="utf-8"?>
<p:tagLst xmlns:p="http://schemas.openxmlformats.org/presentationml/2006/main">
  <p:tag name="AS_UNIQUEID" val="3053"/>
</p:tagLst>
</file>

<file path=ppt/tags/tag937.xml><?xml version="1.0" encoding="utf-8"?>
<p:tagLst xmlns:p="http://schemas.openxmlformats.org/presentationml/2006/main">
  <p:tag name="AS_UNIQUEID" val="3054"/>
</p:tagLst>
</file>

<file path=ppt/tags/tag938.xml><?xml version="1.0" encoding="utf-8"?>
<p:tagLst xmlns:p="http://schemas.openxmlformats.org/presentationml/2006/main">
  <p:tag name="AS_UNIQUEID" val="3055"/>
</p:tagLst>
</file>

<file path=ppt/tags/tag939.xml><?xml version="1.0" encoding="utf-8"?>
<p:tagLst xmlns:p="http://schemas.openxmlformats.org/presentationml/2006/main">
  <p:tag name="AS_UNIQUEID" val="3056"/>
  <p:tag name="KSO_WM_BEAUTIFY_FLAG" val=""/>
</p:tagLst>
</file>

<file path=ppt/tags/tag940.xml><?xml version="1.0" encoding="utf-8"?>
<p:tagLst xmlns:p="http://schemas.openxmlformats.org/presentationml/2006/main">
  <p:tag name="AS_UNIQUEID" val="3057"/>
  <p:tag name="KSO_WM_BEAUTIFY_FLAG" val=""/>
</p:tagLst>
</file>

<file path=ppt/tags/tag941.xml><?xml version="1.0" encoding="utf-8"?>
<p:tagLst xmlns:p="http://schemas.openxmlformats.org/presentationml/2006/main">
  <p:tag name="AS_UNIQUEID" val="3058"/>
</p:tagLst>
</file>

<file path=ppt/tags/tag942.xml><?xml version="1.0" encoding="utf-8"?>
<p:tagLst xmlns:p="http://schemas.openxmlformats.org/presentationml/2006/main">
  <p:tag name="AS_UNIQUEID" val="3059"/>
</p:tagLst>
</file>

<file path=ppt/tags/tag943.xml><?xml version="1.0" encoding="utf-8"?>
<p:tagLst xmlns:p="http://schemas.openxmlformats.org/presentationml/2006/main">
  <p:tag name="AS_UNIQUEID" val="3060"/>
  <p:tag name="KSO_WM_BEAUTIFY_FLAG" val=""/>
</p:tagLst>
</file>

<file path=ppt/tags/tag944.xml><?xml version="1.0" encoding="utf-8"?>
<p:tagLst xmlns:p="http://schemas.openxmlformats.org/presentationml/2006/main">
  <p:tag name="AS_UNIQUEID" val="3061"/>
  <p:tag name="KSO_WM_BEAUTIFY_FLAG" val=""/>
</p:tagLst>
</file>

<file path=ppt/tags/tag945.xml><?xml version="1.0" encoding="utf-8"?>
<p:tagLst xmlns:p="http://schemas.openxmlformats.org/presentationml/2006/main">
  <p:tag name="AS_UNIQUEID" val="3062"/>
  <p:tag name="KSO_WM_BEAUTIFY_FLAG" val=""/>
</p:tagLst>
</file>

<file path=ppt/tags/tag946.xml><?xml version="1.0" encoding="utf-8"?>
<p:tagLst xmlns:p="http://schemas.openxmlformats.org/presentationml/2006/main">
  <p:tag name="AS_UNIQUEID" val="3063"/>
  <p:tag name="KSO_WM_BEAUTIFY_FLAG" val=""/>
</p:tagLst>
</file>

<file path=ppt/tags/tag947.xml><?xml version="1.0" encoding="utf-8"?>
<p:tagLst xmlns:p="http://schemas.openxmlformats.org/presentationml/2006/main">
  <p:tag name="AS_UNIQUEID" val="3064"/>
  <p:tag name="KSO_WM_BEAUTIFY_FLAG" val=""/>
</p:tagLst>
</file>

<file path=ppt/tags/tag948.xml><?xml version="1.0" encoding="utf-8"?>
<p:tagLst xmlns:p="http://schemas.openxmlformats.org/presentationml/2006/main">
  <p:tag name="AS_UNIQUEID" val="3065"/>
</p:tagLst>
</file>

<file path=ppt/tags/tag949.xml><?xml version="1.0" encoding="utf-8"?>
<p:tagLst xmlns:p="http://schemas.openxmlformats.org/presentationml/2006/main">
  <p:tag name="AS_UNIQUEID" val="3066"/>
  <p:tag name="KSO_WM_BEAUTIFY_FLAG" val=""/>
</p:tagLst>
</file>

<file path=ppt/tags/tag950.xml><?xml version="1.0" encoding="utf-8"?>
<p:tagLst xmlns:p="http://schemas.openxmlformats.org/presentationml/2006/main">
  <p:tag name="AS_UNIQUEID" val="3067"/>
  <p:tag name="KSO_WM_BEAUTIFY_FLAG" val=""/>
</p:tagLst>
</file>

<file path=ppt/tags/tag951.xml><?xml version="1.0" encoding="utf-8"?>
<p:tagLst xmlns:p="http://schemas.openxmlformats.org/presentationml/2006/main">
  <p:tag name="AS_UNIQUEID" val="3068"/>
  <p:tag name="KSO_WM_BEAUTIFY_FLAG" val=""/>
</p:tagLst>
</file>

<file path=ppt/tags/tag952.xml><?xml version="1.0" encoding="utf-8"?>
<p:tagLst xmlns:p="http://schemas.openxmlformats.org/presentationml/2006/main">
  <p:tag name="AS_UNIQUEID" val="3069"/>
  <p:tag name="KSO_WM_BEAUTIFY_FLAG" val=""/>
</p:tagLst>
</file>

<file path=ppt/tags/tag953.xml><?xml version="1.0" encoding="utf-8"?>
<p:tagLst xmlns:p="http://schemas.openxmlformats.org/presentationml/2006/main">
  <p:tag name="AS_UNIQUEID" val="3070"/>
  <p:tag name="KSO_WM_BEAUTIFY_FLAG" val=""/>
</p:tagLst>
</file>

<file path=ppt/tags/tag954.xml><?xml version="1.0" encoding="utf-8"?>
<p:tagLst xmlns:p="http://schemas.openxmlformats.org/presentationml/2006/main">
  <p:tag name="AS_UNIQUEID" val="3071"/>
</p:tagLst>
</file>

<file path=ppt/tags/tag955.xml><?xml version="1.0" encoding="utf-8"?>
<p:tagLst xmlns:p="http://schemas.openxmlformats.org/presentationml/2006/main">
  <p:tag name="AS_UNIQUEID" val="3072"/>
</p:tagLst>
</file>

<file path=ppt/tags/tag956.xml><?xml version="1.0" encoding="utf-8"?>
<p:tagLst xmlns:p="http://schemas.openxmlformats.org/presentationml/2006/main">
  <p:tag name="AS_UNIQUEID" val="3073"/>
</p:tagLst>
</file>

<file path=ppt/tags/tag957.xml><?xml version="1.0" encoding="utf-8"?>
<p:tagLst xmlns:p="http://schemas.openxmlformats.org/presentationml/2006/main">
  <p:tag name="AS_UNIQUEID" val="3074"/>
</p:tagLst>
</file>

<file path=ppt/tags/tag958.xml><?xml version="1.0" encoding="utf-8"?>
<p:tagLst xmlns:p="http://schemas.openxmlformats.org/presentationml/2006/main">
  <p:tag name="AS_UNIQUEID" val="3075"/>
</p:tagLst>
</file>

<file path=ppt/tags/tag959.xml><?xml version="1.0" encoding="utf-8"?>
<p:tagLst xmlns:p="http://schemas.openxmlformats.org/presentationml/2006/main">
  <p:tag name="AS_UNIQUEID" val="3076"/>
</p:tagLst>
</file>

<file path=ppt/tags/tag960.xml><?xml version="1.0" encoding="utf-8"?>
<p:tagLst xmlns:p="http://schemas.openxmlformats.org/presentationml/2006/main">
  <p:tag name="AS_UNIQUEID" val="3077"/>
</p:tagLst>
</file>

<file path=ppt/tags/tag961.xml><?xml version="1.0" encoding="utf-8"?>
<p:tagLst xmlns:p="http://schemas.openxmlformats.org/presentationml/2006/main">
  <p:tag name="AS_UNIQUEID" val="3078"/>
</p:tagLst>
</file>

<file path=ppt/tags/tag962.xml><?xml version="1.0" encoding="utf-8"?>
<p:tagLst xmlns:p="http://schemas.openxmlformats.org/presentationml/2006/main">
  <p:tag name="AS_UNIQUEID" val="3079"/>
</p:tagLst>
</file>

<file path=ppt/tags/tag963.xml><?xml version="1.0" encoding="utf-8"?>
<p:tagLst xmlns:p="http://schemas.openxmlformats.org/presentationml/2006/main">
  <p:tag name="AS_UNIQUEID" val="3080"/>
</p:tagLst>
</file>

<file path=ppt/tags/tag964.xml><?xml version="1.0" encoding="utf-8"?>
<p:tagLst xmlns:p="http://schemas.openxmlformats.org/presentationml/2006/main">
  <p:tag name="AS_UNIQUEID" val="3081"/>
</p:tagLst>
</file>

<file path=ppt/tags/tag965.xml><?xml version="1.0" encoding="utf-8"?>
<p:tagLst xmlns:p="http://schemas.openxmlformats.org/presentationml/2006/main">
  <p:tag name="AS_UNIQUEID" val="3082"/>
</p:tagLst>
</file>

<file path=ppt/tags/tag966.xml><?xml version="1.0" encoding="utf-8"?>
<p:tagLst xmlns:p="http://schemas.openxmlformats.org/presentationml/2006/main">
  <p:tag name="AS_UNIQUEID" val="3083"/>
  <p:tag name="KSO_WM_DIAGRAM_VIRTUALLY_FRAME" val="{&quot;height&quot;:301.3,&quot;left&quot;:49.9,&quot;top&quot;:194.45,&quot;width&quot;:1106.6750393700788}"/>
</p:tagLst>
</file>

<file path=ppt/tags/tag967.xml><?xml version="1.0" encoding="utf-8"?>
<p:tagLst xmlns:p="http://schemas.openxmlformats.org/presentationml/2006/main">
  <p:tag name="AS_UNIQUEID" val="3084"/>
</p:tagLst>
</file>

<file path=ppt/tags/tag968.xml><?xml version="1.0" encoding="utf-8"?>
<p:tagLst xmlns:p="http://schemas.openxmlformats.org/presentationml/2006/main">
  <p:tag name="AS_UNIQUEID" val="3085"/>
</p:tagLst>
</file>

<file path=ppt/tags/tag969.xml><?xml version="1.0" encoding="utf-8"?>
<p:tagLst xmlns:p="http://schemas.openxmlformats.org/presentationml/2006/main">
  <p:tag name="AS_UNIQUEID" val="3086"/>
</p:tagLst>
</file>

<file path=ppt/tags/tag970.xml><?xml version="1.0" encoding="utf-8"?>
<p:tagLst xmlns:p="http://schemas.openxmlformats.org/presentationml/2006/main">
  <p:tag name="AS_UNIQUEID" val="3087"/>
</p:tagLst>
</file>

<file path=ppt/tags/tag971.xml><?xml version="1.0" encoding="utf-8"?>
<p:tagLst xmlns:p="http://schemas.openxmlformats.org/presentationml/2006/main">
  <p:tag name="AS_UNIQUEID" val="3088"/>
</p:tagLst>
</file>

<file path=ppt/tags/tag972.xml><?xml version="1.0" encoding="utf-8"?>
<p:tagLst xmlns:p="http://schemas.openxmlformats.org/presentationml/2006/main">
  <p:tag name="AS_UNIQUEID" val="3089"/>
</p:tagLst>
</file>

<file path=ppt/tags/tag973.xml><?xml version="1.0" encoding="utf-8"?>
<p:tagLst xmlns:p="http://schemas.openxmlformats.org/presentationml/2006/main">
  <p:tag name="AS_UNIQUEID" val="3090"/>
</p:tagLst>
</file>

<file path=ppt/tags/tag974.xml><?xml version="1.0" encoding="utf-8"?>
<p:tagLst xmlns:p="http://schemas.openxmlformats.org/presentationml/2006/main">
  <p:tag name="AS_UNIQUEID" val="3091"/>
</p:tagLst>
</file>

<file path=ppt/tags/tag975.xml><?xml version="1.0" encoding="utf-8"?>
<p:tagLst xmlns:p="http://schemas.openxmlformats.org/presentationml/2006/main">
  <p:tag name="AS_UNIQUEID" val="3092"/>
</p:tagLst>
</file>

<file path=ppt/tags/tag976.xml><?xml version="1.0" encoding="utf-8"?>
<p:tagLst xmlns:p="http://schemas.openxmlformats.org/presentationml/2006/main">
  <p:tag name="AS_UNIQUEID" val="3093"/>
</p:tagLst>
</file>

<file path=ppt/tags/tag977.xml><?xml version="1.0" encoding="utf-8"?>
<p:tagLst xmlns:p="http://schemas.openxmlformats.org/presentationml/2006/main">
  <p:tag name="AS_UNIQUEID" val="3094"/>
  <p:tag name="KSO_WM_BEAUTIFY_FLAG" val=""/>
</p:tagLst>
</file>

<file path=ppt/tags/tag978.xml><?xml version="1.0" encoding="utf-8"?>
<p:tagLst xmlns:p="http://schemas.openxmlformats.org/presentationml/2006/main">
  <p:tag name="AS_UNIQUEID" val="3095"/>
  <p:tag name="KSO_WM_BEAUTIFY_FLAG" val=""/>
</p:tagLst>
</file>

<file path=ppt/tags/tag979.xml><?xml version="1.0" encoding="utf-8"?>
<p:tagLst xmlns:p="http://schemas.openxmlformats.org/presentationml/2006/main">
  <p:tag name="AS_UNIQUEID" val="3096"/>
</p:tagLst>
</file>

<file path=ppt/tags/tag980.xml><?xml version="1.0" encoding="utf-8"?>
<p:tagLst xmlns:p="http://schemas.openxmlformats.org/presentationml/2006/main">
  <p:tag name="AS_UNIQUEID" val="3097"/>
</p:tagLst>
</file>

<file path=ppt/tags/tag981.xml><?xml version="1.0" encoding="utf-8"?>
<p:tagLst xmlns:p="http://schemas.openxmlformats.org/presentationml/2006/main">
  <p:tag name="AS_UNIQUEID" val="3098"/>
  <p:tag name="KSO_WM_BEAUTIFY_FLAG" val=""/>
</p:tagLst>
</file>

<file path=ppt/tags/tag982.xml><?xml version="1.0" encoding="utf-8"?>
<p:tagLst xmlns:p="http://schemas.openxmlformats.org/presentationml/2006/main">
  <p:tag name="AS_UNIQUEID" val="3099"/>
  <p:tag name="KSO_WM_BEAUTIFY_FLAG" val=""/>
</p:tagLst>
</file>

<file path=ppt/tags/tag983.xml><?xml version="1.0" encoding="utf-8"?>
<p:tagLst xmlns:p="http://schemas.openxmlformats.org/presentationml/2006/main">
  <p:tag name="AS_UNIQUEID" val="3100"/>
  <p:tag name="KSO_WM_BEAUTIFY_FLAG" val=""/>
</p:tagLst>
</file>

<file path=ppt/tags/tag984.xml><?xml version="1.0" encoding="utf-8"?>
<p:tagLst xmlns:p="http://schemas.openxmlformats.org/presentationml/2006/main">
  <p:tag name="AS_UNIQUEID" val="3101"/>
  <p:tag name="KSO_WM_BEAUTIFY_FLAG" val=""/>
</p:tagLst>
</file>

<file path=ppt/tags/tag985.xml><?xml version="1.0" encoding="utf-8"?>
<p:tagLst xmlns:p="http://schemas.openxmlformats.org/presentationml/2006/main">
  <p:tag name="AS_UNIQUEID" val="3102"/>
  <p:tag name="KSO_WM_BEAUTIFY_FLAG" val=""/>
</p:tagLst>
</file>

<file path=ppt/tags/tag986.xml><?xml version="1.0" encoding="utf-8"?>
<p:tagLst xmlns:p="http://schemas.openxmlformats.org/presentationml/2006/main">
  <p:tag name="AS_UNIQUEID" val="3103"/>
</p:tagLst>
</file>

<file path=ppt/tags/tag987.xml><?xml version="1.0" encoding="utf-8"?>
<p:tagLst xmlns:p="http://schemas.openxmlformats.org/presentationml/2006/main">
  <p:tag name="AS_UNIQUEID" val="3104"/>
  <p:tag name="KSO_WM_BEAUTIFY_FLAG" val=""/>
</p:tagLst>
</file>

<file path=ppt/tags/tag988.xml><?xml version="1.0" encoding="utf-8"?>
<p:tagLst xmlns:p="http://schemas.openxmlformats.org/presentationml/2006/main">
  <p:tag name="AS_UNIQUEID" val="3105"/>
  <p:tag name="KSO_WM_BEAUTIFY_FLAG" val=""/>
</p:tagLst>
</file>

<file path=ppt/tags/tag989.xml><?xml version="1.0" encoding="utf-8"?>
<p:tagLst xmlns:p="http://schemas.openxmlformats.org/presentationml/2006/main">
  <p:tag name="AS_UNIQUEID" val="3106"/>
  <p:tag name="KSO_WM_BEAUTIFY_FLAG" val=""/>
</p:tagLst>
</file>

<file path=ppt/tags/tag990.xml><?xml version="1.0" encoding="utf-8"?>
<p:tagLst xmlns:p="http://schemas.openxmlformats.org/presentationml/2006/main">
  <p:tag name="AS_UNIQUEID" val="3107"/>
  <p:tag name="KSO_WM_BEAUTIFY_FLAG" val=""/>
</p:tagLst>
</file>

<file path=ppt/tags/tag991.xml><?xml version="1.0" encoding="utf-8"?>
<p:tagLst xmlns:p="http://schemas.openxmlformats.org/presentationml/2006/main">
  <p:tag name="AS_UNIQUEID" val="3108"/>
  <p:tag name="KSO_WM_BEAUTIFY_FLAG" val=""/>
</p:tagLst>
</file>

<file path=ppt/tags/tag992.xml><?xml version="1.0" encoding="utf-8"?>
<p:tagLst xmlns:p="http://schemas.openxmlformats.org/presentationml/2006/main">
  <p:tag name="AS_UNIQUEID" val="3109"/>
</p:tagLst>
</file>

<file path=ppt/tags/tag993.xml><?xml version="1.0" encoding="utf-8"?>
<p:tagLst xmlns:p="http://schemas.openxmlformats.org/presentationml/2006/main">
  <p:tag name="AS_UNIQUEID" val="3110"/>
</p:tagLst>
</file>

<file path=ppt/tags/tag994.xml><?xml version="1.0" encoding="utf-8"?>
<p:tagLst xmlns:p="http://schemas.openxmlformats.org/presentationml/2006/main">
  <p:tag name="AS_UNIQUEID" val="3111"/>
</p:tagLst>
</file>

<file path=ppt/tags/tag995.xml><?xml version="1.0" encoding="utf-8"?>
<p:tagLst xmlns:p="http://schemas.openxmlformats.org/presentationml/2006/main">
  <p:tag name="AS_UNIQUEID" val="3112"/>
</p:tagLst>
</file>

<file path=ppt/tags/tag996.xml><?xml version="1.0" encoding="utf-8"?>
<p:tagLst xmlns:p="http://schemas.openxmlformats.org/presentationml/2006/main">
  <p:tag name="AS_UNIQUEID" val="3113"/>
</p:tagLst>
</file>

<file path=ppt/tags/tag997.xml><?xml version="1.0" encoding="utf-8"?>
<p:tagLst xmlns:p="http://schemas.openxmlformats.org/presentationml/2006/main">
  <p:tag name="AS_UNIQUEID" val="3114"/>
</p:tagLst>
</file>

<file path=ppt/tags/tag998.xml><?xml version="1.0" encoding="utf-8"?>
<p:tagLst xmlns:p="http://schemas.openxmlformats.org/presentationml/2006/main">
  <p:tag name="AS_UNIQUEID" val="3115"/>
</p:tagLst>
</file>

<file path=ppt/tags/tag999.xml><?xml version="1.0" encoding="utf-8"?>
<p:tagLst xmlns:p="http://schemas.openxmlformats.org/presentationml/2006/main">
  <p:tag name="AS_UNIQUEID" val="3116"/>
</p:tagLst>
</file>

<file path=ppt/tags/tag1000.xml><?xml version="1.0" encoding="utf-8"?>
<p:tagLst xmlns:p="http://schemas.openxmlformats.org/presentationml/2006/main">
  <p:tag name="AS_UNIQUEID" val="3117"/>
</p:tagLst>
</file>

<file path=ppt/tags/tag1001.xml><?xml version="1.0" encoding="utf-8"?>
<p:tagLst xmlns:p="http://schemas.openxmlformats.org/presentationml/2006/main">
  <p:tag name="AS_UNIQUEID" val="3118"/>
</p:tagLst>
</file>

<file path=ppt/tags/tag1002.xml><?xml version="1.0" encoding="utf-8"?>
<p:tagLst xmlns:p="http://schemas.openxmlformats.org/presentationml/2006/main">
  <p:tag name="AS_UNIQUEID" val="3119"/>
</p:tagLst>
</file>

<file path=ppt/tags/tag1003.xml><?xml version="1.0" encoding="utf-8"?>
<p:tagLst xmlns:p="http://schemas.openxmlformats.org/presentationml/2006/main">
  <p:tag name="AS_UNIQUEID" val="3120"/>
</p:tagLst>
</file>

<file path=ppt/tags/tag1004.xml><?xml version="1.0" encoding="utf-8"?>
<p:tagLst xmlns:p="http://schemas.openxmlformats.org/presentationml/2006/main">
  <p:tag name="AS_UNIQUEID" val="3121"/>
</p:tagLst>
</file>

<file path=ppt/tags/tag1005.xml><?xml version="1.0" encoding="utf-8"?>
<p:tagLst xmlns:p="http://schemas.openxmlformats.org/presentationml/2006/main">
  <p:tag name="AS_UNIQUEID" val="3122"/>
</p:tagLst>
</file>

<file path=ppt/tags/tag1006.xml><?xml version="1.0" encoding="utf-8"?>
<p:tagLst xmlns:p="http://schemas.openxmlformats.org/presentationml/2006/main">
  <p:tag name="AS_UNIQUEID" val="3123"/>
  <p:tag name="KSO_WM_DIAGRAM_VIRTUALLY_FRAME" val="{&quot;height&quot;:301.3,&quot;left&quot;:49.9,&quot;top&quot;:194.45,&quot;width&quot;:1106.6750393700788}"/>
</p:tagLst>
</file>

<file path=ppt/tags/tag1007.xml><?xml version="1.0" encoding="utf-8"?>
<p:tagLst xmlns:p="http://schemas.openxmlformats.org/presentationml/2006/main">
  <p:tag name="AS_UNIQUEID" val="3124"/>
</p:tagLst>
</file>

<file path=ppt/tags/tag1008.xml><?xml version="1.0" encoding="utf-8"?>
<p:tagLst xmlns:p="http://schemas.openxmlformats.org/presentationml/2006/main">
  <p:tag name="AS_UNIQUEID" val="3125"/>
</p:tagLst>
</file>

<file path=ppt/tags/tag1009.xml><?xml version="1.0" encoding="utf-8"?>
<p:tagLst xmlns:p="http://schemas.openxmlformats.org/presentationml/2006/main">
  <p:tag name="AS_UNIQUEID" val="3126"/>
</p:tagLst>
</file>

<file path=ppt/tags/tag1010.xml><?xml version="1.0" encoding="utf-8"?>
<p:tagLst xmlns:p="http://schemas.openxmlformats.org/presentationml/2006/main">
  <p:tag name="AS_UNIQUEID" val="3127"/>
</p:tagLst>
</file>

<file path=ppt/tags/tag1011.xml><?xml version="1.0" encoding="utf-8"?>
<p:tagLst xmlns:p="http://schemas.openxmlformats.org/presentationml/2006/main">
  <p:tag name="AS_UNIQUEID" val="3128"/>
</p:tagLst>
</file>

<file path=ppt/tags/tag1012.xml><?xml version="1.0" encoding="utf-8"?>
<p:tagLst xmlns:p="http://schemas.openxmlformats.org/presentationml/2006/main">
  <p:tag name="AS_UNIQUEID" val="3129"/>
</p:tagLst>
</file>

<file path=ppt/tags/tag1013.xml><?xml version="1.0" encoding="utf-8"?>
<p:tagLst xmlns:p="http://schemas.openxmlformats.org/presentationml/2006/main">
  <p:tag name="AS_UNIQUEID" val="3130"/>
</p:tagLst>
</file>

<file path=ppt/tags/tag1014.xml><?xml version="1.0" encoding="utf-8"?>
<p:tagLst xmlns:p="http://schemas.openxmlformats.org/presentationml/2006/main">
  <p:tag name="AS_UNIQUEID" val="3131"/>
</p:tagLst>
</file>

<file path=ppt/tags/tag1015.xml><?xml version="1.0" encoding="utf-8"?>
<p:tagLst xmlns:p="http://schemas.openxmlformats.org/presentationml/2006/main">
  <p:tag name="AS_UNIQUEID" val="3132"/>
</p:tagLst>
</file>

<file path=ppt/tags/tag1016.xml><?xml version="1.0" encoding="utf-8"?>
<p:tagLst xmlns:p="http://schemas.openxmlformats.org/presentationml/2006/main">
  <p:tag name="AS_UNIQUEID" val="3133"/>
</p:tagLst>
</file>

<file path=ppt/tags/tag1017.xml><?xml version="1.0" encoding="utf-8"?>
<p:tagLst xmlns:p="http://schemas.openxmlformats.org/presentationml/2006/main">
  <p:tag name="AS_UNIQUEID" val="3134"/>
</p:tagLst>
</file>

<file path=ppt/tags/tag1018.xml><?xml version="1.0" encoding="utf-8"?>
<p:tagLst xmlns:p="http://schemas.openxmlformats.org/presentationml/2006/main">
  <p:tag name="AS_UNIQUEID" val="3135"/>
</p:tagLst>
</file>

<file path=ppt/tags/tag1019.xml><?xml version="1.0" encoding="utf-8"?>
<p:tagLst xmlns:p="http://schemas.openxmlformats.org/presentationml/2006/main">
  <p:tag name="AS_UNIQUEID" val="3136"/>
</p:tagLst>
</file>

<file path=ppt/tags/tag1020.xml><?xml version="1.0" encoding="utf-8"?>
<p:tagLst xmlns:p="http://schemas.openxmlformats.org/presentationml/2006/main">
  <p:tag name="AS_UNIQUEID" val="3137"/>
</p:tagLst>
</file>

<file path=ppt/tags/tag1021.xml><?xml version="1.0" encoding="utf-8"?>
<p:tagLst xmlns:p="http://schemas.openxmlformats.org/presentationml/2006/main">
  <p:tag name="AS_UNIQUEID" val="3138"/>
</p:tagLst>
</file>

<file path=ppt/tags/tag1022.xml><?xml version="1.0" encoding="utf-8"?>
<p:tagLst xmlns:p="http://schemas.openxmlformats.org/presentationml/2006/main">
  <p:tag name="AS_UNIQUEID" val="3139"/>
</p:tagLst>
</file>

<file path=ppt/tags/tag1023.xml><?xml version="1.0" encoding="utf-8"?>
<p:tagLst xmlns:p="http://schemas.openxmlformats.org/presentationml/2006/main">
  <p:tag name="AS_UNIQUEID" val="3140"/>
</p:tagLst>
</file>

<file path=ppt/tags/tag1024.xml><?xml version="1.0" encoding="utf-8"?>
<p:tagLst xmlns:p="http://schemas.openxmlformats.org/presentationml/2006/main">
  <p:tag name="AS_UNIQUEID" val="3141"/>
</p:tagLst>
</file>

<file path=ppt/tags/tag1025.xml><?xml version="1.0" encoding="utf-8"?>
<p:tagLst xmlns:p="http://schemas.openxmlformats.org/presentationml/2006/main">
  <p:tag name="AS_UNIQUEID" val="3142"/>
</p:tagLst>
</file>

<file path=ppt/tags/tag1026.xml><?xml version="1.0" encoding="utf-8"?>
<p:tagLst xmlns:p="http://schemas.openxmlformats.org/presentationml/2006/main">
  <p:tag name="AS_UNIQUEID" val="3143"/>
</p:tagLst>
</file>

<file path=ppt/tags/tag1027.xml><?xml version="1.0" encoding="utf-8"?>
<p:tagLst xmlns:p="http://schemas.openxmlformats.org/presentationml/2006/main">
  <p:tag name="AS_UNIQUEID" val="3144"/>
</p:tagLst>
</file>

<file path=ppt/tags/tag1028.xml><?xml version="1.0" encoding="utf-8"?>
<p:tagLst xmlns:p="http://schemas.openxmlformats.org/presentationml/2006/main">
  <p:tag name="AS_UNIQUEID" val="3145"/>
  <p:tag name="KSO_WM_BEAUTIFY_FLAG" val=""/>
</p:tagLst>
</file>

<file path=ppt/tags/tag1029.xml><?xml version="1.0" encoding="utf-8"?>
<p:tagLst xmlns:p="http://schemas.openxmlformats.org/presentationml/2006/main">
  <p:tag name="AS_UNIQUEID" val="3146"/>
  <p:tag name="KSO_WM_BEAUTIFY_FLAG" val=""/>
</p:tagLst>
</file>

<file path=ppt/tags/tag1030.xml><?xml version="1.0" encoding="utf-8"?>
<p:tagLst xmlns:p="http://schemas.openxmlformats.org/presentationml/2006/main">
  <p:tag name="AS_UNIQUEID" val="3147"/>
  <p:tag name="KSO_WM_BEAUTIFY_FLAG" val=""/>
</p:tagLst>
</file>

<file path=ppt/tags/tag1031.xml><?xml version="1.0" encoding="utf-8"?>
<p:tagLst xmlns:p="http://schemas.openxmlformats.org/presentationml/2006/main">
  <p:tag name="AS_UNIQUEID" val="3148"/>
  <p:tag name="KSO_WM_BEAUTIFY_FLAG" val=""/>
</p:tagLst>
</file>

<file path=ppt/tags/tag1032.xml><?xml version="1.0" encoding="utf-8"?>
<p:tagLst xmlns:p="http://schemas.openxmlformats.org/presentationml/2006/main">
  <p:tag name="AS_OS" val="Unix 3.10 unknown"/>
  <p:tag name="AS_RELEASE_DATE" val="2023.03.31"/>
  <p:tag name="AS_TITLE" val="Aspose.Slides for Java"/>
  <p:tag name="AS_VERSION" val="23.3"/>
  <p:tag name="COMMONDATA" val="eyJoZGlkIjoiYWM5NTI3Y2NjZGZiNDdiYmY2NmZmOTYyMGM3MzhjM2EifQ=="/>
</p:tagLst>
</file>

<file path=ppt/theme/theme1.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黑体"/>
        <a:ea typeface="黑体"/>
        <a:cs typeface="Arial"/>
      </a:majorFont>
      <a:minorFont>
        <a:latin typeface="黑体"/>
        <a:ea typeface="黑体"/>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216</Paragraphs>
  <Slides>39</Slides>
  <Notes>0</Notes>
  <TotalTime>0</TotalTime>
  <HiddenSlides>0</HiddenSlides>
  <MMClips>0</MMClips>
  <ScaleCrop>0</ScaleCrop>
  <HeadingPairs>
    <vt:vector baseType="variant" size="6">
      <vt:variant>
        <vt:lpstr>Fonts used</vt:lpstr>
      </vt:variant>
      <vt:variant>
        <vt:i4>12</vt:i4>
      </vt:variant>
      <vt:variant>
        <vt:lpstr>Theme</vt:lpstr>
      </vt:variant>
      <vt:variant>
        <vt:i4>1</vt:i4>
      </vt:variant>
      <vt:variant>
        <vt:lpstr>Slide Titles</vt:lpstr>
      </vt:variant>
      <vt:variant>
        <vt:i4>39</vt:i4>
      </vt:variant>
    </vt:vector>
  </HeadingPairs>
  <TitlesOfParts>
    <vt:vector baseType="lpstr" size="52">
      <vt:lpstr>Arial</vt:lpstr>
      <vt:lpstr>黑体</vt:lpstr>
      <vt:lpstr>等线 Light</vt:lpstr>
      <vt:lpstr>等线</vt:lpstr>
      <vt:lpstr>Calibri Light</vt:lpstr>
      <vt:lpstr>Calibri</vt:lpstr>
      <vt:lpstr>微软雅黑</vt:lpstr>
      <vt:lpstr>Times New Roman</vt:lpstr>
      <vt:lpstr>Wingdings</vt:lpstr>
      <vt:lpstr>宋体</vt:lpstr>
      <vt:lpstr>Cambria Math</vt:lpstr>
      <vt:lpstr>Coco</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2024-08-09T08:56:33.356</cp:lastPrinted>
  <dcterms:created xsi:type="dcterms:W3CDTF">2024-08-09T08:56:33Z</dcterms:created>
  <dcterms:modified xsi:type="dcterms:W3CDTF">2024-08-09T00:56:33Z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
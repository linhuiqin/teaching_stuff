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vml" ContentType="application/vnd.openxmlformats-officedocument.vmlDrawing"/>
  <Default Extension="bin" ContentType="application/vnd.openxmlformats-officedocument.oleObject"/>
  <Default Extension="fntdata" ContentType="application/x-fontdata"/>
  <Default Extension="png" ContentType="image/png"/>
  <Default Extension="emf" ContentType="image/x-emf"/>
  <Default Extension="wmf" ContentType="image/x-wmf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2"/>
  </p:sldMasterIdLst>
  <p:notesMasterIdLst>
    <p:notesMasterId r:id="rId3"/>
  </p:notesMasterIdLst>
  <p:sldIdLst>
    <p:sldId id="405" r:id="rId4"/>
    <p:sldId id="299" r:id="rId5"/>
    <p:sldId id="304" r:id="rId6"/>
    <p:sldId id="300" r:id="rId7"/>
    <p:sldId id="461" r:id="rId8"/>
    <p:sldId id="581" r:id="rId9"/>
    <p:sldId id="582" r:id="rId10"/>
    <p:sldId id="583" r:id="rId11"/>
    <p:sldId id="462" r:id="rId12"/>
    <p:sldId id="584" r:id="rId13"/>
    <p:sldId id="592" r:id="rId14"/>
    <p:sldId id="586" r:id="rId15"/>
    <p:sldId id="587" r:id="rId16"/>
    <p:sldId id="588" r:id="rId17"/>
    <p:sldId id="589" r:id="rId18"/>
    <p:sldId id="548" r:id="rId19"/>
    <p:sldId id="627" r:id="rId20"/>
    <p:sldId id="628" r:id="rId21"/>
    <p:sldId id="629" r:id="rId22"/>
    <p:sldId id="630" r:id="rId23"/>
    <p:sldId id="549" r:id="rId24"/>
    <p:sldId id="547" r:id="rId25"/>
    <p:sldId id="535" r:id="rId26"/>
    <p:sldId id="550" r:id="rId27"/>
    <p:sldId id="538" r:id="rId28"/>
    <p:sldId id="632" r:id="rId29"/>
    <p:sldId id="634" r:id="rId30"/>
    <p:sldId id="635" r:id="rId31"/>
    <p:sldId id="636" r:id="rId32"/>
    <p:sldId id="546" r:id="rId33"/>
  </p:sldIdLst>
  <p:sldSz cx="12192000" cy="6858000"/>
  <p:notesSz cx="6858000" cy="9144000"/>
  <p:embeddedFontLst>
    <p:embeddedFont>
      <p:font typeface="微软雅黑" panose="020B0503020204020204" charset="-122"/>
      <p:regular r:id="rId35"/>
    </p:embeddedFont>
    <p:embeddedFont>
      <p:font typeface="黑体" panose="02010609060101010101" charset="-122"/>
      <p:regular r:id="rId36"/>
    </p:embeddedFont>
    <p:embeddedFont>
      <p:font typeface="等线" panose="02010600030101010101" charset="-122"/>
      <p:regular r:id="rId37"/>
    </p:embeddedFont>
    <p:embeddedFont>
      <p:font typeface="楷体" panose="02010609060101010101" charset="-122"/>
      <p:regular r:id="rId38"/>
    </p:embeddedFont>
  </p:embeddedFontLst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5ACBF0"/>
          </p15:clr>
        </p15:guide>
        <p15:guide id="2" pos="3826" userDrawn="1">
          <p15:clr>
            <a:srgbClr val="5ACBF0"/>
          </p15:clr>
        </p15:guide>
      </p15:sldGuideLst>
    </p:ext>
  </p:extLst>
</p:presentation>
</file>

<file path=ppt/commentAuthors.xml><?xml version="1.0" encoding="utf-8"?>
<p:cmAuthorLst xmlns:p="http://schemas.openxmlformats.org/presentationml/2006/main">
  <p:cmAuthor id="1" name="DELL" initials="D" lastIdx="0" clrIdx="0"/>
  <p:cmAuthor id="0" name="lenovo" initials="l" lastIdx="0" clrIdx="0"/>
  <p:cmAuthor id="2" name="朱守超" initials="朱" lastIdx="0" clrIdx="2"/>
  <p:cmAuthor id="3" name="dell" initials="d" lastIdx="0" clrIdx="2"/>
  <p:cmAuthor id="4" name="123" initials="" lastIdx="0" clrIdx="0"/>
  <p:cmAuthor id="5" name="Administrator" initials="A" lastIdx="0" clrIdx="4"/>
  <p:cmAuthor id="6" name="雨林木风" initials="" lastIdx="0" clrIdx="0"/>
</p:cmAuthorLst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9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98" y="1296"/>
      </p:cViewPr>
      <p:guideLst>
        <p:guide orient="horz" pos="2160"/>
        <p:guide pos="382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ommentAuthors" Target="commentAuthors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1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tags" Target="tags/tag768.xml" /><Relationship Id="rId35" Type="http://schemas.openxmlformats.org/officeDocument/2006/relationships/font" Target="fonts/font1.fntdata" /><Relationship Id="rId36" Type="http://schemas.openxmlformats.org/officeDocument/2006/relationships/font" Target="fonts/font2.fntdata" /><Relationship Id="rId37" Type="http://schemas.openxmlformats.org/officeDocument/2006/relationships/font" Target="fonts/font3.fntdata" /><Relationship Id="rId38" Type="http://schemas.openxmlformats.org/officeDocument/2006/relationships/font" Target="fonts/font4.fntdata" /><Relationship Id="rId39" Type="http://schemas.openxmlformats.org/officeDocument/2006/relationships/presProps" Target="presProps.xml" /><Relationship Id="rId4" Type="http://schemas.openxmlformats.org/officeDocument/2006/relationships/slide" Target="slides/slide1.xml" /><Relationship Id="rId40" Type="http://schemas.openxmlformats.org/officeDocument/2006/relationships/viewProps" Target="viewProps.xml" /><Relationship Id="rId41" Type="http://schemas.openxmlformats.org/officeDocument/2006/relationships/theme" Target="theme/theme1.xml" /><Relationship Id="rId42" Type="http://schemas.openxmlformats.org/officeDocument/2006/relationships/tableStyles" Target="tableStyles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drawings/_rels/vmlDrawing1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wmf" /></Relationships>
</file>

<file path=ppt/drawings/_rels/vmlDrawing2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wmf" /></Relationships>
</file>

<file path=ppt/drawings/_rels/vmlDrawing3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0.emf" /><Relationship Id="rId2" Type="http://schemas.openxmlformats.org/officeDocument/2006/relationships/image" Target="../media/image11.emf" /><Relationship Id="rId3" Type="http://schemas.openxmlformats.org/officeDocument/2006/relationships/image" Target="../media/image12.emf" /><Relationship Id="rId4" Type="http://schemas.openxmlformats.org/officeDocument/2006/relationships/image" Target="../media/image13.emf" /><Relationship Id="rId5" Type="http://schemas.openxmlformats.org/officeDocument/2006/relationships/image" Target="../media/image14.emf" /><Relationship Id="rId6" Type="http://schemas.openxmlformats.org/officeDocument/2006/relationships/image" Target="../media/image15.emf" /></Relationships>
</file>

<file path=ppt/drawings/_rels/vmlDrawing4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wmf" /><Relationship Id="rId2" Type="http://schemas.openxmlformats.org/officeDocument/2006/relationships/image" Target="../media/image17.wmf" /><Relationship Id="rId3" Type="http://schemas.openxmlformats.org/officeDocument/2006/relationships/image" Target="../media/image18.wmf" /></Relationships>
</file>

<file path=ppt/drawings/_rels/vmlDrawing5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9.emf" /><Relationship Id="rId2" Type="http://schemas.openxmlformats.org/officeDocument/2006/relationships/image" Target="../media/image20.emf" /><Relationship Id="rId3" Type="http://schemas.openxmlformats.org/officeDocument/2006/relationships/image" Target="../media/image21.emf" /><Relationship Id="rId4" Type="http://schemas.openxmlformats.org/officeDocument/2006/relationships/image" Target="../media/image22.emf" /></Relationships>
</file>

<file path=ppt/drawings/_rels/vmlDrawing6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wmf" /><Relationship Id="rId2" Type="http://schemas.openxmlformats.org/officeDocument/2006/relationships/image" Target="../media/image24.wmf" /><Relationship Id="rId3" Type="http://schemas.openxmlformats.org/officeDocument/2006/relationships/image" Target="../media/image25.wmf" /><Relationship Id="rId4" Type="http://schemas.openxmlformats.org/officeDocument/2006/relationships/image" Target="../media/image26.wmf" /><Relationship Id="rId5" Type="http://schemas.openxmlformats.org/officeDocument/2006/relationships/image" Target="../media/image27.wmf" /></Relationships>
</file>

<file path=ppt/drawings/_rels/vmlDrawing7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emf" /><Relationship Id="rId2" Type="http://schemas.openxmlformats.org/officeDocument/2006/relationships/image" Target="../media/image36.emf" /></Relationships>
</file>

<file path=ppt/drawings/_rels/vmlDrawing8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7.emf" /><Relationship Id="rId2" Type="http://schemas.openxmlformats.org/officeDocument/2006/relationships/image" Target="../media/image38.emf" /></Relationships>
</file>

<file path=ppt/drawings/_rels/vmlDrawing9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0.emf" /><Relationship Id="rId2" Type="http://schemas.openxmlformats.org/officeDocument/2006/relationships/image" Target="../media/image41.emf" /></Relationships>
</file>

<file path=ppt/drawings/_rels/vmlDrawing10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3.wmf" /><Relationship Id="rId10" Type="http://schemas.openxmlformats.org/officeDocument/2006/relationships/image" Target="../media/image52.wmf" /><Relationship Id="rId2" Type="http://schemas.openxmlformats.org/officeDocument/2006/relationships/image" Target="../media/image44.wmf" /><Relationship Id="rId3" Type="http://schemas.openxmlformats.org/officeDocument/2006/relationships/image" Target="../media/image45.wmf" /><Relationship Id="rId4" Type="http://schemas.openxmlformats.org/officeDocument/2006/relationships/image" Target="../media/image46.wmf" /><Relationship Id="rId5" Type="http://schemas.openxmlformats.org/officeDocument/2006/relationships/image" Target="../media/image47.wmf" /><Relationship Id="rId6" Type="http://schemas.openxmlformats.org/officeDocument/2006/relationships/image" Target="../media/image48.wmf" /><Relationship Id="rId7" Type="http://schemas.openxmlformats.org/officeDocument/2006/relationships/image" Target="../media/image49.wmf" /><Relationship Id="rId8" Type="http://schemas.openxmlformats.org/officeDocument/2006/relationships/image" Target="../media/image50.wmf" /><Relationship Id="rId9" Type="http://schemas.openxmlformats.org/officeDocument/2006/relationships/image" Target="../media/image51.wmf" /></Relationships>
</file>

<file path=ppt/drawings/_rels/vmlDrawing11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3.wmf" /><Relationship Id="rId2" Type="http://schemas.openxmlformats.org/officeDocument/2006/relationships/image" Target="../media/image54.wmf" /><Relationship Id="rId3" Type="http://schemas.openxmlformats.org/officeDocument/2006/relationships/image" Target="../media/image55.wmf" /><Relationship Id="rId4" Type="http://schemas.openxmlformats.org/officeDocument/2006/relationships/image" Target="../media/image56.wmf" /><Relationship Id="rId5" Type="http://schemas.openxmlformats.org/officeDocument/2006/relationships/image" Target="../media/image57.wmf" /><Relationship Id="rId6" Type="http://schemas.openxmlformats.org/officeDocument/2006/relationships/image" Target="../media/image58.wmf" /></Relationships>
</file>

<file path=ppt/drawings/_rels/vmlDrawing12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9.wmf" /><Relationship Id="rId2" Type="http://schemas.openxmlformats.org/officeDocument/2006/relationships/image" Target="../media/image60.wmf" /><Relationship Id="rId3" Type="http://schemas.openxmlformats.org/officeDocument/2006/relationships/image" Target="../media/image61.wmf" /><Relationship Id="rId4" Type="http://schemas.openxmlformats.org/officeDocument/2006/relationships/image" Target="../media/image62.wmf" /></Relationships>
</file>

<file path=ppt/drawings/_rels/vmlDrawing13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4.wmf" /><Relationship Id="rId2" Type="http://schemas.openxmlformats.org/officeDocument/2006/relationships/image" Target="../media/image65.wmf" /><Relationship Id="rId3" Type="http://schemas.openxmlformats.org/officeDocument/2006/relationships/image" Target="../media/image66.wmf" /><Relationship Id="rId4" Type="http://schemas.openxmlformats.org/officeDocument/2006/relationships/image" Target="../media/image67.wmf" /><Relationship Id="rId5" Type="http://schemas.openxmlformats.org/officeDocument/2006/relationships/image" Target="../media/image68.wmf" /><Relationship Id="rId6" Type="http://schemas.openxmlformats.org/officeDocument/2006/relationships/image" Target="../media/image69.wmf" /></Relationships>
</file>

<file path=ppt/drawings/_rels/vmlDrawing14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0.wmf" /><Relationship Id="rId2" Type="http://schemas.openxmlformats.org/officeDocument/2006/relationships/image" Target="../media/image71.wmf" /><Relationship Id="rId3" Type="http://schemas.openxmlformats.org/officeDocument/2006/relationships/image" Target="../media/image72.wmf" /><Relationship Id="rId4" Type="http://schemas.openxmlformats.org/officeDocument/2006/relationships/image" Target="../media/image73.wmf" /><Relationship Id="rId5" Type="http://schemas.openxmlformats.org/officeDocument/2006/relationships/image" Target="../media/image74.wmf" /></Relationships>
</file>

<file path=ppt/drawings/_rels/vmlDrawing15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5.wmf" /><Relationship Id="rId2" Type="http://schemas.openxmlformats.org/officeDocument/2006/relationships/image" Target="../media/image76.wmf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4.xml" /><Relationship Id="rId2" Type="http://schemas.openxmlformats.org/officeDocument/2006/relationships/tags" Target="../tags/tag15.xml" /><Relationship Id="rId3" Type="http://schemas.openxmlformats.org/officeDocument/2006/relationships/tags" Target="../tags/tag16.xml" /><Relationship Id="rId4" Type="http://schemas.openxmlformats.org/officeDocument/2006/relationships/tags" Target="../tags/tag17.xml" /><Relationship Id="rId5" Type="http://schemas.openxmlformats.org/officeDocument/2006/relationships/tags" Target="../tags/tag18.xml" /><Relationship Id="rId6" Type="http://schemas.openxmlformats.org/officeDocument/2006/relationships/tags" Target="../tags/tag19.xml" /><Relationship Id="rId7" Type="http://schemas.openxmlformats.org/officeDocument/2006/relationships/tags" Target="../tags/tag20.xml" /><Relationship Id="rId8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7375B-645A-4B83-93EC-8A3A766EDBB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F8934-6CED-46F5-B7D3-6CA103631274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246.xml" /><Relationship Id="rId4" Type="http://schemas.openxmlformats.org/officeDocument/2006/relationships/tags" Target="../tags/tag247.xml" /><Relationship Id="rId5" Type="http://schemas.openxmlformats.org/officeDocument/2006/relationships/tags" Target="../tags/tag248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265.xml" /><Relationship Id="rId4" Type="http://schemas.openxmlformats.org/officeDocument/2006/relationships/tags" Target="../tags/tag266.xml" /><Relationship Id="rId5" Type="http://schemas.openxmlformats.org/officeDocument/2006/relationships/tags" Target="../tags/tag267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283.xml" /><Relationship Id="rId4" Type="http://schemas.openxmlformats.org/officeDocument/2006/relationships/tags" Target="../tags/tag284.xml" /><Relationship Id="rId5" Type="http://schemas.openxmlformats.org/officeDocument/2006/relationships/tags" Target="../tags/tag285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303.xml" /><Relationship Id="rId4" Type="http://schemas.openxmlformats.org/officeDocument/2006/relationships/tags" Target="../tags/tag304.xml" /><Relationship Id="rId5" Type="http://schemas.openxmlformats.org/officeDocument/2006/relationships/tags" Target="../tags/tag305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323.xml" /><Relationship Id="rId4" Type="http://schemas.openxmlformats.org/officeDocument/2006/relationships/tags" Target="../tags/tag324.xml" /><Relationship Id="rId5" Type="http://schemas.openxmlformats.org/officeDocument/2006/relationships/tags" Target="../tags/tag325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350.xml" /><Relationship Id="rId4" Type="http://schemas.openxmlformats.org/officeDocument/2006/relationships/tags" Target="../tags/tag351.xml" /><Relationship Id="rId5" Type="http://schemas.openxmlformats.org/officeDocument/2006/relationships/tags" Target="../tags/tag352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405.xml" /><Relationship Id="rId4" Type="http://schemas.openxmlformats.org/officeDocument/2006/relationships/tags" Target="../tags/tag406.xml" /><Relationship Id="rId5" Type="http://schemas.openxmlformats.org/officeDocument/2006/relationships/tags" Target="../tags/tag407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420.xml" /><Relationship Id="rId4" Type="http://schemas.openxmlformats.org/officeDocument/2006/relationships/tags" Target="../tags/tag421.xml" /><Relationship Id="rId5" Type="http://schemas.openxmlformats.org/officeDocument/2006/relationships/tags" Target="../tags/tag422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436.xml" /><Relationship Id="rId4" Type="http://schemas.openxmlformats.org/officeDocument/2006/relationships/tags" Target="../tags/tag437.xml" /><Relationship Id="rId5" Type="http://schemas.openxmlformats.org/officeDocument/2006/relationships/tags" Target="../tags/tag438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448.xml" /><Relationship Id="rId4" Type="http://schemas.openxmlformats.org/officeDocument/2006/relationships/tags" Target="../tags/tag449.xml" /><Relationship Id="rId5" Type="http://schemas.openxmlformats.org/officeDocument/2006/relationships/tags" Target="../tags/tag450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497.xml" /><Relationship Id="rId4" Type="http://schemas.openxmlformats.org/officeDocument/2006/relationships/tags" Target="../tags/tag498.xml" /><Relationship Id="rId5" Type="http://schemas.openxmlformats.org/officeDocument/2006/relationships/tags" Target="../tags/tag499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507.xml" /><Relationship Id="rId4" Type="http://schemas.openxmlformats.org/officeDocument/2006/relationships/tags" Target="../tags/tag508.xml" /><Relationship Id="rId5" Type="http://schemas.openxmlformats.org/officeDocument/2006/relationships/tags" Target="../tags/tag509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593.xml" /><Relationship Id="rId4" Type="http://schemas.openxmlformats.org/officeDocument/2006/relationships/tags" Target="../tags/tag594.xml" /><Relationship Id="rId5" Type="http://schemas.openxmlformats.org/officeDocument/2006/relationships/tags" Target="../tags/tag595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612.xml" /><Relationship Id="rId4" Type="http://schemas.openxmlformats.org/officeDocument/2006/relationships/tags" Target="../tags/tag613.xml" /><Relationship Id="rId5" Type="http://schemas.openxmlformats.org/officeDocument/2006/relationships/tags" Target="../tags/tag614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659.xml" /><Relationship Id="rId4" Type="http://schemas.openxmlformats.org/officeDocument/2006/relationships/tags" Target="../tags/tag660.xml" /><Relationship Id="rId5" Type="http://schemas.openxmlformats.org/officeDocument/2006/relationships/tags" Target="../tags/tag66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678.xml" /><Relationship Id="rId4" Type="http://schemas.openxmlformats.org/officeDocument/2006/relationships/tags" Target="../tags/tag679.xml" /><Relationship Id="rId5" Type="http://schemas.openxmlformats.org/officeDocument/2006/relationships/tags" Target="../tags/tag680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726.xml" /><Relationship Id="rId4" Type="http://schemas.openxmlformats.org/officeDocument/2006/relationships/tags" Target="../tags/tag727.xml" /><Relationship Id="rId5" Type="http://schemas.openxmlformats.org/officeDocument/2006/relationships/tags" Target="../tags/tag728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.xml" /><Relationship Id="rId2" Type="http://schemas.openxmlformats.org/officeDocument/2006/relationships/image" Target="../media/image1.png" /><Relationship Id="rId3" Type="http://schemas.openxmlformats.org/officeDocument/2006/relationships/tags" Target="../tags/tag6.xml" /><Relationship Id="rId4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内容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pic>
        <p:nvPicPr>
          <p:cNvPr id="2" name="MasterShapeName" descr="E:/xiao/学科网/内容bg副本.png内容bg副本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rcRect l="13" r="1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2.png" /><Relationship Id="rId11" Type="http://schemas.openxmlformats.org/officeDocument/2006/relationships/tags" Target="../tags/tag13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tags" Target="../tags/tag7.xml" /><Relationship Id="rId4" Type="http://schemas.openxmlformats.org/officeDocument/2006/relationships/tags" Target="../tags/tag8.xml" /><Relationship Id="rId5" Type="http://schemas.openxmlformats.org/officeDocument/2006/relationships/tags" Target="../tags/tag9.xml" /><Relationship Id="rId6" Type="http://schemas.openxmlformats.org/officeDocument/2006/relationships/tags" Target="../tags/tag10.xml" /><Relationship Id="rId7" Type="http://schemas.openxmlformats.org/officeDocument/2006/relationships/tags" Target="../tags/tag11.xml" /><Relationship Id="rId8" Type="http://schemas.openxmlformats.org/officeDocument/2006/relationships/tags" Target="../tags/tag12.xml" /><Relationship Id="rId9" Type="http://schemas.openxmlformats.org/officeDocument/2006/relationships/image" Target="file:///D:\qq&#25991;&#20214;\712321467\Image\C2C\Image2\%7b75232B38-A165-1FB7-499C-2E1C792CACB5%7d.png" TargetMode="Externa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E8761-A14E-4E6E-B19C-D0ABAA7747F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10F0F-E077-475B-A7EC-03CDC27F5B89}" type="slidenum">
              <a:rPr lang="zh-CN" altLang="en-US" smtClean="0"/>
              <a:t/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 r:link="rId9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8.xml" /><Relationship Id="rId11" Type="http://schemas.openxmlformats.org/officeDocument/2006/relationships/tags" Target="../tags/tag29.xml" /><Relationship Id="rId12" Type="http://schemas.openxmlformats.org/officeDocument/2006/relationships/tags" Target="../tags/tag30.xml" /><Relationship Id="rId13" Type="http://schemas.openxmlformats.org/officeDocument/2006/relationships/tags" Target="../tags/tag31.xml" /><Relationship Id="rId14" Type="http://schemas.openxmlformats.org/officeDocument/2006/relationships/tags" Target="../tags/tag32.xml" /><Relationship Id="rId15" Type="http://schemas.openxmlformats.org/officeDocument/2006/relationships/tags" Target="../tags/tag33.xml" /><Relationship Id="rId16" Type="http://schemas.openxmlformats.org/officeDocument/2006/relationships/tags" Target="../tags/tag34.xml" /><Relationship Id="rId17" Type="http://schemas.openxmlformats.org/officeDocument/2006/relationships/tags" Target="../tags/tag35.xml" /><Relationship Id="rId18" Type="http://schemas.openxmlformats.org/officeDocument/2006/relationships/tags" Target="../tags/tag36.xml" /><Relationship Id="rId19" Type="http://schemas.openxmlformats.org/officeDocument/2006/relationships/tags" Target="../tags/tag37.xml" /><Relationship Id="rId2" Type="http://schemas.openxmlformats.org/officeDocument/2006/relationships/tags" Target="../tags/tag21.xml" /><Relationship Id="rId20" Type="http://schemas.openxmlformats.org/officeDocument/2006/relationships/tags" Target="../tags/tag38.xml" /><Relationship Id="rId21" Type="http://schemas.openxmlformats.org/officeDocument/2006/relationships/tags" Target="../tags/tag39.xml" /><Relationship Id="rId22" Type="http://schemas.openxmlformats.org/officeDocument/2006/relationships/tags" Target="../tags/tag40.xml" /><Relationship Id="rId23" Type="http://schemas.openxmlformats.org/officeDocument/2006/relationships/tags" Target="../tags/tag41.xml" /><Relationship Id="rId24" Type="http://schemas.openxmlformats.org/officeDocument/2006/relationships/tags" Target="../tags/tag42.xml" /><Relationship Id="rId25" Type="http://schemas.openxmlformats.org/officeDocument/2006/relationships/tags" Target="../tags/tag43.xml" /><Relationship Id="rId26" Type="http://schemas.openxmlformats.org/officeDocument/2006/relationships/tags" Target="../tags/tag44.xml" /><Relationship Id="rId27" Type="http://schemas.openxmlformats.org/officeDocument/2006/relationships/image" Target="../media/image4.png" /><Relationship Id="rId28" Type="http://schemas.openxmlformats.org/officeDocument/2006/relationships/tags" Target="../tags/tag45.xml" /><Relationship Id="rId29" Type="http://schemas.openxmlformats.org/officeDocument/2006/relationships/tags" Target="../tags/tag46.xml" /><Relationship Id="rId3" Type="http://schemas.openxmlformats.org/officeDocument/2006/relationships/image" Target="../media/image3.png" /><Relationship Id="rId30" Type="http://schemas.openxmlformats.org/officeDocument/2006/relationships/tags" Target="../tags/tag47.xml" /><Relationship Id="rId4" Type="http://schemas.openxmlformats.org/officeDocument/2006/relationships/tags" Target="../tags/tag22.xml" /><Relationship Id="rId5" Type="http://schemas.openxmlformats.org/officeDocument/2006/relationships/tags" Target="../tags/tag23.xml" /><Relationship Id="rId6" Type="http://schemas.openxmlformats.org/officeDocument/2006/relationships/tags" Target="../tags/tag24.xml" /><Relationship Id="rId7" Type="http://schemas.openxmlformats.org/officeDocument/2006/relationships/tags" Target="../tags/tag25.xml" /><Relationship Id="rId8" Type="http://schemas.openxmlformats.org/officeDocument/2006/relationships/tags" Target="../tags/tag26.xml" /><Relationship Id="rId9" Type="http://schemas.openxmlformats.org/officeDocument/2006/relationships/tags" Target="../tags/tag2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55.xml" /><Relationship Id="rId11" Type="http://schemas.openxmlformats.org/officeDocument/2006/relationships/tags" Target="../tags/tag56.xml" /><Relationship Id="rId12" Type="http://schemas.openxmlformats.org/officeDocument/2006/relationships/tags" Target="../tags/tag57.xml" /><Relationship Id="rId13" Type="http://schemas.openxmlformats.org/officeDocument/2006/relationships/tags" Target="../tags/tag58.xml" /><Relationship Id="rId14" Type="http://schemas.openxmlformats.org/officeDocument/2006/relationships/tags" Target="../tags/tag59.xml" /><Relationship Id="rId15" Type="http://schemas.openxmlformats.org/officeDocument/2006/relationships/tags" Target="../tags/tag60.xml" /><Relationship Id="rId16" Type="http://schemas.openxmlformats.org/officeDocument/2006/relationships/tags" Target="../tags/tag61.xml" /><Relationship Id="rId17" Type="http://schemas.openxmlformats.org/officeDocument/2006/relationships/tags" Target="../tags/tag62.xml" /><Relationship Id="rId18" Type="http://schemas.openxmlformats.org/officeDocument/2006/relationships/tags" Target="../tags/tag63.xml" /><Relationship Id="rId19" Type="http://schemas.openxmlformats.org/officeDocument/2006/relationships/tags" Target="../tags/tag64.xml" /><Relationship Id="rId2" Type="http://schemas.openxmlformats.org/officeDocument/2006/relationships/tags" Target="../tags/tag48.xml" /><Relationship Id="rId3" Type="http://schemas.openxmlformats.org/officeDocument/2006/relationships/image" Target="../media/image5.png" /><Relationship Id="rId4" Type="http://schemas.openxmlformats.org/officeDocument/2006/relationships/tags" Target="../tags/tag49.xml" /><Relationship Id="rId5" Type="http://schemas.openxmlformats.org/officeDocument/2006/relationships/tags" Target="../tags/tag50.xml" /><Relationship Id="rId6" Type="http://schemas.openxmlformats.org/officeDocument/2006/relationships/tags" Target="../tags/tag51.xml" /><Relationship Id="rId7" Type="http://schemas.openxmlformats.org/officeDocument/2006/relationships/tags" Target="../tags/tag52.xml" /><Relationship Id="rId8" Type="http://schemas.openxmlformats.org/officeDocument/2006/relationships/tags" Target="../tags/tag53.xml" /><Relationship Id="rId9" Type="http://schemas.openxmlformats.org/officeDocument/2006/relationships/tags" Target="../tags/tag54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72.xml" /><Relationship Id="rId11" Type="http://schemas.openxmlformats.org/officeDocument/2006/relationships/tags" Target="../tags/tag73.xml" /><Relationship Id="rId12" Type="http://schemas.openxmlformats.org/officeDocument/2006/relationships/tags" Target="../tags/tag74.xml" /><Relationship Id="rId13" Type="http://schemas.openxmlformats.org/officeDocument/2006/relationships/tags" Target="../tags/tag75.xml" /><Relationship Id="rId14" Type="http://schemas.openxmlformats.org/officeDocument/2006/relationships/tags" Target="../tags/tag76.xml" /><Relationship Id="rId15" Type="http://schemas.openxmlformats.org/officeDocument/2006/relationships/tags" Target="../tags/tag77.xml" /><Relationship Id="rId16" Type="http://schemas.openxmlformats.org/officeDocument/2006/relationships/tags" Target="../tags/tag78.xml" /><Relationship Id="rId17" Type="http://schemas.openxmlformats.org/officeDocument/2006/relationships/tags" Target="../tags/tag79.xml" /><Relationship Id="rId18" Type="http://schemas.openxmlformats.org/officeDocument/2006/relationships/tags" Target="../tags/tag80.xml" /><Relationship Id="rId19" Type="http://schemas.openxmlformats.org/officeDocument/2006/relationships/tags" Target="../tags/tag81.xml" /><Relationship Id="rId2" Type="http://schemas.openxmlformats.org/officeDocument/2006/relationships/tags" Target="../tags/tag65.xml" /><Relationship Id="rId20" Type="http://schemas.openxmlformats.org/officeDocument/2006/relationships/tags" Target="../tags/tag82.xml" /><Relationship Id="rId21" Type="http://schemas.openxmlformats.org/officeDocument/2006/relationships/tags" Target="../tags/tag83.xml" /><Relationship Id="rId22" Type="http://schemas.openxmlformats.org/officeDocument/2006/relationships/tags" Target="../tags/tag84.xml" /><Relationship Id="rId23" Type="http://schemas.openxmlformats.org/officeDocument/2006/relationships/tags" Target="../tags/tag85.xml" /><Relationship Id="rId24" Type="http://schemas.openxmlformats.org/officeDocument/2006/relationships/tags" Target="../tags/tag86.xml" /><Relationship Id="rId3" Type="http://schemas.openxmlformats.org/officeDocument/2006/relationships/tags" Target="../tags/tag66.xml" /><Relationship Id="rId4" Type="http://schemas.openxmlformats.org/officeDocument/2006/relationships/image" Target="../media/image5.png" /><Relationship Id="rId5" Type="http://schemas.openxmlformats.org/officeDocument/2006/relationships/tags" Target="../tags/tag67.xml" /><Relationship Id="rId6" Type="http://schemas.openxmlformats.org/officeDocument/2006/relationships/tags" Target="../tags/tag68.xml" /><Relationship Id="rId7" Type="http://schemas.openxmlformats.org/officeDocument/2006/relationships/tags" Target="../tags/tag69.xml" /><Relationship Id="rId8" Type="http://schemas.openxmlformats.org/officeDocument/2006/relationships/tags" Target="../tags/tag70.xml" /><Relationship Id="rId9" Type="http://schemas.openxmlformats.org/officeDocument/2006/relationships/tags" Target="../tags/tag71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94.xml" /><Relationship Id="rId11" Type="http://schemas.openxmlformats.org/officeDocument/2006/relationships/tags" Target="../tags/tag95.xml" /><Relationship Id="rId12" Type="http://schemas.openxmlformats.org/officeDocument/2006/relationships/tags" Target="../tags/tag96.xml" /><Relationship Id="rId13" Type="http://schemas.openxmlformats.org/officeDocument/2006/relationships/tags" Target="../tags/tag97.xml" /><Relationship Id="rId14" Type="http://schemas.openxmlformats.org/officeDocument/2006/relationships/tags" Target="../tags/tag98.xml" /><Relationship Id="rId15" Type="http://schemas.openxmlformats.org/officeDocument/2006/relationships/tags" Target="../tags/tag99.xml" /><Relationship Id="rId16" Type="http://schemas.openxmlformats.org/officeDocument/2006/relationships/tags" Target="../tags/tag100.xml" /><Relationship Id="rId17" Type="http://schemas.openxmlformats.org/officeDocument/2006/relationships/tags" Target="../tags/tag101.xml" /><Relationship Id="rId18" Type="http://schemas.openxmlformats.org/officeDocument/2006/relationships/tags" Target="../tags/tag102.xml" /><Relationship Id="rId19" Type="http://schemas.openxmlformats.org/officeDocument/2006/relationships/tags" Target="../tags/tag103.xml" /><Relationship Id="rId2" Type="http://schemas.openxmlformats.org/officeDocument/2006/relationships/tags" Target="../tags/tag87.xml" /><Relationship Id="rId20" Type="http://schemas.openxmlformats.org/officeDocument/2006/relationships/tags" Target="../tags/tag104.xml" /><Relationship Id="rId21" Type="http://schemas.openxmlformats.org/officeDocument/2006/relationships/tags" Target="../tags/tag105.xml" /><Relationship Id="rId22" Type="http://schemas.openxmlformats.org/officeDocument/2006/relationships/tags" Target="../tags/tag106.xml" /><Relationship Id="rId23" Type="http://schemas.openxmlformats.org/officeDocument/2006/relationships/tags" Target="../tags/tag107.xml" /><Relationship Id="rId24" Type="http://schemas.openxmlformats.org/officeDocument/2006/relationships/tags" Target="../tags/tag108.xml" /><Relationship Id="rId25" Type="http://schemas.openxmlformats.org/officeDocument/2006/relationships/tags" Target="../tags/tag109.xml" /><Relationship Id="rId26" Type="http://schemas.openxmlformats.org/officeDocument/2006/relationships/tags" Target="../tags/tag110.xml" /><Relationship Id="rId27" Type="http://schemas.openxmlformats.org/officeDocument/2006/relationships/tags" Target="../tags/tag111.xml" /><Relationship Id="rId28" Type="http://schemas.openxmlformats.org/officeDocument/2006/relationships/tags" Target="../tags/tag112.xml" /><Relationship Id="rId29" Type="http://schemas.openxmlformats.org/officeDocument/2006/relationships/tags" Target="../tags/tag113.xml" /><Relationship Id="rId3" Type="http://schemas.openxmlformats.org/officeDocument/2006/relationships/image" Target="../media/image6.png" /><Relationship Id="rId30" Type="http://schemas.openxmlformats.org/officeDocument/2006/relationships/tags" Target="../tags/tag114.xml" /><Relationship Id="rId31" Type="http://schemas.openxmlformats.org/officeDocument/2006/relationships/tags" Target="../tags/tag115.xml" /><Relationship Id="rId32" Type="http://schemas.openxmlformats.org/officeDocument/2006/relationships/tags" Target="../tags/tag116.xml" /><Relationship Id="rId33" Type="http://schemas.openxmlformats.org/officeDocument/2006/relationships/tags" Target="../tags/tag117.xml" /><Relationship Id="rId34" Type="http://schemas.openxmlformats.org/officeDocument/2006/relationships/tags" Target="../tags/tag118.xml" /><Relationship Id="rId35" Type="http://schemas.openxmlformats.org/officeDocument/2006/relationships/tags" Target="../tags/tag119.xml" /><Relationship Id="rId36" Type="http://schemas.openxmlformats.org/officeDocument/2006/relationships/tags" Target="../tags/tag120.xml" /><Relationship Id="rId4" Type="http://schemas.openxmlformats.org/officeDocument/2006/relationships/tags" Target="../tags/tag88.xml" /><Relationship Id="rId5" Type="http://schemas.openxmlformats.org/officeDocument/2006/relationships/tags" Target="../tags/tag89.xml" /><Relationship Id="rId6" Type="http://schemas.openxmlformats.org/officeDocument/2006/relationships/tags" Target="../tags/tag90.xml" /><Relationship Id="rId7" Type="http://schemas.openxmlformats.org/officeDocument/2006/relationships/tags" Target="../tags/tag91.xml" /><Relationship Id="rId8" Type="http://schemas.openxmlformats.org/officeDocument/2006/relationships/tags" Target="../tags/tag92.xml" /><Relationship Id="rId9" Type="http://schemas.openxmlformats.org/officeDocument/2006/relationships/tags" Target="../tags/tag93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28.xml" /><Relationship Id="rId11" Type="http://schemas.openxmlformats.org/officeDocument/2006/relationships/tags" Target="../tags/tag129.xml" /><Relationship Id="rId12" Type="http://schemas.openxmlformats.org/officeDocument/2006/relationships/tags" Target="../tags/tag130.xml" /><Relationship Id="rId13" Type="http://schemas.openxmlformats.org/officeDocument/2006/relationships/oleObject" Target="../embeddings/oleObject1.bin" TargetMode="Internal" /><Relationship Id="rId14" Type="http://schemas.openxmlformats.org/officeDocument/2006/relationships/image" Target="../media/image7.wmf" /><Relationship Id="rId15" Type="http://schemas.openxmlformats.org/officeDocument/2006/relationships/tags" Target="../tags/tag131.xml" /><Relationship Id="rId16" Type="http://schemas.openxmlformats.org/officeDocument/2006/relationships/vmlDrawing" Target="../drawings/vmlDrawing1.vml" /><Relationship Id="rId2" Type="http://schemas.openxmlformats.org/officeDocument/2006/relationships/tags" Target="../tags/tag121.xml" /><Relationship Id="rId3" Type="http://schemas.openxmlformats.org/officeDocument/2006/relationships/image" Target="../media/image5.png" /><Relationship Id="rId4" Type="http://schemas.openxmlformats.org/officeDocument/2006/relationships/tags" Target="../tags/tag122.xml" /><Relationship Id="rId5" Type="http://schemas.openxmlformats.org/officeDocument/2006/relationships/tags" Target="../tags/tag123.xml" /><Relationship Id="rId6" Type="http://schemas.openxmlformats.org/officeDocument/2006/relationships/tags" Target="../tags/tag124.xml" /><Relationship Id="rId7" Type="http://schemas.openxmlformats.org/officeDocument/2006/relationships/tags" Target="../tags/tag125.xml" /><Relationship Id="rId8" Type="http://schemas.openxmlformats.org/officeDocument/2006/relationships/tags" Target="../tags/tag126.xml" /><Relationship Id="rId9" Type="http://schemas.openxmlformats.org/officeDocument/2006/relationships/tags" Target="../tags/tag127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39.xml" /><Relationship Id="rId11" Type="http://schemas.openxmlformats.org/officeDocument/2006/relationships/tags" Target="../tags/tag140.xml" /><Relationship Id="rId12" Type="http://schemas.openxmlformats.org/officeDocument/2006/relationships/tags" Target="../tags/tag141.xml" /><Relationship Id="rId13" Type="http://schemas.openxmlformats.org/officeDocument/2006/relationships/oleObject" Target="../embeddings/oleObject2.bin" TargetMode="Internal" /><Relationship Id="rId14" Type="http://schemas.openxmlformats.org/officeDocument/2006/relationships/image" Target="../media/image8.wmf" /><Relationship Id="rId15" Type="http://schemas.openxmlformats.org/officeDocument/2006/relationships/tags" Target="../tags/tag142.xml" /><Relationship Id="rId16" Type="http://schemas.openxmlformats.org/officeDocument/2006/relationships/tags" Target="../tags/tag143.xml" /><Relationship Id="rId17" Type="http://schemas.openxmlformats.org/officeDocument/2006/relationships/image" Target="../media/image9.emf" /><Relationship Id="rId18" Type="http://schemas.openxmlformats.org/officeDocument/2006/relationships/tags" Target="../tags/tag144.xml" /><Relationship Id="rId19" Type="http://schemas.openxmlformats.org/officeDocument/2006/relationships/tags" Target="../tags/tag145.xml" /><Relationship Id="rId2" Type="http://schemas.openxmlformats.org/officeDocument/2006/relationships/tags" Target="../tags/tag132.xml" /><Relationship Id="rId20" Type="http://schemas.openxmlformats.org/officeDocument/2006/relationships/tags" Target="../tags/tag146.xml" /><Relationship Id="rId21" Type="http://schemas.openxmlformats.org/officeDocument/2006/relationships/tags" Target="../tags/tag147.xml" /><Relationship Id="rId22" Type="http://schemas.openxmlformats.org/officeDocument/2006/relationships/vmlDrawing" Target="../drawings/vmlDrawing2.vml" /><Relationship Id="rId3" Type="http://schemas.openxmlformats.org/officeDocument/2006/relationships/image" Target="../media/image5.png" /><Relationship Id="rId4" Type="http://schemas.openxmlformats.org/officeDocument/2006/relationships/tags" Target="../tags/tag133.xml" /><Relationship Id="rId5" Type="http://schemas.openxmlformats.org/officeDocument/2006/relationships/tags" Target="../tags/tag134.xml" /><Relationship Id="rId6" Type="http://schemas.openxmlformats.org/officeDocument/2006/relationships/tags" Target="../tags/tag135.xml" /><Relationship Id="rId7" Type="http://schemas.openxmlformats.org/officeDocument/2006/relationships/tags" Target="../tags/tag136.xml" /><Relationship Id="rId8" Type="http://schemas.openxmlformats.org/officeDocument/2006/relationships/tags" Target="../tags/tag137.xml" /><Relationship Id="rId9" Type="http://schemas.openxmlformats.org/officeDocument/2006/relationships/tags" Target="../tags/tag138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55.xml" /><Relationship Id="rId11" Type="http://schemas.openxmlformats.org/officeDocument/2006/relationships/tags" Target="../tags/tag156.xml" /><Relationship Id="rId12" Type="http://schemas.openxmlformats.org/officeDocument/2006/relationships/tags" Target="../tags/tag157.xml" /><Relationship Id="rId13" Type="http://schemas.openxmlformats.org/officeDocument/2006/relationships/tags" Target="../tags/tag158.xml" /><Relationship Id="rId14" Type="http://schemas.openxmlformats.org/officeDocument/2006/relationships/tags" Target="../tags/tag159.xml" /><Relationship Id="rId15" Type="http://schemas.openxmlformats.org/officeDocument/2006/relationships/tags" Target="../tags/tag160.xml" /><Relationship Id="rId16" Type="http://schemas.openxmlformats.org/officeDocument/2006/relationships/tags" Target="../tags/tag161.xml" /><Relationship Id="rId17" Type="http://schemas.openxmlformats.org/officeDocument/2006/relationships/tags" Target="../tags/tag162.xml" /><Relationship Id="rId18" Type="http://schemas.openxmlformats.org/officeDocument/2006/relationships/tags" Target="../tags/tag163.xml" /><Relationship Id="rId19" Type="http://schemas.openxmlformats.org/officeDocument/2006/relationships/tags" Target="../tags/tag164.xml" /><Relationship Id="rId2" Type="http://schemas.openxmlformats.org/officeDocument/2006/relationships/tags" Target="../tags/tag148.xml" /><Relationship Id="rId20" Type="http://schemas.openxmlformats.org/officeDocument/2006/relationships/tags" Target="../tags/tag165.xml" /><Relationship Id="rId21" Type="http://schemas.openxmlformats.org/officeDocument/2006/relationships/tags" Target="../tags/tag166.xml" /><Relationship Id="rId22" Type="http://schemas.openxmlformats.org/officeDocument/2006/relationships/tags" Target="../tags/tag167.xml" /><Relationship Id="rId23" Type="http://schemas.openxmlformats.org/officeDocument/2006/relationships/tags" Target="../tags/tag168.xml" /><Relationship Id="rId24" Type="http://schemas.openxmlformats.org/officeDocument/2006/relationships/tags" Target="../tags/tag169.xml" /><Relationship Id="rId25" Type="http://schemas.openxmlformats.org/officeDocument/2006/relationships/tags" Target="../tags/tag170.xml" /><Relationship Id="rId26" Type="http://schemas.openxmlformats.org/officeDocument/2006/relationships/tags" Target="../tags/tag171.xml" /><Relationship Id="rId27" Type="http://schemas.openxmlformats.org/officeDocument/2006/relationships/tags" Target="../tags/tag172.xml" /><Relationship Id="rId28" Type="http://schemas.openxmlformats.org/officeDocument/2006/relationships/tags" Target="../tags/tag173.xml" /><Relationship Id="rId29" Type="http://schemas.openxmlformats.org/officeDocument/2006/relationships/tags" Target="../tags/tag174.xml" /><Relationship Id="rId3" Type="http://schemas.openxmlformats.org/officeDocument/2006/relationships/image" Target="../media/image5.png" /><Relationship Id="rId30" Type="http://schemas.openxmlformats.org/officeDocument/2006/relationships/tags" Target="../tags/tag175.xml" /><Relationship Id="rId31" Type="http://schemas.openxmlformats.org/officeDocument/2006/relationships/tags" Target="../tags/tag176.xml" /><Relationship Id="rId32" Type="http://schemas.openxmlformats.org/officeDocument/2006/relationships/tags" Target="../tags/tag177.xml" /><Relationship Id="rId33" Type="http://schemas.openxmlformats.org/officeDocument/2006/relationships/tags" Target="../tags/tag178.xml" /><Relationship Id="rId34" Type="http://schemas.openxmlformats.org/officeDocument/2006/relationships/tags" Target="../tags/tag179.xml" /><Relationship Id="rId35" Type="http://schemas.openxmlformats.org/officeDocument/2006/relationships/tags" Target="../tags/tag180.xml" /><Relationship Id="rId36" Type="http://schemas.openxmlformats.org/officeDocument/2006/relationships/tags" Target="../tags/tag181.xml" /><Relationship Id="rId37" Type="http://schemas.openxmlformats.org/officeDocument/2006/relationships/tags" Target="../tags/tag182.xml" /><Relationship Id="rId38" Type="http://schemas.openxmlformats.org/officeDocument/2006/relationships/tags" Target="../tags/tag183.xml" /><Relationship Id="rId39" Type="http://schemas.openxmlformats.org/officeDocument/2006/relationships/tags" Target="../tags/tag184.xml" /><Relationship Id="rId4" Type="http://schemas.openxmlformats.org/officeDocument/2006/relationships/tags" Target="../tags/tag149.xml" /><Relationship Id="rId40" Type="http://schemas.openxmlformats.org/officeDocument/2006/relationships/tags" Target="../tags/tag185.xml" /><Relationship Id="rId5" Type="http://schemas.openxmlformats.org/officeDocument/2006/relationships/tags" Target="../tags/tag150.xml" /><Relationship Id="rId6" Type="http://schemas.openxmlformats.org/officeDocument/2006/relationships/tags" Target="../tags/tag151.xml" /><Relationship Id="rId7" Type="http://schemas.openxmlformats.org/officeDocument/2006/relationships/tags" Target="../tags/tag152.xml" /><Relationship Id="rId8" Type="http://schemas.openxmlformats.org/officeDocument/2006/relationships/tags" Target="../tags/tag153.xml" /><Relationship Id="rId9" Type="http://schemas.openxmlformats.org/officeDocument/2006/relationships/tags" Target="../tags/tag154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91.xml" /><Relationship Id="rId11" Type="http://schemas.openxmlformats.org/officeDocument/2006/relationships/tags" Target="../tags/tag192.xml" /><Relationship Id="rId12" Type="http://schemas.openxmlformats.org/officeDocument/2006/relationships/tags" Target="../tags/tag193.xml" /><Relationship Id="rId13" Type="http://schemas.openxmlformats.org/officeDocument/2006/relationships/tags" Target="../tags/tag194.xml" /><Relationship Id="rId14" Type="http://schemas.openxmlformats.org/officeDocument/2006/relationships/tags" Target="../tags/tag195.xml" /><Relationship Id="rId15" Type="http://schemas.openxmlformats.org/officeDocument/2006/relationships/tags" Target="../tags/tag196.xml" /><Relationship Id="rId16" Type="http://schemas.openxmlformats.org/officeDocument/2006/relationships/tags" Target="../tags/tag197.xml" /><Relationship Id="rId17" Type="http://schemas.openxmlformats.org/officeDocument/2006/relationships/tags" Target="../tags/tag198.xml" /><Relationship Id="rId18" Type="http://schemas.openxmlformats.org/officeDocument/2006/relationships/tags" Target="../tags/tag199.xml" /><Relationship Id="rId19" Type="http://schemas.openxmlformats.org/officeDocument/2006/relationships/tags" Target="../tags/tag200.xml" /><Relationship Id="rId2" Type="http://schemas.openxmlformats.org/officeDocument/2006/relationships/tags" Target="../tags/tag186.xml" /><Relationship Id="rId20" Type="http://schemas.openxmlformats.org/officeDocument/2006/relationships/tags" Target="../tags/tag201.xml" /><Relationship Id="rId21" Type="http://schemas.openxmlformats.org/officeDocument/2006/relationships/tags" Target="../tags/tag202.xml" /><Relationship Id="rId22" Type="http://schemas.openxmlformats.org/officeDocument/2006/relationships/oleObject" Target="../embeddings/oleObject4.bin" TargetMode="Internal" /><Relationship Id="rId23" Type="http://schemas.openxmlformats.org/officeDocument/2006/relationships/image" Target="../media/image11.emf" /><Relationship Id="rId24" Type="http://schemas.openxmlformats.org/officeDocument/2006/relationships/tags" Target="../tags/tag203.xml" /><Relationship Id="rId25" Type="http://schemas.openxmlformats.org/officeDocument/2006/relationships/oleObject" Target="../embeddings/oleObject5.bin" TargetMode="Internal" /><Relationship Id="rId26" Type="http://schemas.openxmlformats.org/officeDocument/2006/relationships/image" Target="../media/image12.emf" /><Relationship Id="rId27" Type="http://schemas.openxmlformats.org/officeDocument/2006/relationships/tags" Target="../tags/tag204.xml" /><Relationship Id="rId28" Type="http://schemas.openxmlformats.org/officeDocument/2006/relationships/oleObject" Target="../embeddings/oleObject6.bin" TargetMode="Internal" /><Relationship Id="rId29" Type="http://schemas.openxmlformats.org/officeDocument/2006/relationships/image" Target="../media/image13.emf" /><Relationship Id="rId3" Type="http://schemas.openxmlformats.org/officeDocument/2006/relationships/image" Target="../media/image5.png" /><Relationship Id="rId30" Type="http://schemas.openxmlformats.org/officeDocument/2006/relationships/tags" Target="../tags/tag205.xml" /><Relationship Id="rId31" Type="http://schemas.openxmlformats.org/officeDocument/2006/relationships/oleObject" Target="../embeddings/oleObject7.bin" TargetMode="Internal" /><Relationship Id="rId32" Type="http://schemas.openxmlformats.org/officeDocument/2006/relationships/image" Target="../media/image14.emf" /><Relationship Id="rId33" Type="http://schemas.openxmlformats.org/officeDocument/2006/relationships/tags" Target="../tags/tag206.xml" /><Relationship Id="rId34" Type="http://schemas.openxmlformats.org/officeDocument/2006/relationships/oleObject" Target="../embeddings/oleObject8.bin" TargetMode="Internal" /><Relationship Id="rId35" Type="http://schemas.openxmlformats.org/officeDocument/2006/relationships/tags" Target="../tags/tag207.xml" /><Relationship Id="rId36" Type="http://schemas.openxmlformats.org/officeDocument/2006/relationships/oleObject" Target="../embeddings/oleObject9.bin" TargetMode="Internal" /><Relationship Id="rId37" Type="http://schemas.openxmlformats.org/officeDocument/2006/relationships/image" Target="../media/image15.emf" /><Relationship Id="rId38" Type="http://schemas.openxmlformats.org/officeDocument/2006/relationships/tags" Target="../tags/tag208.xml" /><Relationship Id="rId39" Type="http://schemas.openxmlformats.org/officeDocument/2006/relationships/tags" Target="../tags/tag209.xml" /><Relationship Id="rId4" Type="http://schemas.openxmlformats.org/officeDocument/2006/relationships/tags" Target="../tags/tag187.xml" /><Relationship Id="rId40" Type="http://schemas.openxmlformats.org/officeDocument/2006/relationships/tags" Target="../tags/tag210.xml" /><Relationship Id="rId41" Type="http://schemas.openxmlformats.org/officeDocument/2006/relationships/tags" Target="../tags/tag211.xml" /><Relationship Id="rId42" Type="http://schemas.openxmlformats.org/officeDocument/2006/relationships/vmlDrawing" Target="../drawings/vmlDrawing3.vml" /><Relationship Id="rId5" Type="http://schemas.openxmlformats.org/officeDocument/2006/relationships/tags" Target="../tags/tag188.xml" /><Relationship Id="rId6" Type="http://schemas.openxmlformats.org/officeDocument/2006/relationships/tags" Target="../tags/tag189.xml" /><Relationship Id="rId7" Type="http://schemas.openxmlformats.org/officeDocument/2006/relationships/oleObject" Target="../embeddings/oleObject3.bin" TargetMode="Internal" /><Relationship Id="rId8" Type="http://schemas.openxmlformats.org/officeDocument/2006/relationships/image" Target="../media/image10.emf" /><Relationship Id="rId9" Type="http://schemas.openxmlformats.org/officeDocument/2006/relationships/tags" Target="../tags/tag190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19.xml" /><Relationship Id="rId11" Type="http://schemas.openxmlformats.org/officeDocument/2006/relationships/tags" Target="../tags/tag220.xml" /><Relationship Id="rId12" Type="http://schemas.openxmlformats.org/officeDocument/2006/relationships/tags" Target="../tags/tag221.xml" /><Relationship Id="rId13" Type="http://schemas.openxmlformats.org/officeDocument/2006/relationships/tags" Target="../tags/tag222.xml" /><Relationship Id="rId14" Type="http://schemas.openxmlformats.org/officeDocument/2006/relationships/tags" Target="../tags/tag223.xml" /><Relationship Id="rId15" Type="http://schemas.openxmlformats.org/officeDocument/2006/relationships/tags" Target="../tags/tag224.xml" /><Relationship Id="rId16" Type="http://schemas.openxmlformats.org/officeDocument/2006/relationships/tags" Target="../tags/tag225.xml" /><Relationship Id="rId17" Type="http://schemas.openxmlformats.org/officeDocument/2006/relationships/tags" Target="../tags/tag226.xml" /><Relationship Id="rId18" Type="http://schemas.openxmlformats.org/officeDocument/2006/relationships/tags" Target="../tags/tag227.xml" /><Relationship Id="rId19" Type="http://schemas.openxmlformats.org/officeDocument/2006/relationships/tags" Target="../tags/tag228.xml" /><Relationship Id="rId2" Type="http://schemas.openxmlformats.org/officeDocument/2006/relationships/tags" Target="../tags/tag212.xml" /><Relationship Id="rId20" Type="http://schemas.openxmlformats.org/officeDocument/2006/relationships/tags" Target="../tags/tag229.xml" /><Relationship Id="rId21" Type="http://schemas.openxmlformats.org/officeDocument/2006/relationships/tags" Target="../tags/tag230.xml" /><Relationship Id="rId22" Type="http://schemas.openxmlformats.org/officeDocument/2006/relationships/tags" Target="../tags/tag231.xml" /><Relationship Id="rId23" Type="http://schemas.openxmlformats.org/officeDocument/2006/relationships/tags" Target="../tags/tag232.xml" /><Relationship Id="rId24" Type="http://schemas.openxmlformats.org/officeDocument/2006/relationships/tags" Target="../tags/tag233.xml" /><Relationship Id="rId25" Type="http://schemas.openxmlformats.org/officeDocument/2006/relationships/tags" Target="../tags/tag234.xml" /><Relationship Id="rId26" Type="http://schemas.openxmlformats.org/officeDocument/2006/relationships/tags" Target="../tags/tag235.xml" /><Relationship Id="rId27" Type="http://schemas.openxmlformats.org/officeDocument/2006/relationships/tags" Target="../tags/tag236.xml" /><Relationship Id="rId28" Type="http://schemas.openxmlformats.org/officeDocument/2006/relationships/tags" Target="../tags/tag237.xml" /><Relationship Id="rId29" Type="http://schemas.openxmlformats.org/officeDocument/2006/relationships/tags" Target="../tags/tag238.xml" /><Relationship Id="rId3" Type="http://schemas.openxmlformats.org/officeDocument/2006/relationships/image" Target="../media/image6.png" /><Relationship Id="rId30" Type="http://schemas.openxmlformats.org/officeDocument/2006/relationships/tags" Target="../tags/tag239.xml" /><Relationship Id="rId31" Type="http://schemas.openxmlformats.org/officeDocument/2006/relationships/tags" Target="../tags/tag240.xml" /><Relationship Id="rId32" Type="http://schemas.openxmlformats.org/officeDocument/2006/relationships/tags" Target="../tags/tag241.xml" /><Relationship Id="rId33" Type="http://schemas.openxmlformats.org/officeDocument/2006/relationships/tags" Target="../tags/tag242.xml" /><Relationship Id="rId34" Type="http://schemas.openxmlformats.org/officeDocument/2006/relationships/tags" Target="../tags/tag243.xml" /><Relationship Id="rId35" Type="http://schemas.openxmlformats.org/officeDocument/2006/relationships/tags" Target="../tags/tag244.xml" /><Relationship Id="rId36" Type="http://schemas.openxmlformats.org/officeDocument/2006/relationships/tags" Target="../tags/tag245.xml" /><Relationship Id="rId4" Type="http://schemas.openxmlformats.org/officeDocument/2006/relationships/tags" Target="../tags/tag213.xml" /><Relationship Id="rId5" Type="http://schemas.openxmlformats.org/officeDocument/2006/relationships/tags" Target="../tags/tag214.xml" /><Relationship Id="rId6" Type="http://schemas.openxmlformats.org/officeDocument/2006/relationships/tags" Target="../tags/tag215.xml" /><Relationship Id="rId7" Type="http://schemas.openxmlformats.org/officeDocument/2006/relationships/tags" Target="../tags/tag216.xml" /><Relationship Id="rId8" Type="http://schemas.openxmlformats.org/officeDocument/2006/relationships/tags" Target="../tags/tag217.xml" /><Relationship Id="rId9" Type="http://schemas.openxmlformats.org/officeDocument/2006/relationships/tags" Target="../tags/tag218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55.xml" /><Relationship Id="rId11" Type="http://schemas.openxmlformats.org/officeDocument/2006/relationships/oleObject" Target="../embeddings/oleObject10.bin" TargetMode="Internal" /><Relationship Id="rId12" Type="http://schemas.openxmlformats.org/officeDocument/2006/relationships/image" Target="../media/image16.wmf" /><Relationship Id="rId13" Type="http://schemas.openxmlformats.org/officeDocument/2006/relationships/tags" Target="../tags/tag256.xml" /><Relationship Id="rId14" Type="http://schemas.openxmlformats.org/officeDocument/2006/relationships/tags" Target="../tags/tag257.xml" /><Relationship Id="rId15" Type="http://schemas.openxmlformats.org/officeDocument/2006/relationships/tags" Target="../tags/tag258.xml" /><Relationship Id="rId16" Type="http://schemas.openxmlformats.org/officeDocument/2006/relationships/tags" Target="../tags/tag259.xml" /><Relationship Id="rId17" Type="http://schemas.openxmlformats.org/officeDocument/2006/relationships/tags" Target="../tags/tag260.xml" /><Relationship Id="rId18" Type="http://schemas.openxmlformats.org/officeDocument/2006/relationships/oleObject" Target="../embeddings/oleObject11.bin" TargetMode="Internal" /><Relationship Id="rId19" Type="http://schemas.openxmlformats.org/officeDocument/2006/relationships/image" Target="../media/image17.wmf" /><Relationship Id="rId2" Type="http://schemas.openxmlformats.org/officeDocument/2006/relationships/notesSlide" Target="../notesSlides/notesSlide1.xml" /><Relationship Id="rId20" Type="http://schemas.openxmlformats.org/officeDocument/2006/relationships/tags" Target="../tags/tag261.xml" /><Relationship Id="rId21" Type="http://schemas.openxmlformats.org/officeDocument/2006/relationships/tags" Target="../tags/tag262.xml" /><Relationship Id="rId22" Type="http://schemas.openxmlformats.org/officeDocument/2006/relationships/tags" Target="../tags/tag263.xml" /><Relationship Id="rId23" Type="http://schemas.openxmlformats.org/officeDocument/2006/relationships/oleObject" Target="../embeddings/oleObject12.bin" TargetMode="Internal" /><Relationship Id="rId24" Type="http://schemas.openxmlformats.org/officeDocument/2006/relationships/image" Target="../media/image18.wmf" /><Relationship Id="rId25" Type="http://schemas.openxmlformats.org/officeDocument/2006/relationships/tags" Target="../tags/tag264.xml" /><Relationship Id="rId26" Type="http://schemas.openxmlformats.org/officeDocument/2006/relationships/vmlDrawing" Target="../drawings/vmlDrawing4.vml" /><Relationship Id="rId3" Type="http://schemas.openxmlformats.org/officeDocument/2006/relationships/tags" Target="../tags/tag249.xml" /><Relationship Id="rId4" Type="http://schemas.openxmlformats.org/officeDocument/2006/relationships/image" Target="../media/image5.png" /><Relationship Id="rId5" Type="http://schemas.openxmlformats.org/officeDocument/2006/relationships/tags" Target="../tags/tag250.xml" /><Relationship Id="rId6" Type="http://schemas.openxmlformats.org/officeDocument/2006/relationships/tags" Target="../tags/tag251.xml" /><Relationship Id="rId7" Type="http://schemas.openxmlformats.org/officeDocument/2006/relationships/tags" Target="../tags/tag252.xml" /><Relationship Id="rId8" Type="http://schemas.openxmlformats.org/officeDocument/2006/relationships/tags" Target="../tags/tag253.xml" /><Relationship Id="rId9" Type="http://schemas.openxmlformats.org/officeDocument/2006/relationships/tags" Target="../tags/tag254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74.xml" /><Relationship Id="rId11" Type="http://schemas.openxmlformats.org/officeDocument/2006/relationships/oleObject" Target="../embeddings/oleObject13.bin" TargetMode="Internal" /><Relationship Id="rId12" Type="http://schemas.openxmlformats.org/officeDocument/2006/relationships/image" Target="../media/image19.emf" /><Relationship Id="rId13" Type="http://schemas.openxmlformats.org/officeDocument/2006/relationships/tags" Target="../tags/tag275.xml" /><Relationship Id="rId14" Type="http://schemas.openxmlformats.org/officeDocument/2006/relationships/tags" Target="../tags/tag276.xml" /><Relationship Id="rId15" Type="http://schemas.openxmlformats.org/officeDocument/2006/relationships/tags" Target="../tags/tag277.xml" /><Relationship Id="rId16" Type="http://schemas.openxmlformats.org/officeDocument/2006/relationships/oleObject" Target="../embeddings/oleObject14.bin" TargetMode="Internal" /><Relationship Id="rId17" Type="http://schemas.openxmlformats.org/officeDocument/2006/relationships/image" Target="../media/image20.emf" /><Relationship Id="rId18" Type="http://schemas.openxmlformats.org/officeDocument/2006/relationships/tags" Target="../tags/tag278.xml" /><Relationship Id="rId19" Type="http://schemas.openxmlformats.org/officeDocument/2006/relationships/tags" Target="../tags/tag279.xml" /><Relationship Id="rId2" Type="http://schemas.openxmlformats.org/officeDocument/2006/relationships/notesSlide" Target="../notesSlides/notesSlide2.xml" /><Relationship Id="rId20" Type="http://schemas.openxmlformats.org/officeDocument/2006/relationships/tags" Target="../tags/tag280.xml" /><Relationship Id="rId21" Type="http://schemas.openxmlformats.org/officeDocument/2006/relationships/oleObject" Target="../embeddings/oleObject15.bin" TargetMode="Internal" /><Relationship Id="rId22" Type="http://schemas.openxmlformats.org/officeDocument/2006/relationships/image" Target="../media/image21.emf" /><Relationship Id="rId23" Type="http://schemas.openxmlformats.org/officeDocument/2006/relationships/tags" Target="../tags/tag281.xml" /><Relationship Id="rId24" Type="http://schemas.openxmlformats.org/officeDocument/2006/relationships/tags" Target="../tags/tag282.xml" /><Relationship Id="rId25" Type="http://schemas.openxmlformats.org/officeDocument/2006/relationships/oleObject" Target="../embeddings/oleObject16.bin" TargetMode="Internal" /><Relationship Id="rId26" Type="http://schemas.openxmlformats.org/officeDocument/2006/relationships/image" Target="../media/image22.emf" /><Relationship Id="rId27" Type="http://schemas.openxmlformats.org/officeDocument/2006/relationships/vmlDrawing" Target="../drawings/vmlDrawing5.vml" /><Relationship Id="rId3" Type="http://schemas.openxmlformats.org/officeDocument/2006/relationships/tags" Target="../tags/tag268.xml" /><Relationship Id="rId4" Type="http://schemas.openxmlformats.org/officeDocument/2006/relationships/image" Target="../media/image5.png" /><Relationship Id="rId5" Type="http://schemas.openxmlformats.org/officeDocument/2006/relationships/tags" Target="../tags/tag269.xml" /><Relationship Id="rId6" Type="http://schemas.openxmlformats.org/officeDocument/2006/relationships/tags" Target="../tags/tag270.xml" /><Relationship Id="rId7" Type="http://schemas.openxmlformats.org/officeDocument/2006/relationships/tags" Target="../tags/tag271.xml" /><Relationship Id="rId8" Type="http://schemas.openxmlformats.org/officeDocument/2006/relationships/tags" Target="../tags/tag272.xml" /><Relationship Id="rId9" Type="http://schemas.openxmlformats.org/officeDocument/2006/relationships/tags" Target="../tags/tag273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92.xml" /><Relationship Id="rId11" Type="http://schemas.openxmlformats.org/officeDocument/2006/relationships/oleObject" Target="../embeddings/oleObject17.bin" TargetMode="Internal" /><Relationship Id="rId12" Type="http://schemas.openxmlformats.org/officeDocument/2006/relationships/image" Target="../media/image23.wmf" /><Relationship Id="rId13" Type="http://schemas.openxmlformats.org/officeDocument/2006/relationships/tags" Target="../tags/tag293.xml" /><Relationship Id="rId14" Type="http://schemas.openxmlformats.org/officeDocument/2006/relationships/oleObject" Target="../embeddings/oleObject18.bin" TargetMode="Internal" /><Relationship Id="rId15" Type="http://schemas.openxmlformats.org/officeDocument/2006/relationships/image" Target="../media/image24.wmf" /><Relationship Id="rId16" Type="http://schemas.openxmlformats.org/officeDocument/2006/relationships/tags" Target="../tags/tag294.xml" /><Relationship Id="rId17" Type="http://schemas.openxmlformats.org/officeDocument/2006/relationships/tags" Target="../tags/tag295.xml" /><Relationship Id="rId18" Type="http://schemas.openxmlformats.org/officeDocument/2006/relationships/tags" Target="../tags/tag296.xml" /><Relationship Id="rId19" Type="http://schemas.openxmlformats.org/officeDocument/2006/relationships/oleObject" Target="../embeddings/oleObject19.bin" TargetMode="Internal" /><Relationship Id="rId2" Type="http://schemas.openxmlformats.org/officeDocument/2006/relationships/notesSlide" Target="../notesSlides/notesSlide3.xml" /><Relationship Id="rId20" Type="http://schemas.openxmlformats.org/officeDocument/2006/relationships/image" Target="../media/image25.wmf" /><Relationship Id="rId21" Type="http://schemas.openxmlformats.org/officeDocument/2006/relationships/tags" Target="../tags/tag297.xml" /><Relationship Id="rId22" Type="http://schemas.openxmlformats.org/officeDocument/2006/relationships/tags" Target="../tags/tag298.xml" /><Relationship Id="rId23" Type="http://schemas.openxmlformats.org/officeDocument/2006/relationships/tags" Target="../tags/tag299.xml" /><Relationship Id="rId24" Type="http://schemas.openxmlformats.org/officeDocument/2006/relationships/oleObject" Target="../embeddings/oleObject20.bin" TargetMode="Internal" /><Relationship Id="rId25" Type="http://schemas.openxmlformats.org/officeDocument/2006/relationships/image" Target="../media/image26.wmf" /><Relationship Id="rId26" Type="http://schemas.openxmlformats.org/officeDocument/2006/relationships/tags" Target="../tags/tag300.xml" /><Relationship Id="rId27" Type="http://schemas.openxmlformats.org/officeDocument/2006/relationships/tags" Target="../tags/tag301.xml" /><Relationship Id="rId28" Type="http://schemas.openxmlformats.org/officeDocument/2006/relationships/oleObject" Target="../embeddings/oleObject21.bin" TargetMode="Internal" /><Relationship Id="rId29" Type="http://schemas.openxmlformats.org/officeDocument/2006/relationships/image" Target="../media/image27.wmf" /><Relationship Id="rId3" Type="http://schemas.openxmlformats.org/officeDocument/2006/relationships/tags" Target="../tags/tag286.xml" /><Relationship Id="rId30" Type="http://schemas.openxmlformats.org/officeDocument/2006/relationships/tags" Target="../tags/tag302.xml" /><Relationship Id="rId31" Type="http://schemas.openxmlformats.org/officeDocument/2006/relationships/vmlDrawing" Target="../drawings/vmlDrawing6.vml" /><Relationship Id="rId4" Type="http://schemas.openxmlformats.org/officeDocument/2006/relationships/image" Target="../media/image5.png" /><Relationship Id="rId5" Type="http://schemas.openxmlformats.org/officeDocument/2006/relationships/tags" Target="../tags/tag287.xml" /><Relationship Id="rId6" Type="http://schemas.openxmlformats.org/officeDocument/2006/relationships/tags" Target="../tags/tag288.xml" /><Relationship Id="rId7" Type="http://schemas.openxmlformats.org/officeDocument/2006/relationships/tags" Target="../tags/tag289.xml" /><Relationship Id="rId8" Type="http://schemas.openxmlformats.org/officeDocument/2006/relationships/tags" Target="../tags/tag290.xml" /><Relationship Id="rId9" Type="http://schemas.openxmlformats.org/officeDocument/2006/relationships/tags" Target="../tags/tag291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312.xml" /><Relationship Id="rId11" Type="http://schemas.openxmlformats.org/officeDocument/2006/relationships/tags" Target="../tags/tag313.xml" /><Relationship Id="rId12" Type="http://schemas.openxmlformats.org/officeDocument/2006/relationships/image" Target="../media/image28.png" /><Relationship Id="rId13" Type="http://schemas.openxmlformats.org/officeDocument/2006/relationships/tags" Target="../tags/tag314.xml" /><Relationship Id="rId14" Type="http://schemas.openxmlformats.org/officeDocument/2006/relationships/image" Target="../media/image29.png" /><Relationship Id="rId15" Type="http://schemas.openxmlformats.org/officeDocument/2006/relationships/tags" Target="../tags/tag315.xml" /><Relationship Id="rId16" Type="http://schemas.openxmlformats.org/officeDocument/2006/relationships/image" Target="../media/image30.png" /><Relationship Id="rId17" Type="http://schemas.openxmlformats.org/officeDocument/2006/relationships/tags" Target="../tags/tag316.xml" /><Relationship Id="rId18" Type="http://schemas.openxmlformats.org/officeDocument/2006/relationships/tags" Target="../tags/tag317.xml" /><Relationship Id="rId19" Type="http://schemas.openxmlformats.org/officeDocument/2006/relationships/image" Target="../media/image31.png" /><Relationship Id="rId2" Type="http://schemas.openxmlformats.org/officeDocument/2006/relationships/notesSlide" Target="../notesSlides/notesSlide4.xml" /><Relationship Id="rId20" Type="http://schemas.openxmlformats.org/officeDocument/2006/relationships/tags" Target="../tags/tag318.xml" /><Relationship Id="rId21" Type="http://schemas.openxmlformats.org/officeDocument/2006/relationships/image" Target="../media/image32.png" /><Relationship Id="rId22" Type="http://schemas.openxmlformats.org/officeDocument/2006/relationships/tags" Target="../tags/tag319.xml" /><Relationship Id="rId23" Type="http://schemas.openxmlformats.org/officeDocument/2006/relationships/tags" Target="../tags/tag320.xml" /><Relationship Id="rId24" Type="http://schemas.openxmlformats.org/officeDocument/2006/relationships/tags" Target="../tags/tag321.xml" /><Relationship Id="rId25" Type="http://schemas.openxmlformats.org/officeDocument/2006/relationships/tags" Target="../tags/tag322.xml" /><Relationship Id="rId3" Type="http://schemas.openxmlformats.org/officeDocument/2006/relationships/tags" Target="../tags/tag306.xml" /><Relationship Id="rId4" Type="http://schemas.openxmlformats.org/officeDocument/2006/relationships/image" Target="../media/image5.png" /><Relationship Id="rId5" Type="http://schemas.openxmlformats.org/officeDocument/2006/relationships/tags" Target="../tags/tag307.xml" /><Relationship Id="rId6" Type="http://schemas.openxmlformats.org/officeDocument/2006/relationships/tags" Target="../tags/tag308.xml" /><Relationship Id="rId7" Type="http://schemas.openxmlformats.org/officeDocument/2006/relationships/tags" Target="../tags/tag309.xml" /><Relationship Id="rId8" Type="http://schemas.openxmlformats.org/officeDocument/2006/relationships/tags" Target="../tags/tag310.xml" /><Relationship Id="rId9" Type="http://schemas.openxmlformats.org/officeDocument/2006/relationships/tags" Target="../tags/tag311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332.xml" /><Relationship Id="rId11" Type="http://schemas.openxmlformats.org/officeDocument/2006/relationships/tags" Target="../tags/tag333.xml" /><Relationship Id="rId12" Type="http://schemas.openxmlformats.org/officeDocument/2006/relationships/tags" Target="../tags/tag334.xml" /><Relationship Id="rId13" Type="http://schemas.openxmlformats.org/officeDocument/2006/relationships/tags" Target="../tags/tag335.xml" /><Relationship Id="rId14" Type="http://schemas.openxmlformats.org/officeDocument/2006/relationships/tags" Target="../tags/tag336.xml" /><Relationship Id="rId15" Type="http://schemas.openxmlformats.org/officeDocument/2006/relationships/image" Target="../media/image33.png" /><Relationship Id="rId16" Type="http://schemas.openxmlformats.org/officeDocument/2006/relationships/tags" Target="../tags/tag337.xml" /><Relationship Id="rId17" Type="http://schemas.openxmlformats.org/officeDocument/2006/relationships/tags" Target="../tags/tag338.xml" /><Relationship Id="rId18" Type="http://schemas.openxmlformats.org/officeDocument/2006/relationships/tags" Target="../tags/tag339.xml" /><Relationship Id="rId19" Type="http://schemas.openxmlformats.org/officeDocument/2006/relationships/tags" Target="../tags/tag340.xml" /><Relationship Id="rId2" Type="http://schemas.openxmlformats.org/officeDocument/2006/relationships/notesSlide" Target="../notesSlides/notesSlide5.xml" /><Relationship Id="rId20" Type="http://schemas.openxmlformats.org/officeDocument/2006/relationships/tags" Target="../tags/tag341.xml" /><Relationship Id="rId21" Type="http://schemas.openxmlformats.org/officeDocument/2006/relationships/tags" Target="../tags/tag342.xml" /><Relationship Id="rId22" Type="http://schemas.openxmlformats.org/officeDocument/2006/relationships/tags" Target="../tags/tag343.xml" /><Relationship Id="rId23" Type="http://schemas.openxmlformats.org/officeDocument/2006/relationships/tags" Target="../tags/tag344.xml" /><Relationship Id="rId24" Type="http://schemas.openxmlformats.org/officeDocument/2006/relationships/tags" Target="../tags/tag345.xml" /><Relationship Id="rId25" Type="http://schemas.openxmlformats.org/officeDocument/2006/relationships/tags" Target="../tags/tag346.xml" /><Relationship Id="rId26" Type="http://schemas.openxmlformats.org/officeDocument/2006/relationships/tags" Target="../tags/tag347.xml" /><Relationship Id="rId27" Type="http://schemas.openxmlformats.org/officeDocument/2006/relationships/tags" Target="../tags/tag348.xml" /><Relationship Id="rId28" Type="http://schemas.openxmlformats.org/officeDocument/2006/relationships/tags" Target="../tags/tag349.xml" /><Relationship Id="rId3" Type="http://schemas.openxmlformats.org/officeDocument/2006/relationships/tags" Target="../tags/tag326.xml" /><Relationship Id="rId4" Type="http://schemas.openxmlformats.org/officeDocument/2006/relationships/image" Target="../media/image5.png" /><Relationship Id="rId5" Type="http://schemas.openxmlformats.org/officeDocument/2006/relationships/tags" Target="../tags/tag327.xml" /><Relationship Id="rId6" Type="http://schemas.openxmlformats.org/officeDocument/2006/relationships/tags" Target="../tags/tag328.xml" /><Relationship Id="rId7" Type="http://schemas.openxmlformats.org/officeDocument/2006/relationships/tags" Target="../tags/tag329.xml" /><Relationship Id="rId8" Type="http://schemas.openxmlformats.org/officeDocument/2006/relationships/tags" Target="../tags/tag330.xml" /><Relationship Id="rId9" Type="http://schemas.openxmlformats.org/officeDocument/2006/relationships/tags" Target="../tags/tag331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359.xml" /><Relationship Id="rId11" Type="http://schemas.openxmlformats.org/officeDocument/2006/relationships/tags" Target="../tags/tag360.xml" /><Relationship Id="rId12" Type="http://schemas.openxmlformats.org/officeDocument/2006/relationships/tags" Target="../tags/tag361.xml" /><Relationship Id="rId13" Type="http://schemas.openxmlformats.org/officeDocument/2006/relationships/tags" Target="../tags/tag362.xml" /><Relationship Id="rId14" Type="http://schemas.openxmlformats.org/officeDocument/2006/relationships/tags" Target="../tags/tag363.xml" /><Relationship Id="rId15" Type="http://schemas.openxmlformats.org/officeDocument/2006/relationships/tags" Target="../tags/tag364.xml" /><Relationship Id="rId16" Type="http://schemas.openxmlformats.org/officeDocument/2006/relationships/tags" Target="../tags/tag365.xml" /><Relationship Id="rId17" Type="http://schemas.openxmlformats.org/officeDocument/2006/relationships/tags" Target="../tags/tag366.xml" /><Relationship Id="rId18" Type="http://schemas.openxmlformats.org/officeDocument/2006/relationships/tags" Target="../tags/tag367.xml" /><Relationship Id="rId19" Type="http://schemas.openxmlformats.org/officeDocument/2006/relationships/tags" Target="../tags/tag368.xml" /><Relationship Id="rId2" Type="http://schemas.openxmlformats.org/officeDocument/2006/relationships/notesSlide" Target="../notesSlides/notesSlide6.xml" /><Relationship Id="rId20" Type="http://schemas.openxmlformats.org/officeDocument/2006/relationships/tags" Target="../tags/tag369.xml" /><Relationship Id="rId21" Type="http://schemas.openxmlformats.org/officeDocument/2006/relationships/tags" Target="../tags/tag370.xml" /><Relationship Id="rId22" Type="http://schemas.openxmlformats.org/officeDocument/2006/relationships/image" Target="../media/image34.png" /><Relationship Id="rId3" Type="http://schemas.openxmlformats.org/officeDocument/2006/relationships/tags" Target="../tags/tag353.xml" /><Relationship Id="rId4" Type="http://schemas.openxmlformats.org/officeDocument/2006/relationships/image" Target="../media/image5.png" /><Relationship Id="rId5" Type="http://schemas.openxmlformats.org/officeDocument/2006/relationships/tags" Target="../tags/tag354.xml" /><Relationship Id="rId6" Type="http://schemas.openxmlformats.org/officeDocument/2006/relationships/tags" Target="../tags/tag355.xml" /><Relationship Id="rId7" Type="http://schemas.openxmlformats.org/officeDocument/2006/relationships/tags" Target="../tags/tag356.xml" /><Relationship Id="rId8" Type="http://schemas.openxmlformats.org/officeDocument/2006/relationships/tags" Target="../tags/tag357.xml" /><Relationship Id="rId9" Type="http://schemas.openxmlformats.org/officeDocument/2006/relationships/tags" Target="../tags/tag358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378.xml" /><Relationship Id="rId11" Type="http://schemas.openxmlformats.org/officeDocument/2006/relationships/tags" Target="../tags/tag379.xml" /><Relationship Id="rId12" Type="http://schemas.openxmlformats.org/officeDocument/2006/relationships/tags" Target="../tags/tag380.xml" /><Relationship Id="rId13" Type="http://schemas.openxmlformats.org/officeDocument/2006/relationships/tags" Target="../tags/tag381.xml" /><Relationship Id="rId14" Type="http://schemas.openxmlformats.org/officeDocument/2006/relationships/tags" Target="../tags/tag382.xml" /><Relationship Id="rId15" Type="http://schemas.openxmlformats.org/officeDocument/2006/relationships/tags" Target="../tags/tag383.xml" /><Relationship Id="rId16" Type="http://schemas.openxmlformats.org/officeDocument/2006/relationships/tags" Target="../tags/tag384.xml" /><Relationship Id="rId17" Type="http://schemas.openxmlformats.org/officeDocument/2006/relationships/tags" Target="../tags/tag385.xml" /><Relationship Id="rId18" Type="http://schemas.openxmlformats.org/officeDocument/2006/relationships/tags" Target="../tags/tag386.xml" /><Relationship Id="rId19" Type="http://schemas.openxmlformats.org/officeDocument/2006/relationships/tags" Target="../tags/tag387.xml" /><Relationship Id="rId2" Type="http://schemas.openxmlformats.org/officeDocument/2006/relationships/tags" Target="../tags/tag371.xml" /><Relationship Id="rId20" Type="http://schemas.openxmlformats.org/officeDocument/2006/relationships/tags" Target="../tags/tag388.xml" /><Relationship Id="rId21" Type="http://schemas.openxmlformats.org/officeDocument/2006/relationships/tags" Target="../tags/tag389.xml" /><Relationship Id="rId22" Type="http://schemas.openxmlformats.org/officeDocument/2006/relationships/tags" Target="../tags/tag390.xml" /><Relationship Id="rId23" Type="http://schemas.openxmlformats.org/officeDocument/2006/relationships/tags" Target="../tags/tag391.xml" /><Relationship Id="rId24" Type="http://schemas.openxmlformats.org/officeDocument/2006/relationships/tags" Target="../tags/tag392.xml" /><Relationship Id="rId25" Type="http://schemas.openxmlformats.org/officeDocument/2006/relationships/tags" Target="../tags/tag393.xml" /><Relationship Id="rId26" Type="http://schemas.openxmlformats.org/officeDocument/2006/relationships/tags" Target="../tags/tag394.xml" /><Relationship Id="rId27" Type="http://schemas.openxmlformats.org/officeDocument/2006/relationships/tags" Target="../tags/tag395.xml" /><Relationship Id="rId28" Type="http://schemas.openxmlformats.org/officeDocument/2006/relationships/tags" Target="../tags/tag396.xml" /><Relationship Id="rId29" Type="http://schemas.openxmlformats.org/officeDocument/2006/relationships/tags" Target="../tags/tag397.xml" /><Relationship Id="rId3" Type="http://schemas.openxmlformats.org/officeDocument/2006/relationships/image" Target="../media/image6.png" /><Relationship Id="rId30" Type="http://schemas.openxmlformats.org/officeDocument/2006/relationships/tags" Target="../tags/tag398.xml" /><Relationship Id="rId31" Type="http://schemas.openxmlformats.org/officeDocument/2006/relationships/tags" Target="../tags/tag399.xml" /><Relationship Id="rId32" Type="http://schemas.openxmlformats.org/officeDocument/2006/relationships/tags" Target="../tags/tag400.xml" /><Relationship Id="rId33" Type="http://schemas.openxmlformats.org/officeDocument/2006/relationships/tags" Target="../tags/tag401.xml" /><Relationship Id="rId34" Type="http://schemas.openxmlformats.org/officeDocument/2006/relationships/tags" Target="../tags/tag402.xml" /><Relationship Id="rId35" Type="http://schemas.openxmlformats.org/officeDocument/2006/relationships/tags" Target="../tags/tag403.xml" /><Relationship Id="rId36" Type="http://schemas.openxmlformats.org/officeDocument/2006/relationships/tags" Target="../tags/tag404.xml" /><Relationship Id="rId4" Type="http://schemas.openxmlformats.org/officeDocument/2006/relationships/tags" Target="../tags/tag372.xml" /><Relationship Id="rId5" Type="http://schemas.openxmlformats.org/officeDocument/2006/relationships/tags" Target="../tags/tag373.xml" /><Relationship Id="rId6" Type="http://schemas.openxmlformats.org/officeDocument/2006/relationships/tags" Target="../tags/tag374.xml" /><Relationship Id="rId7" Type="http://schemas.openxmlformats.org/officeDocument/2006/relationships/tags" Target="../tags/tag375.xml" /><Relationship Id="rId8" Type="http://schemas.openxmlformats.org/officeDocument/2006/relationships/tags" Target="../tags/tag376.xml" /><Relationship Id="rId9" Type="http://schemas.openxmlformats.org/officeDocument/2006/relationships/tags" Target="../tags/tag377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14.xml" /><Relationship Id="rId11" Type="http://schemas.openxmlformats.org/officeDocument/2006/relationships/tags" Target="../tags/tag415.xml" /><Relationship Id="rId12" Type="http://schemas.openxmlformats.org/officeDocument/2006/relationships/tags" Target="../tags/tag416.xml" /><Relationship Id="rId13" Type="http://schemas.openxmlformats.org/officeDocument/2006/relationships/tags" Target="../tags/tag417.xml" /><Relationship Id="rId14" Type="http://schemas.openxmlformats.org/officeDocument/2006/relationships/oleObject" Target="../embeddings/oleObject22.bin" TargetMode="Internal" /><Relationship Id="rId15" Type="http://schemas.openxmlformats.org/officeDocument/2006/relationships/image" Target="../media/image35.emf" /><Relationship Id="rId16" Type="http://schemas.openxmlformats.org/officeDocument/2006/relationships/tags" Target="../tags/tag418.xml" /><Relationship Id="rId17" Type="http://schemas.openxmlformats.org/officeDocument/2006/relationships/oleObject" Target="../embeddings/oleObject23.bin" TargetMode="Internal" /><Relationship Id="rId18" Type="http://schemas.openxmlformats.org/officeDocument/2006/relationships/image" Target="../media/image36.emf" /><Relationship Id="rId19" Type="http://schemas.openxmlformats.org/officeDocument/2006/relationships/tags" Target="../tags/tag419.xml" /><Relationship Id="rId2" Type="http://schemas.openxmlformats.org/officeDocument/2006/relationships/notesSlide" Target="../notesSlides/notesSlide7.xml" /><Relationship Id="rId20" Type="http://schemas.openxmlformats.org/officeDocument/2006/relationships/vmlDrawing" Target="../drawings/vmlDrawing7.vml" /><Relationship Id="rId3" Type="http://schemas.openxmlformats.org/officeDocument/2006/relationships/tags" Target="../tags/tag408.xml" /><Relationship Id="rId4" Type="http://schemas.openxmlformats.org/officeDocument/2006/relationships/image" Target="../media/image5.png" /><Relationship Id="rId5" Type="http://schemas.openxmlformats.org/officeDocument/2006/relationships/tags" Target="../tags/tag409.xml" /><Relationship Id="rId6" Type="http://schemas.openxmlformats.org/officeDocument/2006/relationships/tags" Target="../tags/tag410.xml" /><Relationship Id="rId7" Type="http://schemas.openxmlformats.org/officeDocument/2006/relationships/tags" Target="../tags/tag411.xml" /><Relationship Id="rId8" Type="http://schemas.openxmlformats.org/officeDocument/2006/relationships/tags" Target="../tags/tag412.xml" /><Relationship Id="rId9" Type="http://schemas.openxmlformats.org/officeDocument/2006/relationships/tags" Target="../tags/tag413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29.xml" /><Relationship Id="rId11" Type="http://schemas.openxmlformats.org/officeDocument/2006/relationships/tags" Target="../tags/tag430.xml" /><Relationship Id="rId12" Type="http://schemas.openxmlformats.org/officeDocument/2006/relationships/tags" Target="../tags/tag431.xml" /><Relationship Id="rId13" Type="http://schemas.openxmlformats.org/officeDocument/2006/relationships/tags" Target="../tags/tag432.xml" /><Relationship Id="rId14" Type="http://schemas.openxmlformats.org/officeDocument/2006/relationships/oleObject" Target="../embeddings/oleObject24.bin" TargetMode="Internal" /><Relationship Id="rId15" Type="http://schemas.openxmlformats.org/officeDocument/2006/relationships/image" Target="../media/image37.emf" /><Relationship Id="rId16" Type="http://schemas.openxmlformats.org/officeDocument/2006/relationships/tags" Target="../tags/tag433.xml" /><Relationship Id="rId17" Type="http://schemas.openxmlformats.org/officeDocument/2006/relationships/oleObject" Target="../embeddings/oleObject25.bin" TargetMode="Internal" /><Relationship Id="rId18" Type="http://schemas.openxmlformats.org/officeDocument/2006/relationships/image" Target="../media/image38.emf" /><Relationship Id="rId19" Type="http://schemas.openxmlformats.org/officeDocument/2006/relationships/tags" Target="../tags/tag434.xml" /><Relationship Id="rId2" Type="http://schemas.openxmlformats.org/officeDocument/2006/relationships/notesSlide" Target="../notesSlides/notesSlide8.xml" /><Relationship Id="rId20" Type="http://schemas.openxmlformats.org/officeDocument/2006/relationships/tags" Target="../tags/tag435.xml" /><Relationship Id="rId21" Type="http://schemas.openxmlformats.org/officeDocument/2006/relationships/vmlDrawing" Target="../drawings/vmlDrawing8.vml" /><Relationship Id="rId3" Type="http://schemas.openxmlformats.org/officeDocument/2006/relationships/tags" Target="../tags/tag423.xml" /><Relationship Id="rId4" Type="http://schemas.openxmlformats.org/officeDocument/2006/relationships/image" Target="../media/image5.png" /><Relationship Id="rId5" Type="http://schemas.openxmlformats.org/officeDocument/2006/relationships/tags" Target="../tags/tag424.xml" /><Relationship Id="rId6" Type="http://schemas.openxmlformats.org/officeDocument/2006/relationships/tags" Target="../tags/tag425.xml" /><Relationship Id="rId7" Type="http://schemas.openxmlformats.org/officeDocument/2006/relationships/tags" Target="../tags/tag426.xml" /><Relationship Id="rId8" Type="http://schemas.openxmlformats.org/officeDocument/2006/relationships/tags" Target="../tags/tag427.xml" /><Relationship Id="rId9" Type="http://schemas.openxmlformats.org/officeDocument/2006/relationships/tags" Target="../tags/tag42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45.xml" /><Relationship Id="rId11" Type="http://schemas.openxmlformats.org/officeDocument/2006/relationships/tags" Target="../tags/tag446.xml" /><Relationship Id="rId12" Type="http://schemas.openxmlformats.org/officeDocument/2006/relationships/tags" Target="../tags/tag447.xml" /><Relationship Id="rId13" Type="http://schemas.openxmlformats.org/officeDocument/2006/relationships/image" Target="../media/image39.png" /><Relationship Id="rId2" Type="http://schemas.openxmlformats.org/officeDocument/2006/relationships/notesSlide" Target="../notesSlides/notesSlide9.xml" /><Relationship Id="rId3" Type="http://schemas.openxmlformats.org/officeDocument/2006/relationships/tags" Target="../tags/tag439.xml" /><Relationship Id="rId4" Type="http://schemas.openxmlformats.org/officeDocument/2006/relationships/image" Target="../media/image5.png" /><Relationship Id="rId5" Type="http://schemas.openxmlformats.org/officeDocument/2006/relationships/tags" Target="../tags/tag440.xml" /><Relationship Id="rId6" Type="http://schemas.openxmlformats.org/officeDocument/2006/relationships/tags" Target="../tags/tag441.xml" /><Relationship Id="rId7" Type="http://schemas.openxmlformats.org/officeDocument/2006/relationships/tags" Target="../tags/tag442.xml" /><Relationship Id="rId8" Type="http://schemas.openxmlformats.org/officeDocument/2006/relationships/tags" Target="../tags/tag443.xml" /><Relationship Id="rId9" Type="http://schemas.openxmlformats.org/officeDocument/2006/relationships/tags" Target="../tags/tag444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57.xml" /><Relationship Id="rId11" Type="http://schemas.openxmlformats.org/officeDocument/2006/relationships/tags" Target="../tags/tag458.xml" /><Relationship Id="rId12" Type="http://schemas.openxmlformats.org/officeDocument/2006/relationships/tags" Target="../tags/tag459.xml" /><Relationship Id="rId13" Type="http://schemas.openxmlformats.org/officeDocument/2006/relationships/tags" Target="../tags/tag460.xml" /><Relationship Id="rId14" Type="http://schemas.openxmlformats.org/officeDocument/2006/relationships/oleObject" Target="../embeddings/oleObject26.bin" TargetMode="Internal" /><Relationship Id="rId15" Type="http://schemas.openxmlformats.org/officeDocument/2006/relationships/image" Target="../media/image40.emf" /><Relationship Id="rId16" Type="http://schemas.openxmlformats.org/officeDocument/2006/relationships/tags" Target="../tags/tag461.xml" /><Relationship Id="rId17" Type="http://schemas.openxmlformats.org/officeDocument/2006/relationships/oleObject" Target="../embeddings/oleObject27.bin" TargetMode="Internal" /><Relationship Id="rId18" Type="http://schemas.openxmlformats.org/officeDocument/2006/relationships/image" Target="../media/image41.emf" /><Relationship Id="rId19" Type="http://schemas.openxmlformats.org/officeDocument/2006/relationships/tags" Target="../tags/tag462.xml" /><Relationship Id="rId2" Type="http://schemas.openxmlformats.org/officeDocument/2006/relationships/notesSlide" Target="../notesSlides/notesSlide10.xml" /><Relationship Id="rId20" Type="http://schemas.openxmlformats.org/officeDocument/2006/relationships/vmlDrawing" Target="../drawings/vmlDrawing9.vml" /><Relationship Id="rId3" Type="http://schemas.openxmlformats.org/officeDocument/2006/relationships/tags" Target="../tags/tag451.xml" /><Relationship Id="rId4" Type="http://schemas.openxmlformats.org/officeDocument/2006/relationships/image" Target="../media/image5.png" /><Relationship Id="rId5" Type="http://schemas.openxmlformats.org/officeDocument/2006/relationships/tags" Target="../tags/tag452.xml" /><Relationship Id="rId6" Type="http://schemas.openxmlformats.org/officeDocument/2006/relationships/tags" Target="../tags/tag453.xml" /><Relationship Id="rId7" Type="http://schemas.openxmlformats.org/officeDocument/2006/relationships/tags" Target="../tags/tag454.xml" /><Relationship Id="rId8" Type="http://schemas.openxmlformats.org/officeDocument/2006/relationships/tags" Target="../tags/tag455.xml" /><Relationship Id="rId9" Type="http://schemas.openxmlformats.org/officeDocument/2006/relationships/tags" Target="../tags/tag456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70.xml" /><Relationship Id="rId11" Type="http://schemas.openxmlformats.org/officeDocument/2006/relationships/tags" Target="../tags/tag471.xml" /><Relationship Id="rId12" Type="http://schemas.openxmlformats.org/officeDocument/2006/relationships/tags" Target="../tags/tag472.xml" /><Relationship Id="rId13" Type="http://schemas.openxmlformats.org/officeDocument/2006/relationships/tags" Target="../tags/tag473.xml" /><Relationship Id="rId14" Type="http://schemas.openxmlformats.org/officeDocument/2006/relationships/tags" Target="../tags/tag474.xml" /><Relationship Id="rId15" Type="http://schemas.openxmlformats.org/officeDocument/2006/relationships/tags" Target="../tags/tag475.xml" /><Relationship Id="rId16" Type="http://schemas.openxmlformats.org/officeDocument/2006/relationships/tags" Target="../tags/tag476.xml" /><Relationship Id="rId17" Type="http://schemas.openxmlformats.org/officeDocument/2006/relationships/tags" Target="../tags/tag477.xml" /><Relationship Id="rId18" Type="http://schemas.openxmlformats.org/officeDocument/2006/relationships/tags" Target="../tags/tag478.xml" /><Relationship Id="rId19" Type="http://schemas.openxmlformats.org/officeDocument/2006/relationships/tags" Target="../tags/tag479.xml" /><Relationship Id="rId2" Type="http://schemas.openxmlformats.org/officeDocument/2006/relationships/tags" Target="../tags/tag463.xml" /><Relationship Id="rId20" Type="http://schemas.openxmlformats.org/officeDocument/2006/relationships/tags" Target="../tags/tag480.xml" /><Relationship Id="rId21" Type="http://schemas.openxmlformats.org/officeDocument/2006/relationships/tags" Target="../tags/tag481.xml" /><Relationship Id="rId22" Type="http://schemas.openxmlformats.org/officeDocument/2006/relationships/tags" Target="../tags/tag482.xml" /><Relationship Id="rId23" Type="http://schemas.openxmlformats.org/officeDocument/2006/relationships/tags" Target="../tags/tag483.xml" /><Relationship Id="rId24" Type="http://schemas.openxmlformats.org/officeDocument/2006/relationships/tags" Target="../tags/tag484.xml" /><Relationship Id="rId25" Type="http://schemas.openxmlformats.org/officeDocument/2006/relationships/tags" Target="../tags/tag485.xml" /><Relationship Id="rId26" Type="http://schemas.openxmlformats.org/officeDocument/2006/relationships/tags" Target="../tags/tag486.xml" /><Relationship Id="rId27" Type="http://schemas.openxmlformats.org/officeDocument/2006/relationships/tags" Target="../tags/tag487.xml" /><Relationship Id="rId28" Type="http://schemas.openxmlformats.org/officeDocument/2006/relationships/tags" Target="../tags/tag488.xml" /><Relationship Id="rId29" Type="http://schemas.openxmlformats.org/officeDocument/2006/relationships/tags" Target="../tags/tag489.xml" /><Relationship Id="rId3" Type="http://schemas.openxmlformats.org/officeDocument/2006/relationships/image" Target="../media/image6.png" /><Relationship Id="rId30" Type="http://schemas.openxmlformats.org/officeDocument/2006/relationships/tags" Target="../tags/tag490.xml" /><Relationship Id="rId31" Type="http://schemas.openxmlformats.org/officeDocument/2006/relationships/tags" Target="../tags/tag491.xml" /><Relationship Id="rId32" Type="http://schemas.openxmlformats.org/officeDocument/2006/relationships/tags" Target="../tags/tag492.xml" /><Relationship Id="rId33" Type="http://schemas.openxmlformats.org/officeDocument/2006/relationships/tags" Target="../tags/tag493.xml" /><Relationship Id="rId34" Type="http://schemas.openxmlformats.org/officeDocument/2006/relationships/tags" Target="../tags/tag494.xml" /><Relationship Id="rId35" Type="http://schemas.openxmlformats.org/officeDocument/2006/relationships/tags" Target="../tags/tag495.xml" /><Relationship Id="rId36" Type="http://schemas.openxmlformats.org/officeDocument/2006/relationships/tags" Target="../tags/tag496.xml" /><Relationship Id="rId4" Type="http://schemas.openxmlformats.org/officeDocument/2006/relationships/tags" Target="../tags/tag464.xml" /><Relationship Id="rId5" Type="http://schemas.openxmlformats.org/officeDocument/2006/relationships/tags" Target="../tags/tag465.xml" /><Relationship Id="rId6" Type="http://schemas.openxmlformats.org/officeDocument/2006/relationships/tags" Target="../tags/tag466.xml" /><Relationship Id="rId7" Type="http://schemas.openxmlformats.org/officeDocument/2006/relationships/tags" Target="../tags/tag467.xml" /><Relationship Id="rId8" Type="http://schemas.openxmlformats.org/officeDocument/2006/relationships/tags" Target="../tags/tag468.xml" /><Relationship Id="rId9" Type="http://schemas.openxmlformats.org/officeDocument/2006/relationships/tags" Target="../tags/tag469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42.png" /><Relationship Id="rId11" Type="http://schemas.openxmlformats.org/officeDocument/2006/relationships/tags" Target="../tags/tag506.xml" /><Relationship Id="rId2" Type="http://schemas.openxmlformats.org/officeDocument/2006/relationships/notesSlide" Target="../notesSlides/notesSlide11.xml" /><Relationship Id="rId3" Type="http://schemas.openxmlformats.org/officeDocument/2006/relationships/tags" Target="../tags/tag500.xml" /><Relationship Id="rId4" Type="http://schemas.openxmlformats.org/officeDocument/2006/relationships/image" Target="../media/image5.png" /><Relationship Id="rId5" Type="http://schemas.openxmlformats.org/officeDocument/2006/relationships/tags" Target="../tags/tag501.xml" /><Relationship Id="rId6" Type="http://schemas.openxmlformats.org/officeDocument/2006/relationships/tags" Target="../tags/tag502.xml" /><Relationship Id="rId7" Type="http://schemas.openxmlformats.org/officeDocument/2006/relationships/tags" Target="../tags/tag503.xml" /><Relationship Id="rId8" Type="http://schemas.openxmlformats.org/officeDocument/2006/relationships/tags" Target="../tags/tag504.xml" /><Relationship Id="rId9" Type="http://schemas.openxmlformats.org/officeDocument/2006/relationships/tags" Target="../tags/tag505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516.xml" /><Relationship Id="rId11" Type="http://schemas.openxmlformats.org/officeDocument/2006/relationships/tags" Target="../tags/tag517.xml" /><Relationship Id="rId12" Type="http://schemas.openxmlformats.org/officeDocument/2006/relationships/tags" Target="../tags/tag518.xml" /><Relationship Id="rId13" Type="http://schemas.openxmlformats.org/officeDocument/2006/relationships/tags" Target="../tags/tag519.xml" /><Relationship Id="rId14" Type="http://schemas.openxmlformats.org/officeDocument/2006/relationships/tags" Target="../tags/tag520.xml" /><Relationship Id="rId15" Type="http://schemas.openxmlformats.org/officeDocument/2006/relationships/tags" Target="../tags/tag521.xml" /><Relationship Id="rId16" Type="http://schemas.openxmlformats.org/officeDocument/2006/relationships/tags" Target="../tags/tag522.xml" /><Relationship Id="rId17" Type="http://schemas.openxmlformats.org/officeDocument/2006/relationships/tags" Target="../tags/tag523.xml" /><Relationship Id="rId18" Type="http://schemas.openxmlformats.org/officeDocument/2006/relationships/tags" Target="../tags/tag524.xml" /><Relationship Id="rId19" Type="http://schemas.openxmlformats.org/officeDocument/2006/relationships/tags" Target="../tags/tag525.xml" /><Relationship Id="rId2" Type="http://schemas.openxmlformats.org/officeDocument/2006/relationships/notesSlide" Target="../notesSlides/notesSlide12.xml" /><Relationship Id="rId20" Type="http://schemas.openxmlformats.org/officeDocument/2006/relationships/tags" Target="../tags/tag526.xml" /><Relationship Id="rId21" Type="http://schemas.openxmlformats.org/officeDocument/2006/relationships/tags" Target="../tags/tag527.xml" /><Relationship Id="rId22" Type="http://schemas.openxmlformats.org/officeDocument/2006/relationships/oleObject" Target="../embeddings/oleObject28.bin" TargetMode="Internal" /><Relationship Id="rId23" Type="http://schemas.openxmlformats.org/officeDocument/2006/relationships/image" Target="../media/image43.wmf" /><Relationship Id="rId24" Type="http://schemas.openxmlformats.org/officeDocument/2006/relationships/tags" Target="../tags/tag528.xml" /><Relationship Id="rId25" Type="http://schemas.openxmlformats.org/officeDocument/2006/relationships/oleObject" Target="../embeddings/oleObject29.bin" TargetMode="Internal" /><Relationship Id="rId26" Type="http://schemas.openxmlformats.org/officeDocument/2006/relationships/image" Target="../media/image44.wmf" /><Relationship Id="rId27" Type="http://schemas.openxmlformats.org/officeDocument/2006/relationships/tags" Target="../tags/tag529.xml" /><Relationship Id="rId28" Type="http://schemas.openxmlformats.org/officeDocument/2006/relationships/tags" Target="../tags/tag530.xml" /><Relationship Id="rId29" Type="http://schemas.openxmlformats.org/officeDocument/2006/relationships/tags" Target="../tags/tag531.xml" /><Relationship Id="rId3" Type="http://schemas.openxmlformats.org/officeDocument/2006/relationships/tags" Target="../tags/tag510.xml" /><Relationship Id="rId30" Type="http://schemas.openxmlformats.org/officeDocument/2006/relationships/tags" Target="../tags/tag532.xml" /><Relationship Id="rId31" Type="http://schemas.openxmlformats.org/officeDocument/2006/relationships/tags" Target="../tags/tag533.xml" /><Relationship Id="rId32" Type="http://schemas.openxmlformats.org/officeDocument/2006/relationships/tags" Target="../tags/tag534.xml" /><Relationship Id="rId33" Type="http://schemas.openxmlformats.org/officeDocument/2006/relationships/tags" Target="../tags/tag535.xml" /><Relationship Id="rId34" Type="http://schemas.openxmlformats.org/officeDocument/2006/relationships/tags" Target="../tags/tag536.xml" /><Relationship Id="rId35" Type="http://schemas.openxmlformats.org/officeDocument/2006/relationships/tags" Target="../tags/tag537.xml" /><Relationship Id="rId36" Type="http://schemas.openxmlformats.org/officeDocument/2006/relationships/tags" Target="../tags/tag538.xml" /><Relationship Id="rId37" Type="http://schemas.openxmlformats.org/officeDocument/2006/relationships/tags" Target="../tags/tag539.xml" /><Relationship Id="rId38" Type="http://schemas.openxmlformats.org/officeDocument/2006/relationships/tags" Target="../tags/tag540.xml" /><Relationship Id="rId39" Type="http://schemas.openxmlformats.org/officeDocument/2006/relationships/tags" Target="../tags/tag541.xml" /><Relationship Id="rId4" Type="http://schemas.openxmlformats.org/officeDocument/2006/relationships/image" Target="../media/image5.png" /><Relationship Id="rId40" Type="http://schemas.openxmlformats.org/officeDocument/2006/relationships/tags" Target="../tags/tag542.xml" /><Relationship Id="rId41" Type="http://schemas.openxmlformats.org/officeDocument/2006/relationships/oleObject" Target="../embeddings/oleObject30.bin" TargetMode="Internal" /><Relationship Id="rId42" Type="http://schemas.openxmlformats.org/officeDocument/2006/relationships/image" Target="../media/image45.wmf" /><Relationship Id="rId43" Type="http://schemas.openxmlformats.org/officeDocument/2006/relationships/tags" Target="../tags/tag543.xml" /><Relationship Id="rId44" Type="http://schemas.openxmlformats.org/officeDocument/2006/relationships/oleObject" Target="../embeddings/oleObject31.bin" TargetMode="Internal" /><Relationship Id="rId45" Type="http://schemas.openxmlformats.org/officeDocument/2006/relationships/image" Target="../media/image46.wmf" /><Relationship Id="rId46" Type="http://schemas.openxmlformats.org/officeDocument/2006/relationships/tags" Target="../tags/tag544.xml" /><Relationship Id="rId47" Type="http://schemas.openxmlformats.org/officeDocument/2006/relationships/tags" Target="../tags/tag545.xml" /><Relationship Id="rId48" Type="http://schemas.openxmlformats.org/officeDocument/2006/relationships/tags" Target="../tags/tag546.xml" /><Relationship Id="rId49" Type="http://schemas.openxmlformats.org/officeDocument/2006/relationships/tags" Target="../tags/tag547.xml" /><Relationship Id="rId5" Type="http://schemas.openxmlformats.org/officeDocument/2006/relationships/tags" Target="../tags/tag511.xml" /><Relationship Id="rId50" Type="http://schemas.openxmlformats.org/officeDocument/2006/relationships/tags" Target="../tags/tag548.xml" /><Relationship Id="rId51" Type="http://schemas.openxmlformats.org/officeDocument/2006/relationships/oleObject" Target="../embeddings/oleObject32.bin" TargetMode="Internal" /><Relationship Id="rId52" Type="http://schemas.openxmlformats.org/officeDocument/2006/relationships/image" Target="../media/image47.wmf" /><Relationship Id="rId53" Type="http://schemas.openxmlformats.org/officeDocument/2006/relationships/tags" Target="../tags/tag549.xml" /><Relationship Id="rId54" Type="http://schemas.openxmlformats.org/officeDocument/2006/relationships/oleObject" Target="../embeddings/oleObject33.bin" TargetMode="Internal" /><Relationship Id="rId55" Type="http://schemas.openxmlformats.org/officeDocument/2006/relationships/image" Target="../media/image48.wmf" /><Relationship Id="rId56" Type="http://schemas.openxmlformats.org/officeDocument/2006/relationships/tags" Target="../tags/tag550.xml" /><Relationship Id="rId57" Type="http://schemas.openxmlformats.org/officeDocument/2006/relationships/oleObject" Target="../embeddings/oleObject34.bin" TargetMode="Internal" /><Relationship Id="rId58" Type="http://schemas.openxmlformats.org/officeDocument/2006/relationships/image" Target="../media/image49.wmf" /><Relationship Id="rId59" Type="http://schemas.openxmlformats.org/officeDocument/2006/relationships/tags" Target="../tags/tag551.xml" /><Relationship Id="rId6" Type="http://schemas.openxmlformats.org/officeDocument/2006/relationships/tags" Target="../tags/tag512.xml" /><Relationship Id="rId60" Type="http://schemas.openxmlformats.org/officeDocument/2006/relationships/tags" Target="../tags/tag552.xml" /><Relationship Id="rId61" Type="http://schemas.openxmlformats.org/officeDocument/2006/relationships/tags" Target="../tags/tag553.xml" /><Relationship Id="rId62" Type="http://schemas.openxmlformats.org/officeDocument/2006/relationships/oleObject" Target="../embeddings/oleObject35.bin" TargetMode="Internal" /><Relationship Id="rId63" Type="http://schemas.openxmlformats.org/officeDocument/2006/relationships/image" Target="../media/image50.wmf" /><Relationship Id="rId64" Type="http://schemas.openxmlformats.org/officeDocument/2006/relationships/tags" Target="../tags/tag554.xml" /><Relationship Id="rId65" Type="http://schemas.openxmlformats.org/officeDocument/2006/relationships/tags" Target="../tags/tag555.xml" /><Relationship Id="rId66" Type="http://schemas.openxmlformats.org/officeDocument/2006/relationships/tags" Target="../tags/tag556.xml" /><Relationship Id="rId67" Type="http://schemas.openxmlformats.org/officeDocument/2006/relationships/tags" Target="../tags/tag557.xml" /><Relationship Id="rId68" Type="http://schemas.openxmlformats.org/officeDocument/2006/relationships/oleObject" Target="../embeddings/oleObject36.bin" TargetMode="Internal" /><Relationship Id="rId69" Type="http://schemas.openxmlformats.org/officeDocument/2006/relationships/image" Target="../media/image51.wmf" /><Relationship Id="rId7" Type="http://schemas.openxmlformats.org/officeDocument/2006/relationships/tags" Target="../tags/tag513.xml" /><Relationship Id="rId70" Type="http://schemas.openxmlformats.org/officeDocument/2006/relationships/tags" Target="../tags/tag558.xml" /><Relationship Id="rId71" Type="http://schemas.openxmlformats.org/officeDocument/2006/relationships/oleObject" Target="../embeddings/oleObject37.bin" TargetMode="Internal" /><Relationship Id="rId72" Type="http://schemas.openxmlformats.org/officeDocument/2006/relationships/image" Target="../media/image52.wmf" /><Relationship Id="rId73" Type="http://schemas.openxmlformats.org/officeDocument/2006/relationships/vmlDrawing" Target="../drawings/vmlDrawing10.vml" /><Relationship Id="rId8" Type="http://schemas.openxmlformats.org/officeDocument/2006/relationships/tags" Target="../tags/tag514.xml" /><Relationship Id="rId9" Type="http://schemas.openxmlformats.org/officeDocument/2006/relationships/tags" Target="../tags/tag515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566.xml" /><Relationship Id="rId11" Type="http://schemas.openxmlformats.org/officeDocument/2006/relationships/tags" Target="../tags/tag567.xml" /><Relationship Id="rId12" Type="http://schemas.openxmlformats.org/officeDocument/2006/relationships/tags" Target="../tags/tag568.xml" /><Relationship Id="rId13" Type="http://schemas.openxmlformats.org/officeDocument/2006/relationships/tags" Target="../tags/tag569.xml" /><Relationship Id="rId14" Type="http://schemas.openxmlformats.org/officeDocument/2006/relationships/tags" Target="../tags/tag570.xml" /><Relationship Id="rId15" Type="http://schemas.openxmlformats.org/officeDocument/2006/relationships/tags" Target="../tags/tag571.xml" /><Relationship Id="rId16" Type="http://schemas.openxmlformats.org/officeDocument/2006/relationships/tags" Target="../tags/tag572.xml" /><Relationship Id="rId17" Type="http://schemas.openxmlformats.org/officeDocument/2006/relationships/tags" Target="../tags/tag573.xml" /><Relationship Id="rId18" Type="http://schemas.openxmlformats.org/officeDocument/2006/relationships/tags" Target="../tags/tag574.xml" /><Relationship Id="rId19" Type="http://schemas.openxmlformats.org/officeDocument/2006/relationships/tags" Target="../tags/tag575.xml" /><Relationship Id="rId2" Type="http://schemas.openxmlformats.org/officeDocument/2006/relationships/tags" Target="../tags/tag559.xml" /><Relationship Id="rId20" Type="http://schemas.openxmlformats.org/officeDocument/2006/relationships/tags" Target="../tags/tag576.xml" /><Relationship Id="rId21" Type="http://schemas.openxmlformats.org/officeDocument/2006/relationships/tags" Target="../tags/tag577.xml" /><Relationship Id="rId22" Type="http://schemas.openxmlformats.org/officeDocument/2006/relationships/tags" Target="../tags/tag578.xml" /><Relationship Id="rId23" Type="http://schemas.openxmlformats.org/officeDocument/2006/relationships/tags" Target="../tags/tag579.xml" /><Relationship Id="rId24" Type="http://schemas.openxmlformats.org/officeDocument/2006/relationships/tags" Target="../tags/tag580.xml" /><Relationship Id="rId25" Type="http://schemas.openxmlformats.org/officeDocument/2006/relationships/tags" Target="../tags/tag581.xml" /><Relationship Id="rId26" Type="http://schemas.openxmlformats.org/officeDocument/2006/relationships/tags" Target="../tags/tag582.xml" /><Relationship Id="rId27" Type="http://schemas.openxmlformats.org/officeDocument/2006/relationships/tags" Target="../tags/tag583.xml" /><Relationship Id="rId28" Type="http://schemas.openxmlformats.org/officeDocument/2006/relationships/tags" Target="../tags/tag584.xml" /><Relationship Id="rId29" Type="http://schemas.openxmlformats.org/officeDocument/2006/relationships/tags" Target="../tags/tag585.xml" /><Relationship Id="rId3" Type="http://schemas.openxmlformats.org/officeDocument/2006/relationships/image" Target="../media/image6.png" /><Relationship Id="rId30" Type="http://schemas.openxmlformats.org/officeDocument/2006/relationships/tags" Target="../tags/tag586.xml" /><Relationship Id="rId31" Type="http://schemas.openxmlformats.org/officeDocument/2006/relationships/tags" Target="../tags/tag587.xml" /><Relationship Id="rId32" Type="http://schemas.openxmlformats.org/officeDocument/2006/relationships/tags" Target="../tags/tag588.xml" /><Relationship Id="rId33" Type="http://schemas.openxmlformats.org/officeDocument/2006/relationships/tags" Target="../tags/tag589.xml" /><Relationship Id="rId34" Type="http://schemas.openxmlformats.org/officeDocument/2006/relationships/tags" Target="../tags/tag590.xml" /><Relationship Id="rId35" Type="http://schemas.openxmlformats.org/officeDocument/2006/relationships/tags" Target="../tags/tag591.xml" /><Relationship Id="rId36" Type="http://schemas.openxmlformats.org/officeDocument/2006/relationships/tags" Target="../tags/tag592.xml" /><Relationship Id="rId4" Type="http://schemas.openxmlformats.org/officeDocument/2006/relationships/tags" Target="../tags/tag560.xml" /><Relationship Id="rId5" Type="http://schemas.openxmlformats.org/officeDocument/2006/relationships/tags" Target="../tags/tag561.xml" /><Relationship Id="rId6" Type="http://schemas.openxmlformats.org/officeDocument/2006/relationships/tags" Target="../tags/tag562.xml" /><Relationship Id="rId7" Type="http://schemas.openxmlformats.org/officeDocument/2006/relationships/tags" Target="../tags/tag563.xml" /><Relationship Id="rId8" Type="http://schemas.openxmlformats.org/officeDocument/2006/relationships/tags" Target="../tags/tag564.xml" /><Relationship Id="rId9" Type="http://schemas.openxmlformats.org/officeDocument/2006/relationships/tags" Target="../tags/tag565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602.xml" /><Relationship Id="rId11" Type="http://schemas.openxmlformats.org/officeDocument/2006/relationships/oleObject" Target="../embeddings/oleObject38.bin" TargetMode="Internal" /><Relationship Id="rId12" Type="http://schemas.openxmlformats.org/officeDocument/2006/relationships/image" Target="../media/image53.wmf" /><Relationship Id="rId13" Type="http://schemas.openxmlformats.org/officeDocument/2006/relationships/tags" Target="../tags/tag603.xml" /><Relationship Id="rId14" Type="http://schemas.openxmlformats.org/officeDocument/2006/relationships/oleObject" Target="../embeddings/oleObject39.bin" TargetMode="Internal" /><Relationship Id="rId15" Type="http://schemas.openxmlformats.org/officeDocument/2006/relationships/image" Target="../media/image54.wmf" /><Relationship Id="rId16" Type="http://schemas.openxmlformats.org/officeDocument/2006/relationships/tags" Target="../tags/tag604.xml" /><Relationship Id="rId17" Type="http://schemas.openxmlformats.org/officeDocument/2006/relationships/tags" Target="../tags/tag605.xml" /><Relationship Id="rId18" Type="http://schemas.openxmlformats.org/officeDocument/2006/relationships/tags" Target="../tags/tag606.xml" /><Relationship Id="rId19" Type="http://schemas.openxmlformats.org/officeDocument/2006/relationships/oleObject" Target="../embeddings/oleObject40.bin" TargetMode="Internal" /><Relationship Id="rId2" Type="http://schemas.openxmlformats.org/officeDocument/2006/relationships/notesSlide" Target="../notesSlides/notesSlide13.xml" /><Relationship Id="rId20" Type="http://schemas.openxmlformats.org/officeDocument/2006/relationships/image" Target="../media/image55.wmf" /><Relationship Id="rId21" Type="http://schemas.openxmlformats.org/officeDocument/2006/relationships/tags" Target="../tags/tag607.xml" /><Relationship Id="rId22" Type="http://schemas.openxmlformats.org/officeDocument/2006/relationships/tags" Target="../tags/tag608.xml" /><Relationship Id="rId23" Type="http://schemas.openxmlformats.org/officeDocument/2006/relationships/tags" Target="../tags/tag609.xml" /><Relationship Id="rId24" Type="http://schemas.openxmlformats.org/officeDocument/2006/relationships/oleObject" Target="../embeddings/oleObject41.bin" TargetMode="Internal" /><Relationship Id="rId25" Type="http://schemas.openxmlformats.org/officeDocument/2006/relationships/image" Target="../media/image56.wmf" /><Relationship Id="rId26" Type="http://schemas.openxmlformats.org/officeDocument/2006/relationships/tags" Target="../tags/tag610.xml" /><Relationship Id="rId27" Type="http://schemas.openxmlformats.org/officeDocument/2006/relationships/oleObject" Target="../embeddings/oleObject42.bin" TargetMode="Internal" /><Relationship Id="rId28" Type="http://schemas.openxmlformats.org/officeDocument/2006/relationships/image" Target="../media/image57.wmf" /><Relationship Id="rId29" Type="http://schemas.openxmlformats.org/officeDocument/2006/relationships/tags" Target="../tags/tag611.xml" /><Relationship Id="rId3" Type="http://schemas.openxmlformats.org/officeDocument/2006/relationships/tags" Target="../tags/tag596.xml" /><Relationship Id="rId30" Type="http://schemas.openxmlformats.org/officeDocument/2006/relationships/oleObject" Target="../embeddings/oleObject43.bin" TargetMode="Internal" /><Relationship Id="rId31" Type="http://schemas.openxmlformats.org/officeDocument/2006/relationships/image" Target="../media/image58.wmf" /><Relationship Id="rId32" Type="http://schemas.openxmlformats.org/officeDocument/2006/relationships/vmlDrawing" Target="../drawings/vmlDrawing11.vml" /><Relationship Id="rId4" Type="http://schemas.openxmlformats.org/officeDocument/2006/relationships/image" Target="../media/image5.png" /><Relationship Id="rId5" Type="http://schemas.openxmlformats.org/officeDocument/2006/relationships/tags" Target="../tags/tag597.xml" /><Relationship Id="rId6" Type="http://schemas.openxmlformats.org/officeDocument/2006/relationships/tags" Target="../tags/tag598.xml" /><Relationship Id="rId7" Type="http://schemas.openxmlformats.org/officeDocument/2006/relationships/tags" Target="../tags/tag599.xml" /><Relationship Id="rId8" Type="http://schemas.openxmlformats.org/officeDocument/2006/relationships/tags" Target="../tags/tag600.xml" /><Relationship Id="rId9" Type="http://schemas.openxmlformats.org/officeDocument/2006/relationships/tags" Target="../tags/tag601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621.xml" /><Relationship Id="rId11" Type="http://schemas.openxmlformats.org/officeDocument/2006/relationships/oleObject" Target="../embeddings/oleObject44.bin" TargetMode="Internal" /><Relationship Id="rId12" Type="http://schemas.openxmlformats.org/officeDocument/2006/relationships/image" Target="../media/image59.wmf" /><Relationship Id="rId13" Type="http://schemas.openxmlformats.org/officeDocument/2006/relationships/tags" Target="../tags/tag622.xml" /><Relationship Id="rId14" Type="http://schemas.openxmlformats.org/officeDocument/2006/relationships/tags" Target="../tags/tag623.xml" /><Relationship Id="rId15" Type="http://schemas.openxmlformats.org/officeDocument/2006/relationships/tags" Target="../tags/tag624.xml" /><Relationship Id="rId16" Type="http://schemas.openxmlformats.org/officeDocument/2006/relationships/oleObject" Target="../embeddings/oleObject45.bin" TargetMode="Internal" /><Relationship Id="rId17" Type="http://schemas.openxmlformats.org/officeDocument/2006/relationships/image" Target="../media/image60.wmf" /><Relationship Id="rId18" Type="http://schemas.openxmlformats.org/officeDocument/2006/relationships/tags" Target="../tags/tag625.xml" /><Relationship Id="rId19" Type="http://schemas.openxmlformats.org/officeDocument/2006/relationships/tags" Target="../tags/tag626.xml" /><Relationship Id="rId2" Type="http://schemas.openxmlformats.org/officeDocument/2006/relationships/notesSlide" Target="../notesSlides/notesSlide14.xml" /><Relationship Id="rId20" Type="http://schemas.openxmlformats.org/officeDocument/2006/relationships/tags" Target="../tags/tag627.xml" /><Relationship Id="rId21" Type="http://schemas.openxmlformats.org/officeDocument/2006/relationships/tags" Target="../tags/tag628.xml" /><Relationship Id="rId22" Type="http://schemas.openxmlformats.org/officeDocument/2006/relationships/tags" Target="../tags/tag629.xml" /><Relationship Id="rId23" Type="http://schemas.openxmlformats.org/officeDocument/2006/relationships/tags" Target="../tags/tag630.xml" /><Relationship Id="rId24" Type="http://schemas.openxmlformats.org/officeDocument/2006/relationships/tags" Target="../tags/tag631.xml" /><Relationship Id="rId25" Type="http://schemas.openxmlformats.org/officeDocument/2006/relationships/tags" Target="../tags/tag632.xml" /><Relationship Id="rId26" Type="http://schemas.openxmlformats.org/officeDocument/2006/relationships/tags" Target="../tags/tag633.xml" /><Relationship Id="rId27" Type="http://schemas.openxmlformats.org/officeDocument/2006/relationships/tags" Target="../tags/tag634.xml" /><Relationship Id="rId28" Type="http://schemas.openxmlformats.org/officeDocument/2006/relationships/tags" Target="../tags/tag635.xml" /><Relationship Id="rId29" Type="http://schemas.openxmlformats.org/officeDocument/2006/relationships/tags" Target="../tags/tag636.xml" /><Relationship Id="rId3" Type="http://schemas.openxmlformats.org/officeDocument/2006/relationships/tags" Target="../tags/tag615.xml" /><Relationship Id="rId30" Type="http://schemas.openxmlformats.org/officeDocument/2006/relationships/tags" Target="../tags/tag637.xml" /><Relationship Id="rId31" Type="http://schemas.openxmlformats.org/officeDocument/2006/relationships/tags" Target="../tags/tag638.xml" /><Relationship Id="rId32" Type="http://schemas.openxmlformats.org/officeDocument/2006/relationships/tags" Target="../tags/tag639.xml" /><Relationship Id="rId33" Type="http://schemas.openxmlformats.org/officeDocument/2006/relationships/tags" Target="../tags/tag640.xml" /><Relationship Id="rId34" Type="http://schemas.openxmlformats.org/officeDocument/2006/relationships/tags" Target="../tags/tag641.xml" /><Relationship Id="rId35" Type="http://schemas.openxmlformats.org/officeDocument/2006/relationships/tags" Target="../tags/tag642.xml" /><Relationship Id="rId36" Type="http://schemas.openxmlformats.org/officeDocument/2006/relationships/tags" Target="../tags/tag643.xml" /><Relationship Id="rId37" Type="http://schemas.openxmlformats.org/officeDocument/2006/relationships/tags" Target="../tags/tag644.xml" /><Relationship Id="rId38" Type="http://schemas.openxmlformats.org/officeDocument/2006/relationships/tags" Target="../tags/tag645.xml" /><Relationship Id="rId39" Type="http://schemas.openxmlformats.org/officeDocument/2006/relationships/tags" Target="../tags/tag646.xml" /><Relationship Id="rId4" Type="http://schemas.openxmlformats.org/officeDocument/2006/relationships/image" Target="../media/image5.png" /><Relationship Id="rId40" Type="http://schemas.openxmlformats.org/officeDocument/2006/relationships/tags" Target="../tags/tag647.xml" /><Relationship Id="rId41" Type="http://schemas.openxmlformats.org/officeDocument/2006/relationships/tags" Target="../tags/tag648.xml" /><Relationship Id="rId42" Type="http://schemas.openxmlformats.org/officeDocument/2006/relationships/oleObject" Target="../embeddings/oleObject46.bin" TargetMode="Internal" /><Relationship Id="rId43" Type="http://schemas.openxmlformats.org/officeDocument/2006/relationships/image" Target="../media/image61.wmf" /><Relationship Id="rId44" Type="http://schemas.openxmlformats.org/officeDocument/2006/relationships/tags" Target="../tags/tag649.xml" /><Relationship Id="rId45" Type="http://schemas.openxmlformats.org/officeDocument/2006/relationships/tags" Target="../tags/tag650.xml" /><Relationship Id="rId46" Type="http://schemas.openxmlformats.org/officeDocument/2006/relationships/tags" Target="../tags/tag651.xml" /><Relationship Id="rId47" Type="http://schemas.openxmlformats.org/officeDocument/2006/relationships/tags" Target="../tags/tag652.xml" /><Relationship Id="rId48" Type="http://schemas.openxmlformats.org/officeDocument/2006/relationships/tags" Target="../tags/tag653.xml" /><Relationship Id="rId49" Type="http://schemas.openxmlformats.org/officeDocument/2006/relationships/tags" Target="../tags/tag654.xml" /><Relationship Id="rId5" Type="http://schemas.openxmlformats.org/officeDocument/2006/relationships/tags" Target="../tags/tag616.xml" /><Relationship Id="rId50" Type="http://schemas.openxmlformats.org/officeDocument/2006/relationships/tags" Target="../tags/tag655.xml" /><Relationship Id="rId51" Type="http://schemas.openxmlformats.org/officeDocument/2006/relationships/tags" Target="../tags/tag656.xml" /><Relationship Id="rId52" Type="http://schemas.openxmlformats.org/officeDocument/2006/relationships/tags" Target="../tags/tag657.xml" /><Relationship Id="rId53" Type="http://schemas.openxmlformats.org/officeDocument/2006/relationships/oleObject" Target="../embeddings/oleObject47.bin" TargetMode="Internal" /><Relationship Id="rId54" Type="http://schemas.openxmlformats.org/officeDocument/2006/relationships/image" Target="../media/image62.wmf" /><Relationship Id="rId55" Type="http://schemas.openxmlformats.org/officeDocument/2006/relationships/image" Target="../media/image63.png" /><Relationship Id="rId56" Type="http://schemas.openxmlformats.org/officeDocument/2006/relationships/tags" Target="../tags/tag658.xml" /><Relationship Id="rId57" Type="http://schemas.openxmlformats.org/officeDocument/2006/relationships/vmlDrawing" Target="../drawings/vmlDrawing12.vml" /><Relationship Id="rId6" Type="http://schemas.openxmlformats.org/officeDocument/2006/relationships/tags" Target="../tags/tag617.xml" /><Relationship Id="rId7" Type="http://schemas.openxmlformats.org/officeDocument/2006/relationships/tags" Target="../tags/tag618.xml" /><Relationship Id="rId8" Type="http://schemas.openxmlformats.org/officeDocument/2006/relationships/tags" Target="../tags/tag619.xml" /><Relationship Id="rId9" Type="http://schemas.openxmlformats.org/officeDocument/2006/relationships/tags" Target="../tags/tag620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668.xml" /><Relationship Id="rId11" Type="http://schemas.openxmlformats.org/officeDocument/2006/relationships/oleObject" Target="../embeddings/oleObject48.bin" TargetMode="Internal" /><Relationship Id="rId12" Type="http://schemas.openxmlformats.org/officeDocument/2006/relationships/image" Target="../media/image64.wmf" /><Relationship Id="rId13" Type="http://schemas.openxmlformats.org/officeDocument/2006/relationships/tags" Target="../tags/tag669.xml" /><Relationship Id="rId14" Type="http://schemas.openxmlformats.org/officeDocument/2006/relationships/oleObject" Target="../embeddings/oleObject49.bin" TargetMode="Internal" /><Relationship Id="rId15" Type="http://schemas.openxmlformats.org/officeDocument/2006/relationships/image" Target="../media/image65.wmf" /><Relationship Id="rId16" Type="http://schemas.openxmlformats.org/officeDocument/2006/relationships/tags" Target="../tags/tag670.xml" /><Relationship Id="rId17" Type="http://schemas.openxmlformats.org/officeDocument/2006/relationships/tags" Target="../tags/tag671.xml" /><Relationship Id="rId18" Type="http://schemas.openxmlformats.org/officeDocument/2006/relationships/tags" Target="../tags/tag672.xml" /><Relationship Id="rId19" Type="http://schemas.openxmlformats.org/officeDocument/2006/relationships/oleObject" Target="../embeddings/oleObject50.bin" TargetMode="Internal" /><Relationship Id="rId2" Type="http://schemas.openxmlformats.org/officeDocument/2006/relationships/notesSlide" Target="../notesSlides/notesSlide15.xml" /><Relationship Id="rId20" Type="http://schemas.openxmlformats.org/officeDocument/2006/relationships/image" Target="../media/image66.wmf" /><Relationship Id="rId21" Type="http://schemas.openxmlformats.org/officeDocument/2006/relationships/tags" Target="../tags/tag673.xml" /><Relationship Id="rId22" Type="http://schemas.openxmlformats.org/officeDocument/2006/relationships/tags" Target="../tags/tag674.xml" /><Relationship Id="rId23" Type="http://schemas.openxmlformats.org/officeDocument/2006/relationships/tags" Target="../tags/tag675.xml" /><Relationship Id="rId24" Type="http://schemas.openxmlformats.org/officeDocument/2006/relationships/oleObject" Target="../embeddings/oleObject51.bin" TargetMode="Internal" /><Relationship Id="rId25" Type="http://schemas.openxmlformats.org/officeDocument/2006/relationships/image" Target="../media/image67.wmf" /><Relationship Id="rId26" Type="http://schemas.openxmlformats.org/officeDocument/2006/relationships/tags" Target="../tags/tag676.xml" /><Relationship Id="rId27" Type="http://schemas.openxmlformats.org/officeDocument/2006/relationships/oleObject" Target="../embeddings/oleObject52.bin" TargetMode="Internal" /><Relationship Id="rId28" Type="http://schemas.openxmlformats.org/officeDocument/2006/relationships/image" Target="../media/image68.wmf" /><Relationship Id="rId29" Type="http://schemas.openxmlformats.org/officeDocument/2006/relationships/tags" Target="../tags/tag677.xml" /><Relationship Id="rId3" Type="http://schemas.openxmlformats.org/officeDocument/2006/relationships/tags" Target="../tags/tag662.xml" /><Relationship Id="rId30" Type="http://schemas.openxmlformats.org/officeDocument/2006/relationships/oleObject" Target="../embeddings/oleObject53.bin" TargetMode="Internal" /><Relationship Id="rId31" Type="http://schemas.openxmlformats.org/officeDocument/2006/relationships/image" Target="../media/image69.wmf" /><Relationship Id="rId32" Type="http://schemas.openxmlformats.org/officeDocument/2006/relationships/vmlDrawing" Target="../drawings/vmlDrawing13.vml" /><Relationship Id="rId4" Type="http://schemas.openxmlformats.org/officeDocument/2006/relationships/image" Target="../media/image5.png" /><Relationship Id="rId5" Type="http://schemas.openxmlformats.org/officeDocument/2006/relationships/tags" Target="../tags/tag663.xml" /><Relationship Id="rId6" Type="http://schemas.openxmlformats.org/officeDocument/2006/relationships/tags" Target="../tags/tag664.xml" /><Relationship Id="rId7" Type="http://schemas.openxmlformats.org/officeDocument/2006/relationships/tags" Target="../tags/tag665.xml" /><Relationship Id="rId8" Type="http://schemas.openxmlformats.org/officeDocument/2006/relationships/tags" Target="../tags/tag666.xml" /><Relationship Id="rId9" Type="http://schemas.openxmlformats.org/officeDocument/2006/relationships/tags" Target="../tags/tag66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687.xml" /><Relationship Id="rId11" Type="http://schemas.openxmlformats.org/officeDocument/2006/relationships/oleObject" Target="../embeddings/oleObject54.bin" TargetMode="Internal" /><Relationship Id="rId12" Type="http://schemas.openxmlformats.org/officeDocument/2006/relationships/image" Target="../media/image70.wmf" /><Relationship Id="rId13" Type="http://schemas.openxmlformats.org/officeDocument/2006/relationships/tags" Target="../tags/tag688.xml" /><Relationship Id="rId14" Type="http://schemas.openxmlformats.org/officeDocument/2006/relationships/tags" Target="../tags/tag689.xml" /><Relationship Id="rId15" Type="http://schemas.openxmlformats.org/officeDocument/2006/relationships/tags" Target="../tags/tag690.xml" /><Relationship Id="rId16" Type="http://schemas.openxmlformats.org/officeDocument/2006/relationships/oleObject" Target="../embeddings/oleObject55.bin" TargetMode="Internal" /><Relationship Id="rId17" Type="http://schemas.openxmlformats.org/officeDocument/2006/relationships/image" Target="../media/image71.wmf" /><Relationship Id="rId18" Type="http://schemas.openxmlformats.org/officeDocument/2006/relationships/tags" Target="../tags/tag691.xml" /><Relationship Id="rId19" Type="http://schemas.openxmlformats.org/officeDocument/2006/relationships/oleObject" Target="../embeddings/oleObject56.bin" TargetMode="Internal" /><Relationship Id="rId2" Type="http://schemas.openxmlformats.org/officeDocument/2006/relationships/notesSlide" Target="../notesSlides/notesSlide16.xml" /><Relationship Id="rId20" Type="http://schemas.openxmlformats.org/officeDocument/2006/relationships/image" Target="../media/image72.wmf" /><Relationship Id="rId21" Type="http://schemas.openxmlformats.org/officeDocument/2006/relationships/tags" Target="../tags/tag692.xml" /><Relationship Id="rId22" Type="http://schemas.openxmlformats.org/officeDocument/2006/relationships/oleObject" Target="../embeddings/oleObject57.bin" TargetMode="Internal" /><Relationship Id="rId23" Type="http://schemas.openxmlformats.org/officeDocument/2006/relationships/image" Target="../media/image73.wmf" /><Relationship Id="rId24" Type="http://schemas.openxmlformats.org/officeDocument/2006/relationships/tags" Target="../tags/tag693.xml" /><Relationship Id="rId25" Type="http://schemas.openxmlformats.org/officeDocument/2006/relationships/oleObject" Target="../embeddings/oleObject58.bin" TargetMode="Internal" /><Relationship Id="rId26" Type="http://schemas.openxmlformats.org/officeDocument/2006/relationships/image" Target="../media/image74.wmf" /><Relationship Id="rId27" Type="http://schemas.openxmlformats.org/officeDocument/2006/relationships/tags" Target="../tags/tag694.xml" /><Relationship Id="rId28" Type="http://schemas.openxmlformats.org/officeDocument/2006/relationships/tags" Target="../tags/tag695.xml" /><Relationship Id="rId29" Type="http://schemas.openxmlformats.org/officeDocument/2006/relationships/tags" Target="../tags/tag696.xml" /><Relationship Id="rId3" Type="http://schemas.openxmlformats.org/officeDocument/2006/relationships/tags" Target="../tags/tag681.xml" /><Relationship Id="rId30" Type="http://schemas.openxmlformats.org/officeDocument/2006/relationships/tags" Target="../tags/tag697.xml" /><Relationship Id="rId31" Type="http://schemas.openxmlformats.org/officeDocument/2006/relationships/tags" Target="../tags/tag698.xml" /><Relationship Id="rId32" Type="http://schemas.openxmlformats.org/officeDocument/2006/relationships/tags" Target="../tags/tag699.xml" /><Relationship Id="rId33" Type="http://schemas.openxmlformats.org/officeDocument/2006/relationships/tags" Target="../tags/tag700.xml" /><Relationship Id="rId34" Type="http://schemas.openxmlformats.org/officeDocument/2006/relationships/tags" Target="../tags/tag701.xml" /><Relationship Id="rId35" Type="http://schemas.openxmlformats.org/officeDocument/2006/relationships/tags" Target="../tags/tag702.xml" /><Relationship Id="rId36" Type="http://schemas.openxmlformats.org/officeDocument/2006/relationships/tags" Target="../tags/tag703.xml" /><Relationship Id="rId37" Type="http://schemas.openxmlformats.org/officeDocument/2006/relationships/tags" Target="../tags/tag704.xml" /><Relationship Id="rId38" Type="http://schemas.openxmlformats.org/officeDocument/2006/relationships/tags" Target="../tags/tag705.xml" /><Relationship Id="rId39" Type="http://schemas.openxmlformats.org/officeDocument/2006/relationships/tags" Target="../tags/tag706.xml" /><Relationship Id="rId4" Type="http://schemas.openxmlformats.org/officeDocument/2006/relationships/image" Target="../media/image5.png" /><Relationship Id="rId40" Type="http://schemas.openxmlformats.org/officeDocument/2006/relationships/tags" Target="../tags/tag707.xml" /><Relationship Id="rId41" Type="http://schemas.openxmlformats.org/officeDocument/2006/relationships/tags" Target="../tags/tag708.xml" /><Relationship Id="rId42" Type="http://schemas.openxmlformats.org/officeDocument/2006/relationships/tags" Target="../tags/tag709.xml" /><Relationship Id="rId43" Type="http://schemas.openxmlformats.org/officeDocument/2006/relationships/tags" Target="../tags/tag710.xml" /><Relationship Id="rId44" Type="http://schemas.openxmlformats.org/officeDocument/2006/relationships/tags" Target="../tags/tag711.xml" /><Relationship Id="rId45" Type="http://schemas.openxmlformats.org/officeDocument/2006/relationships/tags" Target="../tags/tag712.xml" /><Relationship Id="rId46" Type="http://schemas.openxmlformats.org/officeDocument/2006/relationships/tags" Target="../tags/tag713.xml" /><Relationship Id="rId47" Type="http://schemas.openxmlformats.org/officeDocument/2006/relationships/tags" Target="../tags/tag714.xml" /><Relationship Id="rId48" Type="http://schemas.openxmlformats.org/officeDocument/2006/relationships/tags" Target="../tags/tag715.xml" /><Relationship Id="rId49" Type="http://schemas.openxmlformats.org/officeDocument/2006/relationships/tags" Target="../tags/tag716.xml" /><Relationship Id="rId5" Type="http://schemas.openxmlformats.org/officeDocument/2006/relationships/tags" Target="../tags/tag682.xml" /><Relationship Id="rId50" Type="http://schemas.openxmlformats.org/officeDocument/2006/relationships/tags" Target="../tags/tag717.xml" /><Relationship Id="rId51" Type="http://schemas.openxmlformats.org/officeDocument/2006/relationships/tags" Target="../tags/tag718.xml" /><Relationship Id="rId52" Type="http://schemas.openxmlformats.org/officeDocument/2006/relationships/tags" Target="../tags/tag719.xml" /><Relationship Id="rId53" Type="http://schemas.openxmlformats.org/officeDocument/2006/relationships/tags" Target="../tags/tag720.xml" /><Relationship Id="rId54" Type="http://schemas.openxmlformats.org/officeDocument/2006/relationships/tags" Target="../tags/tag721.xml" /><Relationship Id="rId55" Type="http://schemas.openxmlformats.org/officeDocument/2006/relationships/tags" Target="../tags/tag722.xml" /><Relationship Id="rId56" Type="http://schemas.openxmlformats.org/officeDocument/2006/relationships/tags" Target="../tags/tag723.xml" /><Relationship Id="rId57" Type="http://schemas.openxmlformats.org/officeDocument/2006/relationships/tags" Target="../tags/tag724.xml" /><Relationship Id="rId58" Type="http://schemas.openxmlformats.org/officeDocument/2006/relationships/tags" Target="../tags/tag725.xml" /><Relationship Id="rId59" Type="http://schemas.openxmlformats.org/officeDocument/2006/relationships/vmlDrawing" Target="../drawings/vmlDrawing14.vml" /><Relationship Id="rId6" Type="http://schemas.openxmlformats.org/officeDocument/2006/relationships/tags" Target="../tags/tag683.xml" /><Relationship Id="rId7" Type="http://schemas.openxmlformats.org/officeDocument/2006/relationships/tags" Target="../tags/tag684.xml" /><Relationship Id="rId8" Type="http://schemas.openxmlformats.org/officeDocument/2006/relationships/tags" Target="../tags/tag685.xml" /><Relationship Id="rId9" Type="http://schemas.openxmlformats.org/officeDocument/2006/relationships/tags" Target="../tags/tag686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735.xml" /><Relationship Id="rId11" Type="http://schemas.openxmlformats.org/officeDocument/2006/relationships/oleObject" Target="../embeddings/oleObject59.bin" TargetMode="Internal" /><Relationship Id="rId12" Type="http://schemas.openxmlformats.org/officeDocument/2006/relationships/image" Target="../media/image75.wmf" /><Relationship Id="rId13" Type="http://schemas.openxmlformats.org/officeDocument/2006/relationships/tags" Target="../tags/tag736.xml" /><Relationship Id="rId14" Type="http://schemas.openxmlformats.org/officeDocument/2006/relationships/tags" Target="../tags/tag737.xml" /><Relationship Id="rId15" Type="http://schemas.openxmlformats.org/officeDocument/2006/relationships/tags" Target="../tags/tag738.xml" /><Relationship Id="rId16" Type="http://schemas.openxmlformats.org/officeDocument/2006/relationships/oleObject" Target="../embeddings/oleObject60.bin" TargetMode="Internal" /><Relationship Id="rId17" Type="http://schemas.openxmlformats.org/officeDocument/2006/relationships/image" Target="../media/image76.wmf" /><Relationship Id="rId18" Type="http://schemas.openxmlformats.org/officeDocument/2006/relationships/tags" Target="../tags/tag739.xml" /><Relationship Id="rId19" Type="http://schemas.openxmlformats.org/officeDocument/2006/relationships/tags" Target="../tags/tag740.xml" /><Relationship Id="rId2" Type="http://schemas.openxmlformats.org/officeDocument/2006/relationships/notesSlide" Target="../notesSlides/notesSlide17.xml" /><Relationship Id="rId20" Type="http://schemas.openxmlformats.org/officeDocument/2006/relationships/tags" Target="../tags/tag741.xml" /><Relationship Id="rId21" Type="http://schemas.openxmlformats.org/officeDocument/2006/relationships/tags" Target="../tags/tag742.xml" /><Relationship Id="rId22" Type="http://schemas.openxmlformats.org/officeDocument/2006/relationships/tags" Target="../tags/tag743.xml" /><Relationship Id="rId23" Type="http://schemas.openxmlformats.org/officeDocument/2006/relationships/vmlDrawing" Target="../drawings/vmlDrawing15.vml" /><Relationship Id="rId3" Type="http://schemas.openxmlformats.org/officeDocument/2006/relationships/tags" Target="../tags/tag729.xml" /><Relationship Id="rId4" Type="http://schemas.openxmlformats.org/officeDocument/2006/relationships/image" Target="../media/image5.png" /><Relationship Id="rId5" Type="http://schemas.openxmlformats.org/officeDocument/2006/relationships/tags" Target="../tags/tag730.xml" /><Relationship Id="rId6" Type="http://schemas.openxmlformats.org/officeDocument/2006/relationships/tags" Target="../tags/tag731.xml" /><Relationship Id="rId7" Type="http://schemas.openxmlformats.org/officeDocument/2006/relationships/tags" Target="../tags/tag732.xml" /><Relationship Id="rId8" Type="http://schemas.openxmlformats.org/officeDocument/2006/relationships/tags" Target="../tags/tag733.xml" /><Relationship Id="rId9" Type="http://schemas.openxmlformats.org/officeDocument/2006/relationships/tags" Target="../tags/tag734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751.xml" /><Relationship Id="rId11" Type="http://schemas.openxmlformats.org/officeDocument/2006/relationships/tags" Target="../tags/tag752.xml" /><Relationship Id="rId12" Type="http://schemas.openxmlformats.org/officeDocument/2006/relationships/tags" Target="../tags/tag753.xml" /><Relationship Id="rId13" Type="http://schemas.openxmlformats.org/officeDocument/2006/relationships/tags" Target="../tags/tag754.xml" /><Relationship Id="rId14" Type="http://schemas.openxmlformats.org/officeDocument/2006/relationships/tags" Target="../tags/tag755.xml" /><Relationship Id="rId15" Type="http://schemas.openxmlformats.org/officeDocument/2006/relationships/tags" Target="../tags/tag756.xml" /><Relationship Id="rId16" Type="http://schemas.openxmlformats.org/officeDocument/2006/relationships/tags" Target="../tags/tag757.xml" /><Relationship Id="rId17" Type="http://schemas.openxmlformats.org/officeDocument/2006/relationships/tags" Target="../tags/tag758.xml" /><Relationship Id="rId18" Type="http://schemas.openxmlformats.org/officeDocument/2006/relationships/tags" Target="../tags/tag759.xml" /><Relationship Id="rId19" Type="http://schemas.openxmlformats.org/officeDocument/2006/relationships/tags" Target="../tags/tag760.xml" /><Relationship Id="rId2" Type="http://schemas.openxmlformats.org/officeDocument/2006/relationships/tags" Target="../tags/tag744.xml" /><Relationship Id="rId20" Type="http://schemas.openxmlformats.org/officeDocument/2006/relationships/tags" Target="../tags/tag761.xml" /><Relationship Id="rId21" Type="http://schemas.openxmlformats.org/officeDocument/2006/relationships/tags" Target="../tags/tag762.xml" /><Relationship Id="rId22" Type="http://schemas.openxmlformats.org/officeDocument/2006/relationships/tags" Target="../tags/tag763.xml" /><Relationship Id="rId23" Type="http://schemas.openxmlformats.org/officeDocument/2006/relationships/image" Target="../media/image4.png" /><Relationship Id="rId24" Type="http://schemas.openxmlformats.org/officeDocument/2006/relationships/tags" Target="../tags/tag764.xml" /><Relationship Id="rId25" Type="http://schemas.openxmlformats.org/officeDocument/2006/relationships/tags" Target="../tags/tag765.xml" /><Relationship Id="rId26" Type="http://schemas.openxmlformats.org/officeDocument/2006/relationships/tags" Target="../tags/tag766.xml" /><Relationship Id="rId27" Type="http://schemas.openxmlformats.org/officeDocument/2006/relationships/tags" Target="../tags/tag767.xml" /><Relationship Id="rId3" Type="http://schemas.openxmlformats.org/officeDocument/2006/relationships/image" Target="../media/image3.png" /><Relationship Id="rId4" Type="http://schemas.openxmlformats.org/officeDocument/2006/relationships/tags" Target="../tags/tag745.xml" /><Relationship Id="rId5" Type="http://schemas.openxmlformats.org/officeDocument/2006/relationships/tags" Target="../tags/tag746.xml" /><Relationship Id="rId6" Type="http://schemas.openxmlformats.org/officeDocument/2006/relationships/tags" Target="../tags/tag747.xml" /><Relationship Id="rId7" Type="http://schemas.openxmlformats.org/officeDocument/2006/relationships/tags" Target="../tags/tag748.xml" /><Relationship Id="rId8" Type="http://schemas.openxmlformats.org/officeDocument/2006/relationships/tags" Target="../tags/tag749.xml" /><Relationship Id="rId9" Type="http://schemas.openxmlformats.org/officeDocument/2006/relationships/tags" Target="../tags/tag750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8" name="图片 7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10" r="10"/>
          <a:stretch>
            <a:fillRect/>
          </a:stretch>
        </p:blipFill>
        <p:spPr>
          <a:xfrm>
            <a:off x="2540" y="0"/>
            <a:ext cx="1218946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gradFill>
              <a:gsLst>
                <a:gs pos="52000">
                  <a:srgbClr val="FFFFFF">
                    <a:alpha val="100000"/>
                  </a:srgbClr>
                </a:gs>
                <a:gs pos="0">
                  <a:schemeClr val="bg1">
                    <a:alpha val="78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8109821" y="1460500"/>
              <a:ext cx="2393079" cy="2163898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5A5F8">
                    <a:alpha val="48000"/>
                  </a:srgbClr>
                </a:gs>
                <a:gs pos="100000">
                  <a:srgbClr val="D3F2E9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 title=""/>
          <p:cNvSpPr txBox="1"/>
          <p:nvPr>
            <p:custDataLst>
              <p:tags r:id="rId8"/>
            </p:custDataLst>
          </p:nvPr>
        </p:nvSpPr>
        <p:spPr>
          <a:xfrm>
            <a:off x="0" y="2034540"/>
            <a:ext cx="12191365" cy="167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4800" b="1">
                <a:solidFill>
                  <a:srgbClr val="068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4800" b="1">
                <a:solidFill>
                  <a:srgbClr val="4175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集合与常用逻辑用语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: 圆角 30" title=""/>
          <p:cNvSpPr/>
          <p:nvPr>
            <p:custDataLst>
              <p:tags r:id="rId9"/>
            </p:custDataLst>
          </p:nvPr>
        </p:nvSpPr>
        <p:spPr>
          <a:xfrm flipV="1">
            <a:off x="8349137" y="2657103"/>
            <a:ext cx="1674812" cy="4762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7F9"/>
              </a:gs>
              <a:gs pos="100000">
                <a:srgbClr val="DDE69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 title=""/>
          <p:cNvGrpSpPr/>
          <p:nvPr>
            <p:custDataLst>
              <p:tags r:id="rId10"/>
            </p:custDataLst>
          </p:nvPr>
        </p:nvGrpSpPr>
        <p:grpSpPr>
          <a:xfrm flipH="1">
            <a:off x="10644249" y="180093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33" name="组合 32"/>
            <p:cNvGrpSpPr/>
            <p:nvPr>
              <p:custDataLst>
                <p:tags r:id="rId11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7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8" name="文本框 57" title=""/>
          <p:cNvSpPr txBox="1"/>
          <p:nvPr>
            <p:custDataLst>
              <p:tags r:id="rId23"/>
            </p:custDataLst>
          </p:nvPr>
        </p:nvSpPr>
        <p:spPr>
          <a:xfrm>
            <a:off x="4414463" y="5061188"/>
            <a:ext cx="336307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人教A版2019必修第一册</a:t>
            </a:r>
            <a:endParaRPr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" name="组合 2" title=""/>
          <p:cNvGrpSpPr/>
          <p:nvPr>
            <p:custDataLst>
              <p:tags r:id="rId24"/>
            </p:custDataLst>
          </p:nvPr>
        </p:nvGrpSpPr>
        <p:grpSpPr>
          <a:xfrm>
            <a:off x="1236477" y="3700145"/>
            <a:ext cx="10161269" cy="674370"/>
            <a:chOff x="-1669" y="5979"/>
            <a:chExt cx="19505" cy="1062"/>
          </a:xfrm>
        </p:grpSpPr>
        <p:sp>
          <p:nvSpPr>
            <p:cNvPr id="30" name="矩形: 圆角 29"/>
            <p:cNvSpPr/>
            <p:nvPr>
              <p:custDataLst>
                <p:tags r:id="rId25"/>
              </p:custDataLst>
            </p:nvPr>
          </p:nvSpPr>
          <p:spPr>
            <a:xfrm rot="10800000" flipV="1">
              <a:off x="-1669" y="5979"/>
              <a:ext cx="18810" cy="10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59CEB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/>
            <p:cNvSpPr txBox="1"/>
            <p:nvPr>
              <p:custDataLst>
                <p:tags r:id="rId26"/>
              </p:custDataLst>
            </p:nvPr>
          </p:nvSpPr>
          <p:spPr>
            <a:xfrm>
              <a:off x="-1439" y="6058"/>
              <a:ext cx="1927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sz="3200" b="1">
                  <a:solidFill>
                    <a:srgbClr val="FCFDFE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1.3集合的基本运算(第2课时)全集、补集及综合运用</a:t>
              </a:r>
              <a:endParaRPr sz="3200" b="1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4" name="图片 3" title=""/>
          <p:cNvPicPr>
            <a:picLocks noChangeAspect="1"/>
          </p:cNvPicPr>
          <p:nvPr userDrawn="1">
            <p:custDataLst>
              <p:tags r:id="rId28"/>
            </p:custDataLst>
          </p:nvPr>
        </p:nvPicPr>
        <p:blipFill>
          <a:blip r:embed="rId27"/>
          <a:srcRect t="193" b="193"/>
          <a:stretch>
            <a:fillRect/>
          </a:stretch>
        </p:blipFill>
        <p:spPr>
          <a:xfrm>
            <a:off x="267335" y="262890"/>
            <a:ext cx="1640840" cy="520700"/>
          </a:xfrm>
          <a:prstGeom prst="rect">
            <a:avLst/>
          </a:prstGeom>
        </p:spPr>
      </p:pic>
      <p:sp>
        <p:nvSpPr>
          <p:cNvPr id="9" name="矩形: 圆角 13" title=""/>
          <p:cNvSpPr/>
          <p:nvPr>
            <p:custDataLst>
              <p:tags r:id="rId29"/>
            </p:custDataLst>
          </p:nvPr>
        </p:nvSpPr>
        <p:spPr>
          <a:xfrm>
            <a:off x="2645410" y="740410"/>
            <a:ext cx="3089910" cy="27241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6F7"/>
              </a:gs>
              <a:gs pos="100000">
                <a:srgbClr val="DCE69E">
                  <a:alpha val="63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14" title=""/>
          <p:cNvSpPr/>
          <p:nvPr>
            <p:custDataLst>
              <p:tags r:id="rId30"/>
            </p:custDataLst>
          </p:nvPr>
        </p:nvSpPr>
        <p:spPr>
          <a:xfrm>
            <a:off x="5070475" y="5845175"/>
            <a:ext cx="4208145" cy="2781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7F8"/>
              </a:gs>
              <a:gs pos="100000">
                <a:srgbClr val="DCE69E">
                  <a:alpha val="55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7" dur="25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9" name="图片 8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组合 3" title=""/>
          <p:cNvGrpSpPr/>
          <p:nvPr>
            <p:custDataLst>
              <p:tags r:id="rId5"/>
            </p:custDataLst>
          </p:nvPr>
        </p:nvGrpSpPr>
        <p:grpSpPr>
          <a:xfrm>
            <a:off x="703036" y="716625"/>
            <a:ext cx="2047422" cy="3312449"/>
            <a:chOff x="17236" y="716625"/>
            <a:chExt cx="2047422" cy="3312449"/>
          </a:xfrm>
        </p:grpSpPr>
        <p:sp>
          <p:nvSpPr>
            <p:cNvPr id="2" name="文本框 1"/>
            <p:cNvSpPr txBox="1"/>
            <p:nvPr>
              <p:custDataLst>
                <p:tags r:id="rId6"/>
              </p:custDataLst>
            </p:nvPr>
          </p:nvSpPr>
          <p:spPr>
            <a:xfrm>
              <a:off x="17236" y="716625"/>
              <a:ext cx="2008414" cy="2553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目录</a:t>
              </a:r>
              <a:endParaRPr lang="zh-CN" altLang="en-US" sz="8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7"/>
              </p:custDataLst>
            </p:nvPr>
          </p:nvSpPr>
          <p:spPr>
            <a:xfrm>
              <a:off x="1604918" y="1625599"/>
              <a:ext cx="459740" cy="240347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en-US" altLang="zh-CN">
                  <a:latin typeface="Times New Roman" panose="02020603050405020304" pitchFamily="18" charset="0"/>
                  <a:ea typeface="思源黑体 CN Heavy" panose="020b0a00000000000000" pitchFamily="34" charset="-122"/>
                  <a:cs typeface="Times New Roman" panose="02020603050405020304" pitchFamily="18" charset="0"/>
                </a:rPr>
                <a:t>CATALOG</a:t>
              </a:r>
              <a:endParaRPr lang="en-US" altLang="zh-CN">
                <a:latin typeface="Times New Roman" panose="02020603050405020304" pitchFamily="18" charset="0"/>
                <a:ea typeface="思源黑体 CN Heavy" panose="020b0a00000000000000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18" title=""/>
          <p:cNvGrpSpPr/>
          <p:nvPr>
            <p:custDataLst>
              <p:tags r:id="rId8"/>
            </p:custDataLst>
          </p:nvPr>
        </p:nvGrpSpPr>
        <p:grpSpPr>
          <a:xfrm>
            <a:off x="4895850" y="787400"/>
            <a:ext cx="5391150" cy="749300"/>
            <a:chOff x="4718050" y="609600"/>
            <a:chExt cx="5391150" cy="749300"/>
          </a:xfrm>
        </p:grpSpPr>
        <p:sp>
          <p:nvSpPr>
            <p:cNvPr id="5" name="矩形: 圆角 4"/>
            <p:cNvSpPr/>
            <p:nvPr>
              <p:custDataLst>
                <p:tags r:id="rId9"/>
              </p:custDataLst>
            </p:nvPr>
          </p:nvSpPr>
          <p:spPr>
            <a:xfrm flipH="1">
              <a:off x="4718050" y="609600"/>
              <a:ext cx="5391150" cy="749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">
                  <a:srgbClr val="DCE69E"/>
                </a:gs>
                <a:gs pos="100000">
                  <a:srgbClr val="15A5F9">
                    <a:alpha val="0"/>
                  </a:srgbClr>
                </a:gs>
                <a:gs pos="100000">
                  <a:srgbClr val="17A6F7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0"/>
              </p:custDataLst>
            </p:nvPr>
          </p:nvSpPr>
          <p:spPr>
            <a:xfrm>
              <a:off x="5035550" y="694581"/>
              <a:ext cx="500380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01.</a:t>
              </a:r>
              <a:r>
                <a:rPr lang="zh-CN" altLang="en-US" sz="32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全集与补集</a:t>
              </a:r>
              <a:endPara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" name="组合 14" title=""/>
          <p:cNvGrpSpPr/>
          <p:nvPr>
            <p:custDataLst>
              <p:tags r:id="rId11"/>
            </p:custDataLst>
          </p:nvPr>
        </p:nvGrpSpPr>
        <p:grpSpPr>
          <a:xfrm>
            <a:off x="4895850" y="3620135"/>
            <a:ext cx="5391150" cy="749300"/>
            <a:chOff x="7710" y="5701"/>
            <a:chExt cx="8490" cy="1180"/>
          </a:xfrm>
        </p:grpSpPr>
        <p:sp>
          <p:nvSpPr>
            <p:cNvPr id="13" name="矩形: 圆角 4"/>
            <p:cNvSpPr/>
            <p:nvPr>
              <p:custDataLst>
                <p:tags r:id="rId12"/>
              </p:custDataLst>
            </p:nvPr>
          </p:nvSpPr>
          <p:spPr>
            <a:xfrm flipH="1">
              <a:off x="7710" y="5701"/>
              <a:ext cx="8490" cy="11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">
                  <a:srgbClr val="DCE69E"/>
                </a:gs>
                <a:gs pos="100000">
                  <a:srgbClr val="15A5F9">
                    <a:alpha val="0"/>
                  </a:srgbClr>
                </a:gs>
                <a:gs pos="100000">
                  <a:srgbClr val="17A6F7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13"/>
              </p:custDataLst>
            </p:nvPr>
          </p:nvSpPr>
          <p:spPr>
            <a:xfrm>
              <a:off x="8210" y="5840"/>
              <a:ext cx="788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03.</a:t>
              </a:r>
              <a:r>
                <a:rPr lang="zh-CN" altLang="en-US" sz="32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典型例题分析</a:t>
              </a:r>
              <a:endPara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3" name="组合 22" title=""/>
          <p:cNvGrpSpPr/>
          <p:nvPr>
            <p:custDataLst>
              <p:tags r:id="rId14"/>
            </p:custDataLst>
          </p:nvPr>
        </p:nvGrpSpPr>
        <p:grpSpPr>
          <a:xfrm>
            <a:off x="5899150" y="2201333"/>
            <a:ext cx="5647055" cy="749300"/>
            <a:chOff x="6534150" y="2137833"/>
            <a:chExt cx="5647055" cy="749300"/>
          </a:xfrm>
        </p:grpSpPr>
        <p:sp>
          <p:nvSpPr>
            <p:cNvPr id="6" name="矩形: 圆角 5"/>
            <p:cNvSpPr/>
            <p:nvPr>
              <p:custDataLst>
                <p:tags r:id="rId15"/>
              </p:custDataLst>
            </p:nvPr>
          </p:nvSpPr>
          <p:spPr>
            <a:xfrm flipH="1">
              <a:off x="6534150" y="2137833"/>
              <a:ext cx="5391150" cy="749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68BD8"/>
                </a:gs>
                <a:gs pos="100000">
                  <a:srgbClr val="17A6F7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6"/>
              </p:custDataLst>
            </p:nvPr>
          </p:nvSpPr>
          <p:spPr>
            <a:xfrm>
              <a:off x="6762750" y="2234353"/>
              <a:ext cx="54184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02.</a:t>
              </a:r>
              <a:r>
                <a:rPr lang="zh-CN" altLang="en-US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交</a:t>
              </a:r>
              <a:r>
                <a:rPr lang="en-US" altLang="zh-CN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并</a:t>
              </a:r>
              <a:r>
                <a:rPr lang="en-US" altLang="zh-CN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补集的综合运算</a:t>
              </a:r>
              <a:endPara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" name="组合 15" title=""/>
          <p:cNvGrpSpPr/>
          <p:nvPr>
            <p:custDataLst>
              <p:tags r:id="rId17"/>
            </p:custDataLst>
          </p:nvPr>
        </p:nvGrpSpPr>
        <p:grpSpPr>
          <a:xfrm>
            <a:off x="5899150" y="5049520"/>
            <a:ext cx="5391150" cy="749300"/>
            <a:chOff x="9290" y="7952"/>
            <a:chExt cx="8490" cy="1180"/>
          </a:xfrm>
        </p:grpSpPr>
        <p:sp>
          <p:nvSpPr>
            <p:cNvPr id="14" name="矩形: 圆角 5"/>
            <p:cNvSpPr/>
            <p:nvPr>
              <p:custDataLst>
                <p:tags r:id="rId18"/>
              </p:custDataLst>
            </p:nvPr>
          </p:nvSpPr>
          <p:spPr>
            <a:xfrm flipH="1">
              <a:off x="9290" y="7952"/>
              <a:ext cx="8490" cy="11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68BD8"/>
                </a:gs>
                <a:gs pos="100000">
                  <a:srgbClr val="17A6F7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19"/>
              </p:custDataLst>
            </p:nvPr>
          </p:nvSpPr>
          <p:spPr>
            <a:xfrm>
              <a:off x="9650" y="8099"/>
              <a:ext cx="788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04.</a:t>
              </a:r>
              <a:r>
                <a:rPr lang="zh-CN" altLang="en-US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小结及随堂练习</a:t>
              </a:r>
              <a:endPara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-635" y="0"/>
            <a:ext cx="12192635" cy="6858000"/>
            <a:chOff x="-635" y="0"/>
            <a:chExt cx="12192635" cy="6858000"/>
          </a:xfrm>
        </p:grpSpPr>
        <p:pic>
          <p:nvPicPr>
            <p:cNvPr id="12" name="图片 11" descr="C:/Users/DELL/Desktop/图片1.png图片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4"/>
            <a:srcRect l="26" r="26"/>
            <a:stretch>
              <a:fillRect/>
            </a:stretch>
          </p:blipFill>
          <p:spPr>
            <a:xfrm>
              <a:off x="-635" y="0"/>
              <a:ext cx="12192635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6"/>
              </p:custDataLst>
            </p:nvPr>
          </p:nvSpPr>
          <p:spPr>
            <a:xfrm flipH="1">
              <a:off x="330200" y="342900"/>
              <a:ext cx="11515090" cy="6224270"/>
            </a:xfrm>
            <a:prstGeom prst="round2DiagRect">
              <a:avLst/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 title=""/>
          <p:cNvGrpSpPr/>
          <p:nvPr>
            <p:custDataLst>
              <p:tags r:id="rId7"/>
            </p:custDataLst>
          </p:nvPr>
        </p:nvGrpSpPr>
        <p:grpSpPr>
          <a:xfrm>
            <a:off x="854711" y="628541"/>
            <a:ext cx="5197474" cy="521970"/>
            <a:chOff x="330201" y="576471"/>
            <a:chExt cx="5197474" cy="521970"/>
          </a:xfrm>
        </p:grpSpPr>
        <p:sp>
          <p:nvSpPr>
            <p:cNvPr id="14" name="文本框 13"/>
            <p:cNvSpPr txBox="1"/>
            <p:nvPr>
              <p:custDataLst>
                <p:tags r:id="rId8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学习目标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25" name="文本框 24" title=""/>
          <p:cNvSpPr txBox="1"/>
          <p:nvPr>
            <p:custDataLst>
              <p:tags r:id="rId10"/>
            </p:custDataLst>
          </p:nvPr>
        </p:nvSpPr>
        <p:spPr>
          <a:xfrm>
            <a:off x="995045" y="1908810"/>
            <a:ext cx="10087610" cy="33991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342900" indent="-342900" algn="l" fontAlgn="auto">
              <a:lnSpc>
                <a:spcPct val="200000"/>
              </a:lnSpc>
              <a:buClr>
                <a:srgbClr val="068BD8"/>
              </a:buClr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了解全集的含义及其符号表示．</a:t>
            </a:r>
            <a:r>
              <a:rPr lang="zh-CN" altLang="en-US" sz="2400">
                <a:solidFill>
                  <a:srgbClr val="068BD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(易混点)</a:t>
            </a:r>
            <a:endParaRPr lang="zh-CN" altLang="en-US" sz="2400">
              <a:solidFill>
                <a:srgbClr val="068BD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Clr>
                <a:srgbClr val="068BD8"/>
              </a:buClr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理解给定集合中一个子集的补集的含义，并会求给定子集的补集．</a:t>
            </a:r>
            <a:r>
              <a:rPr lang="zh-CN" altLang="en-US" sz="2400">
                <a:solidFill>
                  <a:srgbClr val="068BD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(重点、难点)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Clr>
                <a:srgbClr val="068BD8"/>
              </a:buClr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会用Venn图、数轴进行集合的运算．</a:t>
            </a:r>
            <a:r>
              <a:rPr lang="zh-CN" altLang="en-US" sz="2400">
                <a:solidFill>
                  <a:srgbClr val="068BD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(重点)</a:t>
            </a:r>
            <a:endParaRPr lang="zh-CN" altLang="en-US" sz="2400">
              <a:solidFill>
                <a:srgbClr val="068BD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grpSp>
        <p:nvGrpSpPr>
          <p:cNvPr id="6" name="组合 5" title=""/>
          <p:cNvGrpSpPr/>
          <p:nvPr>
            <p:custDataLst>
              <p:tags r:id="rId11"/>
            </p:custDataLst>
          </p:nvPr>
        </p:nvGrpSpPr>
        <p:grpSpPr>
          <a:xfrm rot="16200000" flipH="1">
            <a:off x="10828399" y="5261685"/>
            <a:ext cx="176150" cy="780068"/>
            <a:chOff x="8290832" y="4887686"/>
            <a:chExt cx="296617" cy="1313542"/>
          </a:xfrm>
          <a:solidFill>
            <a:srgbClr val="17A6F7"/>
          </a:solidFill>
        </p:grpSpPr>
        <p:grpSp>
          <p:nvGrpSpPr>
            <p:cNvPr id="7" name="组合 6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0" name="等腰三角形 9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1" name="矩形: 圆角 13" title=""/>
          <p:cNvSpPr/>
          <p:nvPr>
            <p:custDataLst>
              <p:tags r:id="rId24"/>
            </p:custDataLst>
          </p:nvPr>
        </p:nvSpPr>
        <p:spPr>
          <a:xfrm>
            <a:off x="8764905" y="5964555"/>
            <a:ext cx="2736850" cy="22796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6F7"/>
              </a:gs>
              <a:gs pos="100000">
                <a:srgbClr val="DCE69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7B5F9">
                    <a:alpha val="48000"/>
                  </a:srgbClr>
                </a:gs>
                <a:gs pos="100000">
                  <a:srgbClr val="D5E69E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8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33" name="组合 32"/>
            <p:cNvGrpSpPr/>
            <p:nvPr>
              <p:custDataLst>
                <p:tags r:id="rId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1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46" name="组合 45"/>
            <p:cNvGrpSpPr/>
            <p:nvPr>
              <p:custDataLst>
                <p:tags r:id="rId2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2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 title=""/>
          <p:cNvSpPr txBox="1"/>
          <p:nvPr>
            <p:custDataLst>
              <p:tags r:id="rId34"/>
            </p:custDataLst>
          </p:nvPr>
        </p:nvSpPr>
        <p:spPr>
          <a:xfrm>
            <a:off x="2949575" y="2222500"/>
            <a:ext cx="50596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0">
                <a:solidFill>
                  <a:srgbClr val="0BA4F5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lang="en-US" altLang="zh-CN" sz="18000">
              <a:solidFill>
                <a:srgbClr val="0BA4F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 title=""/>
          <p:cNvSpPr txBox="1"/>
          <p:nvPr>
            <p:custDataLst>
              <p:tags r:id="rId35"/>
            </p:custDataLst>
          </p:nvPr>
        </p:nvSpPr>
        <p:spPr>
          <a:xfrm>
            <a:off x="5822950" y="3123565"/>
            <a:ext cx="47313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全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集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补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</a:t>
            </a:r>
            <a:endParaRPr lang="zh-CN" altLang="en-US" sz="4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36"/>
            </p:custDataLst>
          </p:nvPr>
        </p:nvSpPr>
        <p:spPr>
          <a:xfrm>
            <a:off x="2384425" y="1657350"/>
            <a:ext cx="7423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集合的基本运算(第2课时)全集、补集及综合运用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导入新知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32772" name="文本框 32771" title=""/>
          <p:cNvSpPr txBox="1"/>
          <p:nvPr>
            <p:custDataLst>
              <p:tags r:id="rId9"/>
            </p:custDataLst>
          </p:nvPr>
        </p:nvSpPr>
        <p:spPr>
          <a:xfrm>
            <a:off x="764540" y="1041400"/>
            <a:ext cx="10518140" cy="18637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</a:rPr>
              <a:t>在研究问题时，我们经常需要确定研究对象的范围．</a:t>
            </a:r>
            <a:endParaRPr lang="zh-CN" altLang="en-US" sz="2400" b="1">
              <a:solidFill>
                <a:srgbClr val="0061BC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例如：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从小学到初中，数的研究范围逐步地由自然数到正分数，再到有理数，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     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引进无理数后，数的研究范围扩充到实数．在高中阶段，数的研究范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     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围将进一步扩充．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3" name="组合 2" title=""/>
          <p:cNvGrpSpPr/>
          <p:nvPr>
            <p:custDataLst>
              <p:tags r:id="rId10"/>
            </p:custDataLst>
          </p:nvPr>
        </p:nvGrpSpPr>
        <p:grpSpPr>
          <a:xfrm>
            <a:off x="765175" y="2905125"/>
            <a:ext cx="10518140" cy="2627630"/>
            <a:chOff x="1205" y="4575"/>
            <a:chExt cx="16564" cy="4138"/>
          </a:xfrm>
        </p:grpSpPr>
        <p:sp>
          <p:nvSpPr>
            <p:cNvPr id="22" name="圆角矩形 21"/>
            <p:cNvSpPr/>
            <p:nvPr>
              <p:custDataLst>
                <p:tags r:id="rId11"/>
              </p:custDataLst>
            </p:nvPr>
          </p:nvSpPr>
          <p:spPr>
            <a:xfrm>
              <a:off x="1205" y="4575"/>
              <a:ext cx="16564" cy="4139"/>
            </a:xfrm>
            <a:prstGeom prst="roundRect">
              <a:avLst/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2773" name="对象 32772"/>
            <p:cNvGraphicFramePr>
              <a:graphicFrameLocks noChangeAspect="1"/>
            </p:cNvGraphicFramePr>
            <p:nvPr>
              <p:custDataLst>
                <p:tags r:id="rId12"/>
              </p:custDataLst>
            </p:nvPr>
          </p:nvGraphicFramePr>
          <p:xfrm>
            <a:off x="2730" y="4778"/>
            <a:ext cx="14226" cy="3785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38" r:id="rId13" imgW="4419600" imgH="1231265" progId="Equation.DSMT4">
                    <p:embed/>
                  </p:oleObj>
                </mc:Choice>
                <mc:Fallback>
                  <p:oleObj r:id="rId13" imgW="4419600" imgH="1231265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730" y="4778"/>
                          <a:ext cx="14226" cy="37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4" name="文本框 32773" title=""/>
          <p:cNvSpPr txBox="1"/>
          <p:nvPr>
            <p:custDataLst>
              <p:tags r:id="rId15"/>
            </p:custDataLst>
          </p:nvPr>
        </p:nvSpPr>
        <p:spPr>
          <a:xfrm>
            <a:off x="777875" y="5593080"/>
            <a:ext cx="10699750" cy="902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745490" algn="l" fontAlgn="auto">
              <a:lnSpc>
                <a:spcPct val="110000"/>
              </a:lnSpc>
            </a:pP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一般地，如果一个集合包含有所研究问题中涉及的所有元素，那么就称这个集合为全集（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universe set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），通常记作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．</a:t>
            </a:r>
            <a:endParaRPr lang="zh-CN" altLang="en-US" sz="2400" b="1">
              <a:solidFill>
                <a:srgbClr val="0061BC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4" name="文本框 3" title=""/>
          <p:cNvSpPr txBox="1"/>
          <p:nvPr>
            <p:custDataLst>
              <p:tags r:id="rId9"/>
            </p:custDataLst>
          </p:nvPr>
        </p:nvSpPr>
        <p:spPr>
          <a:xfrm>
            <a:off x="764540" y="1041400"/>
            <a:ext cx="10518140" cy="5340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</a:rPr>
              <a:t>通常也把给定的集合作为全集．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6" name="组合 5" title=""/>
          <p:cNvGrpSpPr/>
          <p:nvPr>
            <p:custDataLst>
              <p:tags r:id="rId10"/>
            </p:custDataLst>
          </p:nvPr>
        </p:nvGrpSpPr>
        <p:grpSpPr>
          <a:xfrm>
            <a:off x="821055" y="1621790"/>
            <a:ext cx="10367010" cy="1428750"/>
            <a:chOff x="1293" y="2554"/>
            <a:chExt cx="16326" cy="2250"/>
          </a:xfrm>
        </p:grpSpPr>
        <p:sp>
          <p:nvSpPr>
            <p:cNvPr id="5" name="矩形 4"/>
            <p:cNvSpPr/>
            <p:nvPr>
              <p:custDataLst>
                <p:tags r:id="rId11"/>
              </p:custDataLst>
            </p:nvPr>
          </p:nvSpPr>
          <p:spPr>
            <a:xfrm>
              <a:off x="1293" y="4100"/>
              <a:ext cx="16326" cy="685"/>
            </a:xfrm>
            <a:prstGeom prst="rect">
              <a:avLst/>
            </a:prstGeom>
            <a:solidFill>
              <a:srgbClr val="D5E69E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3797" name="对象 33796"/>
            <p:cNvGraphicFramePr>
              <a:graphicFrameLocks noChangeAspect="1"/>
            </p:cNvGraphicFramePr>
            <p:nvPr>
              <p:custDataLst>
                <p:tags r:id="rId12"/>
              </p:custDataLst>
            </p:nvPr>
          </p:nvGraphicFramePr>
          <p:xfrm>
            <a:off x="1293" y="2554"/>
            <a:ext cx="16326" cy="2250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39" r:id="rId13" imgW="4737100" imgH="711200" progId="Equation.DSMT4">
                    <p:embed/>
                  </p:oleObj>
                </mc:Choice>
                <mc:Fallback>
                  <p:oleObj r:id="rId13" imgW="4737100" imgH="7112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293" y="2554"/>
                          <a:ext cx="16326" cy="2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 title=""/>
          <p:cNvGrpSpPr/>
          <p:nvPr>
            <p:custDataLst>
              <p:tags r:id="rId15"/>
            </p:custDataLst>
          </p:nvPr>
        </p:nvGrpSpPr>
        <p:grpSpPr>
          <a:xfrm>
            <a:off x="2987040" y="3242945"/>
            <a:ext cx="5953125" cy="2013585"/>
            <a:chOff x="6030" y="6079"/>
            <a:chExt cx="8648" cy="2741"/>
          </a:xfrm>
        </p:grpSpPr>
        <p:sp>
          <p:nvSpPr>
            <p:cNvPr id="10" name="文本框 9"/>
            <p:cNvSpPr txBox="1"/>
            <p:nvPr>
              <p:custDataLst>
                <p:tags r:id="rId16"/>
              </p:custDataLst>
            </p:nvPr>
          </p:nvSpPr>
          <p:spPr>
            <a:xfrm>
              <a:off x="6030" y="6080"/>
              <a:ext cx="3788" cy="2740"/>
            </a:xfrm>
            <a:prstGeom prst="rect">
              <a:avLst/>
            </a:prstGeom>
            <a:noFill/>
            <a:ln w="15875" cap="flat" cmpd="sng">
              <a:solidFill>
                <a:srgbClr val="9FC157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square" anchor="ctr" anchorCtr="0">
              <a:no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10000"/>
                </a:lnSpc>
                <a:spcAft>
                  <a:spcPct val="0"/>
                </a:spcAft>
                <a:buNone/>
              </a:pPr>
              <a:r>
                <a:rPr 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补集的</a:t>
              </a:r>
              <a:endParaRPr 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endParaRPr>
            </a:p>
            <a:p>
              <a:pPr marL="0" lvl="0" indent="0" algn="ctr" eaLnBrk="1" hangingPunct="1">
                <a:lnSpc>
                  <a:spcPct val="110000"/>
                </a:lnSpc>
                <a:spcAft>
                  <a:spcPct val="0"/>
                </a:spcAft>
                <a:buNone/>
              </a:pPr>
              <a:r>
                <a:rPr 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Venn图表示</a:t>
              </a:r>
              <a:endParaRPr 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endParaRPr>
            </a:p>
          </p:txBody>
        </p:sp>
        <p:pic>
          <p:nvPicPr>
            <p:cNvPr id="33799" name="图片 33798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/>
            <a:srcRect l="798" t="1382" r="2476" b="3728"/>
            <a:stretch>
              <a:fillRect/>
            </a:stretch>
          </p:blipFill>
          <p:spPr>
            <a:xfrm>
              <a:off x="9818" y="6079"/>
              <a:ext cx="4861" cy="274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8" name="组合 7" title=""/>
          <p:cNvGrpSpPr/>
          <p:nvPr>
            <p:custDataLst>
              <p:tags r:id="rId19"/>
            </p:custDataLst>
          </p:nvPr>
        </p:nvGrpSpPr>
        <p:grpSpPr>
          <a:xfrm>
            <a:off x="821055" y="5450205"/>
            <a:ext cx="10367010" cy="560070"/>
            <a:chOff x="1293" y="8583"/>
            <a:chExt cx="16326" cy="882"/>
          </a:xfrm>
        </p:grpSpPr>
        <p:sp>
          <p:nvSpPr>
            <p:cNvPr id="28" name="圆角矩形 27"/>
            <p:cNvSpPr/>
            <p:nvPr>
              <p:custDataLst>
                <p:tags r:id="rId20"/>
              </p:custDataLst>
            </p:nvPr>
          </p:nvSpPr>
          <p:spPr>
            <a:xfrm rot="16200000">
              <a:off x="9015" y="861"/>
              <a:ext cx="883" cy="16326"/>
            </a:xfrm>
            <a:prstGeom prst="roundRect">
              <a:avLst>
                <a:gd name="adj" fmla="val 16591"/>
              </a:avLst>
            </a:prstGeom>
            <a:gradFill>
              <a:gsLst>
                <a:gs pos="31000">
                  <a:srgbClr val="47C2E3">
                    <a:alpha val="71000"/>
                  </a:srgbClr>
                </a:gs>
                <a:gs pos="0">
                  <a:srgbClr val="14A2F3">
                    <a:alpha val="82000"/>
                  </a:srgbClr>
                </a:gs>
                <a:gs pos="68000">
                  <a:srgbClr val="76CECC">
                    <a:alpha val="46000"/>
                  </a:srgbClr>
                </a:gs>
                <a:gs pos="100000">
                  <a:srgbClr val="D5E69E">
                    <a:alpha val="7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21"/>
              </p:custDataLst>
            </p:nvPr>
          </p:nvSpPr>
          <p:spPr>
            <a:xfrm>
              <a:off x="2543" y="8649"/>
              <a:ext cx="1371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</a:rPr>
                <a:t>说明：</a:t>
              </a:r>
              <a:r>
                <a:rPr sz="2400"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</a:rPr>
                <a:t>补集的概念必须要有全集的限制</a:t>
              </a:r>
              <a:endParaRPr sz="2400"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-635" y="3810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" name="组合 2" title=""/>
          <p:cNvGrpSpPr/>
          <p:nvPr>
            <p:custDataLst>
              <p:tags r:id="rId9"/>
            </p:custDataLst>
          </p:nvPr>
        </p:nvGrpSpPr>
        <p:grpSpPr>
          <a:xfrm>
            <a:off x="844550" y="1005205"/>
            <a:ext cx="10436860" cy="1925955"/>
            <a:chOff x="1330" y="1583"/>
            <a:chExt cx="16436" cy="3033"/>
          </a:xfrm>
        </p:grpSpPr>
        <p:sp>
          <p:nvSpPr>
            <p:cNvPr id="191494" name="文本框 4"/>
            <p:cNvSpPr txBox="1"/>
            <p:nvPr>
              <p:custDataLst>
                <p:tags r:id="rId10"/>
              </p:custDataLst>
            </p:nvPr>
          </p:nvSpPr>
          <p:spPr>
            <a:xfrm>
              <a:off x="1330" y="1583"/>
              <a:ext cx="16436" cy="15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全集：</a:t>
              </a:r>
              <a:r>
                <a:rPr lang="en-US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若一个集合含有所研究问题中涉及的</a:t>
              </a:r>
              <a:r>
                <a:rPr lang="en-US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所有元素</a:t>
              </a:r>
              <a:r>
                <a:rPr lang="en-US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，则称该集合为</a:t>
              </a:r>
              <a:endPara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             </a:t>
              </a:r>
              <a:r>
                <a:rPr lang="en-US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全集</a:t>
              </a:r>
              <a:r>
                <a:rPr lang="en-US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，通常记为</a:t>
              </a:r>
              <a:r>
                <a:rPr lang="en-US" altLang="en-US" sz="2400" b="1" i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U</a:t>
              </a:r>
              <a:r>
                <a:rPr lang="en-US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.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612" name="文本框 5"/>
            <p:cNvSpPr/>
            <p:nvPr>
              <p:custDataLst>
                <p:tags r:id="rId11"/>
              </p:custDataLst>
            </p:nvPr>
          </p:nvSpPr>
          <p:spPr>
            <a:xfrm>
              <a:off x="1330" y="3077"/>
              <a:ext cx="16436" cy="1539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</a:pP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补集：由</a:t>
              </a:r>
              <a:r>
                <a:rPr lang="zh-CN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全集</a:t>
              </a:r>
              <a:r>
                <a:rPr lang="en-US" altLang="zh-CN" sz="2400" b="1" i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zh-CN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中不属于</a:t>
              </a:r>
              <a:r>
                <a:rPr lang="en-US" altLang="zh-CN" sz="2400" b="1" i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的所有元素组成的集合，称为</a:t>
              </a:r>
              <a:r>
                <a:rPr lang="zh-CN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集合</a:t>
              </a:r>
              <a:r>
                <a:rPr lang="en-US" altLang="zh-CN" sz="2400" b="1" i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相对于全集</a:t>
              </a:r>
              <a:endPara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20000"/>
                </a:lnSpc>
              </a:pPr>
              <a:r>
                <a:rPr lang="zh-CN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lang="en-US" altLang="zh-CN" sz="2400" b="1" i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zh-CN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的补集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，简称</a:t>
              </a:r>
              <a:r>
                <a:rPr lang="zh-CN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集合</a:t>
              </a:r>
              <a:r>
                <a:rPr lang="en-US" altLang="zh-CN" sz="2400" b="1" i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的补集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endParaRPr lang="zh-CN" alt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 title=""/>
          <p:cNvGrpSpPr/>
          <p:nvPr>
            <p:custDataLst>
              <p:tags r:id="rId12"/>
            </p:custDataLst>
          </p:nvPr>
        </p:nvGrpSpPr>
        <p:grpSpPr>
          <a:xfrm>
            <a:off x="844550" y="2992755"/>
            <a:ext cx="10126345" cy="520700"/>
            <a:chOff x="1330" y="4713"/>
            <a:chExt cx="15947" cy="820"/>
          </a:xfrm>
        </p:grpSpPr>
        <p:sp>
          <p:nvSpPr>
            <p:cNvPr id="110598" name="文本框 5"/>
            <p:cNvSpPr/>
            <p:nvPr>
              <p:custDataLst>
                <p:tags r:id="rId13"/>
              </p:custDataLst>
            </p:nvPr>
          </p:nvSpPr>
          <p:spPr>
            <a:xfrm>
              <a:off x="1330" y="4713"/>
              <a:ext cx="4592" cy="783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110000"/>
                </a:lnSpc>
              </a:pP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符号语言：</a:t>
              </a:r>
              <a:endParaRPr lang="zh-CN" alt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14"/>
              </p:custDataLst>
            </p:nvPr>
          </p:nvSpPr>
          <p:spPr>
            <a:xfrm>
              <a:off x="4377" y="4713"/>
              <a:ext cx="12901" cy="820"/>
            </a:xfrm>
            <a:prstGeom prst="rect">
              <a:avLst/>
            </a:prstGeom>
            <a:solidFill>
              <a:srgbClr val="D5E69E">
                <a:alpha val="15000"/>
              </a:srgbClr>
            </a:solidFill>
            <a:ln w="22225">
              <a:noFill/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        </a:t>
              </a:r>
              <a:endParaRPr lang="zh-CN" altLang="en-US"/>
            </a:p>
          </p:txBody>
        </p:sp>
        <p:grpSp>
          <p:nvGrpSpPr>
            <p:cNvPr id="110601" name="组合 36"/>
            <p:cNvGrpSpPr/>
            <p:nvPr>
              <p:custDataLst>
                <p:tags r:id="rId15"/>
              </p:custDataLst>
            </p:nvPr>
          </p:nvGrpSpPr>
          <p:grpSpPr>
            <a:xfrm>
              <a:off x="4377" y="4734"/>
              <a:ext cx="8515" cy="725"/>
              <a:chOff x="-718" y="7172"/>
              <a:chExt cx="8516" cy="725"/>
            </a:xfrm>
          </p:grpSpPr>
          <p:sp>
            <p:nvSpPr>
              <p:cNvPr id="110613" name="文本框 17"/>
              <p:cNvSpPr/>
              <p:nvPr>
                <p:custDataLst>
                  <p:tags r:id="rId16"/>
                </p:custDataLst>
              </p:nvPr>
            </p:nvSpPr>
            <p:spPr>
              <a:xfrm>
                <a:off x="-718" y="7172"/>
                <a:ext cx="8516" cy="725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5pPr>
              </a:lstStyle>
              <a:p>
                <a:pPr marL="0" lvl="0" indent="0" eaLnBrk="1" hangingPunct="1"/>
                <a:r>
                  <a:rPr lang="en-US" altLang="zh-CN" sz="2400">
                    <a:solidFill>
                      <a:schemeClr val="accent2"/>
                    </a:solidFill>
                    <a:latin typeface="Agency FB" panose="020b0503020202020204" pitchFamily="34" charset="0"/>
                    <a:sym typeface="黑体" panose="02010609060101010101" charset="-122"/>
                  </a:rPr>
                  <a:t>C</a:t>
                </a:r>
                <a:r>
                  <a:rPr lang="en-US" altLang="zh-CN" sz="2400" b="1" baseline="-25000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U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A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黑体" panose="02010609060101010101" charset="-122"/>
                  </a:rPr>
                  <a:t>=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{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x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|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x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∈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U,</a:t>
                </a:r>
                <a:r>
                  <a:rPr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且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x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∈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A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sym typeface="黑体" panose="02010609060101010101" charset="-122"/>
                  </a:rPr>
                  <a:t>}</a:t>
                </a:r>
                <a:endParaRPr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  <a:sym typeface="黑体" panose="02010609060101010101" charset="-122"/>
                </a:endParaRPr>
              </a:p>
            </p:txBody>
          </p:sp>
          <p:cxnSp>
            <p:nvCxnSpPr>
              <p:cNvPr id="110614" name="直接连接符 38"/>
              <p:cNvCxnSpPr/>
              <p:nvPr>
                <p:custDataLst>
                  <p:tags r:id="rId17"/>
                </p:custDataLst>
              </p:nvPr>
            </p:nvCxnSpPr>
            <p:spPr>
              <a:xfrm flipH="1">
                <a:off x="3172" y="7268"/>
                <a:ext cx="143" cy="56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miter lim="800000"/>
              </a:ln>
            </p:spPr>
          </p:cxnSp>
        </p:grpSp>
      </p:grpSp>
      <p:grpSp>
        <p:nvGrpSpPr>
          <p:cNvPr id="8" name="组合 7" title=""/>
          <p:cNvGrpSpPr/>
          <p:nvPr>
            <p:custDataLst>
              <p:tags r:id="rId18"/>
            </p:custDataLst>
          </p:nvPr>
        </p:nvGrpSpPr>
        <p:grpSpPr>
          <a:xfrm>
            <a:off x="847090" y="4989830"/>
            <a:ext cx="3707765" cy="1055370"/>
            <a:chOff x="1334" y="7858"/>
            <a:chExt cx="5839" cy="1662"/>
          </a:xfrm>
        </p:grpSpPr>
        <p:sp>
          <p:nvSpPr>
            <p:cNvPr id="110602" name="文本框 39"/>
            <p:cNvSpPr/>
            <p:nvPr>
              <p:custDataLst>
                <p:tags r:id="rId19"/>
              </p:custDataLst>
            </p:nvPr>
          </p:nvSpPr>
          <p:spPr>
            <a:xfrm>
              <a:off x="3418" y="7936"/>
              <a:ext cx="3716" cy="66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</a:pP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①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A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∪(</a:t>
              </a:r>
              <a:r>
                <a:rPr lang="en-US" altLang="zh-CN" sz="2400">
                  <a:solidFill>
                    <a:schemeClr val="tx1"/>
                  </a:solidFill>
                  <a:latin typeface="Agency FB" panose="020b0503020202020204" pitchFamily="34" charset="0"/>
                  <a:sym typeface="黑体" panose="02010609060101010101" charset="-122"/>
                </a:rPr>
                <a:t>C</a:t>
              </a:r>
              <a:r>
                <a:rPr lang="en-US" altLang="zh-CN" sz="2400" b="1" baseline="-25000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U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A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)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sym typeface="黑体" panose="02010609060101010101" charset="-122"/>
                </a:rPr>
                <a:t>=_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  <a:ea typeface="微软雅黑" panose="020b0503020204020204" charset="-122"/>
                  <a:sym typeface="黑体" panose="02010609060101010101" charset="-122"/>
                </a:rPr>
                <a:t>__</a:t>
              </a:r>
              <a:endParaRPr lang="en-US" altLang="zh-CN" sz="24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charset="-122"/>
              </a:endParaRPr>
            </a:p>
          </p:txBody>
        </p:sp>
        <p:sp>
          <p:nvSpPr>
            <p:cNvPr id="110600" name="文本框 5"/>
            <p:cNvSpPr/>
            <p:nvPr>
              <p:custDataLst>
                <p:tags r:id="rId20"/>
              </p:custDataLst>
            </p:nvPr>
          </p:nvSpPr>
          <p:spPr>
            <a:xfrm>
              <a:off x="1334" y="7858"/>
              <a:ext cx="4592" cy="783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110000"/>
                </a:lnSpc>
              </a:pP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性质：</a:t>
              </a:r>
              <a:endParaRPr lang="zh-CN" alt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603" name="文本框 40"/>
            <p:cNvSpPr/>
            <p:nvPr>
              <p:custDataLst>
                <p:tags r:id="rId21"/>
              </p:custDataLst>
            </p:nvPr>
          </p:nvSpPr>
          <p:spPr>
            <a:xfrm>
              <a:off x="3855" y="8854"/>
              <a:ext cx="3319" cy="66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</a:pP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A 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∩ (</a:t>
              </a:r>
              <a:r>
                <a:rPr lang="en-US" altLang="zh-CN" sz="2400" b="1">
                  <a:solidFill>
                    <a:schemeClr val="tx1"/>
                  </a:solidFill>
                  <a:latin typeface="Agency FB" panose="020b0503020202020204" pitchFamily="34" charset="0"/>
                  <a:sym typeface="黑体" panose="02010609060101010101" charset="-122"/>
                </a:rPr>
                <a:t>C</a:t>
              </a:r>
              <a:r>
                <a:rPr lang="en-US" altLang="zh-CN" sz="2400" b="1" baseline="-25000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U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A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)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sym typeface="黑体" panose="02010609060101010101" charset="-122"/>
                </a:rPr>
                <a:t>=___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charset="-122"/>
              </a:endParaRPr>
            </a:p>
          </p:txBody>
        </p:sp>
      </p:grpSp>
      <p:grpSp>
        <p:nvGrpSpPr>
          <p:cNvPr id="6" name="组合 5" title=""/>
          <p:cNvGrpSpPr/>
          <p:nvPr>
            <p:custDataLst>
              <p:tags r:id="rId22"/>
            </p:custDataLst>
          </p:nvPr>
        </p:nvGrpSpPr>
        <p:grpSpPr>
          <a:xfrm>
            <a:off x="844233" y="3664929"/>
            <a:ext cx="4057332" cy="1162971"/>
            <a:chOff x="1330" y="5772"/>
            <a:chExt cx="6389" cy="1831"/>
          </a:xfrm>
        </p:grpSpPr>
        <p:sp>
          <p:nvSpPr>
            <p:cNvPr id="110599" name="文本框 5"/>
            <p:cNvSpPr/>
            <p:nvPr>
              <p:custDataLst>
                <p:tags r:id="rId23"/>
              </p:custDataLst>
            </p:nvPr>
          </p:nvSpPr>
          <p:spPr>
            <a:xfrm>
              <a:off x="1330" y="5777"/>
              <a:ext cx="4592" cy="783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110000"/>
                </a:lnSpc>
              </a:pP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图形语言：</a:t>
              </a:r>
              <a:endParaRPr lang="zh-CN" altLang="en-US" sz="2400" b="1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0597" name="组合 33"/>
            <p:cNvGrpSpPr/>
            <p:nvPr>
              <p:custDataLst>
                <p:tags r:id="rId24"/>
              </p:custDataLst>
            </p:nvPr>
          </p:nvGrpSpPr>
          <p:grpSpPr>
            <a:xfrm>
              <a:off x="4423" y="5772"/>
              <a:ext cx="3296" cy="1831"/>
              <a:chOff x="14501" y="7228"/>
              <a:chExt cx="4299" cy="2460"/>
            </a:xfrm>
          </p:grpSpPr>
          <p:sp>
            <p:nvSpPr>
              <p:cNvPr id="110615" name="矩形 20"/>
              <p:cNvSpPr/>
              <p:nvPr>
                <p:custDataLst>
                  <p:tags r:id="rId25"/>
                </p:custDataLst>
              </p:nvPr>
            </p:nvSpPr>
            <p:spPr>
              <a:xfrm>
                <a:off x="14501" y="7507"/>
                <a:ext cx="4299" cy="2181"/>
              </a:xfrm>
              <a:prstGeom prst="rect">
                <a:avLst/>
              </a:prstGeom>
              <a:solidFill>
                <a:srgbClr val="D8E6BE"/>
              </a:solidFill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5pPr>
              </a:lstStyle>
              <a:p>
                <a:pPr marL="0" marR="0" lvl="0" indent="0" algn="ctr" eaLnBrk="1" hangingPunct="1"/>
                <a:endParaRPr lang="en-US" altLang="en-US">
                  <a:solidFill>
                    <a:srgbClr val="303030"/>
                  </a:solidFill>
                </a:endParaRPr>
              </a:p>
            </p:txBody>
          </p:sp>
          <p:grpSp>
            <p:nvGrpSpPr>
              <p:cNvPr id="110616" name="组合 21"/>
              <p:cNvGrpSpPr/>
              <p:nvPr>
                <p:custDataLst>
                  <p:tags r:id="rId26"/>
                </p:custDataLst>
              </p:nvPr>
            </p:nvGrpSpPr>
            <p:grpSpPr>
              <a:xfrm>
                <a:off x="16540" y="7805"/>
                <a:ext cx="2024" cy="1576"/>
                <a:chOff x="14964" y="4425"/>
                <a:chExt cx="2450" cy="1908"/>
              </a:xfrm>
            </p:grpSpPr>
            <p:sp>
              <p:nvSpPr>
                <p:cNvPr id="110620" name="椭圆 22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4964" y="4508"/>
                  <a:ext cx="2450" cy="1825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chemeClr val="tx2"/>
                  </a:solidFill>
                </a:ln>
                <a:effectLst/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anchor="ctr" anchorCtr="0">
                  <a:noAutofit/>
                </a:bodyPr>
                <a:lstStyle>
                  <a:defPPr>
                    <a:defRPr lang="zh-CN"/>
                  </a:defPPr>
                  <a:lvl1pPr marL="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1pPr>
                  <a:lvl2pPr marL="4572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2pPr>
                  <a:lvl3pPr marL="9144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3pPr>
                  <a:lvl4pPr marL="13716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4pPr>
                  <a:lvl5pPr marL="18288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5pPr>
                </a:lstStyle>
                <a:p>
                  <a:pPr marL="0" marR="0" lvl="0" indent="0" algn="ctr" eaLnBrk="1" hangingPunct="1"/>
                  <a:endParaRPr lang="en-US" altLang="en-US">
                    <a:solidFill>
                      <a:srgbClr val="303030"/>
                    </a:solidFill>
                  </a:endParaRPr>
                </a:p>
              </p:txBody>
            </p:sp>
            <p:sp>
              <p:nvSpPr>
                <p:cNvPr id="110621" name="文本框 2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5656" y="4425"/>
                  <a:ext cx="1503" cy="1667"/>
                </a:xfrm>
                <a:prstGeom prst="rect">
                  <a:avLst/>
                </a:prstGeom>
                <a:noFill/>
                <a:ln>
                  <a:noFill/>
                  <a:miter lim="800000"/>
                </a:ln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1pPr>
                  <a:lvl2pPr marL="4572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2pPr>
                  <a:lvl3pPr marL="9144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3pPr>
                  <a:lvl4pPr marL="13716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4pPr>
                  <a:lvl5pPr marL="18288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30000"/>
                    </a:lnSpc>
                  </a:pPr>
                  <a:r>
                    <a:rPr lang="en-US" altLang="zh-CN" sz="2800" b="1" i="1">
                      <a:solidFill>
                        <a:srgbClr val="303030"/>
                      </a:solidFill>
                      <a:latin typeface="Times New Roman" panose="02020603050405020304" pitchFamily="18" charset="0"/>
                      <a:ea typeface="微软雅黑" panose="020b0503020204020204" charset="-122"/>
                    </a:rPr>
                    <a:t>A</a:t>
                  </a:r>
                  <a:endParaRPr lang="en-US" altLang="zh-CN" sz="2800" b="1" i="1">
                    <a:solidFill>
                      <a:srgbClr val="303030"/>
                    </a:solidFill>
                    <a:latin typeface="Times New Roman" panose="02020603050405020304" pitchFamily="18" charset="0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10617" name="组合 41"/>
              <p:cNvGrpSpPr/>
              <p:nvPr>
                <p:custDataLst>
                  <p:tags r:id="rId29"/>
                </p:custDataLst>
              </p:nvPr>
            </p:nvGrpSpPr>
            <p:grpSpPr>
              <a:xfrm>
                <a:off x="14501" y="7228"/>
                <a:ext cx="1961" cy="1377"/>
                <a:chOff x="7318" y="6465"/>
                <a:chExt cx="1961" cy="1377"/>
              </a:xfrm>
            </p:grpSpPr>
            <p:sp>
              <p:nvSpPr>
                <p:cNvPr id="110618" name="文本框 110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7318" y="6694"/>
                  <a:ext cx="1360" cy="1098"/>
                </a:xfrm>
                <a:prstGeom prst="rect">
                  <a:avLst/>
                </a:prstGeom>
                <a:noFill/>
                <a:ln>
                  <a:noFill/>
                  <a:miter lim="800000"/>
                </a:ln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1pPr>
                  <a:lvl2pPr marL="4572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2pPr>
                  <a:lvl3pPr marL="9144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3pPr>
                  <a:lvl4pPr marL="13716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4pPr>
                  <a:lvl5pPr marL="18288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5pPr>
                </a:lstStyle>
                <a:p>
                  <a:pPr marL="0" lvl="0" indent="0" eaLnBrk="1" hangingPunct="1"/>
                  <a:r>
                    <a:rPr lang="en-US" altLang="zh-CN" sz="2800">
                      <a:solidFill>
                        <a:schemeClr val="tx1"/>
                      </a:solidFill>
                      <a:latin typeface="Agency FB" panose="020b0503020202020204" pitchFamily="34" charset="0"/>
                      <a:sym typeface="黑体" panose="02010609060101010101" charset="-122"/>
                    </a:rPr>
                    <a:t>C</a:t>
                  </a:r>
                  <a:endParaRPr lang="en-US" altLang="zh-CN" sz="2800">
                    <a:solidFill>
                      <a:schemeClr val="tx1"/>
                    </a:solidFill>
                    <a:latin typeface="Agency FB" panose="020b0503020202020204" pitchFamily="34" charset="0"/>
                    <a:sym typeface="黑体" panose="02010609060101010101" charset="-122"/>
                  </a:endParaRPr>
                </a:p>
              </p:txBody>
            </p:sp>
            <p:sp>
              <p:nvSpPr>
                <p:cNvPr id="110619" name="文本框 40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7765" y="6465"/>
                  <a:ext cx="1514" cy="1377"/>
                </a:xfrm>
                <a:prstGeom prst="rect">
                  <a:avLst/>
                </a:prstGeom>
                <a:noFill/>
                <a:ln>
                  <a:noFill/>
                  <a:miter lim="800000"/>
                </a:ln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1pPr>
                  <a:lvl2pPr marL="4572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2pPr>
                  <a:lvl3pPr marL="9144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3pPr>
                  <a:lvl4pPr marL="13716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4pPr>
                  <a:lvl5pPr marL="1828800" indent="0" algn="l" defTabSz="914400" rtl="0" eaLnBrk="0" fontAlgn="base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lang="zh-CN" altLang="en-US" sz="1800" b="0" i="0" u="none" baseline="0"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charset="-122"/>
                    </a:defRPr>
                  </a:lvl5pPr>
                </a:lstStyle>
                <a:p>
                  <a:pPr marL="0" lvl="0" indent="0" eaLnBrk="1" hangingPunct="1">
                    <a:lnSpc>
                      <a:spcPct val="130000"/>
                    </a:lnSpc>
                  </a:pPr>
                  <a:r>
                    <a:rPr lang="en-US" altLang="zh-CN" sz="2800" b="1" baseline="-25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U</a:t>
                  </a:r>
                  <a:r>
                    <a:rPr lang="en-US" altLang="zh-CN" sz="28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charset="-122"/>
                    </a:rPr>
                    <a:t>A</a:t>
                  </a:r>
                  <a:endParaRPr lang="en-US" altLang="zh-CN" sz="28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</a:endParaRPr>
                </a:p>
              </p:txBody>
            </p:sp>
          </p:grpSp>
        </p:grpSp>
      </p:grpSp>
      <p:sp>
        <p:nvSpPr>
          <p:cNvPr id="110605" name="文本框 7" title=""/>
          <p:cNvSpPr/>
          <p:nvPr>
            <p:custDataLst>
              <p:tags r:id="rId32"/>
            </p:custDataLst>
          </p:nvPr>
        </p:nvSpPr>
        <p:spPr>
          <a:xfrm>
            <a:off x="3980815" y="4969510"/>
            <a:ext cx="604838" cy="47815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5pPr>
          </a:lstStyle>
          <a:p>
            <a:pPr marL="0" lvl="0" indent="0" algn="l" eaLnBrk="1" hangingPunct="1">
              <a:lnSpc>
                <a:spcPct val="90000"/>
              </a:lnSpc>
            </a:pPr>
            <a:r>
              <a:rPr lang="en-US" altLang="zh-CN" sz="2800" b="1" i="1">
                <a:solidFill>
                  <a:srgbClr val="0061BC"/>
                </a:solidFill>
                <a:latin typeface="Times New Roman" panose="02020603050405020304" pitchFamily="18" charset="0"/>
                <a:sym typeface="黑体" panose="02010609060101010101" charset="-122"/>
              </a:rPr>
              <a:t>U</a:t>
            </a:r>
            <a:endParaRPr lang="en-US" altLang="zh-CN" sz="2800" b="1" i="1">
              <a:solidFill>
                <a:srgbClr val="0061BC"/>
              </a:solidFill>
              <a:latin typeface="Times New Roman" panose="02020603050405020304" pitchFamily="18" charset="0"/>
              <a:sym typeface="黑体" panose="02010609060101010101" charset="-122"/>
            </a:endParaRPr>
          </a:p>
        </p:txBody>
      </p:sp>
      <p:sp>
        <p:nvSpPr>
          <p:cNvPr id="110606" name="文本框 7" title=""/>
          <p:cNvSpPr/>
          <p:nvPr>
            <p:custDataLst>
              <p:tags r:id="rId33"/>
            </p:custDataLst>
          </p:nvPr>
        </p:nvSpPr>
        <p:spPr>
          <a:xfrm>
            <a:off x="3982403" y="5543868"/>
            <a:ext cx="604837" cy="47815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0061BC"/>
                </a:solidFill>
                <a:latin typeface="Times New Roman" panose="02020603050405020304" pitchFamily="18" charset="0"/>
                <a:sym typeface="黑体" panose="02010609060101010101" charset="-122"/>
              </a:rPr>
              <a:t>Ø</a:t>
            </a:r>
            <a:endParaRPr lang="en-US" altLang="zh-CN" sz="2800" b="1">
              <a:solidFill>
                <a:srgbClr val="0061BC"/>
              </a:solidFill>
              <a:latin typeface="Times New Roman" panose="02020603050405020304" pitchFamily="18" charset="0"/>
              <a:sym typeface="黑体" panose="02010609060101010101" charset="-122"/>
            </a:endParaRPr>
          </a:p>
        </p:txBody>
      </p:sp>
      <p:grpSp>
        <p:nvGrpSpPr>
          <p:cNvPr id="11" name="组合 10" title=""/>
          <p:cNvGrpSpPr/>
          <p:nvPr>
            <p:custDataLst>
              <p:tags r:id="rId34"/>
            </p:custDataLst>
          </p:nvPr>
        </p:nvGrpSpPr>
        <p:grpSpPr>
          <a:xfrm>
            <a:off x="5782310" y="5039360"/>
            <a:ext cx="3649345" cy="1547495"/>
            <a:chOff x="9106" y="7936"/>
            <a:chExt cx="5747" cy="2437"/>
          </a:xfrm>
        </p:grpSpPr>
        <p:sp>
          <p:nvSpPr>
            <p:cNvPr id="110604" name="文本框 42"/>
            <p:cNvSpPr/>
            <p:nvPr>
              <p:custDataLst>
                <p:tags r:id="rId35"/>
              </p:custDataLst>
            </p:nvPr>
          </p:nvSpPr>
          <p:spPr>
            <a:xfrm>
              <a:off x="9106" y="7936"/>
              <a:ext cx="3442" cy="66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</a:pPr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②</a:t>
              </a:r>
              <a:r>
                <a:rPr lang="en-US" altLang="zh-CN" sz="2400" b="1">
                  <a:solidFill>
                    <a:schemeClr val="tx1"/>
                  </a:solidFill>
                  <a:latin typeface="Agency FB" panose="020b0503020202020204" pitchFamily="34" charset="0"/>
                  <a:sym typeface="黑体" panose="02010609060101010101" charset="-122"/>
                </a:rPr>
                <a:t>C</a:t>
              </a:r>
              <a:r>
                <a:rPr lang="en-US" altLang="zh-CN" sz="2400" b="1" baseline="-25000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U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(</a:t>
              </a:r>
              <a:r>
                <a:rPr lang="en-US" altLang="zh-CN" sz="2400" b="1">
                  <a:solidFill>
                    <a:schemeClr val="tx1"/>
                  </a:solidFill>
                  <a:latin typeface="Agency FB" panose="020b0503020202020204" pitchFamily="34" charset="0"/>
                  <a:sym typeface="黑体" panose="02010609060101010101" charset="-122"/>
                </a:rPr>
                <a:t>C</a:t>
              </a:r>
              <a:r>
                <a:rPr lang="en-US" altLang="zh-CN" sz="2400" b="1" baseline="-25000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U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A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)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sym typeface="黑体" panose="02010609060101010101" charset="-122"/>
                </a:rPr>
                <a:t>=___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charset="-122"/>
              </a:endParaRPr>
            </a:p>
          </p:txBody>
        </p:sp>
        <p:sp>
          <p:nvSpPr>
            <p:cNvPr id="110608" name="文本框 46"/>
            <p:cNvSpPr/>
            <p:nvPr>
              <p:custDataLst>
                <p:tags r:id="rId36"/>
              </p:custDataLst>
            </p:nvPr>
          </p:nvSpPr>
          <p:spPr>
            <a:xfrm>
              <a:off x="9576" y="8816"/>
              <a:ext cx="3720" cy="66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Agency FB" panose="020b0503020202020204" pitchFamily="34" charset="0"/>
                  <a:sym typeface="黑体" panose="02010609060101010101" charset="-122"/>
                </a:rPr>
                <a:t>C</a:t>
              </a:r>
              <a:r>
                <a:rPr lang="en-US" altLang="zh-CN" sz="2400" b="1" baseline="-25000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U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U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sym typeface="黑体" panose="02010609060101010101" charset="-122"/>
                </a:rPr>
                <a:t>=___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charset="-122"/>
              </a:endParaRPr>
            </a:p>
          </p:txBody>
        </p:sp>
        <p:sp>
          <p:nvSpPr>
            <p:cNvPr id="110610" name="文本框 48"/>
            <p:cNvSpPr/>
            <p:nvPr>
              <p:custDataLst>
                <p:tags r:id="rId37"/>
              </p:custDataLst>
            </p:nvPr>
          </p:nvSpPr>
          <p:spPr>
            <a:xfrm>
              <a:off x="9583" y="9707"/>
              <a:ext cx="5270" cy="66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Agency FB" panose="020b0503020202020204" pitchFamily="34" charset="0"/>
                  <a:sym typeface="黑体" panose="02010609060101010101" charset="-122"/>
                </a:rPr>
                <a:t>C</a:t>
              </a:r>
              <a:r>
                <a:rPr lang="en-US" altLang="zh-CN" sz="2400" b="1" baseline="-25000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U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Ø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sym typeface="黑体" panose="02010609060101010101" charset="-122"/>
                </a:rPr>
                <a:t>=___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charset="-122"/>
              </a:endParaRPr>
            </a:p>
          </p:txBody>
        </p:sp>
      </p:grpSp>
      <p:sp>
        <p:nvSpPr>
          <p:cNvPr id="110607" name="文本框 7" title=""/>
          <p:cNvSpPr/>
          <p:nvPr>
            <p:custDataLst>
              <p:tags r:id="rId38"/>
            </p:custDataLst>
          </p:nvPr>
        </p:nvSpPr>
        <p:spPr>
          <a:xfrm>
            <a:off x="7456805" y="4964430"/>
            <a:ext cx="603250" cy="47815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2800" b="1" i="1">
                <a:solidFill>
                  <a:schemeClr val="accent1"/>
                </a:solidFill>
                <a:latin typeface="Times New Roman" panose="02020603050405020304" pitchFamily="18" charset="0"/>
                <a:sym typeface="黑体" panose="02010609060101010101" charset="-122"/>
              </a:rPr>
              <a:t>A</a:t>
            </a:r>
            <a:endParaRPr lang="en-US" altLang="zh-CN" sz="2800" b="1" i="1">
              <a:solidFill>
                <a:schemeClr val="accent1"/>
              </a:solidFill>
              <a:latin typeface="Times New Roman" panose="02020603050405020304" pitchFamily="18" charset="0"/>
              <a:sym typeface="黑体" panose="02010609060101010101" charset="-122"/>
            </a:endParaRPr>
          </a:p>
        </p:txBody>
      </p:sp>
      <p:sp>
        <p:nvSpPr>
          <p:cNvPr id="13" name="文本框 7" title=""/>
          <p:cNvSpPr/>
          <p:nvPr>
            <p:custDataLst>
              <p:tags r:id="rId39"/>
            </p:custDataLst>
          </p:nvPr>
        </p:nvSpPr>
        <p:spPr>
          <a:xfrm>
            <a:off x="6907848" y="5517198"/>
            <a:ext cx="604837" cy="47815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0061BC"/>
                </a:solidFill>
                <a:latin typeface="Times New Roman" panose="02020603050405020304" pitchFamily="18" charset="0"/>
                <a:sym typeface="黑体" panose="02010609060101010101" charset="-122"/>
              </a:rPr>
              <a:t>Ø</a:t>
            </a:r>
            <a:endParaRPr lang="en-US" altLang="zh-CN" sz="2800" b="1">
              <a:solidFill>
                <a:srgbClr val="0061BC"/>
              </a:solidFill>
              <a:latin typeface="Times New Roman" panose="02020603050405020304" pitchFamily="18" charset="0"/>
              <a:sym typeface="黑体" panose="02010609060101010101" charset="-122"/>
            </a:endParaRPr>
          </a:p>
        </p:txBody>
      </p:sp>
      <p:sp>
        <p:nvSpPr>
          <p:cNvPr id="15" name="文本框 7" title=""/>
          <p:cNvSpPr/>
          <p:nvPr>
            <p:custDataLst>
              <p:tags r:id="rId40"/>
            </p:custDataLst>
          </p:nvPr>
        </p:nvSpPr>
        <p:spPr>
          <a:xfrm>
            <a:off x="6908165" y="6103620"/>
            <a:ext cx="604838" cy="47815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5pPr>
          </a:lstStyle>
          <a:p>
            <a:pPr marL="0" lvl="0" indent="0" algn="l" eaLnBrk="1" hangingPunct="1">
              <a:lnSpc>
                <a:spcPct val="90000"/>
              </a:lnSpc>
            </a:pPr>
            <a:r>
              <a:rPr lang="en-US" altLang="zh-CN" sz="2800" b="1" i="1">
                <a:solidFill>
                  <a:srgbClr val="0061BC"/>
                </a:solidFill>
                <a:latin typeface="Times New Roman" panose="02020603050405020304" pitchFamily="18" charset="0"/>
                <a:sym typeface="黑体" panose="02010609060101010101" charset="-122"/>
              </a:rPr>
              <a:t>U</a:t>
            </a:r>
            <a:endParaRPr lang="en-US" altLang="zh-CN" sz="2800" b="1" i="1">
              <a:solidFill>
                <a:srgbClr val="0061BC"/>
              </a:solidFill>
              <a:latin typeface="Times New Roman" panose="02020603050405020304" pitchFamily="18" charset="0"/>
              <a:sym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5" grpId="0"/>
      <p:bldP spid="110606" grpId="0"/>
      <p:bldP spid="110607" grpId="0"/>
      <p:bldP spid="13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        </a:t>
            </a:r>
            <a:endParaRPr lang="zh-CN" altLang="en-US"/>
          </a:p>
        </p:txBody>
      </p:sp>
      <p:graphicFrame>
        <p:nvGraphicFramePr>
          <p:cNvPr id="3" name="对象 2" title="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51753" y="1134745"/>
          <a:ext cx="8764270" cy="541782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0" r:id="rId7" imgW="9534525" imgH="5905500" progId="Word.Document.8">
                  <p:embed/>
                </p:oleObj>
              </mc:Choice>
              <mc:Fallback>
                <p:oleObj r:id="rId7" imgW="9534525" imgH="59055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753" y="1134745"/>
                        <a:ext cx="8764270" cy="54178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597" name="组合 33" title=""/>
          <p:cNvGrpSpPr/>
          <p:nvPr>
            <p:custDataLst>
              <p:tags r:id="rId9"/>
            </p:custDataLst>
          </p:nvPr>
        </p:nvGrpSpPr>
        <p:grpSpPr>
          <a:xfrm>
            <a:off x="3526155" y="3636010"/>
            <a:ext cx="2092960" cy="1162685"/>
            <a:chOff x="14501" y="7228"/>
            <a:chExt cx="4299" cy="2460"/>
          </a:xfrm>
        </p:grpSpPr>
        <p:sp>
          <p:nvSpPr>
            <p:cNvPr id="5" name="矩形 20"/>
            <p:cNvSpPr/>
            <p:nvPr>
              <p:custDataLst>
                <p:tags r:id="rId10"/>
              </p:custDataLst>
            </p:nvPr>
          </p:nvSpPr>
          <p:spPr>
            <a:xfrm>
              <a:off x="14501" y="7507"/>
              <a:ext cx="4299" cy="2181"/>
            </a:xfrm>
            <a:prstGeom prst="rect">
              <a:avLst/>
            </a:prstGeom>
            <a:solidFill>
              <a:srgbClr val="D8E6B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303030"/>
                </a:solidFill>
              </a:endParaRPr>
            </a:p>
          </p:txBody>
        </p:sp>
        <p:grpSp>
          <p:nvGrpSpPr>
            <p:cNvPr id="110616" name="组合 21"/>
            <p:cNvGrpSpPr/>
            <p:nvPr>
              <p:custDataLst>
                <p:tags r:id="rId11"/>
              </p:custDataLst>
            </p:nvPr>
          </p:nvGrpSpPr>
          <p:grpSpPr>
            <a:xfrm>
              <a:off x="16540" y="7805"/>
              <a:ext cx="2024" cy="1576"/>
              <a:chOff x="14964" y="4425"/>
              <a:chExt cx="2450" cy="1908"/>
            </a:xfrm>
          </p:grpSpPr>
          <p:sp>
            <p:nvSpPr>
              <p:cNvPr id="110620" name="椭圆 22"/>
              <p:cNvSpPr/>
              <p:nvPr>
                <p:custDataLst>
                  <p:tags r:id="rId12"/>
                </p:custDataLst>
              </p:nvPr>
            </p:nvSpPr>
            <p:spPr>
              <a:xfrm>
                <a:off x="14964" y="4508"/>
                <a:ext cx="2450" cy="182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5pPr>
              </a:lstStyle>
              <a:p>
                <a:pPr marL="0" marR="0" lvl="0" indent="0" algn="ctr" eaLnBrk="1" hangingPunct="1"/>
                <a:endParaRPr lang="en-US" altLang="en-US">
                  <a:solidFill>
                    <a:srgbClr val="303030"/>
                  </a:solidFill>
                </a:endParaRPr>
              </a:p>
            </p:txBody>
          </p:sp>
          <p:sp>
            <p:nvSpPr>
              <p:cNvPr id="110621" name="文本框 2"/>
              <p:cNvSpPr/>
              <p:nvPr>
                <p:custDataLst>
                  <p:tags r:id="rId13"/>
                </p:custDataLst>
              </p:nvPr>
            </p:nvSpPr>
            <p:spPr>
              <a:xfrm>
                <a:off x="15656" y="4425"/>
                <a:ext cx="1503" cy="1667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en-US" altLang="zh-CN" sz="2800" b="1" i="1">
                    <a:solidFill>
                      <a:srgbClr val="30303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endPara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10617" name="组合 41"/>
            <p:cNvGrpSpPr/>
            <p:nvPr>
              <p:custDataLst>
                <p:tags r:id="rId14"/>
              </p:custDataLst>
            </p:nvPr>
          </p:nvGrpSpPr>
          <p:grpSpPr>
            <a:xfrm>
              <a:off x="14501" y="7228"/>
              <a:ext cx="1961" cy="1377"/>
              <a:chOff x="7318" y="6465"/>
              <a:chExt cx="1961" cy="1377"/>
            </a:xfrm>
          </p:grpSpPr>
          <p:sp>
            <p:nvSpPr>
              <p:cNvPr id="110618" name="文本框 11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318" y="6694"/>
                <a:ext cx="1360" cy="1098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5pPr>
              </a:lstStyle>
              <a:p>
                <a:pPr marL="0" lvl="0" indent="0" eaLnBrk="1" hangingPunct="1"/>
                <a:r>
                  <a:rPr lang="en-US" altLang="zh-CN" sz="2800">
                    <a:solidFill>
                      <a:schemeClr val="tx1"/>
                    </a:solidFill>
                    <a:latin typeface="Agency FB" panose="020b0503020202020204" pitchFamily="34" charset="0"/>
                    <a:sym typeface="黑体" panose="02010609060101010101" charset="-122"/>
                  </a:rPr>
                  <a:t>C</a:t>
                </a:r>
                <a:endParaRPr lang="en-US" altLang="zh-CN" sz="2800">
                  <a:solidFill>
                    <a:schemeClr val="tx1"/>
                  </a:solidFill>
                  <a:latin typeface="Agency FB" panose="020b0503020202020204" pitchFamily="34" charset="0"/>
                  <a:sym typeface="黑体" panose="02010609060101010101" charset="-122"/>
                </a:endParaRPr>
              </a:p>
            </p:txBody>
          </p:sp>
          <p:sp>
            <p:nvSpPr>
              <p:cNvPr id="110619" name="文本框 40"/>
              <p:cNvSpPr/>
              <p:nvPr>
                <p:custDataLst>
                  <p:tags r:id="rId16"/>
                </p:custDataLst>
              </p:nvPr>
            </p:nvSpPr>
            <p:spPr>
              <a:xfrm>
                <a:off x="7765" y="6465"/>
                <a:ext cx="1514" cy="1377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en-US" altLang="zh-CN" sz="2800" b="1" baseline="-25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endPara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20" name="组合 19" title=""/>
          <p:cNvGrpSpPr/>
          <p:nvPr>
            <p:custDataLst>
              <p:tags r:id="rId17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14" name="文本框 13"/>
            <p:cNvSpPr txBox="1"/>
            <p:nvPr>
              <p:custDataLst>
                <p:tags r:id="rId18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补集知识总结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: 圆角 15"/>
            <p:cNvSpPr/>
            <p:nvPr>
              <p:custDataLst>
                <p:tags r:id="rId1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00" name="文本框 99" title=""/>
          <p:cNvSpPr txBox="1"/>
          <p:nvPr>
            <p:custDataLst>
              <p:tags r:id="rId20"/>
            </p:custDataLst>
          </p:nvPr>
        </p:nvSpPr>
        <p:spPr>
          <a:xfrm>
            <a:off x="7774305" y="1148715"/>
            <a:ext cx="3952875" cy="5104765"/>
          </a:xfrm>
          <a:prstGeom prst="rect">
            <a:avLst/>
          </a:prstGeom>
          <a:solidFill>
            <a:srgbClr val="F4F8EF"/>
          </a:solidFill>
          <a:ln w="9525">
            <a:solidFill>
              <a:schemeClr val="accent6"/>
            </a:solidFill>
            <a:prstDash val="dash"/>
          </a:ln>
        </p:spPr>
        <p:txBody>
          <a:bodyPr>
            <a:noAutofit/>
          </a:bodyPr>
          <a:lstStyle/>
          <a:p>
            <a:pPr indent="0"/>
            <a:r>
              <a:rPr lang="en-US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(1)“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全集</a:t>
            </a:r>
            <a:r>
              <a:rPr lang="en-US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”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是一个相对的概念，并不是固定不变的，它是依据具体的问题加以选择的．</a:t>
            </a:r>
            <a:endParaRPr lang="zh-CN" sz="22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/>
            <a:endParaRPr lang="en-US" sz="8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/>
            <a:r>
              <a:rPr lang="en-US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(2)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补集是集合之间的一种运算关系，求集合</a:t>
            </a:r>
            <a:r>
              <a:rPr lang="en-US" sz="22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的补集的前提是</a:t>
            </a:r>
            <a:r>
              <a:rPr lang="en-US" sz="22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是全集</a:t>
            </a:r>
            <a:r>
              <a:rPr lang="en-US" sz="22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的子集，随着所选全集的不同，得到的补集也不同，因此它们是相互依存、不可分割的两个概念．</a:t>
            </a:r>
            <a:endParaRPr lang="zh-CN" sz="22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/>
            <a:endParaRPr lang="en-US" sz="8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/>
            <a:r>
              <a:rPr lang="en-US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(3)∁</a:t>
            </a:r>
            <a:r>
              <a:rPr lang="en-US" sz="2200" b="1" i="1" baseline="-250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r>
              <a:rPr lang="en-US" sz="22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包含三层含义：</a:t>
            </a:r>
            <a:r>
              <a:rPr lang="en-US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①</a:t>
            </a:r>
            <a:r>
              <a:rPr lang="en-US" sz="22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⊆</a:t>
            </a:r>
            <a:r>
              <a:rPr lang="en-US" sz="22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；</a:t>
            </a:r>
            <a:r>
              <a:rPr lang="en-US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②∁</a:t>
            </a:r>
            <a:r>
              <a:rPr lang="en-US" sz="2200" b="1" i="1" baseline="-250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r>
              <a:rPr lang="en-US" sz="22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是一个集合，且</a:t>
            </a:r>
            <a:r>
              <a:rPr lang="en-US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∁</a:t>
            </a:r>
            <a:r>
              <a:rPr lang="en-US" sz="2200" b="1" i="1" baseline="-250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r>
              <a:rPr lang="en-US" sz="22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⊆</a:t>
            </a:r>
            <a:r>
              <a:rPr lang="en-US" sz="22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；</a:t>
            </a:r>
            <a:r>
              <a:rPr lang="en-US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③∁</a:t>
            </a:r>
            <a:r>
              <a:rPr lang="en-US" sz="2200" b="1" i="1" baseline="-250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r>
              <a:rPr lang="en-US" sz="22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是</a:t>
            </a:r>
            <a:r>
              <a:rPr lang="en-US" sz="22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中所有不属于</a:t>
            </a:r>
            <a:r>
              <a:rPr lang="en-US" sz="22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sz="22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的元素构成的集合．</a:t>
            </a:r>
            <a:endParaRPr lang="zh-CN" altLang="en-US" sz="22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5005" name="对象 85004" title=""/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5403851" y="1175385"/>
          <a:ext cx="1123315" cy="40259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1" r:id="rId22" imgW="1143000" imgH="409575" progId="Word.Document.8">
                  <p:embed/>
                </p:oleObj>
              </mc:Choice>
              <mc:Fallback>
                <p:oleObj r:id="rId22" imgW="1143000" imgH="4095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403851" y="1175385"/>
                        <a:ext cx="1123315" cy="402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7" name="对象 85006" title="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2821940" y="2924810"/>
          <a:ext cx="3047365" cy="43942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2" r:id="rId25" imgW="2809875" imgH="409575" progId="Word.Document.8">
                  <p:embed/>
                </p:oleObj>
              </mc:Choice>
              <mc:Fallback>
                <p:oleObj r:id="rId25" imgW="2809875" imgH="4095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821940" y="2924810"/>
                        <a:ext cx="3047365" cy="4394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8" name="对象 85007" title=""/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5008721" y="4996339"/>
          <a:ext cx="727710" cy="40068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3" r:id="rId28" imgW="742950" imgH="409575" progId="Word.Document.8">
                  <p:embed/>
                </p:oleObj>
              </mc:Choice>
              <mc:Fallback>
                <p:oleObj r:id="rId28" imgW="742950" imgH="4095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008721" y="4996339"/>
                        <a:ext cx="727710" cy="4006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0" name="对象 85009" title="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6993255" y="4958715"/>
          <a:ext cx="859790" cy="43878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4" r:id="rId31" imgW="742950" imgH="409575" progId="Word.Document.8">
                  <p:embed/>
                </p:oleObj>
              </mc:Choice>
              <mc:Fallback>
                <p:oleObj r:id="rId31" imgW="742950" imgH="4095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993255" y="4958715"/>
                        <a:ext cx="859790" cy="438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1" name="对象 85010" title="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3244056" y="5620544"/>
          <a:ext cx="727075" cy="40068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5" r:id="rId34" imgW="742950" imgH="409575" progId="Word.Document.8">
                  <p:embed/>
                </p:oleObj>
              </mc:Choice>
              <mc:Fallback>
                <p:oleObj r:id="rId34" imgW="742950" imgH="4095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244056" y="5620544"/>
                        <a:ext cx="727075" cy="4006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2" name="对象 85011" title=""/>
          <p:cNvGraphicFramePr>
            <a:graphicFrameLocks noChangeAspect="1"/>
          </p:cNvGraphicFramePr>
          <p:nvPr>
            <p:custDataLst>
              <p:tags r:id="rId35"/>
            </p:custDataLst>
          </p:nvPr>
        </p:nvGraphicFramePr>
        <p:xfrm>
          <a:off x="5321777" y="5655628"/>
          <a:ext cx="718185" cy="39306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6" r:id="rId36" imgW="742950" imgH="409575" progId="Word.Document.8">
                  <p:embed/>
                </p:oleObj>
              </mc:Choice>
              <mc:Fallback>
                <p:oleObj r:id="rId36" imgW="742950" imgH="4095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321777" y="5655628"/>
                        <a:ext cx="718185" cy="3930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 title=""/>
          <p:cNvGrpSpPr/>
          <p:nvPr>
            <p:custDataLst>
              <p:tags r:id="rId38"/>
            </p:custDataLst>
          </p:nvPr>
        </p:nvGrpSpPr>
        <p:grpSpPr>
          <a:xfrm>
            <a:off x="6369050" y="2037715"/>
            <a:ext cx="954405" cy="650240"/>
            <a:chOff x="10411" y="4397"/>
            <a:chExt cx="1503" cy="1024"/>
          </a:xfrm>
        </p:grpSpPr>
        <p:sp>
          <p:nvSpPr>
            <p:cNvPr id="10" name="文本框 40"/>
            <p:cNvSpPr/>
            <p:nvPr>
              <p:custDataLst>
                <p:tags r:id="rId39"/>
              </p:custDataLst>
            </p:nvPr>
          </p:nvSpPr>
          <p:spPr>
            <a:xfrm>
              <a:off x="10754" y="4397"/>
              <a:ext cx="1161" cy="102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</a:pPr>
              <a:r>
                <a:rPr lang="en-US" altLang="zh-CN" sz="2800" b="1" baseline="-25000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U</a:t>
              </a:r>
              <a:r>
                <a:rPr lang="en-US" altLang="zh-CN" sz="28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A</a:t>
              </a:r>
              <a:endParaRPr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11" name="文本框 110"/>
            <p:cNvSpPr/>
            <p:nvPr>
              <p:custDataLst>
                <p:tags r:id="rId40"/>
              </p:custDataLst>
            </p:nvPr>
          </p:nvSpPr>
          <p:spPr>
            <a:xfrm>
              <a:off x="10411" y="4583"/>
              <a:ext cx="1043" cy="81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/>
              <a:r>
                <a:rPr lang="en-US" altLang="zh-CN" sz="2800">
                  <a:solidFill>
                    <a:schemeClr val="accent2"/>
                  </a:solidFill>
                  <a:latin typeface="Agency FB" panose="020b0503020202020204" pitchFamily="34" charset="0"/>
                  <a:sym typeface="黑体" panose="02010609060101010101" charset="-122"/>
                </a:rPr>
                <a:t>C</a:t>
              </a:r>
              <a:endParaRPr lang="en-US" altLang="zh-CN" sz="2800">
                <a:solidFill>
                  <a:schemeClr val="accent2"/>
                </a:solidFill>
                <a:latin typeface="Agency FB" panose="020b0503020202020204" pitchFamily="34" charset="0"/>
                <a:sym typeface="黑体" panose="02010609060101010101" charset="-122"/>
              </a:endParaRPr>
            </a:p>
          </p:txBody>
        </p:sp>
      </p:grpSp>
      <p:sp>
        <p:nvSpPr>
          <p:cNvPr id="7" name="矩形 6" title=""/>
          <p:cNvSpPr/>
          <p:nvPr>
            <p:custDataLst>
              <p:tags r:id="rId41"/>
            </p:custDataLst>
          </p:nvPr>
        </p:nvSpPr>
        <p:spPr>
          <a:xfrm>
            <a:off x="605155" y="1148080"/>
            <a:ext cx="993140" cy="5106035"/>
          </a:xfrm>
          <a:prstGeom prst="rect">
            <a:avLst/>
          </a:prstGeom>
          <a:solidFill>
            <a:srgbClr val="D5E69E">
              <a:alpha val="15000"/>
            </a:srgbClr>
          </a:solidFill>
          <a:ln w="22225">
            <a:noFill/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        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8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8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8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7B5F9">
                    <a:alpha val="48000"/>
                  </a:srgbClr>
                </a:gs>
                <a:gs pos="100000">
                  <a:srgbClr val="D5E69E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8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33" name="组合 32"/>
            <p:cNvGrpSpPr/>
            <p:nvPr>
              <p:custDataLst>
                <p:tags r:id="rId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1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46" name="组合 45"/>
            <p:cNvGrpSpPr/>
            <p:nvPr>
              <p:custDataLst>
                <p:tags r:id="rId2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2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 title=""/>
          <p:cNvSpPr txBox="1"/>
          <p:nvPr>
            <p:custDataLst>
              <p:tags r:id="rId34"/>
            </p:custDataLst>
          </p:nvPr>
        </p:nvSpPr>
        <p:spPr>
          <a:xfrm>
            <a:off x="1816100" y="2222500"/>
            <a:ext cx="50596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0">
                <a:solidFill>
                  <a:srgbClr val="0BA4F5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lang="en-US" altLang="zh-CN" sz="18000">
              <a:solidFill>
                <a:srgbClr val="0BA4F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 title=""/>
          <p:cNvSpPr txBox="1"/>
          <p:nvPr>
            <p:custDataLst>
              <p:tags r:id="rId35"/>
            </p:custDataLst>
          </p:nvPr>
        </p:nvSpPr>
        <p:spPr>
          <a:xfrm>
            <a:off x="4298315" y="3123565"/>
            <a:ext cx="65620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交</a:t>
            </a:r>
            <a:r>
              <a:rPr lang="en-US" altLang="zh-CN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并</a:t>
            </a:r>
            <a:r>
              <a:rPr lang="en-US" altLang="zh-CN" sz="4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补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集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综</a:t>
            </a:r>
            <a:r>
              <a:rPr lang="zh-CN" altLang="en-US" sz="4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合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运</a:t>
            </a:r>
            <a:r>
              <a:rPr lang="zh-CN" altLang="en-US" sz="4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算</a:t>
            </a:r>
            <a:endParaRPr lang="zh-CN" altLang="en-US" sz="4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title=""/>
          <p:cNvSpPr txBox="1"/>
          <p:nvPr>
            <p:custDataLst>
              <p:tags r:id="rId36"/>
            </p:custDataLst>
          </p:nvPr>
        </p:nvSpPr>
        <p:spPr>
          <a:xfrm>
            <a:off x="2384425" y="1657350"/>
            <a:ext cx="7423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集合的基本运算(第2课时)全集、补集及综合运用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34820" name="对象 34819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793750" y="1222375"/>
          <a:ext cx="10292715" cy="48831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7" r:id="rId11" imgW="4902200" imgH="228600" progId="Equation.DSMT4">
                  <p:embed/>
                </p:oleObj>
              </mc:Choice>
              <mc:Fallback>
                <p:oleObj r:id="rId11" imgW="4902200" imgH="2286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3750" y="1222375"/>
                        <a:ext cx="10292715" cy="4883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 title=""/>
          <p:cNvSpPr txBox="1"/>
          <p:nvPr>
            <p:custDataLst>
              <p:tags r:id="rId13"/>
            </p:custDataLst>
          </p:nvPr>
        </p:nvSpPr>
        <p:spPr>
          <a:xfrm>
            <a:off x="612775" y="2317750"/>
            <a:ext cx="9086215" cy="534035"/>
          </a:xfrm>
          <a:prstGeom prst="rect">
            <a:avLst/>
          </a:prstGeom>
          <a:noFill/>
          <a:ln w="28575">
            <a:noFill/>
          </a:ln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20000"/>
              </a:lnSpc>
            </a:pPr>
            <a:r>
              <a:rPr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【解析】</a:t>
            </a:r>
            <a:r>
              <a:rPr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根据题意可知，U={1，2，3，4，5，6，7，8}，所以</a:t>
            </a:r>
            <a:r>
              <a:rPr lang="zh-CN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endParaRPr sz="24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18" name="组合 17" title=""/>
          <p:cNvGrpSpPr/>
          <p:nvPr>
            <p:custDataLst>
              <p:tags r:id="rId14"/>
            </p:custDataLst>
          </p:nvPr>
        </p:nvGrpSpPr>
        <p:grpSpPr>
          <a:xfrm>
            <a:off x="793750" y="4116705"/>
            <a:ext cx="10551160" cy="890270"/>
            <a:chOff x="1250" y="6357"/>
            <a:chExt cx="16616" cy="1402"/>
          </a:xfrm>
        </p:grpSpPr>
        <p:sp>
          <p:nvSpPr>
            <p:cNvPr id="16" name="圆角矩形 15"/>
            <p:cNvSpPr/>
            <p:nvPr>
              <p:custDataLst>
                <p:tags r:id="rId15"/>
              </p:custDataLst>
            </p:nvPr>
          </p:nvSpPr>
          <p:spPr>
            <a:xfrm>
              <a:off x="1250" y="6357"/>
              <a:ext cx="16616" cy="1402"/>
            </a:xfrm>
            <a:prstGeom prst="roundRect">
              <a:avLst>
                <a:gd name="adj" fmla="val 26390"/>
              </a:avLst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16"/>
              </p:custDataLst>
            </p:nvPr>
          </p:nvSpPr>
          <p:spPr>
            <a:xfrm>
              <a:off x="7963" y="6690"/>
              <a:ext cx="631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</a:t>
              </a:r>
              <a:r>
                <a:rPr sz="2400" b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={1，2，7，8}</a:t>
              </a:r>
              <a:endParaRPr lang="zh-CN" altLang="en-US" sz="2400"/>
            </a:p>
          </p:txBody>
        </p:sp>
        <p:graphicFrame>
          <p:nvGraphicFramePr>
            <p:cNvPr id="11" name="对象 1"/>
            <p:cNvGraphicFramePr>
              <a:graphicFrameLocks noChangeAspect="1"/>
            </p:cNvGraphicFramePr>
            <p:nvPr>
              <p:custDataLst>
                <p:tags r:id="rId17"/>
              </p:custDataLst>
            </p:nvPr>
          </p:nvGraphicFramePr>
          <p:xfrm>
            <a:off x="7023" y="6690"/>
            <a:ext cx="1116" cy="737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48" r:id="rId18" imgW="342900" imgH="228600" progId="Equation.KSEE3">
                    <p:embed/>
                  </p:oleObj>
                </mc:Choice>
                <mc:Fallback>
                  <p:oleObj r:id="rId18" imgW="342900" imgH="2286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7023" y="6690"/>
                          <a:ext cx="1116" cy="7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 title=""/>
          <p:cNvGrpSpPr/>
          <p:nvPr>
            <p:custDataLst>
              <p:tags r:id="rId20"/>
            </p:custDataLst>
          </p:nvPr>
        </p:nvGrpSpPr>
        <p:grpSpPr>
          <a:xfrm>
            <a:off x="789305" y="3019425"/>
            <a:ext cx="10551160" cy="890270"/>
            <a:chOff x="1243" y="4629"/>
            <a:chExt cx="16616" cy="1402"/>
          </a:xfrm>
        </p:grpSpPr>
        <p:sp>
          <p:nvSpPr>
            <p:cNvPr id="15" name="圆角矩形 14"/>
            <p:cNvSpPr/>
            <p:nvPr>
              <p:custDataLst>
                <p:tags r:id="rId21"/>
              </p:custDataLst>
            </p:nvPr>
          </p:nvSpPr>
          <p:spPr>
            <a:xfrm>
              <a:off x="1243" y="4629"/>
              <a:ext cx="16616" cy="1402"/>
            </a:xfrm>
            <a:prstGeom prst="roundRect">
              <a:avLst>
                <a:gd name="adj" fmla="val 26390"/>
              </a:avLst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8" name="对象 1"/>
            <p:cNvGraphicFramePr>
              <a:graphicFrameLocks noChangeAspect="1"/>
            </p:cNvGraphicFramePr>
            <p:nvPr>
              <p:custDataLst>
                <p:tags r:id="rId22"/>
              </p:custDataLst>
            </p:nvPr>
          </p:nvGraphicFramePr>
          <p:xfrm>
            <a:off x="7001" y="4954"/>
            <a:ext cx="1116" cy="737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49" r:id="rId23" imgW="342900" imgH="228600" progId="Equation.KSEE3">
                    <p:embed/>
                  </p:oleObj>
                </mc:Choice>
                <mc:Fallback>
                  <p:oleObj r:id="rId23" imgW="342900" imgH="2286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001" y="4954"/>
                          <a:ext cx="1116" cy="7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文本框 2"/>
            <p:cNvSpPr txBox="1"/>
            <p:nvPr>
              <p:custDataLst>
                <p:tags r:id="rId25"/>
              </p:custDataLst>
            </p:nvPr>
          </p:nvSpPr>
          <p:spPr>
            <a:xfrm>
              <a:off x="8051" y="4706"/>
              <a:ext cx="8132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fontAlgn="auto">
                <a:lnSpc>
                  <a:spcPct val="150000"/>
                </a:lnSpc>
              </a:pPr>
              <a:r>
                <a:rPr sz="2400" b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={4，5，6，7，8}，</a:t>
              </a:r>
              <a:endParaRPr lang="zh-CN" altLang="en-US" sz="24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3" name="对象 2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717550" y="1096010"/>
          <a:ext cx="16066136" cy="119316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50" r:id="rId11" imgW="8067675" imgH="609600" progId="Word.Document.8">
                  <p:embed/>
                </p:oleObj>
              </mc:Choice>
              <mc:Fallback>
                <p:oleObj r:id="rId11" imgW="8067675" imgH="6096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7550" y="1096010"/>
                        <a:ext cx="16066136" cy="1193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 title=""/>
          <p:cNvSpPr txBox="1"/>
          <p:nvPr>
            <p:custDataLst>
              <p:tags r:id="rId13"/>
            </p:custDataLst>
          </p:nvPr>
        </p:nvSpPr>
        <p:spPr>
          <a:xfrm>
            <a:off x="724535" y="4631055"/>
            <a:ext cx="11062335" cy="1823720"/>
          </a:xfrm>
          <a:prstGeom prst="rect">
            <a:avLst/>
          </a:prstGeom>
          <a:solidFill>
            <a:srgbClr val="F4F8EF"/>
          </a:solidFill>
          <a:ln w="3175">
            <a:solidFill>
              <a:schemeClr val="accent6"/>
            </a:solidFill>
            <a:prstDash val="dash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1">
                <a:solidFill>
                  <a:srgbClr val="0060BB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求集合补集的策略一 </a:t>
            </a:r>
            <a:endParaRPr lang="zh-CN" altLang="en-US" sz="2400" b="1">
              <a:solidFill>
                <a:srgbClr val="0060BB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636905" algn="l" fontAlgn="auto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如果所给集合是有限集，则先把集合中的元素一一列举出来，然后结合补集的定义来求解．另外，针对此类问题，在解答过程中也常常借助Venn图来求解，这样处理相对来说比较直观、形象，且解答时不易出错．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 title=""/>
          <p:cNvGrpSpPr/>
          <p:nvPr>
            <p:custDataLst>
              <p:tags r:id="rId14"/>
            </p:custDataLst>
          </p:nvPr>
        </p:nvGrpSpPr>
        <p:grpSpPr>
          <a:xfrm>
            <a:off x="724535" y="2181860"/>
            <a:ext cx="8412480" cy="2367280"/>
            <a:chOff x="1141" y="3502"/>
            <a:chExt cx="13248" cy="3728"/>
          </a:xfrm>
        </p:grpSpPr>
        <p:graphicFrame>
          <p:nvGraphicFramePr>
            <p:cNvPr id="92167" name="对象 92166"/>
            <p:cNvGraphicFramePr>
              <a:graphicFrameLocks noChangeAspect="1"/>
            </p:cNvGraphicFramePr>
            <p:nvPr>
              <p:custDataLst>
                <p:tags r:id="rId15"/>
              </p:custDataLst>
            </p:nvPr>
          </p:nvGraphicFramePr>
          <p:xfrm>
            <a:off x="1141" y="3502"/>
            <a:ext cx="13248" cy="3729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1" r:id="rId16" imgW="8477250" imgH="2390775" progId="Word.Document.8">
                    <p:embed/>
                  </p:oleObj>
                </mc:Choice>
                <mc:Fallback>
                  <p:oleObj r:id="rId16" imgW="8477250" imgH="2390775" progId="Word.Document.8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141" y="3502"/>
                          <a:ext cx="13248" cy="37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圆角矩形 27"/>
            <p:cNvSpPr/>
            <p:nvPr>
              <p:custDataLst>
                <p:tags r:id="rId18"/>
              </p:custDataLst>
            </p:nvPr>
          </p:nvSpPr>
          <p:spPr>
            <a:xfrm>
              <a:off x="8477" y="4647"/>
              <a:ext cx="884" cy="2265"/>
            </a:xfrm>
            <a:prstGeom prst="roundRect">
              <a:avLst>
                <a:gd name="adj" fmla="val 24337"/>
              </a:avLst>
            </a:prstGeom>
            <a:gradFill>
              <a:gsLst>
                <a:gs pos="31000">
                  <a:srgbClr val="0BA4F5"/>
                </a:gs>
                <a:gs pos="0">
                  <a:srgbClr val="069DF4"/>
                </a:gs>
                <a:gs pos="100000">
                  <a:srgbClr val="76CECC">
                    <a:alpha val="92000"/>
                  </a:srgbClr>
                </a:gs>
                <a:gs pos="100000">
                  <a:srgbClr val="D5E69E">
                    <a:alpha val="86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2800" b="1">
                  <a:latin typeface="黑体" panose="02010609060101010101" charset="-122"/>
                  <a:ea typeface="黑体" panose="02010609060101010101" charset="-122"/>
                </a:rPr>
                <a:t>方</a:t>
              </a:r>
              <a:endParaRPr lang="zh-CN" altLang="en-US" sz="2800" b="1">
                <a:latin typeface="黑体" panose="02010609060101010101" charset="-122"/>
                <a:ea typeface="黑体" panose="02010609060101010101" charset="-122"/>
              </a:endParaRPr>
            </a:p>
            <a:p>
              <a:pPr algn="ctr"/>
              <a:r>
                <a:rPr lang="zh-CN" altLang="en-US" sz="2800" b="1">
                  <a:latin typeface="黑体" panose="02010609060101010101" charset="-122"/>
                  <a:ea typeface="黑体" panose="02010609060101010101" charset="-122"/>
                </a:rPr>
                <a:t>法</a:t>
              </a:r>
              <a:endParaRPr lang="zh-CN" altLang="en-US" sz="2800" b="1">
                <a:latin typeface="黑体" panose="02010609060101010101" charset="-122"/>
                <a:ea typeface="黑体" panose="02010609060101010101" charset="-122"/>
              </a:endParaRPr>
            </a:p>
            <a:p>
              <a:pPr algn="ctr"/>
              <a:r>
                <a:rPr lang="zh-CN" altLang="en-US" sz="2800" b="1">
                  <a:latin typeface="黑体" panose="02010609060101010101" charset="-122"/>
                  <a:ea typeface="黑体" panose="02010609060101010101" charset="-122"/>
                </a:rPr>
                <a:t>一</a:t>
              </a:r>
              <a:endParaRPr lang="zh-CN" altLang="en-US" sz="28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9"/>
            </p:custDataLst>
          </p:nvPr>
        </p:nvGrpSpPr>
        <p:grpSpPr>
          <a:xfrm>
            <a:off x="6094095" y="2220595"/>
            <a:ext cx="8412480" cy="2368550"/>
            <a:chOff x="9597" y="3563"/>
            <a:chExt cx="13248" cy="3730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custDataLst>
                <p:tags r:id="rId20"/>
              </p:custDataLst>
            </p:nvPr>
          </p:nvGraphicFramePr>
          <p:xfrm>
            <a:off x="9597" y="3563"/>
            <a:ext cx="13248" cy="3730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2" r:id="rId21" imgW="8477250" imgH="2390775" progId="Word.Document.8">
                    <p:embed/>
                  </p:oleObj>
                </mc:Choice>
                <mc:Fallback>
                  <p:oleObj r:id="rId21" imgW="8477250" imgH="2390775" progId="Word.Document.8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9597" y="3563"/>
                          <a:ext cx="13248" cy="37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圆角矩形 8"/>
            <p:cNvSpPr/>
            <p:nvPr>
              <p:custDataLst>
                <p:tags r:id="rId23"/>
              </p:custDataLst>
            </p:nvPr>
          </p:nvSpPr>
          <p:spPr>
            <a:xfrm>
              <a:off x="16961" y="4647"/>
              <a:ext cx="884" cy="2265"/>
            </a:xfrm>
            <a:prstGeom prst="roundRect">
              <a:avLst>
                <a:gd name="adj" fmla="val 24337"/>
              </a:avLst>
            </a:prstGeom>
            <a:gradFill>
              <a:gsLst>
                <a:gs pos="31000">
                  <a:srgbClr val="1AA9F0"/>
                </a:gs>
                <a:gs pos="0">
                  <a:srgbClr val="069EF4"/>
                </a:gs>
                <a:gs pos="100000">
                  <a:srgbClr val="76CECC">
                    <a:alpha val="92000"/>
                  </a:srgbClr>
                </a:gs>
                <a:gs pos="100000">
                  <a:srgbClr val="D5E69E">
                    <a:alpha val="86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2800" b="1">
                  <a:latin typeface="黑体" panose="02010609060101010101" charset="-122"/>
                  <a:ea typeface="黑体" panose="02010609060101010101" charset="-122"/>
                </a:rPr>
                <a:t>方</a:t>
              </a:r>
              <a:endParaRPr lang="zh-CN" altLang="en-US" sz="2800" b="1">
                <a:latin typeface="黑体" panose="02010609060101010101" charset="-122"/>
                <a:ea typeface="黑体" panose="02010609060101010101" charset="-122"/>
              </a:endParaRPr>
            </a:p>
            <a:p>
              <a:pPr algn="ctr"/>
              <a:r>
                <a:rPr lang="zh-CN" altLang="en-US" sz="2800" b="1">
                  <a:latin typeface="黑体" panose="02010609060101010101" charset="-122"/>
                  <a:ea typeface="黑体" panose="02010609060101010101" charset="-122"/>
                </a:rPr>
                <a:t>法</a:t>
              </a:r>
              <a:endParaRPr lang="zh-CN" altLang="en-US" sz="2800" b="1">
                <a:latin typeface="黑体" panose="02010609060101010101" charset="-122"/>
                <a:ea typeface="黑体" panose="02010609060101010101" charset="-122"/>
              </a:endParaRPr>
            </a:p>
            <a:p>
              <a:pPr algn="ctr"/>
              <a:r>
                <a:rPr lang="zh-CN" altLang="en-US" sz="2800" b="1">
                  <a:latin typeface="黑体" panose="02010609060101010101" charset="-122"/>
                  <a:ea typeface="黑体" panose="02010609060101010101" charset="-122"/>
                </a:rPr>
                <a:t>二</a:t>
              </a:r>
              <a:endParaRPr lang="zh-CN" altLang="en-US" sz="28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aphicFrame>
        <p:nvGraphicFramePr>
          <p:cNvPr id="92168" name="对象 92167" title="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3105785" y="1599565"/>
          <a:ext cx="9250045" cy="5988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53" r:id="rId25" imgW="8477250" imgH="542925" progId="Word.Document.8">
                  <p:embed/>
                </p:oleObj>
              </mc:Choice>
              <mc:Fallback>
                <p:oleObj r:id="rId25" imgW="8477250" imgH="54292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105785" y="1599565"/>
                        <a:ext cx="9250045" cy="5988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34822" name="对象 34821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796290" y="1185545"/>
          <a:ext cx="9999980" cy="102552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54" r:id="rId11" imgW="4660265" imgH="469900" progId="Equation.DSMT4">
                  <p:embed/>
                </p:oleObj>
              </mc:Choice>
              <mc:Fallback>
                <p:oleObj r:id="rId11" imgW="4660265" imgH="469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6290" y="1185545"/>
                        <a:ext cx="9999980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对象 34822" title="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794385" y="2386648"/>
          <a:ext cx="4831080" cy="44323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55" r:id="rId14" imgW="2108200" imgH="203200" progId="Equation.DSMT4">
                  <p:embed/>
                </p:oleObj>
              </mc:Choice>
              <mc:Fallback>
                <p:oleObj r:id="rId14" imgW="21082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94385" y="2386648"/>
                        <a:ext cx="4831080" cy="4432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 title=""/>
          <p:cNvGrpSpPr/>
          <p:nvPr>
            <p:custDataLst>
              <p:tags r:id="rId16"/>
            </p:custDataLst>
          </p:nvPr>
        </p:nvGrpSpPr>
        <p:grpSpPr>
          <a:xfrm>
            <a:off x="778510" y="3985260"/>
            <a:ext cx="10551160" cy="890270"/>
            <a:chOff x="1226" y="6276"/>
            <a:chExt cx="16616" cy="1402"/>
          </a:xfrm>
        </p:grpSpPr>
        <p:sp>
          <p:nvSpPr>
            <p:cNvPr id="14" name="圆角矩形 13"/>
            <p:cNvSpPr/>
            <p:nvPr>
              <p:custDataLst>
                <p:tags r:id="rId17"/>
              </p:custDataLst>
            </p:nvPr>
          </p:nvSpPr>
          <p:spPr>
            <a:xfrm>
              <a:off x="1226" y="6276"/>
              <a:ext cx="16616" cy="1402"/>
            </a:xfrm>
            <a:prstGeom prst="roundRect">
              <a:avLst>
                <a:gd name="adj" fmla="val 26390"/>
              </a:avLst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custDataLst>
                <p:tags r:id="rId18"/>
              </p:custDataLst>
            </p:nvPr>
          </p:nvGraphicFramePr>
          <p:xfrm>
            <a:off x="2087" y="6634"/>
            <a:ext cx="15675" cy="742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6" r:id="rId19" imgW="4343400" imgH="215900" progId="Equation.DSMT4">
                    <p:embed/>
                  </p:oleObj>
                </mc:Choice>
                <mc:Fallback>
                  <p:oleObj r:id="rId19" imgW="4343400" imgH="215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087" y="6634"/>
                          <a:ext cx="15675" cy="7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 title=""/>
          <p:cNvGrpSpPr/>
          <p:nvPr>
            <p:custDataLst>
              <p:tags r:id="rId21"/>
            </p:custDataLst>
          </p:nvPr>
        </p:nvGrpSpPr>
        <p:grpSpPr>
          <a:xfrm>
            <a:off x="789305" y="2963545"/>
            <a:ext cx="10551160" cy="1131570"/>
            <a:chOff x="1243" y="4667"/>
            <a:chExt cx="16616" cy="1782"/>
          </a:xfrm>
        </p:grpSpPr>
        <p:sp>
          <p:nvSpPr>
            <p:cNvPr id="15" name="圆角矩形 14"/>
            <p:cNvSpPr/>
            <p:nvPr>
              <p:custDataLst>
                <p:tags r:id="rId22"/>
              </p:custDataLst>
            </p:nvPr>
          </p:nvSpPr>
          <p:spPr>
            <a:xfrm>
              <a:off x="1243" y="4667"/>
              <a:ext cx="16616" cy="1402"/>
            </a:xfrm>
            <a:prstGeom prst="roundRect">
              <a:avLst>
                <a:gd name="adj" fmla="val 26390"/>
              </a:avLst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custDataLst>
                <p:tags r:id="rId23"/>
              </p:custDataLst>
            </p:nvPr>
          </p:nvGraphicFramePr>
          <p:xfrm>
            <a:off x="8176" y="5055"/>
            <a:ext cx="2750" cy="1394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7" r:id="rId24" imgW="762000" imgH="405765" progId="Equation.DSMT4">
                    <p:embed/>
                  </p:oleObj>
                </mc:Choice>
                <mc:Fallback>
                  <p:oleObj r:id="rId24" imgW="762000" imgH="405765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8176" y="5055"/>
                          <a:ext cx="2750" cy="13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 title=""/>
          <p:cNvGrpSpPr/>
          <p:nvPr>
            <p:custDataLst>
              <p:tags r:id="rId26"/>
            </p:custDataLst>
          </p:nvPr>
        </p:nvGrpSpPr>
        <p:grpSpPr>
          <a:xfrm>
            <a:off x="778510" y="5014595"/>
            <a:ext cx="10551160" cy="890270"/>
            <a:chOff x="1226" y="7897"/>
            <a:chExt cx="16616" cy="1402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custDataLst>
                <p:tags r:id="rId27"/>
              </p:custDataLst>
            </p:nvPr>
          </p:nvGraphicFramePr>
          <p:xfrm>
            <a:off x="5704" y="8195"/>
            <a:ext cx="7793" cy="785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8" r:id="rId28" imgW="2159000" imgH="228600" progId="Equation.DSMT4">
                    <p:embed/>
                  </p:oleObj>
                </mc:Choice>
                <mc:Fallback>
                  <p:oleObj r:id="rId28" imgW="2159000" imgH="2286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5704" y="8195"/>
                          <a:ext cx="7793" cy="7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圆角矩形 15"/>
            <p:cNvSpPr/>
            <p:nvPr>
              <p:custDataLst>
                <p:tags r:id="rId30"/>
              </p:custDataLst>
            </p:nvPr>
          </p:nvSpPr>
          <p:spPr>
            <a:xfrm>
              <a:off x="1226" y="7897"/>
              <a:ext cx="16616" cy="1402"/>
            </a:xfrm>
            <a:prstGeom prst="roundRect">
              <a:avLst>
                <a:gd name="adj" fmla="val 26390"/>
              </a:avLst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mc:AlternateContent>
        <mc:Choice Requires="a14">
          <p:sp>
            <p:nvSpPr>
              <p:cNvPr id="4" name="文本框 3" title="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68655" y="958850"/>
                <a:ext cx="1228979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sz="2400" b="1">
                    <a:solidFill>
                      <a:srgbClr val="0060BB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【变式</a:t>
                </a:r>
                <a:r>
                  <a:rPr lang="en-US" altLang="zh-CN" sz="2400" b="1">
                    <a:solidFill>
                      <a:srgbClr val="0060BB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2</a:t>
                </a:r>
                <a:r>
                  <a:rPr lang="zh-CN" sz="2400" b="1">
                    <a:solidFill>
                      <a:srgbClr val="0060BB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】</a:t>
                </a:r>
                <a:r>
                  <a:rPr lang="zh-CN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设全集</a:t>
                </a:r>
                <a14:m>
                  <m:oMathPara>
                    <m:oMathParaPr>
                      <m:jc/>
                    </m:oMathParaPr>
                    <m:oMath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𝑼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𝑹</m:t>
                      </m:r>
                    </m:oMath>
                  </m:oMathPara>
                </a14:m>
                <a:r>
                  <a:rPr lang="zh-CN" altLang="en-US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，</a:t>
                </a:r>
                <a14:m>
                  <m:oMathPara>
                    <m:oMathParaPr>
                      <m:jc/>
                    </m:oMathParaPr>
                    <m:oMath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𝑨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{"/>
                          <m:sepChr m:val="|"/>
                          <m:endChr m:val="}"/>
                          <m:grow m:val="on"/>
                          <m:shp m:val="centered"/>
                          <m:ctrlPr>
                            <a:rPr lang="en-US" altLang="zh-CN" sz="2400" b="1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𝒙</m:t>
                          </m:r>
                        </m:e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𝟏</m:t>
                          </m:r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&lt;</m:t>
                          </m:r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𝒙</m:t>
                          </m:r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≤</m:t>
                          </m:r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r>
                  <a:rPr lang="zh-CN" altLang="en-US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，</a:t>
                </a:r>
                <a14:m>
                  <m:oMathPara>
                    <m:oMathParaPr>
                      <m:jc/>
                    </m:oMathParaPr>
                    <m:oMath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𝑩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{"/>
                          <m:sepChr m:val="|"/>
                          <m:endChr m:val="}"/>
                          <m:grow m:val="on"/>
                          <m:shp m:val="centered"/>
                          <m:ctrlPr>
                            <a:rPr lang="en-US" altLang="zh-CN" sz="2400" b="1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𝒙</m:t>
                          </m:r>
                        </m:e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𝒙</m:t>
                          </m:r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&lt;</m:t>
                          </m:r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r>
                  <a:rPr lang="zh-CN" altLang="en-US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，求</a:t>
                </a:r>
                <a14:m>
                  <m:oMathPara>
                    <m:oMathParaPr>
                      <m:jc/>
                    </m:oMathParaPr>
                    <m:oMath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𝑼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𝑨</m:t>
                      </m:r>
                    </m:oMath>
                  </m:oMathPara>
                </a14:m>
                <a:r>
                  <a:rPr lang="zh-CN" altLang="en-US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，</a:t>
                </a:r>
                <a14:m>
                  <m:oMathPara>
                    <m:oMathParaPr>
                      <m:jc/>
                    </m:oMathParaPr>
                    <m:oMath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𝑼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𝑩</m:t>
                      </m:r>
                    </m:oMath>
                  </m:oMathPara>
                </a14:m>
                <a:r>
                  <a:rPr lang="en-US" altLang="zh-CN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.</a:t>
                </a:r>
                <a:endParaRPr lang="en-US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668655" y="958850"/>
                <a:ext cx="12289790" cy="64516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 title=""/>
          <p:cNvGrpSpPr/>
          <p:nvPr>
            <p:custDataLst>
              <p:tags r:id="rId13"/>
            </p:custDataLst>
          </p:nvPr>
        </p:nvGrpSpPr>
        <p:grpSpPr>
          <a:xfrm>
            <a:off x="668655" y="1736090"/>
            <a:ext cx="6638290" cy="2953385"/>
            <a:chOff x="1053" y="2734"/>
            <a:chExt cx="10454" cy="4651"/>
          </a:xfrm>
        </p:grpSpPr>
        <p:pic>
          <p:nvPicPr>
            <p:cNvPr id="15" name="图片 14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907" y="3441"/>
              <a:ext cx="9601" cy="2150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6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017" y="5195"/>
              <a:ext cx="9000" cy="2190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>
              <p:custDataLst>
                <p:tags r:id="rId18"/>
              </p:custDataLst>
            </p:nvPr>
          </p:nvSpPr>
          <p:spPr>
            <a:xfrm>
              <a:off x="1053" y="2734"/>
              <a:ext cx="2216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sz="2400" b="1"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【解析】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pic>
        <p:nvPicPr>
          <p:cNvPr id="16" name="图片 15" title="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06565" y="2512060"/>
            <a:ext cx="4347845" cy="681990"/>
          </a:xfrm>
          <a:prstGeom prst="rect">
            <a:avLst/>
          </a:prstGeom>
        </p:spPr>
      </p:pic>
      <p:pic>
        <p:nvPicPr>
          <p:cNvPr id="18" name="图片 17" title="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5620" y="3743960"/>
            <a:ext cx="2707005" cy="584200"/>
          </a:xfrm>
          <a:prstGeom prst="rect">
            <a:avLst/>
          </a:prstGeom>
        </p:spPr>
      </p:pic>
      <p:grpSp>
        <p:nvGrpSpPr>
          <p:cNvPr id="6" name="组合 5" title=""/>
          <p:cNvGrpSpPr/>
          <p:nvPr>
            <p:custDataLst>
              <p:tags r:id="rId23"/>
            </p:custDataLst>
          </p:nvPr>
        </p:nvGrpSpPr>
        <p:grpSpPr>
          <a:xfrm>
            <a:off x="890905" y="4740910"/>
            <a:ext cx="10421620" cy="1708150"/>
            <a:chOff x="1403" y="7466"/>
            <a:chExt cx="16412" cy="2690"/>
          </a:xfrm>
        </p:grpSpPr>
        <p:sp>
          <p:nvSpPr>
            <p:cNvPr id="33" name="文本框 32"/>
            <p:cNvSpPr txBox="1"/>
            <p:nvPr>
              <p:custDataLst>
                <p:tags r:id="rId24"/>
              </p:custDataLst>
            </p:nvPr>
          </p:nvSpPr>
          <p:spPr>
            <a:xfrm>
              <a:off x="1403" y="7466"/>
              <a:ext cx="16411" cy="2672"/>
            </a:xfrm>
            <a:prstGeom prst="rect">
              <a:avLst/>
            </a:prstGeom>
            <a:gradFill>
              <a:gsLst>
                <a:gs pos="0">
                  <a:srgbClr val="D5E69E">
                    <a:alpha val="48000"/>
                  </a:srgbClr>
                </a:gs>
                <a:gs pos="100000">
                  <a:srgbClr val="0BA4F5">
                    <a:alpha val="44000"/>
                  </a:srgbClr>
                </a:gs>
              </a:gsLst>
              <a:lin ang="10860000" scaled="0"/>
            </a:gradFill>
            <a:ln w="9525">
              <a:noFill/>
            </a:ln>
          </p:spPr>
          <p:txBody>
            <a:bodyPr wrap="none">
              <a:no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25"/>
              </p:custDataLst>
            </p:nvPr>
          </p:nvSpPr>
          <p:spPr>
            <a:xfrm>
              <a:off x="1539" y="7466"/>
              <a:ext cx="16276" cy="269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fontAlgn="auto">
                <a:lnSpc>
                  <a:spcPct val="120000"/>
                </a:lnSpc>
              </a:pPr>
              <a:r>
                <a: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当集合是用列举法表示时，可以通过列举集合的元素分别得到所求的集合；当集合是用描述法表示时（如不等式形式表示的集合），可运用数轴求解，注意端点值的取舍</a:t>
              </a:r>
              <a:r>
                <a:rPr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．</a:t>
              </a:r>
              <a:endPara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 title=""/>
          <p:cNvSpPr txBox="1"/>
          <p:nvPr>
            <p:custDataLst>
              <p:tags r:id="rId7"/>
            </p:custDataLst>
          </p:nvPr>
        </p:nvSpPr>
        <p:spPr>
          <a:xfrm>
            <a:off x="9740265" y="3584575"/>
            <a:ext cx="1956435" cy="515620"/>
          </a:xfrm>
          <a:prstGeom prst="rect">
            <a:avLst/>
          </a:prstGeom>
          <a:gradFill>
            <a:gsLst>
              <a:gs pos="0">
                <a:srgbClr val="D5E69E">
                  <a:alpha val="48000"/>
                </a:srgbClr>
              </a:gs>
              <a:gs pos="100000">
                <a:srgbClr val="0BA4F5">
                  <a:alpha val="44000"/>
                </a:srgbClr>
              </a:gs>
            </a:gsLst>
            <a:lin ang="10860000" scaled="0"/>
          </a:gradFill>
          <a:ln w="9525">
            <a:noFill/>
          </a:ln>
        </p:spPr>
        <p:txBody>
          <a:bodyPr wrap="none">
            <a:no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algn="l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2400">
                <a:latin typeface="Agency FB" panose="020b0503020202020204" pitchFamily="34" charset="0"/>
                <a:sym typeface="+mn-ea"/>
              </a:rPr>
              <a:t>C</a:t>
            </a:r>
            <a:r>
              <a:rPr lang="en-US" altLang="zh-CN" sz="2400" b="1" baseline="-25000">
                <a:latin typeface="Times New Roman" panose="02020603050405020304" pitchFamily="18" charset="0"/>
                <a:sym typeface="+mn-ea"/>
              </a:rPr>
              <a:t>U</a:t>
            </a:r>
            <a:r>
              <a:rPr lang="en-US" altLang="zh-CN" sz="2400" b="1" i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+mn-ea"/>
              </a:rPr>
              <a:t>={0,1,4}</a:t>
            </a:r>
            <a:endParaRPr lang="en-US" altLang="zh-CN" sz="2400" b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0" lvl="0" indent="0" algn="l" eaLnBrk="1" hangingPunct="1">
              <a:lnSpc>
                <a:spcPct val="100000"/>
              </a:lnSpc>
              <a:spcAft>
                <a:spcPct val="0"/>
              </a:spcAft>
              <a:buNone/>
            </a:pPr>
            <a:endParaRPr lang="en-US" altLang="zh-CN" sz="2400" i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 marL="0" lvl="0" indent="0" algn="ctr" eaLnBrk="1" hangingPunct="1">
              <a:lnSpc>
                <a:spcPct val="100000"/>
              </a:lnSpc>
              <a:spcAft>
                <a:spcPct val="0"/>
              </a:spcAft>
              <a:buNone/>
            </a:pPr>
            <a:endParaRPr lang="en-US" altLang="zh-CN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pSp>
        <p:nvGrpSpPr>
          <p:cNvPr id="13" name="组合 12" title=""/>
          <p:cNvGrpSpPr/>
          <p:nvPr>
            <p:custDataLst>
              <p:tags r:id="rId8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9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33" name="文本框 32" title=""/>
          <p:cNvSpPr txBox="1"/>
          <p:nvPr>
            <p:custDataLst>
              <p:tags r:id="rId11"/>
            </p:custDataLst>
          </p:nvPr>
        </p:nvSpPr>
        <p:spPr>
          <a:xfrm>
            <a:off x="6555740" y="1629410"/>
            <a:ext cx="1539240" cy="839470"/>
          </a:xfrm>
          <a:prstGeom prst="rect">
            <a:avLst/>
          </a:prstGeom>
          <a:gradFill>
            <a:gsLst>
              <a:gs pos="0">
                <a:srgbClr val="D5E69E">
                  <a:alpha val="48000"/>
                </a:srgbClr>
              </a:gs>
              <a:gs pos="100000">
                <a:srgbClr val="0BA4F5">
                  <a:alpha val="44000"/>
                </a:srgbClr>
              </a:gs>
            </a:gsLst>
            <a:lin ang="10860000" scaled="0"/>
          </a:gradFill>
          <a:ln w="9525">
            <a:noFill/>
          </a:ln>
        </p:spPr>
        <p:txBody>
          <a:bodyPr wrap="none">
            <a:no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algn="l" eaLnBrk="1" hangingPunct="1">
              <a:lnSpc>
                <a:spcPct val="100000"/>
              </a:lnSpc>
              <a:spcAft>
                <a:spcPct val="0"/>
              </a:spcAft>
              <a:buNone/>
            </a:pPr>
            <a:endParaRPr lang="en-US" altLang="zh-CN" sz="2400" i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 marL="0" lvl="0" indent="0" algn="ctr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M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={0,3}</a:t>
            </a:r>
            <a:endParaRPr lang="en-US" altLang="zh-CN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pSp>
        <p:nvGrpSpPr>
          <p:cNvPr id="5" name="组合 4" title=""/>
          <p:cNvGrpSpPr/>
          <p:nvPr>
            <p:custDataLst>
              <p:tags r:id="rId12"/>
            </p:custDataLst>
          </p:nvPr>
        </p:nvGrpSpPr>
        <p:grpSpPr>
          <a:xfrm>
            <a:off x="871855" y="1100455"/>
            <a:ext cx="11580495" cy="3790315"/>
            <a:chOff x="1373" y="1733"/>
            <a:chExt cx="18237" cy="5969"/>
          </a:xfrm>
        </p:grpSpPr>
        <p:grpSp>
          <p:nvGrpSpPr>
            <p:cNvPr id="3" name="组合 2"/>
            <p:cNvGrpSpPr/>
            <p:nvPr>
              <p:custDataLst>
                <p:tags r:id="rId13"/>
              </p:custDataLst>
            </p:nvPr>
          </p:nvGrpSpPr>
          <p:grpSpPr>
            <a:xfrm>
              <a:off x="1373" y="1733"/>
              <a:ext cx="1000" cy="962"/>
              <a:chOff x="1703" y="7079"/>
              <a:chExt cx="1000" cy="962"/>
            </a:xfrm>
          </p:grpSpPr>
          <p:sp>
            <p:nvSpPr>
              <p:cNvPr id="20" name="椭圆 19"/>
              <p:cNvSpPr/>
              <p:nvPr>
                <p:custDataLst>
                  <p:tags r:id="rId14"/>
                </p:custDataLst>
              </p:nvPr>
            </p:nvSpPr>
            <p:spPr>
              <a:xfrm>
                <a:off x="1703" y="7079"/>
                <a:ext cx="1000" cy="963"/>
              </a:xfrm>
              <a:prstGeom prst="ellipse">
                <a:avLst/>
              </a:prstGeom>
              <a:gradFill>
                <a:gsLst>
                  <a:gs pos="0">
                    <a:srgbClr val="DDE69D"/>
                  </a:gs>
                  <a:gs pos="50000">
                    <a:srgbClr val="14B2F7"/>
                  </a:gs>
                  <a:gs pos="100000">
                    <a:srgbClr val="0174D2"/>
                  </a:gs>
                </a:gsLst>
                <a:lin ang="306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pic>
            <p:nvPicPr>
              <p:cNvPr id="21" name="图片 20" descr="每周一练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15"/>
              <a:stretch>
                <a:fillRect/>
              </a:stretch>
            </p:blipFill>
            <p:spPr>
              <a:xfrm>
                <a:off x="1910" y="7245"/>
                <a:ext cx="610" cy="610"/>
              </a:xfrm>
              <a:prstGeom prst="rect">
                <a:avLst/>
              </a:prstGeom>
            </p:spPr>
          </p:pic>
        </p:grpSp>
        <p:sp>
          <p:nvSpPr>
            <p:cNvPr id="111618" name="文本占位符 11266"/>
            <p:cNvSpPr>
              <a:spLocks noGrp="1"/>
            </p:cNvSpPr>
            <p:nvPr>
              <p:custDataLst>
                <p:tags r:id="rId17"/>
              </p:custDataLst>
            </p:nvPr>
          </p:nvSpPr>
          <p:spPr>
            <a:xfrm>
              <a:off x="2445" y="1745"/>
              <a:ext cx="3879" cy="70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lIns="0" tIns="0" rIns="0" bIns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A7612"/>
                </a:buClr>
                <a:buSzPct val="70000"/>
                <a:buFont typeface="Wingdings" panose="05000000000000000000" pitchFamily="2" charset="2"/>
              </a:pPr>
              <a:r>
                <a:rPr sz="2400" b="1">
                  <a:solidFill>
                    <a:srgbClr val="303030"/>
                  </a:solidFill>
                  <a:latin typeface="黑体" panose="02010609060101010101" charset="-122"/>
                </a:rPr>
                <a:t>【练习】</a:t>
              </a:r>
              <a:endParaRPr lang="en-US" altLang="zh-CN" sz="2400" b="1" i="1">
                <a:solidFill>
                  <a:srgbClr val="303030"/>
                </a:solidFill>
                <a:latin typeface="黑体" panose="02010609060101010101" charset="-122"/>
              </a:endParaRPr>
            </a:p>
          </p:txBody>
        </p:sp>
        <p:sp>
          <p:nvSpPr>
            <p:cNvPr id="4" name="文本占位符 11266"/>
            <p:cNvSpPr>
              <a:spLocks noGrp="1"/>
            </p:cNvSpPr>
            <p:nvPr>
              <p:custDataLst>
                <p:tags r:id="rId18"/>
              </p:custDataLst>
            </p:nvPr>
          </p:nvSpPr>
          <p:spPr>
            <a:xfrm>
              <a:off x="2593" y="2428"/>
              <a:ext cx="13265" cy="104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lIns="0" tIns="0" rIns="0" bIns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A7612"/>
                </a:buClr>
                <a:buSzPct val="70000"/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①若全集U={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0,3,6,9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}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={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|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30000">
                  <a:solidFill>
                    <a:srgbClr val="30303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ax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=0}, </a:t>
              </a:r>
              <a:r>
                <a:rPr lang="en-US" altLang="zh-CN" sz="2400">
                  <a:solidFill>
                    <a:srgbClr val="303030"/>
                  </a:solidFill>
                  <a:latin typeface="Agency FB" panose="020b0503020202020204" pitchFamily="34" charset="0"/>
                </a:rPr>
                <a:t>C</a:t>
              </a:r>
              <a:r>
                <a:rPr lang="en-US" altLang="zh-CN" sz="2400" b="1" baseline="-25000">
                  <a:solidFill>
                    <a:srgbClr val="30303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M=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{6,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9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}, 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则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=____</a:t>
              </a:r>
              <a:r>
                <a:rPr lang="en-US" altLang="zh-CN" sz="32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.</a:t>
              </a:r>
              <a:endPara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1619" name="文本占位符 11266"/>
            <p:cNvSpPr>
              <a:spLocks noGrp="1"/>
            </p:cNvSpPr>
            <p:nvPr>
              <p:custDataLst>
                <p:tags r:id="rId19"/>
              </p:custDataLst>
            </p:nvPr>
          </p:nvSpPr>
          <p:spPr>
            <a:xfrm>
              <a:off x="2593" y="3503"/>
              <a:ext cx="8127" cy="114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lIns="0" tIns="0" rIns="0" bIns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BA7612"/>
                </a:buClr>
                <a:buSzPct val="70000"/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②若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={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|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&gt;1}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，则</a:t>
              </a:r>
              <a:r>
                <a:rPr lang="en-US" altLang="zh-CN" sz="2400">
                  <a:solidFill>
                    <a:srgbClr val="303030"/>
                  </a:solidFill>
                  <a:latin typeface="Agency FB" panose="020b0503020202020204" pitchFamily="34" charset="0"/>
                </a:rPr>
                <a:t>C</a:t>
              </a:r>
              <a:r>
                <a:rPr lang="en-US" altLang="zh-CN" sz="2400" b="1" baseline="-25000">
                  <a:solidFill>
                    <a:srgbClr val="303030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A=_________.</a:t>
              </a:r>
              <a:endParaRPr lang="zh-CN" altLang="en-US" sz="2400" b="1">
                <a:solidFill>
                  <a:srgbClr val="30303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1620" name="文本占位符 11266"/>
            <p:cNvSpPr>
              <a:spLocks noGrp="1"/>
            </p:cNvSpPr>
            <p:nvPr>
              <p:custDataLst>
                <p:tags r:id="rId20"/>
              </p:custDataLst>
            </p:nvPr>
          </p:nvSpPr>
          <p:spPr>
            <a:xfrm>
              <a:off x="2593" y="4693"/>
              <a:ext cx="12967" cy="90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lIns="0" tIns="0" rIns="0" bIns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BA7612"/>
                </a:buClr>
                <a:buSzPct val="70000"/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③若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={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|1&lt;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="1">
                  <a:solidFill>
                    <a:srgbClr val="303030"/>
                  </a:solidFill>
                  <a:latin typeface="黑体" panose="02010609060101010101" charset="-122"/>
                </a:rPr>
                <a:t>≤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3}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，则</a:t>
              </a:r>
              <a:r>
                <a:rPr lang="en-US" altLang="zh-CN" sz="2400">
                  <a:solidFill>
                    <a:srgbClr val="303030"/>
                  </a:solidFill>
                  <a:latin typeface="Agency FB" panose="020b0503020202020204" pitchFamily="34" charset="0"/>
                </a:rPr>
                <a:t>C</a:t>
              </a:r>
              <a:r>
                <a:rPr lang="en-US" altLang="zh-CN" sz="2400" b="1" baseline="-25000">
                  <a:solidFill>
                    <a:srgbClr val="30303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B=_______________.</a:t>
              </a:r>
              <a:endParaRPr lang="zh-CN" altLang="en-US" sz="2400" b="1">
                <a:solidFill>
                  <a:srgbClr val="30303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1629" name="文本占位符 11266"/>
            <p:cNvSpPr>
              <a:spLocks noGrp="1"/>
            </p:cNvSpPr>
            <p:nvPr>
              <p:custDataLst>
                <p:tags r:id="rId21"/>
              </p:custDataLst>
            </p:nvPr>
          </p:nvSpPr>
          <p:spPr>
            <a:xfrm>
              <a:off x="2593" y="5791"/>
              <a:ext cx="13265" cy="90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lIns="0" tIns="0" rIns="0" bIns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BA7612"/>
                </a:buClr>
                <a:buSzPct val="70000"/>
                <a:buFont typeface="Wingdings" panose="05000000000000000000" pitchFamily="2" charset="2"/>
              </a:pPr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④若</a:t>
              </a:r>
              <a:r>
                <a:rPr lang="zh-CN" altLang="en-US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U</a:t>
              </a:r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={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0,1,2,3,4</a:t>
              </a:r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}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={2,3}, 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={1,2,4}, </a:t>
              </a:r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则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∩(</a:t>
              </a:r>
              <a:r>
                <a:rPr lang="en-US" altLang="zh-CN" sz="2400">
                  <a:solidFill>
                    <a:schemeClr val="tx1"/>
                  </a:solidFill>
                  <a:latin typeface="Agency FB" panose="020b0503020202020204" pitchFamily="34" charset="0"/>
                </a:rPr>
                <a:t>C</a:t>
              </a:r>
              <a:r>
                <a:rPr lang="en-US" altLang="zh-CN" sz="24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=________.</a:t>
              </a:r>
              <a:endPara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1632" name="文本占位符 11266"/>
            <p:cNvSpPr>
              <a:spLocks noGrp="1"/>
            </p:cNvSpPr>
            <p:nvPr>
              <p:custDataLst>
                <p:tags r:id="rId22"/>
              </p:custDataLst>
            </p:nvPr>
          </p:nvSpPr>
          <p:spPr>
            <a:xfrm>
              <a:off x="2593" y="6802"/>
              <a:ext cx="17017" cy="90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lIns="0" tIns="0" rIns="0" bIns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lvl="0" indent="0" eaLnBrk="1" hangingPunct="1">
                <a:spcBef>
                  <a:spcPts val="600"/>
                </a:spcBef>
                <a:spcAft>
                  <a:spcPts val="600"/>
                </a:spcAft>
                <a:buClr>
                  <a:srgbClr val="BA7612"/>
                </a:buClr>
                <a:buSzPct val="70000"/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⑤若全集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U={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1,2,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a</a:t>
              </a:r>
              <a:r>
                <a:rPr lang="en-US" altLang="zh-CN" sz="2400" b="1" baseline="30000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2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－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2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a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+3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}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,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A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={1,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a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charset="-122"/>
                </a:rPr>
                <a:t>},</a:t>
              </a:r>
              <a:r>
                <a:rPr lang="en-US" altLang="zh-CN" sz="2400">
                  <a:solidFill>
                    <a:srgbClr val="303030"/>
                  </a:solidFill>
                  <a:latin typeface="Agency FB" panose="020b0503020202020204" pitchFamily="34" charset="0"/>
                </a:rPr>
                <a:t>C</a:t>
              </a:r>
              <a:r>
                <a:rPr lang="en-US" altLang="zh-CN" sz="2400" b="1" baseline="-25000">
                  <a:solidFill>
                    <a:srgbClr val="303030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={3},</a:t>
              </a:r>
              <a:r>
                <a:rPr lang="zh-CN" altLang="en-US" sz="2400" b="1">
                  <a:solidFill>
                    <a:srgbClr val="303030"/>
                  </a:solidFill>
                  <a:latin typeface="Times New Roman" panose="02020603050405020304" pitchFamily="18" charset="0"/>
                </a:rPr>
                <a:t>则实数</a:t>
              </a:r>
              <a:r>
                <a:rPr lang="en-US" altLang="zh-CN" sz="2400" b="1" i="1">
                  <a:solidFill>
                    <a:srgbClr val="303030"/>
                  </a:solidFill>
                  <a:latin typeface="Times New Roman" panose="02020603050405020304" pitchFamily="18" charset="0"/>
                </a:rPr>
                <a:t>a=______.</a:t>
              </a:r>
              <a:endParaRPr lang="zh-CN" altLang="en-US" sz="2400" b="1">
                <a:solidFill>
                  <a:srgbClr val="30303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" name="文本框 6" title=""/>
          <p:cNvSpPr txBox="1"/>
          <p:nvPr>
            <p:custDataLst>
              <p:tags r:id="rId23"/>
            </p:custDataLst>
          </p:nvPr>
        </p:nvSpPr>
        <p:spPr>
          <a:xfrm>
            <a:off x="724535" y="4991735"/>
            <a:ext cx="11062335" cy="1463040"/>
          </a:xfrm>
          <a:prstGeom prst="rect">
            <a:avLst/>
          </a:prstGeom>
          <a:solidFill>
            <a:srgbClr val="F4F8EF"/>
          </a:solidFill>
          <a:ln w="3175">
            <a:solidFill>
              <a:schemeClr val="accent6"/>
            </a:solidFill>
            <a:prstDash val="dash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1">
                <a:solidFill>
                  <a:srgbClr val="0060BB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求集合补集的策略二 </a:t>
            </a:r>
            <a:endParaRPr lang="zh-CN" altLang="en-US" sz="2400" b="1">
              <a:solidFill>
                <a:srgbClr val="0060BB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636905" algn="l" fontAlgn="auto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如果所给集合是无限集，在解答有关集合补集问题时，则常借助数轴，先把已知集合及全集分别表示在数轴上，然后根据补集的定义求解．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11621" name="文本框 7" title=""/>
          <p:cNvSpPr/>
          <p:nvPr>
            <p:custDataLst>
              <p:tags r:id="rId24"/>
            </p:custDataLst>
          </p:nvPr>
        </p:nvSpPr>
        <p:spPr>
          <a:xfrm>
            <a:off x="8868410" y="1589723"/>
            <a:ext cx="603250" cy="47815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-3</a:t>
            </a:r>
            <a:endParaRPr lang="en-US" altLang="zh-CN" sz="2800" b="1">
              <a:solidFill>
                <a:schemeClr val="accent2"/>
              </a:solidFill>
              <a:latin typeface="Times New Roman" panose="02020603050405020304" pitchFamily="18" charset="0"/>
              <a:sym typeface="黑体" panose="02010609060101010101" charset="-122"/>
            </a:endParaRPr>
          </a:p>
        </p:txBody>
      </p:sp>
      <p:sp>
        <p:nvSpPr>
          <p:cNvPr id="111622" name="文本框 7" title=""/>
          <p:cNvSpPr/>
          <p:nvPr>
            <p:custDataLst>
              <p:tags r:id="rId25"/>
            </p:custDataLst>
          </p:nvPr>
        </p:nvSpPr>
        <p:spPr>
          <a:xfrm>
            <a:off x="4868863" y="2146935"/>
            <a:ext cx="1432560" cy="47815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{</a:t>
            </a: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x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|</a:t>
            </a: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x</a:t>
            </a:r>
            <a:r>
              <a:rPr lang="en-US" altLang="zh-CN" sz="2800" b="1">
                <a:solidFill>
                  <a:schemeClr val="accent2"/>
                </a:solidFill>
                <a:latin typeface="黑体" panose="02010609060101010101" charset="-122"/>
                <a:sym typeface="黑体" panose="02010609060101010101" charset="-122"/>
              </a:rPr>
              <a:t>≤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1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}</a:t>
            </a:r>
            <a:endParaRPr lang="zh-CN" altLang="en-US" sz="2800" b="1">
              <a:solidFill>
                <a:schemeClr val="accent2"/>
              </a:solidFill>
              <a:latin typeface="Times New Roman" panose="02020603050405020304" pitchFamily="18" charset="0"/>
              <a:sym typeface="黑体" panose="02010609060101010101" charset="-122"/>
            </a:endParaRPr>
          </a:p>
        </p:txBody>
      </p:sp>
      <p:sp>
        <p:nvSpPr>
          <p:cNvPr id="111623" name="文本框 7" title=""/>
          <p:cNvSpPr/>
          <p:nvPr>
            <p:custDataLst>
              <p:tags r:id="rId26"/>
            </p:custDataLst>
          </p:nvPr>
        </p:nvSpPr>
        <p:spPr>
          <a:xfrm>
            <a:off x="5319395" y="2858135"/>
            <a:ext cx="2348230" cy="47815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{</a:t>
            </a: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x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|</a:t>
            </a: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x</a:t>
            </a:r>
            <a:r>
              <a:rPr lang="en-US" altLang="zh-CN" sz="2800" b="1">
                <a:solidFill>
                  <a:schemeClr val="accent2"/>
                </a:solidFill>
                <a:latin typeface="黑体" panose="02010609060101010101" charset="-122"/>
              </a:rPr>
              <a:t>≤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x&gt;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}</a:t>
            </a:r>
            <a:endParaRPr lang="zh-CN" altLang="en-US" sz="2800" b="1">
              <a:solidFill>
                <a:schemeClr val="accent2"/>
              </a:solidFill>
              <a:latin typeface="Times New Roman" panose="02020603050405020304" pitchFamily="18" charset="0"/>
              <a:sym typeface="黑体" panose="02010609060101010101" charset="-122"/>
            </a:endParaRPr>
          </a:p>
        </p:txBody>
      </p:sp>
      <p:sp>
        <p:nvSpPr>
          <p:cNvPr id="111631" name="文本框 7" title=""/>
          <p:cNvSpPr/>
          <p:nvPr>
            <p:custDataLst>
              <p:tags r:id="rId27"/>
            </p:custDataLst>
          </p:nvPr>
        </p:nvSpPr>
        <p:spPr>
          <a:xfrm>
            <a:off x="8465503" y="3516630"/>
            <a:ext cx="1090612" cy="47815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{1,4}</a:t>
            </a:r>
            <a:endParaRPr lang="en-US" altLang="zh-CN" sz="2800" b="1">
              <a:solidFill>
                <a:schemeClr val="accent2"/>
              </a:solidFill>
              <a:latin typeface="Times New Roman" panose="02020603050405020304" pitchFamily="18" charset="0"/>
              <a:sym typeface="黑体" panose="02010609060101010101" charset="-122"/>
            </a:endParaRPr>
          </a:p>
        </p:txBody>
      </p:sp>
      <p:sp>
        <p:nvSpPr>
          <p:cNvPr id="111633" name="文本框 7" title=""/>
          <p:cNvSpPr/>
          <p:nvPr>
            <p:custDataLst>
              <p:tags r:id="rId28"/>
            </p:custDataLst>
          </p:nvPr>
        </p:nvSpPr>
        <p:spPr>
          <a:xfrm>
            <a:off x="8998903" y="4234815"/>
            <a:ext cx="604837" cy="47815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2</a:t>
            </a:r>
            <a:endParaRPr lang="en-US" altLang="zh-CN" sz="2800" b="1">
              <a:solidFill>
                <a:schemeClr val="accent2"/>
              </a:solidFill>
              <a:latin typeface="Times New Roman" panose="02020603050405020304" pitchFamily="18" charset="0"/>
              <a:sym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11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3" grpId="0" animBg="1"/>
      <p:bldP spid="111621" grpId="0"/>
      <p:bldP spid="111622" grpId="0"/>
      <p:bldP spid="111623" grpId="0"/>
      <p:bldP spid="6" grpId="0" animBg="1"/>
      <p:bldP spid="111631" grpId="0"/>
      <p:bldP spid="1116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20" name="圆角矩形 19" title=""/>
          <p:cNvSpPr/>
          <p:nvPr>
            <p:custDataLst>
              <p:tags r:id="rId10"/>
            </p:custDataLst>
          </p:nvPr>
        </p:nvSpPr>
        <p:spPr>
          <a:xfrm rot="16200000">
            <a:off x="5830570" y="-3996055"/>
            <a:ext cx="503555" cy="10607040"/>
          </a:xfrm>
          <a:prstGeom prst="roundRect">
            <a:avLst>
              <a:gd name="adj" fmla="val 33228"/>
            </a:avLst>
          </a:prstGeom>
          <a:gradFill>
            <a:gsLst>
              <a:gs pos="31000">
                <a:srgbClr val="47C2E3">
                  <a:alpha val="94000"/>
                </a:srgbClr>
              </a:gs>
              <a:gs pos="0">
                <a:srgbClr val="14A2F3">
                  <a:alpha val="67000"/>
                </a:srgbClr>
              </a:gs>
              <a:gs pos="68000">
                <a:srgbClr val="76CECC">
                  <a:alpha val="38000"/>
                </a:srgbClr>
              </a:gs>
              <a:gs pos="100000">
                <a:srgbClr val="D5E69E">
                  <a:alpha val="32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 title=""/>
          <p:cNvSpPr txBox="1"/>
          <p:nvPr>
            <p:custDataLst>
              <p:tags r:id="rId11"/>
            </p:custDataLst>
          </p:nvPr>
        </p:nvSpPr>
        <p:spPr>
          <a:xfrm>
            <a:off x="906145" y="1086485"/>
            <a:ext cx="5067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sym typeface="+mn-ea"/>
              </a:rPr>
              <a:t>补集及其运算性质：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10597" name="组合 33" title=""/>
          <p:cNvGrpSpPr/>
          <p:nvPr>
            <p:custDataLst>
              <p:tags r:id="rId12"/>
            </p:custDataLst>
          </p:nvPr>
        </p:nvGrpSpPr>
        <p:grpSpPr>
          <a:xfrm>
            <a:off x="7408545" y="2675579"/>
            <a:ext cx="3882390" cy="2514276"/>
            <a:chOff x="14501" y="7507"/>
            <a:chExt cx="4299" cy="2181"/>
          </a:xfrm>
        </p:grpSpPr>
        <p:sp>
          <p:nvSpPr>
            <p:cNvPr id="7" name="矩形 20"/>
            <p:cNvSpPr/>
            <p:nvPr>
              <p:custDataLst>
                <p:tags r:id="rId13"/>
              </p:custDataLst>
            </p:nvPr>
          </p:nvSpPr>
          <p:spPr>
            <a:xfrm>
              <a:off x="14501" y="7507"/>
              <a:ext cx="4299" cy="2181"/>
            </a:xfrm>
            <a:prstGeom prst="rect">
              <a:avLst/>
            </a:prstGeom>
            <a:solidFill>
              <a:srgbClr val="D8E6B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303030"/>
                </a:solidFill>
              </a:endParaRPr>
            </a:p>
          </p:txBody>
        </p:sp>
        <p:grpSp>
          <p:nvGrpSpPr>
            <p:cNvPr id="110616" name="组合 21"/>
            <p:cNvGrpSpPr/>
            <p:nvPr>
              <p:custDataLst>
                <p:tags r:id="rId14"/>
              </p:custDataLst>
            </p:nvPr>
          </p:nvGrpSpPr>
          <p:grpSpPr>
            <a:xfrm>
              <a:off x="16540" y="7874"/>
              <a:ext cx="2024" cy="1507"/>
              <a:chOff x="14964" y="4508"/>
              <a:chExt cx="2450" cy="1825"/>
            </a:xfrm>
          </p:grpSpPr>
          <p:sp>
            <p:nvSpPr>
              <p:cNvPr id="110620" name="椭圆 22"/>
              <p:cNvSpPr/>
              <p:nvPr>
                <p:custDataLst>
                  <p:tags r:id="rId15"/>
                </p:custDataLst>
              </p:nvPr>
            </p:nvSpPr>
            <p:spPr>
              <a:xfrm>
                <a:off x="14964" y="4508"/>
                <a:ext cx="2450" cy="182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5pPr>
              </a:lstStyle>
              <a:p>
                <a:pPr marL="0" marR="0" lvl="0" indent="0" algn="ctr" eaLnBrk="1" hangingPunct="1"/>
                <a:endParaRPr lang="en-US" altLang="en-US">
                  <a:solidFill>
                    <a:srgbClr val="303030"/>
                  </a:solidFill>
                </a:endParaRPr>
              </a:p>
            </p:txBody>
          </p:sp>
          <p:sp>
            <p:nvSpPr>
              <p:cNvPr id="110621" name="文本框 2"/>
              <p:cNvSpPr/>
              <p:nvPr>
                <p:custDataLst>
                  <p:tags r:id="rId16"/>
                </p:custDataLst>
              </p:nvPr>
            </p:nvSpPr>
            <p:spPr>
              <a:xfrm>
                <a:off x="15266" y="4689"/>
                <a:ext cx="1503" cy="684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en-US" altLang="zh-CN" sz="2800" b="1" i="1">
                    <a:solidFill>
                      <a:srgbClr val="30303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endPara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10617" name="组合 41"/>
            <p:cNvGrpSpPr/>
            <p:nvPr>
              <p:custDataLst>
                <p:tags r:id="rId17"/>
              </p:custDataLst>
            </p:nvPr>
          </p:nvGrpSpPr>
          <p:grpSpPr>
            <a:xfrm>
              <a:off x="14618" y="7531"/>
              <a:ext cx="1760" cy="554"/>
              <a:chOff x="7435" y="6768"/>
              <a:chExt cx="1760" cy="554"/>
            </a:xfrm>
          </p:grpSpPr>
          <p:sp>
            <p:nvSpPr>
              <p:cNvPr id="110618" name="文本框 110"/>
              <p:cNvSpPr/>
              <p:nvPr>
                <p:custDataLst>
                  <p:tags r:id="rId18"/>
                </p:custDataLst>
              </p:nvPr>
            </p:nvSpPr>
            <p:spPr>
              <a:xfrm>
                <a:off x="7435" y="6869"/>
                <a:ext cx="1360" cy="453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5pPr>
              </a:lstStyle>
              <a:p>
                <a:pPr marL="0" lvl="0" indent="0" eaLnBrk="1" hangingPunct="1"/>
                <a:r>
                  <a:rPr lang="en-US" altLang="zh-CN" sz="2800">
                    <a:solidFill>
                      <a:schemeClr val="tx1"/>
                    </a:solidFill>
                    <a:latin typeface="Agency FB" panose="020b0503020202020204" pitchFamily="34" charset="0"/>
                    <a:sym typeface="黑体" panose="02010609060101010101" charset="-122"/>
                  </a:rPr>
                  <a:t>C</a:t>
                </a:r>
                <a:endParaRPr lang="en-US" altLang="zh-CN" sz="2800">
                  <a:solidFill>
                    <a:schemeClr val="tx1"/>
                  </a:solidFill>
                  <a:latin typeface="Agency FB" panose="020b0503020202020204" pitchFamily="34" charset="0"/>
                  <a:sym typeface="黑体" panose="02010609060101010101" charset="-122"/>
                </a:endParaRPr>
              </a:p>
            </p:txBody>
          </p:sp>
          <p:sp>
            <p:nvSpPr>
              <p:cNvPr id="110619" name="文本框 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81" y="6768"/>
                <a:ext cx="1514" cy="515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en-US" altLang="zh-CN" sz="2800" b="1" baseline="-25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endParaRPr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</p:grpSp>
      <mc:AlternateContent>
        <mc:Choice Requires="a14">
          <p:sp>
            <p:nvSpPr>
              <p:cNvPr id="15" name="文本框 14" title="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584835" y="1971675"/>
                <a:ext cx="9331960" cy="43268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14:m>
                  <m:oMathPara>
                    <m:oMathParaPr>
                      <m:jc/>
                    </m:oMathParaPr>
                    <m:oMath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𝑨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⊆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𝑼</m:t>
                      </m:r>
                    </m:oMath>
                  </m:oMathPara>
                </a14:m>
                <a:r>
                  <a:rPr lang="zh-CN" alt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14:m>
                  <m:oMathPara>
                    <m:oMathParaPr>
                      <m:jc/>
                    </m:oMathParaPr>
                    <m:oMath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𝑼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𝑨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⊆</m:t>
                      </m:r>
                    </m:oMath>
                  </m:oMathPara>
                </a14:m>
                <a:r>
                  <a:rPr lang="en-US" altLang="zh-CN" sz="24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（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3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）</a:t>
                </a:r>
                <a14:m>
                  <m:oMathPara>
                    <m:oMathParaPr>
                      <m:jc/>
                    </m:oMathParaPr>
                    <m:oMath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𝑼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𝑨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)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∪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𝑨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𝑼</m:t>
                      </m:r>
                    </m:oMath>
                  </m:oMathPara>
                </a14:m>
                <a:r>
                  <a:rPr lang="zh-CN" alt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（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4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）</a:t>
                </a:r>
                <a14:m>
                  <m:oMathPara>
                    <m:oMathParaPr>
                      <m:jc/>
                    </m:oMathParaPr>
                    <m:oMath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𝑼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𝑨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)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∩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𝑨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</m:t>
                      </m:r>
                      <m:r>
                        <m:rPr>
                          <m:sty m:val="b"/>
                        </m:rPr>
                        <a:rPr lang="en-US" altLang="zh-CN" sz="2400" b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∅</m:t>
                      </m:r>
                    </m:oMath>
                  </m:oMathPara>
                </a14:m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（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5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）</a:t>
                </a:r>
                <a14:m>
                  <m:oMathPara>
                    <m:oMathParaPr>
                      <m:jc/>
                    </m:oMathParaPr>
                    <m:oMath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𝑼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𝑨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)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∩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𝑼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𝑩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)</m:t>
                      </m:r>
                      <m:r>
                        <m:rPr>
                          <m:sty m:val="b"/>
                        </m:rPr>
                        <a:rPr lang="en-US" altLang="zh-CN" sz="2400" b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𝑼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𝑨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∪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𝑩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)</m:t>
                      </m:r>
                    </m:oMath>
                  </m:oMathPara>
                </a14:m>
                <a:r>
                  <a:rPr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；</a:t>
                </a:r>
                <a:endPara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（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6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）</a:t>
                </a:r>
                <a14:m>
                  <m:oMathPara>
                    <m:oMathParaPr>
                      <m:jc/>
                    </m:oMathParaPr>
                    <m:oMath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𝑼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𝑨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)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∪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ea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𝑼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𝑩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)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𝑪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𝑼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𝑨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∩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𝑩</m:t>
                      </m:r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+mn-ea"/>
                        </a:rPr>
                        <m:t>)</m:t>
                      </m:r>
                    </m:oMath>
                  </m:oMathPara>
                </a14:m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;</a:t>
                </a:r>
                <a:r>
                  <a:rPr lang="en-US" altLang="zh-CN" sz="2095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</a:t>
                </a:r>
                <a:endParaRPr lang="en-US" altLang="zh-CN" sz="2095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095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584835" y="1971675"/>
                <a:ext cx="9331960" cy="4326890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7B5F9">
                    <a:alpha val="48000"/>
                  </a:srgbClr>
                </a:gs>
                <a:gs pos="100000">
                  <a:srgbClr val="D5E69E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8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33" name="组合 32"/>
            <p:cNvGrpSpPr/>
            <p:nvPr>
              <p:custDataLst>
                <p:tags r:id="rId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1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46" name="组合 45"/>
            <p:cNvGrpSpPr/>
            <p:nvPr>
              <p:custDataLst>
                <p:tags r:id="rId2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2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 title=""/>
          <p:cNvSpPr txBox="1"/>
          <p:nvPr>
            <p:custDataLst>
              <p:tags r:id="rId34"/>
            </p:custDataLst>
          </p:nvPr>
        </p:nvSpPr>
        <p:spPr>
          <a:xfrm>
            <a:off x="2469515" y="2222500"/>
            <a:ext cx="50596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0">
                <a:solidFill>
                  <a:srgbClr val="0BA4F5"/>
                </a:solidFill>
                <a:latin typeface="黑体" panose="02010609060101010101" charset="-122"/>
                <a:ea typeface="黑体" panose="02010609060101010101" charset="-122"/>
              </a:rPr>
              <a:t>03</a:t>
            </a:r>
            <a:endParaRPr lang="en-US" altLang="zh-CN" sz="18000">
              <a:solidFill>
                <a:srgbClr val="0BA4F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 title=""/>
          <p:cNvSpPr txBox="1"/>
          <p:nvPr>
            <p:custDataLst>
              <p:tags r:id="rId35"/>
            </p:custDataLst>
          </p:nvPr>
        </p:nvSpPr>
        <p:spPr>
          <a:xfrm>
            <a:off x="5606415" y="3123565"/>
            <a:ext cx="51073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典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型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题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析</a:t>
            </a:r>
            <a:endParaRPr lang="zh-CN" altLang="en-US" sz="4800" b="1">
              <a:solidFill>
                <a:srgbClr val="0BA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title=""/>
          <p:cNvSpPr txBox="1"/>
          <p:nvPr>
            <p:custDataLst>
              <p:tags r:id="rId36"/>
            </p:custDataLst>
          </p:nvPr>
        </p:nvSpPr>
        <p:spPr>
          <a:xfrm>
            <a:off x="2384425" y="1657350"/>
            <a:ext cx="7423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集合的基本运算(第2课时)全集、补集及综合运用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能力提升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5" name="组合 34" title=""/>
          <p:cNvGrpSpPr/>
          <p:nvPr>
            <p:custDataLst>
              <p:tags r:id="rId10"/>
            </p:custDataLst>
          </p:nvPr>
        </p:nvGrpSpPr>
        <p:grpSpPr>
          <a:xfrm>
            <a:off x="577850" y="995045"/>
            <a:ext cx="10998835" cy="1276985"/>
            <a:chOff x="910" y="1567"/>
            <a:chExt cx="17479" cy="2011"/>
          </a:xfrm>
        </p:grpSpPr>
        <p:sp>
          <p:nvSpPr>
            <p:cNvPr id="3" name="圆角矩形 2"/>
            <p:cNvSpPr/>
            <p:nvPr>
              <p:custDataLst>
                <p:tags r:id="rId11"/>
              </p:custDataLst>
            </p:nvPr>
          </p:nvSpPr>
          <p:spPr>
            <a:xfrm>
              <a:off x="910" y="2115"/>
              <a:ext cx="17479" cy="1463"/>
            </a:xfrm>
            <a:prstGeom prst="roundRect">
              <a:avLst/>
            </a:prstGeom>
            <a:noFill/>
            <a:ln w="12700" cmpd="sng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>
              <p:custDataLst>
                <p:tags r:id="rId12"/>
              </p:custDataLst>
            </p:nvPr>
          </p:nvSpPr>
          <p:spPr>
            <a:xfrm>
              <a:off x="1463" y="1567"/>
              <a:ext cx="5622" cy="88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68BD8"/>
                </a:gs>
                <a:gs pos="100000">
                  <a:srgbClr val="85BC5C"/>
                </a:gs>
              </a:gsLst>
              <a:lin ang="144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题型一：补集的运算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aphicFrame>
        <p:nvGraphicFramePr>
          <p:cNvPr id="6" name="对象 5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800100" y="1559560"/>
          <a:ext cx="11501755" cy="71247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59" r:id="rId14" imgW="6496050" imgH="409575" progId="Word.Document.8">
                  <p:embed/>
                </p:oleObj>
              </mc:Choice>
              <mc:Fallback>
                <p:oleObj r:id="rId14" imgW="6496050" imgH="4095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00100" y="1559560"/>
                        <a:ext cx="11501755" cy="712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814070" y="2301240"/>
          <a:ext cx="11086465" cy="235966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0" r:id="rId17" imgW="6496050" imgH="1381125" progId="Word.Document.8">
                  <p:embed/>
                </p:oleObj>
              </mc:Choice>
              <mc:Fallback>
                <p:oleObj r:id="rId17" imgW="6496050" imgH="138112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14070" y="2301240"/>
                        <a:ext cx="11086465" cy="2359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 title=""/>
          <p:cNvSpPr txBox="1"/>
          <p:nvPr>
            <p:custDataLst>
              <p:tags r:id="rId19"/>
            </p:custDataLst>
          </p:nvPr>
        </p:nvSpPr>
        <p:spPr>
          <a:xfrm>
            <a:off x="724535" y="4617085"/>
            <a:ext cx="11062335" cy="1837690"/>
          </a:xfrm>
          <a:prstGeom prst="rect">
            <a:avLst/>
          </a:prstGeom>
          <a:solidFill>
            <a:srgbClr val="F4F8EF"/>
          </a:solidFill>
          <a:ln w="3175">
            <a:solidFill>
              <a:schemeClr val="accent6"/>
            </a:solidFill>
            <a:prstDash val="dash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1">
                <a:solidFill>
                  <a:srgbClr val="0060BB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求集合补集的方法: </a:t>
            </a:r>
            <a:endParaRPr lang="zh-CN" altLang="en-US" sz="2400" b="1">
              <a:solidFill>
                <a:srgbClr val="0060BB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636905" algn="l" fontAlgn="auto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(1) 定义法：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当集合中元素较少时，可利用定义直接求解．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636905" algn="l" fontAlgn="auto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(2) Venn图法：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借助Venn图可直观地求出全集及补集．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636905" algn="l" fontAlgn="auto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(3) 数轴法：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当集合中的元素无限时，可借助数轴，需注意端点问题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能力提升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5" name="组合 34" title=""/>
          <p:cNvGrpSpPr/>
          <p:nvPr>
            <p:custDataLst>
              <p:tags r:id="rId10"/>
            </p:custDataLst>
          </p:nvPr>
        </p:nvGrpSpPr>
        <p:grpSpPr>
          <a:xfrm>
            <a:off x="577850" y="995045"/>
            <a:ext cx="10998835" cy="2015490"/>
            <a:chOff x="910" y="1567"/>
            <a:chExt cx="17479" cy="3174"/>
          </a:xfrm>
        </p:grpSpPr>
        <p:sp>
          <p:nvSpPr>
            <p:cNvPr id="3" name="圆角矩形 2"/>
            <p:cNvSpPr/>
            <p:nvPr>
              <p:custDataLst>
                <p:tags r:id="rId11"/>
              </p:custDataLst>
            </p:nvPr>
          </p:nvSpPr>
          <p:spPr>
            <a:xfrm>
              <a:off x="910" y="2115"/>
              <a:ext cx="17479" cy="2626"/>
            </a:xfrm>
            <a:prstGeom prst="roundRect">
              <a:avLst/>
            </a:prstGeom>
            <a:noFill/>
            <a:ln w="12700" cmpd="sng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>
              <p:custDataLst>
                <p:tags r:id="rId12"/>
              </p:custDataLst>
            </p:nvPr>
          </p:nvSpPr>
          <p:spPr>
            <a:xfrm>
              <a:off x="1463" y="1567"/>
              <a:ext cx="9728" cy="88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68BD8"/>
                </a:gs>
                <a:gs pos="100000">
                  <a:srgbClr val="85BC5C"/>
                </a:gs>
              </a:gsLst>
              <a:lin ang="144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题型二：集合的交、并、补集的综合运算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aphicFrame>
        <p:nvGraphicFramePr>
          <p:cNvPr id="4" name="对象 3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632460" y="1615440"/>
          <a:ext cx="10063480" cy="148145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1" r:id="rId14" imgW="6496050" imgH="952500" progId="Word.Document.8">
                  <p:embed/>
                </p:oleObj>
              </mc:Choice>
              <mc:Fallback>
                <p:oleObj r:id="rId14" imgW="6496050" imgH="9525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32460" y="1615440"/>
                        <a:ext cx="10063480" cy="1481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821690" y="3261995"/>
          <a:ext cx="13153389" cy="140716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2" r:id="rId17" imgW="6496050" imgH="704850" progId="Word.Document.8">
                  <p:embed/>
                </p:oleObj>
              </mc:Choice>
              <mc:Fallback>
                <p:oleObj r:id="rId17" imgW="6496050" imgH="70485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21690" y="3261995"/>
                        <a:ext cx="13153389" cy="1407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 title=""/>
          <p:cNvSpPr txBox="1"/>
          <p:nvPr>
            <p:custDataLst>
              <p:tags r:id="rId19"/>
            </p:custDataLst>
          </p:nvPr>
        </p:nvSpPr>
        <p:spPr>
          <a:xfrm>
            <a:off x="577215" y="3109595"/>
            <a:ext cx="10999470" cy="3575050"/>
          </a:xfrm>
          <a:prstGeom prst="rect">
            <a:avLst/>
          </a:prstGeom>
          <a:solidFill>
            <a:srgbClr val="F4F8EF"/>
          </a:solidFill>
          <a:ln w="3175">
            <a:solidFill>
              <a:schemeClr val="accent6"/>
            </a:solidFill>
            <a:prstDash val="dash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1">
                <a:solidFill>
                  <a:srgbClr val="0060BB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解决集合运算问题的方法： </a:t>
            </a:r>
            <a:endParaRPr lang="zh-CN" altLang="en-US" sz="2400" b="1">
              <a:solidFill>
                <a:srgbClr val="0060BB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 algn="l" fontAlgn="auto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(1)要进行集合运算时，首先必须熟练掌握基本运算法则，可按照如下口诀进行：交集元素仔细找，属于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且属于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；并集元素勿遗漏，切忌重复仅取一；全集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是大范围，去掉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元素，剩余元素成补集.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 algn="l" fontAlgn="auto">
              <a:lnSpc>
                <a:spcPct val="110000"/>
              </a:lnSpc>
            </a:pPr>
            <a:endParaRPr lang="zh-CN" altLang="en-US" sz="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 algn="l" fontAlgn="auto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(2)解决集合的混合运算问题时，一般先运算括号内的部分，如求(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400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</a:t>
            </a:r>
            <a:r>
              <a:rPr lang="zh-CN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)∩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时，先求出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400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</a:t>
            </a:r>
            <a:r>
              <a:rPr lang="zh-CN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和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再求交集；求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400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∪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)时，先求出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∪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，再求补集.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 algn="l" fontAlgn="auto">
              <a:lnSpc>
                <a:spcPct val="110000"/>
              </a:lnSpc>
            </a:pPr>
            <a:endParaRPr lang="zh-CN" altLang="en-US" sz="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 algn="l" fontAlgn="auto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(3)当集合是用列举法表示时(如数集)，可以通过列举集合分别得到所求的集合；当集合是用描述法表示时(如不等式形式表示的集合)，则可运用数轴求解.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11633" name="文本框 7" title=""/>
          <p:cNvSpPr/>
          <p:nvPr>
            <p:custDataLst>
              <p:tags r:id="rId20"/>
            </p:custDataLst>
          </p:nvPr>
        </p:nvSpPr>
        <p:spPr>
          <a:xfrm>
            <a:off x="3004503" y="2075815"/>
            <a:ext cx="604837" cy="53403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sym typeface="黑体" panose="02010609060101010101" charset="-122"/>
              </a:rPr>
              <a:t>C</a:t>
            </a:r>
            <a:endParaRPr lang="en-US" altLang="zh-CN" sz="3200" b="1">
              <a:solidFill>
                <a:schemeClr val="accent2"/>
              </a:solidFill>
              <a:latin typeface="Times New Roman" panose="02020603050405020304" pitchFamily="18" charset="0"/>
              <a:sym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/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25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116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能力提升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4" name="圆角矩形 13" title=""/>
          <p:cNvSpPr/>
          <p:nvPr>
            <p:custDataLst>
              <p:tags r:id="rId10"/>
            </p:custDataLst>
          </p:nvPr>
        </p:nvSpPr>
        <p:spPr>
          <a:xfrm>
            <a:off x="3016250" y="995045"/>
            <a:ext cx="6121400" cy="5645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8BD8"/>
              </a:gs>
              <a:gs pos="100000">
                <a:srgbClr val="85BC5C"/>
              </a:gs>
            </a:gsLst>
            <a:lin ang="14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解决集合运算问题的方法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mc:AlternateContent>
        <mc:Choice Requires="a14">
          <p:sp>
            <p:nvSpPr>
              <p:cNvPr id="5" name="文本框 4" title="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78510" y="1688465"/>
                <a:ext cx="10496550" cy="46736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342900" indent="-342900" fontAlgn="auto">
                  <a:lnSpc>
                    <a:spcPct val="140000"/>
                  </a:lnSpc>
                  <a:spcAft>
                    <a:spcPts val="1200"/>
                  </a:spcAft>
                  <a:buClr>
                    <a:srgbClr val="0061BC"/>
                  </a:buClr>
                  <a:buSzPct val="80000"/>
                  <a:buFont typeface="Wingdings" panose="05000000000000000000" charset="0"/>
                  <a:buChar char="l"/>
                </a:pPr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要进行集合运算时，首先必须熟练掌握基本运算法则，可按照如下口诀进行：交集元素仔细找，属于</a:t>
                </a:r>
                <a14:m>
                  <m:oMathPara>
                    <m:oMathParaPr>
                      <m:jc/>
                    </m:oMathParaPr>
                    <m:oMath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𝐴</m:t>
                      </m:r>
                    </m:oMath>
                  </m:oMathPara>
                </a14:m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且属于</a:t>
                </a:r>
                <a14:m>
                  <m:oMathPara>
                    <m:oMathParaPr>
                      <m:jc/>
                    </m:oMathParaPr>
                    <m:oMath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𝐵</m:t>
                      </m:r>
                    </m:oMath>
                  </m:oMathPara>
                </a14:m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；并集元素勿遗漏，切忌重复仅取一；全集</a:t>
                </a:r>
                <a14:m>
                  <m:oMathPara>
                    <m:oMathParaPr>
                      <m:jc/>
                    </m:oMathParaPr>
                    <m:oMath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𝑈</m:t>
                      </m:r>
                    </m:oMath>
                  </m:oMathPara>
                </a14:m>
                <a:r>
                  <a:rPr lang="zh-CN" altLang="en-US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是大范围，去掉</a:t>
                </a:r>
                <a14:m>
                  <m:oMathPara>
                    <m:oMathParaPr>
                      <m:jc/>
                    </m:oMathParaPr>
                    <m:oMath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𝑈</m:t>
                      </m:r>
                    </m:oMath>
                  </m:oMathPara>
                </a14:m>
                <a:r>
                  <a:rPr lang="zh-CN" altLang="en-US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中</a:t>
                </a:r>
                <a14:m>
                  <m:oMathPara>
                    <m:oMathParaPr>
                      <m:jc/>
                    </m:oMathParaPr>
                    <m:oMath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𝐴</m:t>
                      </m:r>
                    </m:oMath>
                  </m:oMathPara>
                </a14:m>
                <a:r>
                  <a:rPr lang="zh-CN" altLang="en-US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元素，剩余元素成补集</a:t>
                </a: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.</a:t>
                </a:r>
                <a:endParaRPr lang="zh-CN" altLang="en-US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 fontAlgn="auto">
                  <a:lnSpc>
                    <a:spcPct val="140000"/>
                  </a:lnSpc>
                  <a:spcAft>
                    <a:spcPts val="1200"/>
                  </a:spcAft>
                  <a:buClr>
                    <a:srgbClr val="0061BC"/>
                  </a:buClr>
                  <a:buSzPct val="80000"/>
                  <a:buFont typeface="Wingdings" panose="05000000000000000000" charset="0"/>
                  <a:buChar char="l"/>
                </a:pPr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解决集合的混合运算问题时，一般先运算括号内的部分，如求</a:t>
                </a:r>
                <a14:m>
                  <m:oMathPara>
                    <m:oMathParaPr>
                      <m:jc/>
                    </m:oMathParaPr>
                    <m:oMath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𝑈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𝐴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)∩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𝐵</m:t>
                      </m:r>
                    </m:oMath>
                  </m:oMathPara>
                </a14:m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时，先求出</a:t>
                </a:r>
                <a14:m>
                  <m:oMathPara>
                    <m:oMathParaPr>
                      <m:jc/>
                    </m:oMathParaPr>
                    <m:oMath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𝑈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𝐴</m:t>
                      </m:r>
                    </m:oMath>
                  </m:oMathPara>
                </a14:m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，再求交集；求</a:t>
                </a:r>
                <a14:m>
                  <m:oMathPara>
                    <m:oMathParaPr>
                      <m:jc/>
                    </m:oMathParaPr>
                    <m:oMath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𝑈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𝐴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∪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𝐵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时，先求出</a:t>
                </a:r>
                <a14:m>
                  <m:oMathPara>
                    <m:oMathParaPr>
                      <m:jc/>
                    </m:oMathParaPr>
                    <m:oMath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𝐴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∪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𝐵</m:t>
                      </m:r>
                    </m:oMath>
                  </m:oMathPara>
                </a14:m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，再求补集</a:t>
                </a:r>
                <a:r>
                  <a:rPr lang="en-US" altLang="zh-CN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.</a:t>
                </a:r>
                <a:endParaRPr lang="en-US" altLang="zh-CN" sz="24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endParaRPr>
              </a:p>
              <a:p>
                <a:pPr marL="342900" indent="-342900" fontAlgn="auto">
                  <a:lnSpc>
                    <a:spcPct val="140000"/>
                  </a:lnSpc>
                  <a:spcAft>
                    <a:spcPts val="1200"/>
                  </a:spcAft>
                  <a:buClr>
                    <a:srgbClr val="0061BC"/>
                  </a:buClr>
                  <a:buSzPct val="80000"/>
                  <a:buFont typeface="Wingdings" panose="05000000000000000000" charset="0"/>
                  <a:buChar char="l"/>
                </a:pPr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当集合是用列举法表示时</a:t>
                </a:r>
                <a:r>
                  <a:rPr lang="en-US" altLang="zh-CN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(</a:t>
                </a:r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如数集</a:t>
                </a:r>
                <a:r>
                  <a:rPr lang="en-US" altLang="zh-CN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)</a:t>
                </a:r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，可以通过列举集合分别得到所求的集合；当集合是用描述法表示时</a:t>
                </a:r>
                <a:r>
                  <a:rPr lang="en-US" altLang="zh-CN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(</a:t>
                </a:r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如不等式形式表示的集合</a:t>
                </a:r>
                <a:r>
                  <a:rPr lang="en-US" altLang="zh-CN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)</a:t>
                </a:r>
                <a:r>
                  <a:rPr lang="zh-CN" altLang="en-US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，则可运用数轴求解</a:t>
                </a:r>
                <a:r>
                  <a:rPr lang="en-US" altLang="zh-CN" sz="24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.</a:t>
                </a:r>
                <a:endParaRPr lang="en-US" altLang="zh-CN" sz="24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778510" y="1688465"/>
                <a:ext cx="10496550" cy="4673600"/>
              </a:xfrm>
              <a:prstGeom prst="rect">
                <a:avLst/>
              </a:prstGeom>
              <a:blipFill rotWithShape="1">
                <a:blip r:embed="rId13"/>
                <a:stretch>
                  <a:fillRect r="-11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能力提升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5" name="组合 34" title=""/>
          <p:cNvGrpSpPr/>
          <p:nvPr>
            <p:custDataLst>
              <p:tags r:id="rId10"/>
            </p:custDataLst>
          </p:nvPr>
        </p:nvGrpSpPr>
        <p:grpSpPr>
          <a:xfrm>
            <a:off x="577850" y="995045"/>
            <a:ext cx="10998835" cy="1863725"/>
            <a:chOff x="910" y="1567"/>
            <a:chExt cx="17479" cy="2935"/>
          </a:xfrm>
        </p:grpSpPr>
        <p:sp>
          <p:nvSpPr>
            <p:cNvPr id="3" name="圆角矩形 2"/>
            <p:cNvSpPr/>
            <p:nvPr>
              <p:custDataLst>
                <p:tags r:id="rId11"/>
              </p:custDataLst>
            </p:nvPr>
          </p:nvSpPr>
          <p:spPr>
            <a:xfrm>
              <a:off x="910" y="2115"/>
              <a:ext cx="17479" cy="2387"/>
            </a:xfrm>
            <a:prstGeom prst="roundRect">
              <a:avLst/>
            </a:prstGeom>
            <a:noFill/>
            <a:ln w="12700" cmpd="sng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>
              <p:custDataLst>
                <p:tags r:id="rId12"/>
              </p:custDataLst>
            </p:nvPr>
          </p:nvSpPr>
          <p:spPr>
            <a:xfrm>
              <a:off x="1463" y="1567"/>
              <a:ext cx="9728" cy="88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68BD8"/>
                </a:gs>
                <a:gs pos="100000">
                  <a:srgbClr val="85BC5C"/>
                </a:gs>
              </a:gsLst>
              <a:lin ang="144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题型三：与补集有关的参数值(范围)问题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aphicFrame>
        <p:nvGraphicFramePr>
          <p:cNvPr id="6" name="对象 5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786130" y="1645285"/>
          <a:ext cx="12383135" cy="173228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3" r:id="rId14" imgW="6496050" imgH="904875" progId="Word.Document.8">
                  <p:embed/>
                </p:oleObj>
              </mc:Choice>
              <mc:Fallback>
                <p:oleObj r:id="rId14" imgW="6496050" imgH="9048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86130" y="1645285"/>
                        <a:ext cx="12383135" cy="1732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798830" y="3045460"/>
          <a:ext cx="12370435" cy="407416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4" r:id="rId17" imgW="6496050" imgH="2133600" progId="Word.Document.8">
                  <p:embed/>
                </p:oleObj>
              </mc:Choice>
              <mc:Fallback>
                <p:oleObj r:id="rId17" imgW="6496050" imgH="21336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98830" y="3045460"/>
                        <a:ext cx="12370435" cy="4074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 title=""/>
          <p:cNvSpPr txBox="1"/>
          <p:nvPr>
            <p:custDataLst>
              <p:tags r:id="rId19"/>
            </p:custDataLst>
          </p:nvPr>
        </p:nvSpPr>
        <p:spPr>
          <a:xfrm>
            <a:off x="577215" y="2989580"/>
            <a:ext cx="10999470" cy="3632835"/>
          </a:xfrm>
          <a:prstGeom prst="rect">
            <a:avLst/>
          </a:prstGeom>
          <a:solidFill>
            <a:srgbClr val="F4F8EF"/>
          </a:solidFill>
          <a:ln w="3175">
            <a:solidFill>
              <a:schemeClr val="accent6"/>
            </a:solidFill>
            <a:prstDash val="dash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b="1">
                <a:solidFill>
                  <a:srgbClr val="0060BB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由集合的补集求解参数的方法 </a:t>
            </a:r>
            <a:endParaRPr lang="zh-CN" altLang="en-US" sz="2400" b="1">
              <a:solidFill>
                <a:srgbClr val="0060BB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endParaRPr lang="zh-CN" altLang="en-US" sz="1400" b="1">
              <a:solidFill>
                <a:srgbClr val="0060BB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(1)由补集求参数问题，若集合中元素个数有限时，可利用补集的定义并结合集合知识求解.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10000"/>
              </a:lnSpc>
            </a:pPr>
            <a:endParaRPr lang="zh-CN" altLang="en-US" sz="12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(2)与集合交、并、补运算有关的求参数问题，若集合中元素有无限个时，一般利用数轴分析法求解.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7B5F9">
                    <a:alpha val="48000"/>
                  </a:srgbClr>
                </a:gs>
                <a:gs pos="100000">
                  <a:srgbClr val="D5E69E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8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33" name="组合 32"/>
            <p:cNvGrpSpPr/>
            <p:nvPr>
              <p:custDataLst>
                <p:tags r:id="rId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1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46" name="组合 45"/>
            <p:cNvGrpSpPr/>
            <p:nvPr>
              <p:custDataLst>
                <p:tags r:id="rId2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2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 title=""/>
          <p:cNvSpPr txBox="1"/>
          <p:nvPr>
            <p:custDataLst>
              <p:tags r:id="rId34"/>
            </p:custDataLst>
          </p:nvPr>
        </p:nvSpPr>
        <p:spPr>
          <a:xfrm>
            <a:off x="2232025" y="2222500"/>
            <a:ext cx="50596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0">
                <a:solidFill>
                  <a:srgbClr val="0BA4F5"/>
                </a:solidFill>
                <a:latin typeface="黑体" panose="02010609060101010101" charset="-122"/>
                <a:ea typeface="黑体" panose="02010609060101010101" charset="-122"/>
              </a:rPr>
              <a:t>04</a:t>
            </a:r>
            <a:endParaRPr lang="en-US" altLang="zh-CN" sz="18000">
              <a:solidFill>
                <a:srgbClr val="0BA4F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 title=""/>
          <p:cNvSpPr txBox="1"/>
          <p:nvPr>
            <p:custDataLst>
              <p:tags r:id="rId35"/>
            </p:custDataLst>
          </p:nvPr>
        </p:nvSpPr>
        <p:spPr>
          <a:xfrm>
            <a:off x="5368925" y="3123565"/>
            <a:ext cx="51073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小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结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及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随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堂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练</a:t>
            </a:r>
            <a:r>
              <a:rPr lang="zh-CN" altLang="en-US" sz="4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习</a:t>
            </a:r>
            <a:endParaRPr lang="zh-CN" altLang="en-US" sz="4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 title=""/>
          <p:cNvSpPr txBox="1"/>
          <p:nvPr>
            <p:custDataLst>
              <p:tags r:id="rId36"/>
            </p:custDataLst>
          </p:nvPr>
        </p:nvSpPr>
        <p:spPr>
          <a:xfrm>
            <a:off x="2384425" y="1657350"/>
            <a:ext cx="7423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集合的基本运算(第2课时)全集、补集及综合运用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课堂小结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pic>
        <p:nvPicPr>
          <p:cNvPr id="4" name="图片 3" title="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b="4836"/>
          <a:stretch>
            <a:fillRect/>
          </a:stretch>
        </p:blipFill>
        <p:spPr>
          <a:xfrm>
            <a:off x="440055" y="995045"/>
            <a:ext cx="11320145" cy="532638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课堂小结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8" name="组合 7" title=""/>
          <p:cNvGrpSpPr/>
          <p:nvPr>
            <p:custDataLst>
              <p:tags r:id="rId10"/>
            </p:custDataLst>
          </p:nvPr>
        </p:nvGrpSpPr>
        <p:grpSpPr>
          <a:xfrm>
            <a:off x="779145" y="981075"/>
            <a:ext cx="10696575" cy="1050290"/>
            <a:chOff x="1227" y="1545"/>
            <a:chExt cx="16845" cy="1654"/>
          </a:xfrm>
        </p:grpSpPr>
        <p:grpSp>
          <p:nvGrpSpPr>
            <p:cNvPr id="21" name="组合 20"/>
            <p:cNvGrpSpPr/>
            <p:nvPr>
              <p:custDataLst>
                <p:tags r:id="rId11"/>
              </p:custDataLst>
            </p:nvPr>
          </p:nvGrpSpPr>
          <p:grpSpPr>
            <a:xfrm>
              <a:off x="1227" y="1704"/>
              <a:ext cx="4917" cy="728"/>
              <a:chOff x="1227" y="1704"/>
              <a:chExt cx="4917" cy="728"/>
            </a:xfrm>
          </p:grpSpPr>
          <p:sp>
            <p:nvSpPr>
              <p:cNvPr id="20" name="同侧圆角矩形 19"/>
              <p:cNvSpPr/>
              <p:nvPr>
                <p:custDataLst>
                  <p:tags r:id="rId12"/>
                </p:custDataLst>
              </p:nvPr>
            </p:nvSpPr>
            <p:spPr>
              <a:xfrm rot="16200000">
                <a:off x="3037" y="-106"/>
                <a:ext cx="675" cy="4295"/>
              </a:xfrm>
              <a:prstGeom prst="round2SameRect">
                <a:avLst>
                  <a:gd name="adj1" fmla="val 31950"/>
                  <a:gd name="adj2" fmla="val 0"/>
                </a:avLst>
              </a:prstGeom>
              <a:gradFill>
                <a:gsLst>
                  <a:gs pos="0">
                    <a:srgbClr val="14A2F3"/>
                  </a:gs>
                  <a:gs pos="31000">
                    <a:srgbClr val="00B0F0"/>
                  </a:gs>
                  <a:gs pos="100000">
                    <a:srgbClr val="00B050">
                      <a:alpha val="59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文本框 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363" y="1707"/>
                <a:ext cx="4781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一、</a:t>
                </a:r>
                <a:r>
                  <a:rPr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全集的概念：</a:t>
                </a:r>
                <a:endParaRPr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</p:grpSp>
        <p:sp>
          <p:nvSpPr>
            <p:cNvPr id="3" name="文本框 2"/>
            <p:cNvSpPr txBox="1"/>
            <p:nvPr>
              <p:custDataLst>
                <p:tags r:id="rId14"/>
              </p:custDataLst>
            </p:nvPr>
          </p:nvSpPr>
          <p:spPr>
            <a:xfrm>
              <a:off x="1344" y="1545"/>
              <a:ext cx="16729" cy="165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457200" algn="l" fontAlgn="auto">
                <a:lnSpc>
                  <a:spcPct val="130000"/>
                </a:lnSpc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                             </a:t>
              </a:r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一般地，如果一个集合包含有所研究问题中涉及的所有元素，那么就称这个集合为</a:t>
              </a:r>
              <a:r>
                <a:rPr lang="zh-CN" altLang="en-US" sz="2400" b="1">
                  <a:solidFill>
                    <a:srgbClr val="0060BB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全集</a:t>
              </a:r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（</a:t>
              </a: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universe set</a:t>
              </a:r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），通常记作</a:t>
              </a:r>
              <a:r>
                <a:rPr lang="en-US" altLang="zh-CN" sz="2400" b="1" i="1">
                  <a:solidFill>
                    <a:srgbClr val="0060BB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U</a:t>
              </a:r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．</a:t>
              </a:r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41" name="组合 40" title=""/>
          <p:cNvGrpSpPr/>
          <p:nvPr>
            <p:custDataLst>
              <p:tags r:id="rId15"/>
            </p:custDataLst>
          </p:nvPr>
        </p:nvGrpSpPr>
        <p:grpSpPr>
          <a:xfrm>
            <a:off x="778510" y="2055495"/>
            <a:ext cx="10697210" cy="1435100"/>
            <a:chOff x="1226" y="3237"/>
            <a:chExt cx="16846" cy="2260"/>
          </a:xfrm>
        </p:grpSpPr>
        <p:sp>
          <p:nvSpPr>
            <p:cNvPr id="38" name="矩形 37"/>
            <p:cNvSpPr/>
            <p:nvPr>
              <p:custDataLst>
                <p:tags r:id="rId16"/>
              </p:custDataLst>
            </p:nvPr>
          </p:nvSpPr>
          <p:spPr>
            <a:xfrm>
              <a:off x="5522" y="4699"/>
              <a:ext cx="9026" cy="797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/>
            <p:cNvGrpSpPr/>
            <p:nvPr>
              <p:custDataLst>
                <p:tags r:id="rId17"/>
              </p:custDataLst>
            </p:nvPr>
          </p:nvGrpSpPr>
          <p:grpSpPr>
            <a:xfrm>
              <a:off x="1227" y="3273"/>
              <a:ext cx="5295" cy="724"/>
              <a:chOff x="1227" y="3273"/>
              <a:chExt cx="5295" cy="724"/>
            </a:xfrm>
          </p:grpSpPr>
          <p:sp>
            <p:nvSpPr>
              <p:cNvPr id="32" name="同侧圆角矩形 31"/>
              <p:cNvSpPr/>
              <p:nvPr>
                <p:custDataLst>
                  <p:tags r:id="rId18"/>
                </p:custDataLst>
              </p:nvPr>
            </p:nvSpPr>
            <p:spPr>
              <a:xfrm rot="16200000">
                <a:off x="3037" y="1489"/>
                <a:ext cx="675" cy="4295"/>
              </a:xfrm>
              <a:prstGeom prst="round2SameRect">
                <a:avLst>
                  <a:gd name="adj1" fmla="val 31950"/>
                  <a:gd name="adj2" fmla="val 0"/>
                </a:avLst>
              </a:prstGeom>
              <a:gradFill>
                <a:gsLst>
                  <a:gs pos="0">
                    <a:srgbClr val="14A2F3"/>
                  </a:gs>
                  <a:gs pos="31000">
                    <a:srgbClr val="00B0F0"/>
                  </a:gs>
                  <a:gs pos="100000">
                    <a:srgbClr val="00B050">
                      <a:alpha val="59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文本框 32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378" y="3273"/>
                <a:ext cx="5144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二、</a:t>
                </a:r>
                <a:r>
                  <a:rPr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补集的概念：</a:t>
                </a:r>
                <a:endParaRPr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</p:grpSp>
        <p:sp>
          <p:nvSpPr>
            <p:cNvPr id="35" name="文本框 34"/>
            <p:cNvSpPr txBox="1"/>
            <p:nvPr>
              <p:custDataLst>
                <p:tags r:id="rId20"/>
              </p:custDataLst>
            </p:nvPr>
          </p:nvSpPr>
          <p:spPr>
            <a:xfrm>
              <a:off x="1226" y="3237"/>
              <a:ext cx="16846" cy="226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 fontAlgn="auto">
                <a:lnSpc>
                  <a:spcPct val="120000"/>
                </a:lnSpc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                                    </a:t>
              </a: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对于一个集合</a:t>
              </a:r>
              <a:r>
                <a:rPr lang="zh-CN" altLang="en-US" sz="24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,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由全集</a:t>
              </a:r>
              <a:r>
                <a:rPr lang="zh-CN" altLang="en-US" sz="24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U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中不属于集合</a:t>
              </a:r>
              <a:r>
                <a:rPr lang="zh-CN" altLang="en-US" sz="24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的所有元素组成的集合称为集合</a:t>
              </a:r>
              <a:r>
                <a:rPr lang="zh-CN" altLang="en-US" sz="24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相对于全集</a:t>
              </a:r>
              <a:r>
                <a:rPr lang="zh-CN" altLang="en-US" sz="24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U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的</a:t>
              </a:r>
              <a:r>
                <a:rPr lang="zh-CN" altLang="en-US" sz="2400" b="1">
                  <a:solidFill>
                    <a:srgbClr val="0060BB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补集</a:t>
              </a: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，简称为集合</a:t>
              </a:r>
              <a:r>
                <a:rPr lang="zh-CN" altLang="en-US" sz="24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的</a:t>
              </a:r>
              <a:r>
                <a:rPr lang="zh-CN" altLang="en-US" sz="2400" b="1">
                  <a:solidFill>
                    <a:srgbClr val="0060BB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补集</a:t>
              </a: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．</a:t>
              </a:r>
              <a:endPara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  <a:p>
              <a:pPr algn="l" fontAlgn="auto">
                <a:lnSpc>
                  <a:spcPct val="120000"/>
                </a:lnSpc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                                    记作          ，即                                           </a:t>
              </a:r>
              <a:r>
                <a:rPr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．</a:t>
              </a:r>
              <a:endParaRPr lang="en-US" altLang="zh-CN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graphicFrame>
          <p:nvGraphicFramePr>
            <p:cNvPr id="36" name="对象 1"/>
            <p:cNvGraphicFramePr>
              <a:graphicFrameLocks noChangeAspect="1"/>
            </p:cNvGraphicFramePr>
            <p:nvPr>
              <p:custDataLst>
                <p:tags r:id="rId21"/>
              </p:custDataLst>
            </p:nvPr>
          </p:nvGraphicFramePr>
          <p:xfrm>
            <a:off x="6789" y="4712"/>
            <a:ext cx="1134" cy="783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65" r:id="rId22" imgW="7924800" imgH="5486400" progId="Equation.KSEE3">
                    <p:embed/>
                  </p:oleObj>
                </mc:Choice>
                <mc:Fallback>
                  <p:oleObj r:id="rId22" imgW="7924800" imgH="54864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789" y="4712"/>
                          <a:ext cx="1134" cy="78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对象 2"/>
            <p:cNvGraphicFramePr>
              <a:graphicFrameLocks noChangeAspect="1"/>
            </p:cNvGraphicFramePr>
            <p:nvPr>
              <p:custDataLst>
                <p:tags r:id="rId24"/>
              </p:custDataLst>
            </p:nvPr>
          </p:nvGraphicFramePr>
          <p:xfrm>
            <a:off x="8940" y="4728"/>
            <a:ext cx="5196" cy="768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66" r:id="rId25" imgW="1612900" imgH="228600" progId="Equation.KSEE3">
                    <p:embed/>
                  </p:oleObj>
                </mc:Choice>
                <mc:Fallback>
                  <p:oleObj r:id="rId25" imgW="1612900" imgH="2286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8940" y="4728"/>
                          <a:ext cx="5196" cy="76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 title=""/>
          <p:cNvGrpSpPr/>
          <p:nvPr>
            <p:custDataLst>
              <p:tags r:id="rId27"/>
            </p:custDataLst>
          </p:nvPr>
        </p:nvGrpSpPr>
        <p:grpSpPr>
          <a:xfrm>
            <a:off x="724535" y="3606165"/>
            <a:ext cx="10750550" cy="1419860"/>
            <a:chOff x="1141" y="5679"/>
            <a:chExt cx="16930" cy="2236"/>
          </a:xfrm>
        </p:grpSpPr>
        <p:grpSp>
          <p:nvGrpSpPr>
            <p:cNvPr id="40" name="组合 39"/>
            <p:cNvGrpSpPr/>
            <p:nvPr>
              <p:custDataLst>
                <p:tags r:id="rId28"/>
              </p:custDataLst>
            </p:nvPr>
          </p:nvGrpSpPr>
          <p:grpSpPr>
            <a:xfrm>
              <a:off x="1228" y="5763"/>
              <a:ext cx="9489" cy="724"/>
              <a:chOff x="1228" y="5808"/>
              <a:chExt cx="9489" cy="724"/>
            </a:xfrm>
          </p:grpSpPr>
          <p:sp>
            <p:nvSpPr>
              <p:cNvPr id="39" name="同侧圆角矩形 38"/>
              <p:cNvSpPr/>
              <p:nvPr>
                <p:custDataLst>
                  <p:tags r:id="rId29"/>
                </p:custDataLst>
              </p:nvPr>
            </p:nvSpPr>
            <p:spPr>
              <a:xfrm rot="16200000">
                <a:off x="3732" y="3321"/>
                <a:ext cx="675" cy="5682"/>
              </a:xfrm>
              <a:prstGeom prst="round2SameRect">
                <a:avLst>
                  <a:gd name="adj1" fmla="val 31950"/>
                  <a:gd name="adj2" fmla="val 0"/>
                </a:avLst>
              </a:prstGeom>
              <a:gradFill>
                <a:gsLst>
                  <a:gs pos="0">
                    <a:srgbClr val="14A2F3"/>
                  </a:gs>
                  <a:gs pos="31000">
                    <a:srgbClr val="00B0F0"/>
                  </a:gs>
                  <a:gs pos="100000">
                    <a:srgbClr val="00B050">
                      <a:alpha val="59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363" y="5808"/>
                <a:ext cx="9355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pitchFamily="18" charset="0"/>
                  </a:rPr>
                  <a:t>三、</a:t>
                </a:r>
                <a:r>
                  <a:rPr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pitchFamily="18" charset="0"/>
                  </a:rPr>
                  <a:t>求补集的基本策略：</a:t>
                </a:r>
                <a:endParaRPr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3" name="文本框 52"/>
            <p:cNvSpPr txBox="1"/>
            <p:nvPr>
              <p:custDataLst>
                <p:tags r:id="rId31"/>
              </p:custDataLst>
            </p:nvPr>
          </p:nvSpPr>
          <p:spPr>
            <a:xfrm>
              <a:off x="1141" y="5679"/>
              <a:ext cx="16930" cy="22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120000"/>
                </a:lnSpc>
              </a:pPr>
              <a:r>
                <a:rPr lang="en-US" altLang="zh-CN" sz="2400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                         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楷体" panose="02010609060101010101" charset="-122"/>
                </a:rPr>
                <a:t>当集合是用列举法表示时，可以通过列举集合的元素分别得到所求的集合；当集合是用描述法表示时（如不等式形式表示的集合），可运用数轴求解，注意端点值的取舍</a:t>
              </a:r>
              <a:r>
                <a:rPr sz="2400"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．</a:t>
              </a:r>
              <a:endParaRPr lang="zh-CN" altLang="en-US" sz="2400">
                <a:latin typeface="黑体" panose="02010609060101010101" charset="-122"/>
                <a:ea typeface="黑体" panose="02010609060101010101" charset="-122"/>
                <a:cs typeface="楷体" panose="02010609060101010101" charset="-122"/>
              </a:endParaRPr>
            </a:p>
          </p:txBody>
        </p:sp>
      </p:grpSp>
      <p:grpSp>
        <p:nvGrpSpPr>
          <p:cNvPr id="69" name="组合 68" title=""/>
          <p:cNvGrpSpPr/>
          <p:nvPr>
            <p:custDataLst>
              <p:tags r:id="rId32"/>
            </p:custDataLst>
          </p:nvPr>
        </p:nvGrpSpPr>
        <p:grpSpPr>
          <a:xfrm>
            <a:off x="575945" y="5051425"/>
            <a:ext cx="11297920" cy="1647825"/>
            <a:chOff x="907" y="8021"/>
            <a:chExt cx="17792" cy="2595"/>
          </a:xfrm>
        </p:grpSpPr>
        <p:grpSp>
          <p:nvGrpSpPr>
            <p:cNvPr id="44" name="组合 43"/>
            <p:cNvGrpSpPr/>
            <p:nvPr>
              <p:custDataLst>
                <p:tags r:id="rId33"/>
              </p:custDataLst>
            </p:nvPr>
          </p:nvGrpSpPr>
          <p:grpSpPr>
            <a:xfrm>
              <a:off x="1226" y="8021"/>
              <a:ext cx="7668" cy="724"/>
              <a:chOff x="1344" y="8261"/>
              <a:chExt cx="7668" cy="724"/>
            </a:xfrm>
          </p:grpSpPr>
          <p:sp>
            <p:nvSpPr>
              <p:cNvPr id="43" name="同侧圆角矩形 42"/>
              <p:cNvSpPr/>
              <p:nvPr>
                <p:custDataLst>
                  <p:tags r:id="rId34"/>
                </p:custDataLst>
              </p:nvPr>
            </p:nvSpPr>
            <p:spPr>
              <a:xfrm rot="16200000">
                <a:off x="3154" y="6467"/>
                <a:ext cx="675" cy="4295"/>
              </a:xfrm>
              <a:prstGeom prst="round2SameRect">
                <a:avLst>
                  <a:gd name="adj1" fmla="val 31950"/>
                  <a:gd name="adj2" fmla="val 0"/>
                </a:avLst>
              </a:prstGeom>
              <a:gradFill>
                <a:gsLst>
                  <a:gs pos="0">
                    <a:srgbClr val="14A2F3"/>
                  </a:gs>
                  <a:gs pos="31000">
                    <a:srgbClr val="00B0F0"/>
                  </a:gs>
                  <a:gs pos="100000">
                    <a:srgbClr val="00B050">
                      <a:alpha val="59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1524" y="8261"/>
                <a:ext cx="7489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pitchFamily="18" charset="0"/>
                  </a:rPr>
                  <a:t>四、</a:t>
                </a:r>
                <a:r>
                  <a:rPr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pitchFamily="18" charset="0"/>
                  </a:rPr>
                  <a:t>补集的性质：  </a:t>
                </a:r>
                <a:endParaRPr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1" name="组合 50"/>
            <p:cNvGrpSpPr/>
            <p:nvPr>
              <p:custDataLst>
                <p:tags r:id="rId36"/>
              </p:custDataLst>
            </p:nvPr>
          </p:nvGrpSpPr>
          <p:grpSpPr>
            <a:xfrm>
              <a:off x="907" y="8640"/>
              <a:ext cx="17793" cy="1976"/>
              <a:chOff x="719" y="5000"/>
              <a:chExt cx="17679" cy="2295"/>
            </a:xfrm>
          </p:grpSpPr>
          <p:grpSp>
            <p:nvGrpSpPr>
              <p:cNvPr id="46" name="组合 45"/>
              <p:cNvGrpSpPr/>
              <p:nvPr>
                <p:custDataLst>
                  <p:tags r:id="rId37"/>
                </p:custDataLst>
              </p:nvPr>
            </p:nvGrpSpPr>
            <p:grpSpPr>
              <a:xfrm>
                <a:off x="719" y="5000"/>
                <a:ext cx="5728" cy="1592"/>
                <a:chOff x="965" y="2544"/>
                <a:chExt cx="5728" cy="1592"/>
              </a:xfrm>
            </p:grpSpPr>
            <p:grpSp>
              <p:nvGrpSpPr>
                <p:cNvPr id="47" name="组合 46"/>
                <p:cNvGrpSpPr/>
                <p:nvPr>
                  <p:custDataLst>
                    <p:tags r:id="rId38"/>
                  </p:custDataLst>
                </p:nvPr>
              </p:nvGrpSpPr>
              <p:grpSpPr>
                <a:xfrm>
                  <a:off x="965" y="2544"/>
                  <a:ext cx="5728" cy="1592"/>
                  <a:chOff x="986" y="4026"/>
                  <a:chExt cx="5728" cy="1592"/>
                </a:xfrm>
              </p:grpSpPr>
              <p:sp>
                <p:nvSpPr>
                  <p:cNvPr id="48" name="文本框 47"/>
                  <p:cNvSpPr txBox="1"/>
                  <p:nvPr>
                    <p:custDataLst>
                      <p:tags r:id="rId39"/>
                    </p:custDataLst>
                  </p:nvPr>
                </p:nvSpPr>
                <p:spPr>
                  <a:xfrm>
                    <a:off x="986" y="4026"/>
                    <a:ext cx="5728" cy="159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en-US" altLang="zh-CN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（1）    </a:t>
                    </a:r>
                    <a:r>
                      <a:rPr lang="en-US" altLang="zh-CN" sz="2400" i="1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                </a:t>
                    </a:r>
                    <a:r>
                      <a:rPr lang="zh-CN" altLang="en-US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；</a:t>
                    </a:r>
                    <a:endParaRPr lang="zh-CN" altLang="en-US" sz="2400" i="1">
                      <a:latin typeface="Times New Roman" panose="02020603050405020304" pitchFamily="18" charset="0"/>
                      <a:ea typeface="黑体" panose="02010609060101010101" charset="-122"/>
                      <a:cs typeface="Times New Roman" panose="02020603050405020304" pitchFamily="18" charset="0"/>
                    </a:endParaRPr>
                  </a:p>
                </p:txBody>
              </p:sp>
              <p:graphicFrame>
                <p:nvGraphicFramePr>
                  <p:cNvPr id="49" name="Object 13"/>
                  <p:cNvGraphicFramePr>
                    <a:graphicFrameLocks noChangeAspect="1"/>
                  </p:cNvGraphicFramePr>
                  <p:nvPr>
                    <p:custDataLst>
                      <p:tags r:id="rId40"/>
                    </p:custDataLst>
                  </p:nvPr>
                </p:nvGraphicFramePr>
                <p:xfrm>
                  <a:off x="4043" y="4414"/>
                  <a:ext cx="854" cy="68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067" r:id="rId41" imgW="165100" imgH="165100" progId="Equation.DSMT4">
                          <p:embed/>
                        </p:oleObj>
                      </mc:Choice>
                      <mc:Fallback>
                        <p:oleObj r:id="rId41" imgW="165100" imgH="165100" progId="Equation.DSMT4">
                          <p:embed/>
                          <p:pic>
                            <p:nvPicPr>
                              <p:cNvPr id="0" name="OLE substitute image"/>
                              <p:cNvPicPr/>
                              <p:nvPr/>
                            </p:nvPicPr>
                            <p:blipFill>
                              <a:blip r:embed="rId4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043" y="4414"/>
                                <a:ext cx="854" cy="680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50" name="对象 49">
                  <a:hlinkClick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43"/>
                  </p:custDataLst>
                </p:nvPr>
              </p:nvGraphicFramePr>
              <p:xfrm>
                <a:off x="2168" y="2840"/>
                <a:ext cx="1854" cy="92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68" r:id="rId44" imgW="457200" imgH="228600" progId="Equation.DSMT4">
                        <p:embed/>
                      </p:oleObj>
                    </mc:Choice>
                    <mc:Fallback>
                      <p:oleObj r:id="rId44" imgW="457200" imgH="228600" progId="Equation.DSMT4">
                        <p:embed/>
                        <p:pic>
                          <p:nvPicPr>
                            <p:cNvPr id="0" name="OLE substitute image"/>
                            <p:cNvPicPr/>
                            <p:nvPr/>
                          </p:nvPicPr>
                          <p:blipFill>
                            <a:blip r:embed="rId4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168" y="2840"/>
                              <a:ext cx="1854" cy="92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54" name="组合 53"/>
              <p:cNvGrpSpPr/>
              <p:nvPr>
                <p:custDataLst>
                  <p:tags r:id="rId46"/>
                </p:custDataLst>
              </p:nvPr>
            </p:nvGrpSpPr>
            <p:grpSpPr>
              <a:xfrm>
                <a:off x="5716" y="5009"/>
                <a:ext cx="5728" cy="2286"/>
                <a:chOff x="656" y="4138"/>
                <a:chExt cx="5728" cy="2286"/>
              </a:xfrm>
            </p:grpSpPr>
            <p:grpSp>
              <p:nvGrpSpPr>
                <p:cNvPr id="55" name="组合 54"/>
                <p:cNvGrpSpPr/>
                <p:nvPr>
                  <p:custDataLst>
                    <p:tags r:id="rId47"/>
                  </p:custDataLst>
                </p:nvPr>
              </p:nvGrpSpPr>
              <p:grpSpPr>
                <a:xfrm>
                  <a:off x="656" y="4138"/>
                  <a:ext cx="5728" cy="2286"/>
                  <a:chOff x="896" y="2544"/>
                  <a:chExt cx="5728" cy="2286"/>
                </a:xfrm>
              </p:grpSpPr>
              <p:grpSp>
                <p:nvGrpSpPr>
                  <p:cNvPr id="56" name="组合 55"/>
                  <p:cNvGrpSpPr/>
                  <p:nvPr>
                    <p:custDataLst>
                      <p:tags r:id="rId48"/>
                    </p:custDataLst>
                  </p:nvPr>
                </p:nvGrpSpPr>
                <p:grpSpPr>
                  <a:xfrm>
                    <a:off x="896" y="2544"/>
                    <a:ext cx="5728" cy="2286"/>
                    <a:chOff x="917" y="4026"/>
                    <a:chExt cx="5728" cy="2286"/>
                  </a:xfrm>
                </p:grpSpPr>
                <p:sp>
                  <p:nvSpPr>
                    <p:cNvPr id="57" name="文本框 56"/>
                    <p:cNvSpPr txBox="1"/>
                    <p:nvPr>
                      <p:custDataLst>
                        <p:tags r:id="rId49"/>
                      </p:custDataLst>
                    </p:nvPr>
                  </p:nvSpPr>
                  <p:spPr>
                    <a:xfrm>
                      <a:off x="917" y="4026"/>
                      <a:ext cx="5728" cy="22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spAutoFit/>
                    </a:bodyPr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（2）     </a:t>
                      </a:r>
                      <a:r>
                        <a:rPr lang="en-US" altLang="zh-CN" sz="2400" i="1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                </a:t>
                      </a:r>
                      <a:r>
                        <a:rPr lang="zh-CN" altLang="en-US" sz="2400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；</a:t>
                      </a:r>
                      <a:endParaRPr lang="zh-CN" altLang="en-US" sz="2400" i="1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p:txBody>
                </p:sp>
                <p:graphicFrame>
                  <p:nvGraphicFramePr>
                    <p:cNvPr id="58" name="Object 13"/>
                    <p:cNvGraphicFramePr>
                      <a:graphicFrameLocks noChangeAspect="1"/>
                    </p:cNvGraphicFramePr>
                    <p:nvPr>
                      <p:custDataLst>
                        <p:tags r:id="rId50"/>
                      </p:custDataLst>
                    </p:nvPr>
                  </p:nvGraphicFramePr>
                  <p:xfrm>
                    <a:off x="2938" y="4346"/>
                    <a:ext cx="854" cy="68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069" r:id="rId51" imgW="165100" imgH="165100" progId="Equation.DSMT4">
                            <p:embed/>
                          </p:oleObj>
                        </mc:Choice>
                        <mc:Fallback>
                          <p:oleObj r:id="rId51" imgW="165100" imgH="165100" progId="Equation.DSMT4">
                            <p:embed/>
                            <p:pic>
                              <p:nvPicPr>
                                <p:cNvPr id="0" name="OLE substitute image"/>
                                <p:cNvPicPr/>
                                <p:nvPr/>
                              </p:nvPicPr>
                              <p:blipFill>
                                <a:blip r:embed="rId5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938" y="4346"/>
                                  <a:ext cx="854" cy="680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aphicFrame>
                <p:nvGraphicFramePr>
                  <p:cNvPr id="59" name="对象 58">
                    <a:hlinkClick action="ppaction://ole?verb=0"/>
                  </p:cNvPr>
                  <p:cNvGraphicFramePr>
                    <a:graphicFrameLocks noChangeAspect="1"/>
                  </p:cNvGraphicFramePr>
                  <p:nvPr>
                    <p:custDataLst>
                      <p:tags r:id="rId53"/>
                    </p:custDataLst>
                  </p:nvPr>
                </p:nvGraphicFramePr>
                <p:xfrm>
                  <a:off x="2223" y="2790"/>
                  <a:ext cx="885" cy="9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070" r:id="rId54" imgW="215900" imgH="228600" progId="Equation.DSMT4">
                          <p:embed/>
                        </p:oleObj>
                      </mc:Choice>
                      <mc:Fallback>
                        <p:oleObj r:id="rId54" imgW="215900" imgH="228600" progId="Equation.DSMT4">
                          <p:embed/>
                          <p:pic>
                            <p:nvPicPr>
                              <p:cNvPr id="0" name="OLE substitute image"/>
                              <p:cNvPicPr/>
                              <p:nvPr/>
                            </p:nvPicPr>
                            <p:blipFill>
                              <a:blip r:embed="rId5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23" y="2790"/>
                                <a:ext cx="885" cy="937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60" name="对象 59">
                  <a:hlinkClick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56"/>
                  </p:custDataLst>
                </p:nvPr>
              </p:nvGraphicFramePr>
              <p:xfrm>
                <a:off x="3352" y="4477"/>
                <a:ext cx="1179" cy="74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71" r:id="rId57" imgW="279400" imgH="177165" progId="Equation.DSMT4">
                        <p:embed/>
                      </p:oleObj>
                    </mc:Choice>
                    <mc:Fallback>
                      <p:oleObj r:id="rId57" imgW="279400" imgH="177165" progId="Equation.DSMT4">
                        <p:embed/>
                        <p:pic>
                          <p:nvPicPr>
                            <p:cNvPr id="0" name="OLE substitute image"/>
                            <p:cNvPicPr/>
                            <p:nvPr/>
                          </p:nvPicPr>
                          <p:blipFill>
                            <a:blip r:embed="rId5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352" y="4477"/>
                              <a:ext cx="1179" cy="74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61" name="组合 60"/>
              <p:cNvGrpSpPr/>
              <p:nvPr>
                <p:custDataLst>
                  <p:tags r:id="rId59"/>
                </p:custDataLst>
              </p:nvPr>
            </p:nvGrpSpPr>
            <p:grpSpPr>
              <a:xfrm>
                <a:off x="10754" y="5000"/>
                <a:ext cx="5728" cy="1180"/>
                <a:chOff x="868" y="2536"/>
                <a:chExt cx="5728" cy="1180"/>
              </a:xfrm>
            </p:grpSpPr>
            <p:sp>
              <p:nvSpPr>
                <p:cNvPr id="62" name="文本框 61"/>
                <p:cNvSpPr txBox="1"/>
                <p:nvPr>
                  <p:custDataLst>
                    <p:tags r:id="rId60"/>
                  </p:custDataLst>
                </p:nvPr>
              </p:nvSpPr>
              <p:spPr>
                <a:xfrm>
                  <a:off x="868" y="2536"/>
                  <a:ext cx="5728" cy="11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2400">
                      <a:latin typeface="Times New Roman" panose="02020603050405020304" pitchFamily="18" charset="0"/>
                      <a:ea typeface="黑体" panose="02010609060101010101" charset="-122"/>
                      <a:cs typeface="Times New Roman" panose="02020603050405020304" pitchFamily="18" charset="0"/>
                      <a:sym typeface="+mn-ea"/>
                    </a:rPr>
                    <a:t>（3）            </a:t>
                  </a:r>
                  <a:r>
                    <a:rPr lang="en-US" altLang="zh-CN" sz="2400" i="1">
                      <a:latin typeface="Times New Roman" panose="02020603050405020304" pitchFamily="18" charset="0"/>
                      <a:ea typeface="黑体" panose="02010609060101010101" charset="-122"/>
                      <a:cs typeface="Times New Roman" panose="02020603050405020304" pitchFamily="18" charset="0"/>
                      <a:sym typeface="+mn-ea"/>
                    </a:rPr>
                    <a:t>                </a:t>
                  </a:r>
                  <a:r>
                    <a:rPr lang="zh-CN" altLang="en-US" sz="2400">
                      <a:latin typeface="Times New Roman" panose="02020603050405020304" pitchFamily="18" charset="0"/>
                      <a:ea typeface="黑体" panose="02010609060101010101" charset="-122"/>
                      <a:cs typeface="Times New Roman" panose="02020603050405020304" pitchFamily="18" charset="0"/>
                      <a:sym typeface="+mn-ea"/>
                    </a:rPr>
                    <a:t>；</a:t>
                  </a:r>
                  <a:endParaRPr lang="zh-CN" altLang="en-US" sz="2400" i="1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63" name="对象 62">
                  <a:hlinkClick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61"/>
                  </p:custDataLst>
                </p:nvPr>
              </p:nvGraphicFramePr>
              <p:xfrm>
                <a:off x="2208" y="2817"/>
                <a:ext cx="3279" cy="86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72" r:id="rId62" imgW="862965" imgH="228600" progId="Equation.DSMT4">
                        <p:embed/>
                      </p:oleObj>
                    </mc:Choice>
                    <mc:Fallback>
                      <p:oleObj r:id="rId62" imgW="862965" imgH="228600" progId="Equation.DSMT4">
                        <p:embed/>
                        <p:pic>
                          <p:nvPicPr>
                            <p:cNvPr id="0" name="OLE substitute image"/>
                            <p:cNvPicPr/>
                            <p:nvPr/>
                          </p:nvPicPr>
                          <p:blipFill>
                            <a:blip r:embed="rId6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208" y="2817"/>
                              <a:ext cx="3279" cy="86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64" name="组合 63"/>
              <p:cNvGrpSpPr/>
              <p:nvPr>
                <p:custDataLst>
                  <p:tags r:id="rId64"/>
                </p:custDataLst>
              </p:nvPr>
            </p:nvGrpSpPr>
            <p:grpSpPr>
              <a:xfrm>
                <a:off x="719" y="5882"/>
                <a:ext cx="17679" cy="1180"/>
                <a:chOff x="1085" y="6883"/>
                <a:chExt cx="17679" cy="1180"/>
              </a:xfrm>
            </p:grpSpPr>
            <p:grpSp>
              <p:nvGrpSpPr>
                <p:cNvPr id="65" name="组合 64"/>
                <p:cNvGrpSpPr/>
                <p:nvPr>
                  <p:custDataLst>
                    <p:tags r:id="rId65"/>
                  </p:custDataLst>
                </p:nvPr>
              </p:nvGrpSpPr>
              <p:grpSpPr>
                <a:xfrm>
                  <a:off x="1085" y="6883"/>
                  <a:ext cx="17679" cy="1180"/>
                  <a:chOff x="965" y="2135"/>
                  <a:chExt cx="17679" cy="1180"/>
                </a:xfrm>
              </p:grpSpPr>
              <p:sp>
                <p:nvSpPr>
                  <p:cNvPr id="66" name="文本框 65"/>
                  <p:cNvSpPr txBox="1"/>
                  <p:nvPr>
                    <p:custDataLst>
                      <p:tags r:id="rId66"/>
                    </p:custDataLst>
                  </p:nvPr>
                </p:nvSpPr>
                <p:spPr>
                  <a:xfrm>
                    <a:off x="965" y="2135"/>
                    <a:ext cx="17679" cy="118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en-US" altLang="zh-CN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（4）                                   </a:t>
                    </a:r>
                    <a:r>
                      <a:rPr lang="en-US" altLang="zh-CN" sz="2400" i="1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                </a:t>
                    </a:r>
                    <a:r>
                      <a:rPr lang="zh-CN" altLang="en-US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；</a:t>
                    </a:r>
                    <a:r>
                      <a:rPr lang="en-US" altLang="zh-CN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                                                         </a:t>
                    </a:r>
                    <a:r>
                      <a:rPr sz="2400">
                        <a:latin typeface="Times New Roman" panose="02020603050405020304" pitchFamily="18" charset="0"/>
                        <a:ea typeface="楷体" panose="02010609060101010101" charset="-122"/>
                        <a:cs typeface="Times New Roman" panose="02020603050405020304" pitchFamily="18" charset="0"/>
                        <a:sym typeface="+mn-ea"/>
                      </a:rPr>
                      <a:t>．</a:t>
                    </a:r>
                    <a:endParaRPr lang="en-US" altLang="zh-CN" sz="2400" i="1">
                      <a:latin typeface="Times New Roman" panose="02020603050405020304" pitchFamily="18" charset="0"/>
                      <a:ea typeface="黑体" panose="02010609060101010101" charset="-122"/>
                      <a:cs typeface="Times New Roman" panose="02020603050405020304" pitchFamily="18" charset="0"/>
                      <a:sym typeface="+mn-ea"/>
                    </a:endParaRPr>
                  </a:p>
                </p:txBody>
              </p:sp>
              <p:graphicFrame>
                <p:nvGraphicFramePr>
                  <p:cNvPr id="67" name="对象 66">
                    <a:hlinkClick action="ppaction://ole?verb=0"/>
                  </p:cNvPr>
                  <p:cNvGraphicFramePr>
                    <a:graphicFrameLocks noChangeAspect="1"/>
                  </p:cNvGraphicFramePr>
                  <p:nvPr>
                    <p:custDataLst>
                      <p:tags r:id="rId67"/>
                    </p:custDataLst>
                  </p:nvPr>
                </p:nvGraphicFramePr>
                <p:xfrm>
                  <a:off x="2145" y="2401"/>
                  <a:ext cx="6215" cy="81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073" r:id="rId68" imgW="1752600" imgH="228600" progId="Equation.DSMT4">
                          <p:embed/>
                        </p:oleObj>
                      </mc:Choice>
                      <mc:Fallback>
                        <p:oleObj r:id="rId68" imgW="1752600" imgH="228600" progId="Equation.DSMT4">
                          <p:embed/>
                          <p:pic>
                            <p:nvPicPr>
                              <p:cNvPr id="0" name="OLE substitute image"/>
                              <p:cNvPicPr/>
                              <p:nvPr/>
                            </p:nvPicPr>
                            <p:blipFill>
                              <a:blip r:embed="rId6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145" y="2401"/>
                                <a:ext cx="6215" cy="811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68" name="对象 67">
                  <a:hlinkClick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70"/>
                  </p:custDataLst>
                </p:nvPr>
              </p:nvGraphicFramePr>
              <p:xfrm>
                <a:off x="9231" y="7094"/>
                <a:ext cx="6656" cy="86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74" r:id="rId71" imgW="1752600" imgH="228600" progId="Equation.DSMT4">
                        <p:embed/>
                      </p:oleObj>
                    </mc:Choice>
                    <mc:Fallback>
                      <p:oleObj r:id="rId71" imgW="1752600" imgH="228600" progId="Equation.DSMT4">
                        <p:embed/>
                        <p:pic>
                          <p:nvPicPr>
                            <p:cNvPr id="0" name="OLE substitute image"/>
                            <p:cNvPicPr/>
                            <p:nvPr/>
                          </p:nvPicPr>
                          <p:blipFill>
                            <a:blip r:embed="rId7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231" y="7094"/>
                              <a:ext cx="6656" cy="86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7B5F9">
                    <a:alpha val="48000"/>
                  </a:srgbClr>
                </a:gs>
                <a:gs pos="100000">
                  <a:srgbClr val="D5E69E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8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33" name="组合 32"/>
            <p:cNvGrpSpPr/>
            <p:nvPr>
              <p:custDataLst>
                <p:tags r:id="rId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1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46" name="组合 45"/>
            <p:cNvGrpSpPr/>
            <p:nvPr>
              <p:custDataLst>
                <p:tags r:id="rId2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2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" name="文本框 3" title=""/>
          <p:cNvSpPr txBox="1"/>
          <p:nvPr>
            <p:custDataLst>
              <p:tags r:id="rId34"/>
            </p:custDataLst>
          </p:nvPr>
        </p:nvSpPr>
        <p:spPr>
          <a:xfrm>
            <a:off x="1801495" y="2974340"/>
            <a:ext cx="29883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作</a:t>
            </a:r>
            <a:r>
              <a:rPr lang="zh-CN" altLang="en-US" sz="60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业</a:t>
            </a:r>
            <a:endParaRPr lang="zh-CN" altLang="en-US" sz="6000" b="1">
              <a:solidFill>
                <a:srgbClr val="0BA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title=""/>
          <p:cNvSpPr txBox="1"/>
          <p:nvPr>
            <p:custDataLst>
              <p:tags r:id="rId35"/>
            </p:custDataLst>
          </p:nvPr>
        </p:nvSpPr>
        <p:spPr>
          <a:xfrm>
            <a:off x="4911090" y="2825115"/>
            <a:ext cx="6367145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(1)整理本节课的题型；</a:t>
            </a:r>
            <a:endParaRPr sz="24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(2)课本P13的练习1</a:t>
            </a:r>
            <a:r>
              <a:rPr lang="en-US"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3题；</a:t>
            </a:r>
            <a:endParaRPr sz="24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(3)课本P14的习题1.3的4、6题.</a:t>
            </a:r>
            <a:endParaRPr sz="24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 title=""/>
          <p:cNvSpPr txBox="1"/>
          <p:nvPr>
            <p:custDataLst>
              <p:tags r:id="rId36"/>
            </p:custDataLst>
          </p:nvPr>
        </p:nvSpPr>
        <p:spPr>
          <a:xfrm>
            <a:off x="2384425" y="1657350"/>
            <a:ext cx="7423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集合的基本运算(第2课时)全集、补集及综合运用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教材P13练习及参考答案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35845" name="对象 35844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793115" y="1125855"/>
          <a:ext cx="10525125" cy="103314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5" r:id="rId11" imgW="4572000" imgH="482600" progId="Equation.DSMT4">
                  <p:embed/>
                </p:oleObj>
              </mc:Choice>
              <mc:Fallback>
                <p:oleObj r:id="rId11" imgW="4572000" imgH="4826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3115" y="1125855"/>
                        <a:ext cx="10525125" cy="10331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对象 35846" title="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724535" y="3331845"/>
          <a:ext cx="10593705" cy="98234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6" r:id="rId14" imgW="4711700" imgH="469900" progId="Equation.DSMT4">
                  <p:embed/>
                </p:oleObj>
              </mc:Choice>
              <mc:Fallback>
                <p:oleObj r:id="rId14" imgW="4711700" imgH="469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24535" y="3331845"/>
                        <a:ext cx="10593705" cy="9823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 title=""/>
          <p:cNvGrpSpPr/>
          <p:nvPr>
            <p:custDataLst>
              <p:tags r:id="rId16"/>
            </p:custDataLst>
          </p:nvPr>
        </p:nvGrpSpPr>
        <p:grpSpPr>
          <a:xfrm>
            <a:off x="781685" y="2159635"/>
            <a:ext cx="10591800" cy="1127760"/>
            <a:chOff x="1231" y="3401"/>
            <a:chExt cx="16680" cy="1776"/>
          </a:xfrm>
        </p:grpSpPr>
        <p:sp>
          <p:nvSpPr>
            <p:cNvPr id="20" name="矩形 19"/>
            <p:cNvSpPr/>
            <p:nvPr>
              <p:custDataLst>
                <p:tags r:id="rId17"/>
              </p:custDataLst>
            </p:nvPr>
          </p:nvSpPr>
          <p:spPr>
            <a:xfrm>
              <a:off x="1231" y="3401"/>
              <a:ext cx="16681" cy="1776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5846" name="对象 35845"/>
            <p:cNvGraphicFramePr>
              <a:graphicFrameLocks noChangeAspect="1"/>
            </p:cNvGraphicFramePr>
            <p:nvPr>
              <p:custDataLst>
                <p:tags r:id="rId18"/>
              </p:custDataLst>
            </p:nvPr>
          </p:nvGraphicFramePr>
          <p:xfrm>
            <a:off x="1737" y="3518"/>
            <a:ext cx="9437" cy="1605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77" r:id="rId19" imgW="2730500" imgH="482600" progId="Equation.DSMT4">
                    <p:embed/>
                  </p:oleObj>
                </mc:Choice>
                <mc:Fallback>
                  <p:oleObj r:id="rId19" imgW="2730500" imgH="4826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737" y="3518"/>
                          <a:ext cx="9437" cy="16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 title=""/>
          <p:cNvGrpSpPr/>
          <p:nvPr>
            <p:custDataLst>
              <p:tags r:id="rId21"/>
            </p:custDataLst>
          </p:nvPr>
        </p:nvGrpSpPr>
        <p:grpSpPr>
          <a:xfrm>
            <a:off x="793115" y="4358640"/>
            <a:ext cx="10592435" cy="2016760"/>
            <a:chOff x="1249" y="6864"/>
            <a:chExt cx="16681" cy="3176"/>
          </a:xfrm>
        </p:grpSpPr>
        <p:sp>
          <p:nvSpPr>
            <p:cNvPr id="7" name="矩形 6"/>
            <p:cNvSpPr/>
            <p:nvPr>
              <p:custDataLst>
                <p:tags r:id="rId22"/>
              </p:custDataLst>
            </p:nvPr>
          </p:nvSpPr>
          <p:spPr>
            <a:xfrm>
              <a:off x="1249" y="6864"/>
              <a:ext cx="16681" cy="3176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5848" name="对象 35847"/>
            <p:cNvGraphicFramePr>
              <a:graphicFrameLocks noChangeAspect="1"/>
            </p:cNvGraphicFramePr>
            <p:nvPr>
              <p:custDataLst>
                <p:tags r:id="rId23"/>
              </p:custDataLst>
            </p:nvPr>
          </p:nvGraphicFramePr>
          <p:xfrm>
            <a:off x="1781" y="6970"/>
            <a:ext cx="5779" cy="697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78" r:id="rId24" imgW="1651000" imgH="215900" progId="Equation.DSMT4">
                    <p:embed/>
                  </p:oleObj>
                </mc:Choice>
                <mc:Fallback>
                  <p:oleObj r:id="rId24" imgW="1651000" imgH="215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781" y="6970"/>
                          <a:ext cx="5779" cy="6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849" name="对象 35848" title=""/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1130618" y="4908550"/>
          <a:ext cx="10471785" cy="91821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9" r:id="rId27" imgW="4940300" imgH="457200" progId="Equation.DSMT4">
                  <p:embed/>
                </p:oleObj>
              </mc:Choice>
              <mc:Fallback>
                <p:oleObj r:id="rId27" imgW="4940300" imgH="457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30618" y="4908550"/>
                        <a:ext cx="10471785" cy="9182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对象 35849" title=""/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1028065" y="5890260"/>
          <a:ext cx="2942590" cy="44767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0" r:id="rId30" imgW="1346200" imgH="228600" progId="Equation.DSMT4">
                  <p:embed/>
                </p:oleObj>
              </mc:Choice>
              <mc:Fallback>
                <p:oleObj r:id="rId30" imgW="1346200" imgH="2286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028065" y="5890260"/>
                        <a:ext cx="294259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教材P13练习及参考答案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10277" name="对象 10276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778510" y="1117600"/>
          <a:ext cx="8234680" cy="100711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1" r:id="rId11" imgW="3454400" imgH="469900" progId="Equation.DSMT4">
                  <p:embed/>
                </p:oleObj>
              </mc:Choice>
              <mc:Fallback>
                <p:oleObj r:id="rId11" imgW="3454400" imgH="469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8510" y="1117600"/>
                        <a:ext cx="8234680" cy="10071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5" name="组合 74" title=""/>
          <p:cNvGrpSpPr/>
          <p:nvPr>
            <p:custDataLst>
              <p:tags r:id="rId13"/>
            </p:custDataLst>
          </p:nvPr>
        </p:nvGrpSpPr>
        <p:grpSpPr>
          <a:xfrm>
            <a:off x="781685" y="5476240"/>
            <a:ext cx="10592435" cy="1089025"/>
            <a:chOff x="1231" y="8624"/>
            <a:chExt cx="16681" cy="1715"/>
          </a:xfrm>
        </p:grpSpPr>
        <p:sp>
          <p:nvSpPr>
            <p:cNvPr id="74" name="矩形 73"/>
            <p:cNvSpPr/>
            <p:nvPr>
              <p:custDataLst>
                <p:tags r:id="rId14"/>
              </p:custDataLst>
            </p:nvPr>
          </p:nvSpPr>
          <p:spPr>
            <a:xfrm>
              <a:off x="1231" y="8624"/>
              <a:ext cx="16681" cy="1714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0298" name="对象 10297"/>
            <p:cNvGraphicFramePr>
              <a:graphicFrameLocks noChangeAspect="1"/>
            </p:cNvGraphicFramePr>
            <p:nvPr>
              <p:custDataLst>
                <p:tags r:id="rId15"/>
              </p:custDataLst>
            </p:nvPr>
          </p:nvGraphicFramePr>
          <p:xfrm>
            <a:off x="1396" y="8738"/>
            <a:ext cx="15092" cy="1601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82" r:id="rId16" imgW="4241800" imgH="469900" progId="Equation.DSMT4">
                    <p:embed/>
                  </p:oleObj>
                </mc:Choice>
                <mc:Fallback>
                  <p:oleObj r:id="rId16" imgW="4241800" imgH="469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396" y="8738"/>
                          <a:ext cx="15092" cy="16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78" name="组合 10277" title=""/>
          <p:cNvGrpSpPr/>
          <p:nvPr>
            <p:custDataLst>
              <p:tags r:id="rId18"/>
            </p:custDataLst>
          </p:nvPr>
        </p:nvGrpSpPr>
        <p:grpSpPr>
          <a:xfrm>
            <a:off x="873403" y="2239070"/>
            <a:ext cx="3351927" cy="3050381"/>
            <a:chOff x="1633" y="2016"/>
            <a:chExt cx="2112" cy="1922"/>
          </a:xfrm>
        </p:grpSpPr>
        <p:sp>
          <p:nvSpPr>
            <p:cNvPr id="10245" name="矩形 10244"/>
            <p:cNvSpPr/>
            <p:nvPr>
              <p:custDataLst>
                <p:tags r:id="rId19"/>
              </p:custDataLst>
            </p:nvPr>
          </p:nvSpPr>
          <p:spPr>
            <a:xfrm>
              <a:off x="1633" y="2016"/>
              <a:ext cx="2112" cy="16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6" name="椭圆 10245"/>
            <p:cNvSpPr/>
            <p:nvPr>
              <p:custDataLst>
                <p:tags r:id="rId20"/>
              </p:custDataLst>
            </p:nvPr>
          </p:nvSpPr>
          <p:spPr>
            <a:xfrm>
              <a:off x="1873" y="2352"/>
              <a:ext cx="1152" cy="100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" name="椭圆 10246"/>
            <p:cNvSpPr/>
            <p:nvPr>
              <p:custDataLst>
                <p:tags r:id="rId21"/>
              </p:custDataLst>
            </p:nvPr>
          </p:nvSpPr>
          <p:spPr>
            <a:xfrm>
              <a:off x="2737" y="2496"/>
              <a:ext cx="816" cy="72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8" name="文本框 10247"/>
            <p:cNvSpPr txBox="1"/>
            <p:nvPr>
              <p:custDataLst>
                <p:tags r:id="rId22"/>
              </p:custDataLst>
            </p:nvPr>
          </p:nvSpPr>
          <p:spPr>
            <a:xfrm>
              <a:off x="2257" y="2688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</a:rPr>
                <a:t>A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10249" name="文本框 10248"/>
            <p:cNvSpPr txBox="1"/>
            <p:nvPr>
              <p:custDataLst>
                <p:tags r:id="rId23"/>
              </p:custDataLst>
            </p:nvPr>
          </p:nvSpPr>
          <p:spPr>
            <a:xfrm>
              <a:off x="3121" y="2688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</a:rPr>
                <a:t>B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10250" name="文本框 10249"/>
            <p:cNvSpPr txBox="1"/>
            <p:nvPr>
              <p:custDataLst>
                <p:tags r:id="rId24"/>
              </p:custDataLst>
            </p:nvPr>
          </p:nvSpPr>
          <p:spPr>
            <a:xfrm>
              <a:off x="3361" y="2025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</a:rPr>
                <a:t>U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10251" name="文本框 10250"/>
            <p:cNvSpPr txBox="1"/>
            <p:nvPr>
              <p:custDataLst>
                <p:tags r:id="rId25"/>
              </p:custDataLst>
            </p:nvPr>
          </p:nvSpPr>
          <p:spPr>
            <a:xfrm>
              <a:off x="2449" y="3628"/>
              <a:ext cx="480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endParaRPr lang="en-US" altLang="zh-CN" sz="26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279" name="组合 10278" title=""/>
          <p:cNvGrpSpPr/>
          <p:nvPr>
            <p:custDataLst>
              <p:tags r:id="rId26"/>
            </p:custDataLst>
          </p:nvPr>
        </p:nvGrpSpPr>
        <p:grpSpPr>
          <a:xfrm>
            <a:off x="6022618" y="2253675"/>
            <a:ext cx="3351927" cy="2590126"/>
            <a:chOff x="4705" y="2016"/>
            <a:chExt cx="2112" cy="1632"/>
          </a:xfrm>
        </p:grpSpPr>
        <p:sp>
          <p:nvSpPr>
            <p:cNvPr id="10252" name="矩形 10251"/>
            <p:cNvSpPr/>
            <p:nvPr>
              <p:custDataLst>
                <p:tags r:id="rId27"/>
              </p:custDataLst>
            </p:nvPr>
          </p:nvSpPr>
          <p:spPr>
            <a:xfrm>
              <a:off x="4705" y="2016"/>
              <a:ext cx="2112" cy="16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3" name="椭圆 10252"/>
            <p:cNvSpPr/>
            <p:nvPr>
              <p:custDataLst>
                <p:tags r:id="rId28"/>
              </p:custDataLst>
            </p:nvPr>
          </p:nvSpPr>
          <p:spPr>
            <a:xfrm>
              <a:off x="4945" y="2352"/>
              <a:ext cx="1152" cy="100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4" name="椭圆 10253"/>
            <p:cNvSpPr/>
            <p:nvPr>
              <p:custDataLst>
                <p:tags r:id="rId29"/>
              </p:custDataLst>
            </p:nvPr>
          </p:nvSpPr>
          <p:spPr>
            <a:xfrm>
              <a:off x="5809" y="2496"/>
              <a:ext cx="816" cy="72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5" name="文本框 10254"/>
            <p:cNvSpPr txBox="1"/>
            <p:nvPr>
              <p:custDataLst>
                <p:tags r:id="rId30"/>
              </p:custDataLst>
            </p:nvPr>
          </p:nvSpPr>
          <p:spPr>
            <a:xfrm>
              <a:off x="5329" y="2688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</a:rPr>
                <a:t>A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10256" name="文本框 10255"/>
            <p:cNvSpPr txBox="1"/>
            <p:nvPr>
              <p:custDataLst>
                <p:tags r:id="rId31"/>
              </p:custDataLst>
            </p:nvPr>
          </p:nvSpPr>
          <p:spPr>
            <a:xfrm>
              <a:off x="6193" y="2688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</a:rPr>
                <a:t>B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10257" name="文本框 10256"/>
            <p:cNvSpPr txBox="1"/>
            <p:nvPr>
              <p:custDataLst>
                <p:tags r:id="rId32"/>
              </p:custDataLst>
            </p:nvPr>
          </p:nvSpPr>
          <p:spPr>
            <a:xfrm>
              <a:off x="6433" y="2025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</a:rPr>
                <a:t>U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" name="组合 53" title=""/>
          <p:cNvGrpSpPr/>
          <p:nvPr>
            <p:custDataLst>
              <p:tags r:id="rId33"/>
            </p:custDataLst>
          </p:nvPr>
        </p:nvGrpSpPr>
        <p:grpSpPr>
          <a:xfrm>
            <a:off x="873095" y="2216524"/>
            <a:ext cx="3351927" cy="3231308"/>
            <a:chOff x="1754" y="960"/>
            <a:chExt cx="2112" cy="2036"/>
          </a:xfrm>
        </p:grpSpPr>
        <p:sp>
          <p:nvSpPr>
            <p:cNvPr id="55" name="矩形 54"/>
            <p:cNvSpPr/>
            <p:nvPr>
              <p:custDataLst>
                <p:tags r:id="rId34"/>
              </p:custDataLst>
            </p:nvPr>
          </p:nvSpPr>
          <p:spPr>
            <a:xfrm>
              <a:off x="1754" y="960"/>
              <a:ext cx="2112" cy="1646"/>
            </a:xfrm>
            <a:prstGeom prst="rect">
              <a:avLst/>
            </a:prstGeom>
            <a:pattFill prst="smConfetti">
              <a:fgClr>
                <a:srgbClr val="0061BC"/>
              </a:fgClr>
              <a:bgClr>
                <a:schemeClr val="bg1"/>
              </a:bgClr>
            </a:patt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椭圆 55"/>
            <p:cNvSpPr/>
            <p:nvPr>
              <p:custDataLst>
                <p:tags r:id="rId35"/>
              </p:custDataLst>
            </p:nvPr>
          </p:nvSpPr>
          <p:spPr>
            <a:xfrm>
              <a:off x="1993" y="1296"/>
              <a:ext cx="1153" cy="1006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椭圆 56"/>
            <p:cNvSpPr/>
            <p:nvPr>
              <p:custDataLst>
                <p:tags r:id="rId36"/>
              </p:custDataLst>
            </p:nvPr>
          </p:nvSpPr>
          <p:spPr>
            <a:xfrm>
              <a:off x="2881" y="1440"/>
              <a:ext cx="793" cy="720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文本框 57"/>
            <p:cNvSpPr txBox="1"/>
            <p:nvPr>
              <p:custDataLst>
                <p:tags r:id="rId37"/>
              </p:custDataLst>
            </p:nvPr>
          </p:nvSpPr>
          <p:spPr>
            <a:xfrm>
              <a:off x="2401" y="1632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</a:rPr>
                <a:t>A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38"/>
              </p:custDataLst>
            </p:nvPr>
          </p:nvSpPr>
          <p:spPr>
            <a:xfrm>
              <a:off x="3265" y="1632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</a:rPr>
                <a:t>B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39"/>
              </p:custDataLst>
            </p:nvPr>
          </p:nvSpPr>
          <p:spPr>
            <a:xfrm>
              <a:off x="3505" y="969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</a:rPr>
                <a:t>U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61" name="椭圆 60"/>
            <p:cNvSpPr/>
            <p:nvPr>
              <p:custDataLst>
                <p:tags r:id="rId40"/>
              </p:custDataLst>
            </p:nvPr>
          </p:nvSpPr>
          <p:spPr>
            <a:xfrm>
              <a:off x="1993" y="1296"/>
              <a:ext cx="1152" cy="100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2" name="对象 61"/>
            <p:cNvGraphicFramePr>
              <a:graphicFrameLocks noChangeAspect="1"/>
            </p:cNvGraphicFramePr>
            <p:nvPr>
              <p:custDataLst>
                <p:tags r:id="rId41"/>
              </p:custDataLst>
            </p:nvPr>
          </p:nvGraphicFramePr>
          <p:xfrm>
            <a:off x="2000" y="2654"/>
            <a:ext cx="1565" cy="342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83" r:id="rId42" imgW="1295400" imgH="254000" progId="Equation.DSMT4">
                    <p:embed/>
                  </p:oleObj>
                </mc:Choice>
                <mc:Fallback>
                  <p:oleObj r:id="rId42" imgW="1295400" imgH="2540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3"/>
                        <a:stretch>
                          <a:fillRect/>
                        </a:stretch>
                      </p:blipFill>
                      <p:spPr>
                        <a:xfrm>
                          <a:off x="2000" y="2654"/>
                          <a:ext cx="1565" cy="3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组合 63" title=""/>
          <p:cNvGrpSpPr/>
          <p:nvPr>
            <p:custDataLst>
              <p:tags r:id="rId44"/>
            </p:custDataLst>
          </p:nvPr>
        </p:nvGrpSpPr>
        <p:grpSpPr>
          <a:xfrm>
            <a:off x="6022618" y="2253675"/>
            <a:ext cx="3351927" cy="3169412"/>
            <a:chOff x="4849" y="951"/>
            <a:chExt cx="2112" cy="1997"/>
          </a:xfrm>
        </p:grpSpPr>
        <p:sp>
          <p:nvSpPr>
            <p:cNvPr id="65" name="矩形 64"/>
            <p:cNvSpPr/>
            <p:nvPr>
              <p:custDataLst>
                <p:tags r:id="rId45"/>
              </p:custDataLst>
            </p:nvPr>
          </p:nvSpPr>
          <p:spPr>
            <a:xfrm>
              <a:off x="4849" y="951"/>
              <a:ext cx="2112" cy="1635"/>
            </a:xfrm>
            <a:prstGeom prst="rect">
              <a:avLst/>
            </a:prstGeom>
            <a:pattFill prst="smConfetti">
              <a:fgClr>
                <a:srgbClr val="0061BC"/>
              </a:fgClr>
              <a:bgClr>
                <a:schemeClr val="bg1"/>
              </a:bgClr>
            </a:patt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文本框 65"/>
            <p:cNvSpPr txBox="1"/>
            <p:nvPr>
              <p:custDataLst>
                <p:tags r:id="rId46"/>
              </p:custDataLst>
            </p:nvPr>
          </p:nvSpPr>
          <p:spPr>
            <a:xfrm>
              <a:off x="5473" y="1632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</a:rPr>
                <a:t>A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47"/>
              </p:custDataLst>
            </p:nvPr>
          </p:nvSpPr>
          <p:spPr>
            <a:xfrm>
              <a:off x="6337" y="1632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</a:rPr>
                <a:t>B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68" name="文本框 67"/>
            <p:cNvSpPr txBox="1"/>
            <p:nvPr>
              <p:custDataLst>
                <p:tags r:id="rId48"/>
              </p:custDataLst>
            </p:nvPr>
          </p:nvSpPr>
          <p:spPr>
            <a:xfrm>
              <a:off x="6577" y="969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</a:rPr>
                <a:t>U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69" name="任意多边形 68"/>
            <p:cNvSpPr/>
            <p:nvPr>
              <p:custDataLst>
                <p:tags r:id="rId49"/>
              </p:custDataLst>
            </p:nvPr>
          </p:nvSpPr>
          <p:spPr>
            <a:xfrm>
              <a:off x="5955" y="1500"/>
              <a:ext cx="276" cy="597"/>
            </a:xfrm>
            <a:custGeom>
              <a:rect l="l" t="t" r="r" b="b"/>
              <a:pathLst>
                <a:path w="276" h="597">
                  <a:moveTo>
                    <a:pt x="174" y="0"/>
                  </a:moveTo>
                  <a:lnTo>
                    <a:pt x="270" y="183"/>
                  </a:lnTo>
                  <a:lnTo>
                    <a:pt x="276" y="369"/>
                  </a:lnTo>
                  <a:lnTo>
                    <a:pt x="238" y="516"/>
                  </a:lnTo>
                  <a:lnTo>
                    <a:pt x="177" y="597"/>
                  </a:lnTo>
                  <a:lnTo>
                    <a:pt x="69" y="516"/>
                  </a:lnTo>
                  <a:lnTo>
                    <a:pt x="6" y="375"/>
                  </a:lnTo>
                  <a:lnTo>
                    <a:pt x="0" y="225"/>
                  </a:lnTo>
                  <a:lnTo>
                    <a:pt x="66" y="105"/>
                  </a:lnTo>
                  <a:lnTo>
                    <a:pt x="142" y="36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2857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椭圆 69"/>
            <p:cNvSpPr/>
            <p:nvPr>
              <p:custDataLst>
                <p:tags r:id="rId50"/>
              </p:custDataLst>
            </p:nvPr>
          </p:nvSpPr>
          <p:spPr>
            <a:xfrm>
              <a:off x="5953" y="1440"/>
              <a:ext cx="816" cy="72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椭圆 70"/>
            <p:cNvSpPr/>
            <p:nvPr>
              <p:custDataLst>
                <p:tags r:id="rId51"/>
              </p:custDataLst>
            </p:nvPr>
          </p:nvSpPr>
          <p:spPr>
            <a:xfrm>
              <a:off x="5089" y="1296"/>
              <a:ext cx="1152" cy="100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" name="对象 71"/>
            <p:cNvGraphicFramePr>
              <a:graphicFrameLocks noChangeAspect="1"/>
            </p:cNvGraphicFramePr>
            <p:nvPr>
              <p:custDataLst>
                <p:tags r:id="rId52"/>
              </p:custDataLst>
            </p:nvPr>
          </p:nvGraphicFramePr>
          <p:xfrm>
            <a:off x="4976" y="2620"/>
            <a:ext cx="1773" cy="328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84" r:id="rId53" imgW="1193800" imgH="241300" progId="Equation.DSMT4">
                    <p:embed/>
                  </p:oleObj>
                </mc:Choice>
                <mc:Fallback>
                  <p:oleObj r:id="rId53" imgW="1193800" imgH="2413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54"/>
                        <a:stretch>
                          <a:fillRect/>
                        </a:stretch>
                      </p:blipFill>
                      <p:spPr>
                        <a:xfrm>
                          <a:off x="4976" y="2620"/>
                          <a:ext cx="1773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" name="Picture 3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5"/>
          <a:stretch>
            <a:fillRect/>
          </a:stretch>
        </p:blipFill>
        <p:spPr>
          <a:xfrm flipH="1">
            <a:off x="12560300" y="123317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2000"/>
                                        <p:tgtEl>
                                          <p:spTgt spid="10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2000"/>
                                        <p:tgtEl>
                                          <p:spTgt spid="10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教材P14习题1.4及参考答案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11307" name="对象 11306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778510" y="3021965"/>
          <a:ext cx="10676255" cy="9652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5" r:id="rId11" imgW="4622800" imgH="444500" progId="Equation.DSMT4">
                  <p:embed/>
                </p:oleObj>
              </mc:Choice>
              <mc:Fallback>
                <p:oleObj r:id="rId11" imgW="4622800" imgH="4445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8510" y="3021965"/>
                        <a:ext cx="10676255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 title="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778510" y="1155065"/>
          <a:ext cx="10027920" cy="47434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6" r:id="rId14" imgW="4229100" imgH="215900" progId="Equation.DSMT4">
                  <p:embed/>
                </p:oleObj>
              </mc:Choice>
              <mc:Fallback>
                <p:oleObj r:id="rId14" imgW="4229100" imgH="215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78510" y="1155065"/>
                        <a:ext cx="10027920" cy="4743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 title=""/>
          <p:cNvGrpSpPr/>
          <p:nvPr>
            <p:custDataLst>
              <p:tags r:id="rId16"/>
            </p:custDataLst>
          </p:nvPr>
        </p:nvGrpSpPr>
        <p:grpSpPr>
          <a:xfrm>
            <a:off x="781685" y="1703070"/>
            <a:ext cx="10591800" cy="1115060"/>
            <a:chOff x="1231" y="2682"/>
            <a:chExt cx="16680" cy="1756"/>
          </a:xfrm>
        </p:grpSpPr>
        <p:sp>
          <p:nvSpPr>
            <p:cNvPr id="74" name="矩形 73"/>
            <p:cNvSpPr/>
            <p:nvPr>
              <p:custDataLst>
                <p:tags r:id="rId17"/>
              </p:custDataLst>
            </p:nvPr>
          </p:nvSpPr>
          <p:spPr>
            <a:xfrm>
              <a:off x="1231" y="2682"/>
              <a:ext cx="16681" cy="1757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1306" name="对象 11305"/>
            <p:cNvGraphicFramePr>
              <a:graphicFrameLocks noChangeAspect="1"/>
            </p:cNvGraphicFramePr>
            <p:nvPr>
              <p:custDataLst>
                <p:tags r:id="rId18"/>
              </p:custDataLst>
            </p:nvPr>
          </p:nvGraphicFramePr>
          <p:xfrm>
            <a:off x="1855" y="2818"/>
            <a:ext cx="10103" cy="1531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87" r:id="rId19" imgW="2933700" imgH="431800" progId="Equation.DSMT4">
                    <p:embed/>
                  </p:oleObj>
                </mc:Choice>
                <mc:Fallback>
                  <p:oleObj r:id="rId19" imgW="29337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855" y="2818"/>
                          <a:ext cx="10103" cy="15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 title=""/>
          <p:cNvGrpSpPr/>
          <p:nvPr>
            <p:custDataLst>
              <p:tags r:id="rId21"/>
            </p:custDataLst>
          </p:nvPr>
        </p:nvGrpSpPr>
        <p:grpSpPr>
          <a:xfrm>
            <a:off x="778510" y="4114165"/>
            <a:ext cx="10592435" cy="2282825"/>
            <a:chOff x="1226" y="6399"/>
            <a:chExt cx="16681" cy="3595"/>
          </a:xfrm>
        </p:grpSpPr>
        <p:sp>
          <p:nvSpPr>
            <p:cNvPr id="14" name="矩形 13"/>
            <p:cNvSpPr/>
            <p:nvPr>
              <p:custDataLst>
                <p:tags r:id="rId22"/>
              </p:custDataLst>
            </p:nvPr>
          </p:nvSpPr>
          <p:spPr>
            <a:xfrm>
              <a:off x="1226" y="6399"/>
              <a:ext cx="16681" cy="3595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1308" name="对象 11307"/>
            <p:cNvGraphicFramePr>
              <a:graphicFrameLocks noChangeAspect="1"/>
            </p:cNvGraphicFramePr>
            <p:nvPr>
              <p:custDataLst>
                <p:tags r:id="rId23"/>
              </p:custDataLst>
            </p:nvPr>
          </p:nvGraphicFramePr>
          <p:xfrm>
            <a:off x="1715" y="6579"/>
            <a:ext cx="15576" cy="1533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88" r:id="rId24" imgW="4559300" imgH="444500" progId="Equation.DSMT4">
                    <p:embed/>
                  </p:oleObj>
                </mc:Choice>
                <mc:Fallback>
                  <p:oleObj r:id="rId24" imgW="4559300" imgH="4445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715" y="6579"/>
                          <a:ext cx="15576" cy="15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309" name="对象 11308" title=""/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1089025" y="5252720"/>
          <a:ext cx="7814945" cy="46291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9" r:id="rId27" imgW="3492500" imgH="215900" progId="Equation.DSMT4">
                  <p:embed/>
                </p:oleObj>
              </mc:Choice>
              <mc:Fallback>
                <p:oleObj r:id="rId27" imgW="3492500" imgH="215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89025" y="5252720"/>
                        <a:ext cx="7814945" cy="4629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0" name="对象 11309" title=""/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1089025" y="5753735"/>
          <a:ext cx="6926580" cy="45085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0" r:id="rId30" imgW="3060065" imgH="215900" progId="Equation.DSMT4">
                  <p:embed/>
                </p:oleObj>
              </mc:Choice>
              <mc:Fallback>
                <p:oleObj r:id="rId30" imgW="3060065" imgH="215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089025" y="5753735"/>
                        <a:ext cx="6926580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教材P13练习及参考答案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37892" name="对象 37891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862330" y="1101725"/>
          <a:ext cx="10124440" cy="94615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1" r:id="rId11" imgW="4902200" imgH="469900" progId="Equation.DSMT4">
                  <p:embed/>
                </p:oleObj>
              </mc:Choice>
              <mc:Fallback>
                <p:oleObj r:id="rId11" imgW="4902200" imgH="469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2330" y="1101725"/>
                        <a:ext cx="10124440" cy="946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 title=""/>
          <p:cNvGrpSpPr/>
          <p:nvPr>
            <p:custDataLst>
              <p:tags r:id="rId13"/>
            </p:custDataLst>
          </p:nvPr>
        </p:nvGrpSpPr>
        <p:grpSpPr>
          <a:xfrm>
            <a:off x="778510" y="3467100"/>
            <a:ext cx="10592435" cy="2919730"/>
            <a:chOff x="1226" y="5640"/>
            <a:chExt cx="16681" cy="4598"/>
          </a:xfrm>
        </p:grpSpPr>
        <p:sp>
          <p:nvSpPr>
            <p:cNvPr id="14" name="矩形 13"/>
            <p:cNvSpPr/>
            <p:nvPr>
              <p:custDataLst>
                <p:tags r:id="rId14"/>
              </p:custDataLst>
            </p:nvPr>
          </p:nvSpPr>
          <p:spPr>
            <a:xfrm>
              <a:off x="1226" y="5640"/>
              <a:ext cx="16681" cy="4598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7928" name="对象 37927"/>
            <p:cNvGraphicFramePr>
              <a:graphicFrameLocks noChangeAspect="1"/>
            </p:cNvGraphicFramePr>
            <p:nvPr>
              <p:custDataLst>
                <p:tags r:id="rId15"/>
              </p:custDataLst>
            </p:nvPr>
          </p:nvGraphicFramePr>
          <p:xfrm>
            <a:off x="1399" y="5848"/>
            <a:ext cx="15943" cy="759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92" r:id="rId16" imgW="4787900" imgH="228600" progId="Equation.DSMT4">
                    <p:embed/>
                  </p:oleObj>
                </mc:Choice>
                <mc:Fallback>
                  <p:oleObj r:id="rId16" imgW="4787900" imgH="2286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399" y="5848"/>
                          <a:ext cx="15943" cy="7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929" name="对象 37928" title=""/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850265" y="4131945"/>
          <a:ext cx="8919210" cy="50419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3" r:id="rId19" imgW="3644900" imgH="228600" progId="Equation.DSMT4">
                  <p:embed/>
                </p:oleObj>
              </mc:Choice>
              <mc:Fallback>
                <p:oleObj r:id="rId19" imgW="3644900" imgH="2286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0265" y="4131945"/>
                        <a:ext cx="8919210" cy="5041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0" name="对象 37929" title=""/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901065" y="4692650"/>
          <a:ext cx="8007985" cy="105537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4" r:id="rId22" imgW="3543300" imgH="469900" progId="Equation.DSMT4">
                  <p:embed/>
                </p:oleObj>
              </mc:Choice>
              <mc:Fallback>
                <p:oleObj r:id="rId22" imgW="3543300" imgH="469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01065" y="4692650"/>
                        <a:ext cx="8007985" cy="10553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1" name="对象 37930" title="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875665" y="5829935"/>
          <a:ext cx="7235190" cy="51498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5" r:id="rId25" imgW="2997200" imgH="228600" progId="Equation.DSMT4">
                  <p:embed/>
                </p:oleObj>
              </mc:Choice>
              <mc:Fallback>
                <p:oleObj r:id="rId25" imgW="2997200" imgH="2286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75665" y="5829935"/>
                        <a:ext cx="7235190" cy="5149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 title=""/>
          <p:cNvGrpSpPr/>
          <p:nvPr>
            <p:custDataLst>
              <p:tags r:id="rId27"/>
            </p:custDataLst>
          </p:nvPr>
        </p:nvGrpSpPr>
        <p:grpSpPr>
          <a:xfrm>
            <a:off x="2495550" y="2095500"/>
            <a:ext cx="6983095" cy="1234130"/>
            <a:chOff x="1322" y="8145"/>
            <a:chExt cx="16196" cy="3249"/>
          </a:xfrm>
        </p:grpSpPr>
        <p:sp>
          <p:nvSpPr>
            <p:cNvPr id="37893" name="直接连接符 37892"/>
            <p:cNvSpPr/>
            <p:nvPr>
              <p:custDataLst>
                <p:tags r:id="rId28"/>
              </p:custDataLst>
            </p:nvPr>
          </p:nvSpPr>
          <p:spPr>
            <a:xfrm>
              <a:off x="1322" y="10185"/>
              <a:ext cx="1619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/>
          </p:txBody>
        </p:sp>
        <p:sp>
          <p:nvSpPr>
            <p:cNvPr id="37894" name="椭圆 37893"/>
            <p:cNvSpPr/>
            <p:nvPr>
              <p:custDataLst>
                <p:tags r:id="rId29"/>
              </p:custDataLst>
            </p:nvPr>
          </p:nvSpPr>
          <p:spPr>
            <a:xfrm flipH="1">
              <a:off x="5161" y="10065"/>
              <a:ext cx="240" cy="24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5" name="椭圆 37894"/>
            <p:cNvSpPr/>
            <p:nvPr>
              <p:custDataLst>
                <p:tags r:id="rId30"/>
              </p:custDataLst>
            </p:nvPr>
          </p:nvSpPr>
          <p:spPr>
            <a:xfrm flipH="1">
              <a:off x="6361" y="10065"/>
              <a:ext cx="240" cy="240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6" name="椭圆 37895"/>
            <p:cNvSpPr/>
            <p:nvPr>
              <p:custDataLst>
                <p:tags r:id="rId31"/>
              </p:custDataLst>
            </p:nvPr>
          </p:nvSpPr>
          <p:spPr>
            <a:xfrm flipH="1">
              <a:off x="3961" y="10065"/>
              <a:ext cx="240" cy="24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8" name="椭圆 37897"/>
            <p:cNvSpPr/>
            <p:nvPr>
              <p:custDataLst>
                <p:tags r:id="rId32"/>
              </p:custDataLst>
            </p:nvPr>
          </p:nvSpPr>
          <p:spPr>
            <a:xfrm flipH="1">
              <a:off x="7561" y="10065"/>
              <a:ext cx="240" cy="24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9" name="椭圆 37898"/>
            <p:cNvSpPr/>
            <p:nvPr>
              <p:custDataLst>
                <p:tags r:id="rId33"/>
              </p:custDataLst>
            </p:nvPr>
          </p:nvSpPr>
          <p:spPr>
            <a:xfrm flipH="1">
              <a:off x="8760" y="10065"/>
              <a:ext cx="240" cy="24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1" name="椭圆 37900"/>
            <p:cNvSpPr/>
            <p:nvPr>
              <p:custDataLst>
                <p:tags r:id="rId34"/>
              </p:custDataLst>
            </p:nvPr>
          </p:nvSpPr>
          <p:spPr>
            <a:xfrm flipH="1">
              <a:off x="9960" y="10065"/>
              <a:ext cx="240" cy="24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2" name="椭圆 37901"/>
            <p:cNvSpPr/>
            <p:nvPr>
              <p:custDataLst>
                <p:tags r:id="rId35"/>
              </p:custDataLst>
            </p:nvPr>
          </p:nvSpPr>
          <p:spPr>
            <a:xfrm flipH="1">
              <a:off x="11160" y="10065"/>
              <a:ext cx="240" cy="24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4" name="椭圆 37903"/>
            <p:cNvSpPr/>
            <p:nvPr>
              <p:custDataLst>
                <p:tags r:id="rId36"/>
              </p:custDataLst>
            </p:nvPr>
          </p:nvSpPr>
          <p:spPr>
            <a:xfrm flipH="1">
              <a:off x="12359" y="10065"/>
              <a:ext cx="240" cy="240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5" name="椭圆 37904"/>
            <p:cNvSpPr/>
            <p:nvPr>
              <p:custDataLst>
                <p:tags r:id="rId37"/>
              </p:custDataLst>
            </p:nvPr>
          </p:nvSpPr>
          <p:spPr>
            <a:xfrm flipH="1">
              <a:off x="13559" y="10065"/>
              <a:ext cx="240" cy="24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7" name="椭圆 37906"/>
            <p:cNvSpPr/>
            <p:nvPr>
              <p:custDataLst>
                <p:tags r:id="rId38"/>
              </p:custDataLst>
            </p:nvPr>
          </p:nvSpPr>
          <p:spPr>
            <a:xfrm flipH="1">
              <a:off x="14759" y="10065"/>
              <a:ext cx="240" cy="24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8" name="椭圆 37907"/>
            <p:cNvSpPr/>
            <p:nvPr>
              <p:custDataLst>
                <p:tags r:id="rId39"/>
              </p:custDataLst>
            </p:nvPr>
          </p:nvSpPr>
          <p:spPr>
            <a:xfrm flipH="1">
              <a:off x="15958" y="10065"/>
              <a:ext cx="240" cy="240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9" name="文本框 37908"/>
            <p:cNvSpPr txBox="1"/>
            <p:nvPr>
              <p:custDataLst>
                <p:tags r:id="rId40"/>
              </p:custDataLst>
            </p:nvPr>
          </p:nvSpPr>
          <p:spPr>
            <a:xfrm>
              <a:off x="3722" y="10425"/>
              <a:ext cx="72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7910" name="文本框 37909"/>
            <p:cNvSpPr txBox="1"/>
            <p:nvPr>
              <p:custDataLst>
                <p:tags r:id="rId41"/>
              </p:custDataLst>
            </p:nvPr>
          </p:nvSpPr>
          <p:spPr>
            <a:xfrm>
              <a:off x="4921" y="10425"/>
              <a:ext cx="72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7911" name="文本框 37910"/>
            <p:cNvSpPr txBox="1"/>
            <p:nvPr>
              <p:custDataLst>
                <p:tags r:id="rId42"/>
              </p:custDataLst>
            </p:nvPr>
          </p:nvSpPr>
          <p:spPr>
            <a:xfrm>
              <a:off x="6121" y="10425"/>
              <a:ext cx="72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</a:rPr>
                <a:t>2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7912" name="文本框 37911"/>
            <p:cNvSpPr txBox="1"/>
            <p:nvPr>
              <p:custDataLst>
                <p:tags r:id="rId43"/>
              </p:custDataLst>
            </p:nvPr>
          </p:nvSpPr>
          <p:spPr>
            <a:xfrm>
              <a:off x="7321" y="10425"/>
              <a:ext cx="72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</a:rPr>
                <a:t>3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7913" name="文本框 37912"/>
            <p:cNvSpPr txBox="1"/>
            <p:nvPr>
              <p:custDataLst>
                <p:tags r:id="rId44"/>
              </p:custDataLst>
            </p:nvPr>
          </p:nvSpPr>
          <p:spPr>
            <a:xfrm>
              <a:off x="8520" y="10425"/>
              <a:ext cx="72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</a:rPr>
                <a:t>4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7914" name="文本框 37913"/>
            <p:cNvSpPr txBox="1"/>
            <p:nvPr>
              <p:custDataLst>
                <p:tags r:id="rId45"/>
              </p:custDataLst>
            </p:nvPr>
          </p:nvSpPr>
          <p:spPr>
            <a:xfrm>
              <a:off x="9720" y="10425"/>
              <a:ext cx="72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</a:rPr>
                <a:t>5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7915" name="文本框 37914"/>
            <p:cNvSpPr txBox="1"/>
            <p:nvPr>
              <p:custDataLst>
                <p:tags r:id="rId46"/>
              </p:custDataLst>
            </p:nvPr>
          </p:nvSpPr>
          <p:spPr>
            <a:xfrm>
              <a:off x="10920" y="10425"/>
              <a:ext cx="72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</a:rPr>
                <a:t>6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7916" name="文本框 37915"/>
            <p:cNvSpPr txBox="1"/>
            <p:nvPr>
              <p:custDataLst>
                <p:tags r:id="rId47"/>
              </p:custDataLst>
            </p:nvPr>
          </p:nvSpPr>
          <p:spPr>
            <a:xfrm>
              <a:off x="12119" y="10425"/>
              <a:ext cx="72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</a:rPr>
                <a:t>7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7917" name="文本框 37916"/>
            <p:cNvSpPr txBox="1"/>
            <p:nvPr>
              <p:custDataLst>
                <p:tags r:id="rId48"/>
              </p:custDataLst>
            </p:nvPr>
          </p:nvSpPr>
          <p:spPr>
            <a:xfrm>
              <a:off x="13319" y="10425"/>
              <a:ext cx="72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</a:rPr>
                <a:t>8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7918" name="文本框 37917"/>
            <p:cNvSpPr txBox="1"/>
            <p:nvPr>
              <p:custDataLst>
                <p:tags r:id="rId49"/>
              </p:custDataLst>
            </p:nvPr>
          </p:nvSpPr>
          <p:spPr>
            <a:xfrm>
              <a:off x="14519" y="10425"/>
              <a:ext cx="72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</a:rPr>
                <a:t>9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7919" name="文本框 37918"/>
            <p:cNvSpPr txBox="1"/>
            <p:nvPr>
              <p:custDataLst>
                <p:tags r:id="rId50"/>
              </p:custDataLst>
            </p:nvPr>
          </p:nvSpPr>
          <p:spPr>
            <a:xfrm>
              <a:off x="15478" y="10425"/>
              <a:ext cx="132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</a:rPr>
                <a:t>10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7920" name="直接连接符 37919"/>
            <p:cNvSpPr/>
            <p:nvPr>
              <p:custDataLst>
                <p:tags r:id="rId51"/>
              </p:custDataLst>
            </p:nvPr>
          </p:nvSpPr>
          <p:spPr>
            <a:xfrm flipH="1" flipV="1">
              <a:off x="7681" y="8985"/>
              <a:ext cx="0" cy="10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37921" name="直接连接符 37920"/>
            <p:cNvSpPr/>
            <p:nvPr>
              <p:custDataLst>
                <p:tags r:id="rId52"/>
              </p:custDataLst>
            </p:nvPr>
          </p:nvSpPr>
          <p:spPr>
            <a:xfrm>
              <a:off x="7681" y="8985"/>
              <a:ext cx="479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37922" name="直接连接符 37921"/>
            <p:cNvSpPr/>
            <p:nvPr>
              <p:custDataLst>
                <p:tags r:id="rId53"/>
              </p:custDataLst>
            </p:nvPr>
          </p:nvSpPr>
          <p:spPr>
            <a:xfrm flipH="1">
              <a:off x="12479" y="8985"/>
              <a:ext cx="0" cy="10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37923" name="文本框 37922"/>
            <p:cNvSpPr txBox="1"/>
            <p:nvPr>
              <p:custDataLst>
                <p:tags r:id="rId54"/>
              </p:custDataLst>
            </p:nvPr>
          </p:nvSpPr>
          <p:spPr>
            <a:xfrm>
              <a:off x="9480" y="9105"/>
              <a:ext cx="96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7924" name="直接连接符 37923"/>
            <p:cNvSpPr/>
            <p:nvPr>
              <p:custDataLst>
                <p:tags r:id="rId55"/>
              </p:custDataLst>
            </p:nvPr>
          </p:nvSpPr>
          <p:spPr>
            <a:xfrm flipH="1" flipV="1">
              <a:off x="6481" y="8145"/>
              <a:ext cx="0" cy="19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37925" name="直接连接符 37924"/>
            <p:cNvSpPr/>
            <p:nvPr>
              <p:custDataLst>
                <p:tags r:id="rId56"/>
              </p:custDataLst>
            </p:nvPr>
          </p:nvSpPr>
          <p:spPr>
            <a:xfrm>
              <a:off x="6481" y="8145"/>
              <a:ext cx="959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37926" name="直接连接符 37925"/>
            <p:cNvSpPr/>
            <p:nvPr>
              <p:custDataLst>
                <p:tags r:id="rId57"/>
              </p:custDataLst>
            </p:nvPr>
          </p:nvSpPr>
          <p:spPr>
            <a:xfrm flipH="1" flipV="1">
              <a:off x="16078" y="8145"/>
              <a:ext cx="0" cy="19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37927" name="文本框 37926"/>
            <p:cNvSpPr txBox="1"/>
            <p:nvPr>
              <p:custDataLst>
                <p:tags r:id="rId58"/>
              </p:custDataLst>
            </p:nvPr>
          </p:nvSpPr>
          <p:spPr>
            <a:xfrm>
              <a:off x="13679" y="8625"/>
              <a:ext cx="960" cy="96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教材P14习题1.4及参考答案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39940" name="对象 39939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777875" y="1189355"/>
          <a:ext cx="10393045" cy="93408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6" r:id="rId11" imgW="4775200" imgH="444500" progId="Equation.DSMT4">
                  <p:embed/>
                </p:oleObj>
              </mc:Choice>
              <mc:Fallback>
                <p:oleObj r:id="rId11" imgW="4775200" imgH="4445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7875" y="1189355"/>
                        <a:ext cx="10393045" cy="9340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 title=""/>
          <p:cNvGrpSpPr/>
          <p:nvPr>
            <p:custDataLst>
              <p:tags r:id="rId13"/>
            </p:custDataLst>
          </p:nvPr>
        </p:nvGrpSpPr>
        <p:grpSpPr>
          <a:xfrm>
            <a:off x="724535" y="4311650"/>
            <a:ext cx="10591800" cy="670560"/>
            <a:chOff x="1231" y="3650"/>
            <a:chExt cx="16680" cy="1056"/>
          </a:xfrm>
        </p:grpSpPr>
        <p:sp>
          <p:nvSpPr>
            <p:cNvPr id="20" name="矩形 19"/>
            <p:cNvSpPr/>
            <p:nvPr>
              <p:custDataLst>
                <p:tags r:id="rId14"/>
              </p:custDataLst>
            </p:nvPr>
          </p:nvSpPr>
          <p:spPr>
            <a:xfrm>
              <a:off x="1231" y="3650"/>
              <a:ext cx="16681" cy="1057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9947" name="对象 39946"/>
            <p:cNvGraphicFramePr>
              <a:graphicFrameLocks noChangeAspect="1"/>
            </p:cNvGraphicFramePr>
            <p:nvPr>
              <p:custDataLst>
                <p:tags r:id="rId15"/>
              </p:custDataLst>
            </p:nvPr>
          </p:nvGraphicFramePr>
          <p:xfrm>
            <a:off x="1512" y="3832"/>
            <a:ext cx="5039" cy="693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97" r:id="rId16" imgW="1485900" imgH="203200" progId="Equation.DSMT4">
                    <p:embed/>
                  </p:oleObj>
                </mc:Choice>
                <mc:Fallback>
                  <p:oleObj r:id="rId16" imgW="1485900" imgH="2032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512" y="3832"/>
                          <a:ext cx="5039" cy="6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42" name="椭圆 39941" title=""/>
          <p:cNvSpPr/>
          <p:nvPr>
            <p:custDataLst>
              <p:tags r:id="rId18"/>
            </p:custDataLst>
          </p:nvPr>
        </p:nvSpPr>
        <p:spPr>
          <a:xfrm>
            <a:off x="3467100" y="2318028"/>
            <a:ext cx="3123387" cy="1599783"/>
          </a:xfrm>
          <a:prstGeom prst="ellipse">
            <a:avLst/>
          </a:prstGeom>
          <a:solidFill>
            <a:srgbClr val="EAF5E0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43" name="椭圆 39942" title=""/>
          <p:cNvSpPr/>
          <p:nvPr>
            <p:custDataLst>
              <p:tags r:id="rId19"/>
            </p:custDataLst>
          </p:nvPr>
        </p:nvSpPr>
        <p:spPr>
          <a:xfrm>
            <a:off x="5219244" y="2318028"/>
            <a:ext cx="3123387" cy="1599783"/>
          </a:xfrm>
          <a:prstGeom prst="ellipse">
            <a:avLst/>
          </a:prstGeom>
          <a:solidFill>
            <a:srgbClr val="B8F0F2"/>
          </a:solidFill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44" name="椭圆 39943" title=""/>
          <p:cNvSpPr/>
          <p:nvPr>
            <p:custDataLst>
              <p:tags r:id="rId20"/>
            </p:custDataLst>
          </p:nvPr>
        </p:nvSpPr>
        <p:spPr>
          <a:xfrm>
            <a:off x="3467100" y="2318028"/>
            <a:ext cx="3123387" cy="1599783"/>
          </a:xfrm>
          <a:prstGeom prst="ellipse">
            <a:avLst/>
          </a:prstGeom>
          <a:noFill/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45" name="文本框 39944" title=""/>
          <p:cNvSpPr txBox="1"/>
          <p:nvPr>
            <p:custDataLst>
              <p:tags r:id="rId21"/>
            </p:custDataLst>
          </p:nvPr>
        </p:nvSpPr>
        <p:spPr>
          <a:xfrm>
            <a:off x="4152722" y="2775109"/>
            <a:ext cx="837982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endParaRPr lang="en-US" altLang="zh-CN" sz="2800" b="1" i="1">
              <a:latin typeface="Times New Roman" panose="02020603050405020304" pitchFamily="18" charset="0"/>
            </a:endParaRPr>
          </a:p>
        </p:txBody>
      </p:sp>
      <p:sp>
        <p:nvSpPr>
          <p:cNvPr id="39946" name="文本框 39945" title=""/>
          <p:cNvSpPr txBox="1"/>
          <p:nvPr>
            <p:custDataLst>
              <p:tags r:id="rId22"/>
            </p:custDataLst>
          </p:nvPr>
        </p:nvSpPr>
        <p:spPr>
          <a:xfrm>
            <a:off x="6819027" y="2775109"/>
            <a:ext cx="837982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endParaRPr lang="en-US" altLang="zh-CN" sz="2800" b="1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8" name="图片 7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10" r="10"/>
          <a:stretch>
            <a:fillRect/>
          </a:stretch>
        </p:blipFill>
        <p:spPr>
          <a:xfrm>
            <a:off x="2540" y="0"/>
            <a:ext cx="1218946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gradFill>
              <a:gsLst>
                <a:gs pos="52000">
                  <a:srgbClr val="FFFFFF">
                    <a:alpha val="100000"/>
                  </a:srgbClr>
                </a:gs>
                <a:gs pos="0">
                  <a:schemeClr val="bg1">
                    <a:alpha val="78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8109821" y="1460500"/>
              <a:ext cx="2393079" cy="2163898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5A5F8">
                    <a:alpha val="48000"/>
                  </a:srgbClr>
                </a:gs>
                <a:gs pos="100000">
                  <a:srgbClr val="D3F2E9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矩形: 圆角 30" title=""/>
          <p:cNvSpPr/>
          <p:nvPr>
            <p:custDataLst>
              <p:tags r:id="rId8"/>
            </p:custDataLst>
          </p:nvPr>
        </p:nvSpPr>
        <p:spPr>
          <a:xfrm flipV="1">
            <a:off x="8349137" y="2657103"/>
            <a:ext cx="1674812" cy="4762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7F9"/>
              </a:gs>
              <a:gs pos="100000">
                <a:srgbClr val="DDE69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 title=""/>
          <p:cNvGrpSpPr/>
          <p:nvPr>
            <p:custDataLst>
              <p:tags r:id="rId9"/>
            </p:custDataLst>
          </p:nvPr>
        </p:nvGrpSpPr>
        <p:grpSpPr>
          <a:xfrm flipH="1">
            <a:off x="10644249" y="180093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33" name="组合 32"/>
            <p:cNvGrpSpPr/>
            <p:nvPr>
              <p:custDataLst>
                <p:tags r:id="rId10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6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8" name="文本框 57" title=""/>
          <p:cNvSpPr txBox="1"/>
          <p:nvPr>
            <p:custDataLst>
              <p:tags r:id="rId22"/>
            </p:custDataLst>
          </p:nvPr>
        </p:nvSpPr>
        <p:spPr>
          <a:xfrm>
            <a:off x="4414463" y="5061188"/>
            <a:ext cx="336307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人教A版2019必修第一册</a:t>
            </a:r>
            <a:endParaRPr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图片 3" title=""/>
          <p:cNvPicPr>
            <a:picLocks noChangeAspect="1"/>
          </p:cNvPicPr>
          <p:nvPr userDrawn="1">
            <p:custDataLst>
              <p:tags r:id="rId24"/>
            </p:custDataLst>
          </p:nvPr>
        </p:nvPicPr>
        <p:blipFill>
          <a:blip r:embed="rId23"/>
          <a:srcRect t="193" b="193"/>
          <a:stretch>
            <a:fillRect/>
          </a:stretch>
        </p:blipFill>
        <p:spPr>
          <a:xfrm>
            <a:off x="267335" y="262890"/>
            <a:ext cx="1640840" cy="520700"/>
          </a:xfrm>
          <a:prstGeom prst="rect">
            <a:avLst/>
          </a:prstGeom>
        </p:spPr>
      </p:pic>
      <p:sp>
        <p:nvSpPr>
          <p:cNvPr id="9" name="矩形: 圆角 13" title=""/>
          <p:cNvSpPr/>
          <p:nvPr>
            <p:custDataLst>
              <p:tags r:id="rId25"/>
            </p:custDataLst>
          </p:nvPr>
        </p:nvSpPr>
        <p:spPr>
          <a:xfrm>
            <a:off x="2645410" y="740410"/>
            <a:ext cx="3089910" cy="27241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6F7"/>
              </a:gs>
              <a:gs pos="100000">
                <a:srgbClr val="DCE69E">
                  <a:alpha val="63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14" title=""/>
          <p:cNvSpPr/>
          <p:nvPr>
            <p:custDataLst>
              <p:tags r:id="rId26"/>
            </p:custDataLst>
          </p:nvPr>
        </p:nvSpPr>
        <p:spPr>
          <a:xfrm>
            <a:off x="5070475" y="5845175"/>
            <a:ext cx="4208145" cy="2781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7F8"/>
              </a:gs>
              <a:gs pos="100000">
                <a:srgbClr val="DCE69E">
                  <a:alpha val="55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 title=""/>
          <p:cNvSpPr txBox="1"/>
          <p:nvPr>
            <p:custDataLst>
              <p:tags r:id="rId27"/>
            </p:custDataLst>
          </p:nvPr>
        </p:nvSpPr>
        <p:spPr>
          <a:xfrm>
            <a:off x="2540" y="2475865"/>
            <a:ext cx="12191365" cy="167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800" b="1">
                <a:solidFill>
                  <a:srgbClr val="14A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感谢您的聆听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UNIQUEID" val="2423"/>
</p:tagLst>
</file>

<file path=ppt/tags/tag2.xml><?xml version="1.0" encoding="utf-8"?>
<p:tagLst xmlns:p="http://schemas.openxmlformats.org/presentationml/2006/main">
  <p:tag name="AS_UNIQUEID" val="2424"/>
</p:tagLst>
</file>

<file path=ppt/tags/tag3.xml><?xml version="1.0" encoding="utf-8"?>
<p:tagLst xmlns:p="http://schemas.openxmlformats.org/presentationml/2006/main">
  <p:tag name="AS_UNIQUEID" val="2425"/>
</p:tagLst>
</file>

<file path=ppt/tags/tag4.xml><?xml version="1.0" encoding="utf-8"?>
<p:tagLst xmlns:p="http://schemas.openxmlformats.org/presentationml/2006/main">
  <p:tag name="AS_UNIQUEID" val="2426"/>
</p:tagLst>
</file>

<file path=ppt/tags/tag5.xml><?xml version="1.0" encoding="utf-8"?>
<p:tagLst xmlns:p="http://schemas.openxmlformats.org/presentationml/2006/main">
  <p:tag name="AS_UNIQUEID" val="2427"/>
</p:tagLst>
</file>

<file path=ppt/tags/tag6.xml><?xml version="1.0" encoding="utf-8"?>
<p:tagLst xmlns:p="http://schemas.openxmlformats.org/presentationml/2006/main">
  <p:tag name="AS_UNIQUEID" val="2428"/>
</p:tagLst>
</file>

<file path=ppt/tags/tag7.xml><?xml version="1.0" encoding="utf-8"?>
<p:tagLst xmlns:p="http://schemas.openxmlformats.org/presentationml/2006/main">
  <p:tag name="AS_UNIQUEID" val="2429"/>
</p:tagLst>
</file>

<file path=ppt/tags/tag8.xml><?xml version="1.0" encoding="utf-8"?>
<p:tagLst xmlns:p="http://schemas.openxmlformats.org/presentationml/2006/main">
  <p:tag name="AS_UNIQUEID" val="2430"/>
</p:tagLst>
</file>

<file path=ppt/tags/tag9.xml><?xml version="1.0" encoding="utf-8"?>
<p:tagLst xmlns:p="http://schemas.openxmlformats.org/presentationml/2006/main">
  <p:tag name="AS_UNIQUEID" val="2431"/>
</p:tagLst>
</file>

<file path=ppt/tags/tag10.xml><?xml version="1.0" encoding="utf-8"?>
<p:tagLst xmlns:p="http://schemas.openxmlformats.org/presentationml/2006/main">
  <p:tag name="AS_UNIQUEID" val="2432"/>
</p:tagLst>
</file>

<file path=ppt/tags/tag11.xml><?xml version="1.0" encoding="utf-8"?>
<p:tagLst xmlns:p="http://schemas.openxmlformats.org/presentationml/2006/main">
  <p:tag name="AS_UNIQUEID" val="2433"/>
</p:tagLst>
</file>

<file path=ppt/tags/tag12.xml><?xml version="1.0" encoding="utf-8"?>
<p:tagLst xmlns:p="http://schemas.openxmlformats.org/presentationml/2006/main">
  <p:tag name="AS_UNIQUEID" val="2434"/>
</p:tagLst>
</file>

<file path=ppt/tags/tag13.xml><?xml version="1.0" encoding="utf-8"?>
<p:tagLst xmlns:p="http://schemas.openxmlformats.org/presentationml/2006/main">
  <p:tag name="AS_UNIQUEID" val="2435"/>
</p:tagLst>
</file>

<file path=ppt/tags/tag14.xml><?xml version="1.0" encoding="utf-8"?>
<p:tagLst xmlns:p="http://schemas.openxmlformats.org/presentationml/2006/main">
  <p:tag name="AS_UNIQUEID" val="2436"/>
</p:tagLst>
</file>

<file path=ppt/tags/tag15.xml><?xml version="1.0" encoding="utf-8"?>
<p:tagLst xmlns:p="http://schemas.openxmlformats.org/presentationml/2006/main">
  <p:tag name="AS_UNIQUEID" val="2437"/>
</p:tagLst>
</file>

<file path=ppt/tags/tag16.xml><?xml version="1.0" encoding="utf-8"?>
<p:tagLst xmlns:p="http://schemas.openxmlformats.org/presentationml/2006/main">
  <p:tag name="AS_UNIQUEID" val="2438"/>
</p:tagLst>
</file>

<file path=ppt/tags/tag17.xml><?xml version="1.0" encoding="utf-8"?>
<p:tagLst xmlns:p="http://schemas.openxmlformats.org/presentationml/2006/main">
  <p:tag name="AS_UNIQUEID" val="2439"/>
</p:tagLst>
</file>

<file path=ppt/tags/tag18.xml><?xml version="1.0" encoding="utf-8"?>
<p:tagLst xmlns:p="http://schemas.openxmlformats.org/presentationml/2006/main">
  <p:tag name="AS_UNIQUEID" val="2440"/>
</p:tagLst>
</file>

<file path=ppt/tags/tag19.xml><?xml version="1.0" encoding="utf-8"?>
<p:tagLst xmlns:p="http://schemas.openxmlformats.org/presentationml/2006/main">
  <p:tag name="AS_UNIQUEID" val="2441"/>
</p:tagLst>
</file>

<file path=ppt/tags/tag20.xml><?xml version="1.0" encoding="utf-8"?>
<p:tagLst xmlns:p="http://schemas.openxmlformats.org/presentationml/2006/main">
  <p:tag name="AS_UNIQUEID" val="2442"/>
</p:tagLst>
</file>

<file path=ppt/tags/tag21.xml><?xml version="1.0" encoding="utf-8"?>
<p:tagLst xmlns:p="http://schemas.openxmlformats.org/presentationml/2006/main">
  <p:tag name="AS_UNIQUEID" val="2443"/>
</p:tagLst>
</file>

<file path=ppt/tags/tag22.xml><?xml version="1.0" encoding="utf-8"?>
<p:tagLst xmlns:p="http://schemas.openxmlformats.org/presentationml/2006/main">
  <p:tag name="AS_UNIQUEID" val="2444"/>
</p:tagLst>
</file>

<file path=ppt/tags/tag23.xml><?xml version="1.0" encoding="utf-8"?>
<p:tagLst xmlns:p="http://schemas.openxmlformats.org/presentationml/2006/main">
  <p:tag name="AS_UNIQUEID" val="2445"/>
</p:tagLst>
</file>

<file path=ppt/tags/tag24.xml><?xml version="1.0" encoding="utf-8"?>
<p:tagLst xmlns:p="http://schemas.openxmlformats.org/presentationml/2006/main">
  <p:tag name="AS_UNIQUEID" val="2446"/>
</p:tagLst>
</file>

<file path=ppt/tags/tag25.xml><?xml version="1.0" encoding="utf-8"?>
<p:tagLst xmlns:p="http://schemas.openxmlformats.org/presentationml/2006/main">
  <p:tag name="AS_UNIQUEID" val="2447"/>
</p:tagLst>
</file>

<file path=ppt/tags/tag26.xml><?xml version="1.0" encoding="utf-8"?>
<p:tagLst xmlns:p="http://schemas.openxmlformats.org/presentationml/2006/main">
  <p:tag name="AS_UNIQUEID" val="2448"/>
</p:tagLst>
</file>

<file path=ppt/tags/tag27.xml><?xml version="1.0" encoding="utf-8"?>
<p:tagLst xmlns:p="http://schemas.openxmlformats.org/presentationml/2006/main">
  <p:tag name="AS_UNIQUEID" val="2449"/>
</p:tagLst>
</file>

<file path=ppt/tags/tag28.xml><?xml version="1.0" encoding="utf-8"?>
<p:tagLst xmlns:p="http://schemas.openxmlformats.org/presentationml/2006/main">
  <p:tag name="AS_UNIQUEID" val="2450"/>
</p:tagLst>
</file>

<file path=ppt/tags/tag29.xml><?xml version="1.0" encoding="utf-8"?>
<p:tagLst xmlns:p="http://schemas.openxmlformats.org/presentationml/2006/main">
  <p:tag name="AS_UNIQUEID" val="2451"/>
</p:tagLst>
</file>

<file path=ppt/tags/tag30.xml><?xml version="1.0" encoding="utf-8"?>
<p:tagLst xmlns:p="http://schemas.openxmlformats.org/presentationml/2006/main">
  <p:tag name="AS_UNIQUEID" val="2452"/>
</p:tagLst>
</file>

<file path=ppt/tags/tag31.xml><?xml version="1.0" encoding="utf-8"?>
<p:tagLst xmlns:p="http://schemas.openxmlformats.org/presentationml/2006/main">
  <p:tag name="AS_UNIQUEID" val="2453"/>
</p:tagLst>
</file>

<file path=ppt/tags/tag32.xml><?xml version="1.0" encoding="utf-8"?>
<p:tagLst xmlns:p="http://schemas.openxmlformats.org/presentationml/2006/main">
  <p:tag name="AS_UNIQUEID" val="2454"/>
</p:tagLst>
</file>

<file path=ppt/tags/tag33.xml><?xml version="1.0" encoding="utf-8"?>
<p:tagLst xmlns:p="http://schemas.openxmlformats.org/presentationml/2006/main">
  <p:tag name="AS_UNIQUEID" val="2455"/>
</p:tagLst>
</file>

<file path=ppt/tags/tag34.xml><?xml version="1.0" encoding="utf-8"?>
<p:tagLst xmlns:p="http://schemas.openxmlformats.org/presentationml/2006/main">
  <p:tag name="AS_UNIQUEID" val="2456"/>
</p:tagLst>
</file>

<file path=ppt/tags/tag35.xml><?xml version="1.0" encoding="utf-8"?>
<p:tagLst xmlns:p="http://schemas.openxmlformats.org/presentationml/2006/main">
  <p:tag name="AS_UNIQUEID" val="2457"/>
</p:tagLst>
</file>

<file path=ppt/tags/tag36.xml><?xml version="1.0" encoding="utf-8"?>
<p:tagLst xmlns:p="http://schemas.openxmlformats.org/presentationml/2006/main">
  <p:tag name="AS_UNIQUEID" val="2458"/>
</p:tagLst>
</file>

<file path=ppt/tags/tag37.xml><?xml version="1.0" encoding="utf-8"?>
<p:tagLst xmlns:p="http://schemas.openxmlformats.org/presentationml/2006/main">
  <p:tag name="AS_UNIQUEID" val="2459"/>
</p:tagLst>
</file>

<file path=ppt/tags/tag38.xml><?xml version="1.0" encoding="utf-8"?>
<p:tagLst xmlns:p="http://schemas.openxmlformats.org/presentationml/2006/main">
  <p:tag name="AS_UNIQUEID" val="2460"/>
</p:tagLst>
</file>

<file path=ppt/tags/tag39.xml><?xml version="1.0" encoding="utf-8"?>
<p:tagLst xmlns:p="http://schemas.openxmlformats.org/presentationml/2006/main">
  <p:tag name="AS_UNIQUEID" val="2461"/>
</p:tagLst>
</file>

<file path=ppt/tags/tag40.xml><?xml version="1.0" encoding="utf-8"?>
<p:tagLst xmlns:p="http://schemas.openxmlformats.org/presentationml/2006/main">
  <p:tag name="AS_UNIQUEID" val="2462"/>
</p:tagLst>
</file>

<file path=ppt/tags/tag41.xml><?xml version="1.0" encoding="utf-8"?>
<p:tagLst xmlns:p="http://schemas.openxmlformats.org/presentationml/2006/main">
  <p:tag name="AS_UNIQUEID" val="2463"/>
</p:tagLst>
</file>

<file path=ppt/tags/tag42.xml><?xml version="1.0" encoding="utf-8"?>
<p:tagLst xmlns:p="http://schemas.openxmlformats.org/presentationml/2006/main">
  <p:tag name="AS_UNIQUEID" val="2464"/>
</p:tagLst>
</file>

<file path=ppt/tags/tag43.xml><?xml version="1.0" encoding="utf-8"?>
<p:tagLst xmlns:p="http://schemas.openxmlformats.org/presentationml/2006/main">
  <p:tag name="AS_UNIQUEID" val="2465"/>
</p:tagLst>
</file>

<file path=ppt/tags/tag44.xml><?xml version="1.0" encoding="utf-8"?>
<p:tagLst xmlns:p="http://schemas.openxmlformats.org/presentationml/2006/main">
  <p:tag name="AS_UNIQUEID" val="2466"/>
  <p:tag name="KSO_WM_BEAUTIFY_FLAG" val=""/>
</p:tagLst>
</file>

<file path=ppt/tags/tag45.xml><?xml version="1.0" encoding="utf-8"?>
<p:tagLst xmlns:p="http://schemas.openxmlformats.org/presentationml/2006/main">
  <p:tag name="AS_UNIQUEID" val="2467"/>
  <p:tag name="KSO_WM_BEAUTIFY_FLAG" val=""/>
</p:tagLst>
</file>

<file path=ppt/tags/tag46.xml><?xml version="1.0" encoding="utf-8"?>
<p:tagLst xmlns:p="http://schemas.openxmlformats.org/presentationml/2006/main">
  <p:tag name="AS_UNIQUEID" val="2468"/>
  <p:tag name="KSO_WM_BEAUTIFY_FLAG" val=""/>
</p:tagLst>
</file>

<file path=ppt/tags/tag47.xml><?xml version="1.0" encoding="utf-8"?>
<p:tagLst xmlns:p="http://schemas.openxmlformats.org/presentationml/2006/main">
  <p:tag name="AS_UNIQUEID" val="2469"/>
  <p:tag name="KSO_WM_BEAUTIFY_FLAG" val=""/>
</p:tagLst>
</file>

<file path=ppt/tags/tag48.xml><?xml version="1.0" encoding="utf-8"?>
<p:tagLst xmlns:p="http://schemas.openxmlformats.org/presentationml/2006/main">
  <p:tag name="AS_UNIQUEID" val="2470"/>
</p:tagLst>
</file>

<file path=ppt/tags/tag49.xml><?xml version="1.0" encoding="utf-8"?>
<p:tagLst xmlns:p="http://schemas.openxmlformats.org/presentationml/2006/main">
  <p:tag name="AS_UNIQUEID" val="2471"/>
  <p:tag name="KSO_WM_BEAUTIFY_FLAG" val=""/>
</p:tagLst>
</file>

<file path=ppt/tags/tag50.xml><?xml version="1.0" encoding="utf-8"?>
<p:tagLst xmlns:p="http://schemas.openxmlformats.org/presentationml/2006/main">
  <p:tag name="AS_UNIQUEID" val="2472"/>
</p:tagLst>
</file>

<file path=ppt/tags/tag51.xml><?xml version="1.0" encoding="utf-8"?>
<p:tagLst xmlns:p="http://schemas.openxmlformats.org/presentationml/2006/main">
  <p:tag name="AS_UNIQUEID" val="2473"/>
</p:tagLst>
</file>

<file path=ppt/tags/tag52.xml><?xml version="1.0" encoding="utf-8"?>
<p:tagLst xmlns:p="http://schemas.openxmlformats.org/presentationml/2006/main">
  <p:tag name="AS_UNIQUEID" val="2474"/>
</p:tagLst>
</file>

<file path=ppt/tags/tag53.xml><?xml version="1.0" encoding="utf-8"?>
<p:tagLst xmlns:p="http://schemas.openxmlformats.org/presentationml/2006/main">
  <p:tag name="AS_UNIQUEID" val="2475"/>
  <p:tag name="KSO_WM_DIAGRAM_VIRTUALLY_FRAME" val="{&quot;height&quot;:430.1414173228346,&quot;left&quot;:385.5,&quot;top&quot;:62,&quot;width&quot;:523.65}"/>
</p:tagLst>
</file>

<file path=ppt/tags/tag54.xml><?xml version="1.0" encoding="utf-8"?>
<p:tagLst xmlns:p="http://schemas.openxmlformats.org/presentationml/2006/main">
  <p:tag name="AS_UNIQUEID" val="2476"/>
  <p:tag name="KSO_WM_DIAGRAM_VIRTUALLY_FRAME" val="{&quot;height&quot;:430.1414173228346,&quot;left&quot;:385.5,&quot;top&quot;:62,&quot;width&quot;:523.65}"/>
</p:tagLst>
</file>

<file path=ppt/tags/tag55.xml><?xml version="1.0" encoding="utf-8"?>
<p:tagLst xmlns:p="http://schemas.openxmlformats.org/presentationml/2006/main">
  <p:tag name="AS_UNIQUEID" val="2477"/>
  <p:tag name="KSO_WM_DIAGRAM_VIRTUALLY_FRAME" val="{&quot;height&quot;:430.1414173228346,&quot;left&quot;:385.5,&quot;top&quot;:62,&quot;width&quot;:523.65}"/>
</p:tagLst>
</file>

<file path=ppt/tags/tag56.xml><?xml version="1.0" encoding="utf-8"?>
<p:tagLst xmlns:p="http://schemas.openxmlformats.org/presentationml/2006/main">
  <p:tag name="AS_UNIQUEID" val="2478"/>
  <p:tag name="KSO_WM_DIAGRAM_VIRTUALLY_FRAME" val="{&quot;height&quot;:430.1414173228346,&quot;left&quot;:385.5,&quot;top&quot;:62,&quot;width&quot;:523.65}"/>
</p:tagLst>
</file>

<file path=ppt/tags/tag57.xml><?xml version="1.0" encoding="utf-8"?>
<p:tagLst xmlns:p="http://schemas.openxmlformats.org/presentationml/2006/main">
  <p:tag name="AS_UNIQUEID" val="2479"/>
  <p:tag name="KSO_WM_BEAUTIFY_FLAG" val=""/>
  <p:tag name="KSO_WM_DIAGRAM_VIRTUALLY_FRAME" val="{&quot;height&quot;:430.1414173228346,&quot;left&quot;:385.5,&quot;top&quot;:62,&quot;width&quot;:523.65}"/>
</p:tagLst>
</file>

<file path=ppt/tags/tag58.xml><?xml version="1.0" encoding="utf-8"?>
<p:tagLst xmlns:p="http://schemas.openxmlformats.org/presentationml/2006/main">
  <p:tag name="AS_UNIQUEID" val="2480"/>
  <p:tag name="KSO_WM_DIAGRAM_VIRTUALLY_FRAME" val="{&quot;height&quot;:430.1414173228346,&quot;left&quot;:385.5,&quot;top&quot;:62,&quot;width&quot;:523.65}"/>
</p:tagLst>
</file>

<file path=ppt/tags/tag59.xml><?xml version="1.0" encoding="utf-8"?>
<p:tagLst xmlns:p="http://schemas.openxmlformats.org/presentationml/2006/main">
  <p:tag name="AS_UNIQUEID" val="2481"/>
  <p:tag name="KSO_WM_DIAGRAM_VIRTUALLY_FRAME" val="{&quot;height&quot;:430.1414173228346,&quot;left&quot;:385.5,&quot;top&quot;:62,&quot;width&quot;:523.65}"/>
</p:tagLst>
</file>

<file path=ppt/tags/tag60.xml><?xml version="1.0" encoding="utf-8"?>
<p:tagLst xmlns:p="http://schemas.openxmlformats.org/presentationml/2006/main">
  <p:tag name="AS_UNIQUEID" val="2482"/>
  <p:tag name="KSO_WM_DIAGRAM_VIRTUALLY_FRAME" val="{&quot;height&quot;:430.1414173228346,&quot;left&quot;:385.5,&quot;top&quot;:62,&quot;width&quot;:523.65}"/>
</p:tagLst>
</file>

<file path=ppt/tags/tag61.xml><?xml version="1.0" encoding="utf-8"?>
<p:tagLst xmlns:p="http://schemas.openxmlformats.org/presentationml/2006/main">
  <p:tag name="AS_UNIQUEID" val="2483"/>
  <p:tag name="KSO_WM_DIAGRAM_VIRTUALLY_FRAME" val="{&quot;height&quot;:430.1414173228346,&quot;left&quot;:385.5,&quot;top&quot;:62,&quot;width&quot;:523.65}"/>
</p:tagLst>
</file>

<file path=ppt/tags/tag62.xml><?xml version="1.0" encoding="utf-8"?>
<p:tagLst xmlns:p="http://schemas.openxmlformats.org/presentationml/2006/main">
  <p:tag name="AS_UNIQUEID" val="2484"/>
  <p:tag name="KSO_WM_DIAGRAM_VIRTUALLY_FRAME" val="{&quot;height&quot;:430.1414173228346,&quot;left&quot;:385.5,&quot;top&quot;:62,&quot;width&quot;:523.65}"/>
</p:tagLst>
</file>

<file path=ppt/tags/tag63.xml><?xml version="1.0" encoding="utf-8"?>
<p:tagLst xmlns:p="http://schemas.openxmlformats.org/presentationml/2006/main">
  <p:tag name="AS_UNIQUEID" val="2485"/>
  <p:tag name="KSO_WM_BEAUTIFY_FLAG" val=""/>
  <p:tag name="KSO_WM_DIAGRAM_VIRTUALLY_FRAME" val="{&quot;height&quot;:430.1414173228346,&quot;left&quot;:385.5,&quot;top&quot;:62,&quot;width&quot;:523.65}"/>
</p:tagLst>
</file>

<file path=ppt/tags/tag64.xml><?xml version="1.0" encoding="utf-8"?>
<p:tagLst xmlns:p="http://schemas.openxmlformats.org/presentationml/2006/main">
  <p:tag name="AS_UNIQUEID" val="2486"/>
  <p:tag name="KSO_WM_DIAGRAM_VIRTUALLY_FRAME" val="{&quot;height&quot;:430.1414173228346,&quot;left&quot;:385.5,&quot;top&quot;:62,&quot;width&quot;:523.65}"/>
</p:tagLst>
</file>

<file path=ppt/tags/tag65.xml><?xml version="1.0" encoding="utf-8"?>
<p:tagLst xmlns:p="http://schemas.openxmlformats.org/presentationml/2006/main">
  <p:tag name="AS_UNIQUEID" val="2487"/>
</p:tagLst>
</file>

<file path=ppt/tags/tag66.xml><?xml version="1.0" encoding="utf-8"?>
<p:tagLst xmlns:p="http://schemas.openxmlformats.org/presentationml/2006/main">
  <p:tag name="AS_UNIQUEID" val="2488"/>
</p:tagLst>
</file>

<file path=ppt/tags/tag67.xml><?xml version="1.0" encoding="utf-8"?>
<p:tagLst xmlns:p="http://schemas.openxmlformats.org/presentationml/2006/main">
  <p:tag name="AS_UNIQUEID" val="2489"/>
</p:tagLst>
</file>

<file path=ppt/tags/tag68.xml><?xml version="1.0" encoding="utf-8"?>
<p:tagLst xmlns:p="http://schemas.openxmlformats.org/presentationml/2006/main">
  <p:tag name="AS_UNIQUEID" val="2490"/>
</p:tagLst>
</file>

<file path=ppt/tags/tag69.xml><?xml version="1.0" encoding="utf-8"?>
<p:tagLst xmlns:p="http://schemas.openxmlformats.org/presentationml/2006/main">
  <p:tag name="AS_UNIQUEID" val="2491"/>
</p:tagLst>
</file>

<file path=ppt/tags/tag70.xml><?xml version="1.0" encoding="utf-8"?>
<p:tagLst xmlns:p="http://schemas.openxmlformats.org/presentationml/2006/main">
  <p:tag name="AS_UNIQUEID" val="2492"/>
</p:tagLst>
</file>

<file path=ppt/tags/tag71.xml><?xml version="1.0" encoding="utf-8"?>
<p:tagLst xmlns:p="http://schemas.openxmlformats.org/presentationml/2006/main">
  <p:tag name="AS_UNIQUEID" val="2493"/>
</p:tagLst>
</file>

<file path=ppt/tags/tag72.xml><?xml version="1.0" encoding="utf-8"?>
<p:tagLst xmlns:p="http://schemas.openxmlformats.org/presentationml/2006/main">
  <p:tag name="AS_UNIQUEID" val="2494"/>
</p:tagLst>
</file>

<file path=ppt/tags/tag73.xml><?xml version="1.0" encoding="utf-8"?>
<p:tagLst xmlns:p="http://schemas.openxmlformats.org/presentationml/2006/main">
  <p:tag name="AS_UNIQUEID" val="2495"/>
</p:tagLst>
</file>

<file path=ppt/tags/tag74.xml><?xml version="1.0" encoding="utf-8"?>
<p:tagLst xmlns:p="http://schemas.openxmlformats.org/presentationml/2006/main">
  <p:tag name="AS_UNIQUEID" val="2496"/>
</p:tagLst>
</file>

<file path=ppt/tags/tag75.xml><?xml version="1.0" encoding="utf-8"?>
<p:tagLst xmlns:p="http://schemas.openxmlformats.org/presentationml/2006/main">
  <p:tag name="AS_UNIQUEID" val="2497"/>
  <p:tag name="KSO_WM_BEAUTIFY_FLAG" val=""/>
</p:tagLst>
</file>

<file path=ppt/tags/tag76.xml><?xml version="1.0" encoding="utf-8"?>
<p:tagLst xmlns:p="http://schemas.openxmlformats.org/presentationml/2006/main">
  <p:tag name="AS_UNIQUEID" val="2498"/>
  <p:tag name="KSO_WM_BEAUTIFY_FLAG" val=""/>
</p:tagLst>
</file>

<file path=ppt/tags/tag77.xml><?xml version="1.0" encoding="utf-8"?>
<p:tagLst xmlns:p="http://schemas.openxmlformats.org/presentationml/2006/main">
  <p:tag name="AS_UNIQUEID" val="2499"/>
  <p:tag name="KSO_WM_BEAUTIFY_FLAG" val=""/>
</p:tagLst>
</file>

<file path=ppt/tags/tag78.xml><?xml version="1.0" encoding="utf-8"?>
<p:tagLst xmlns:p="http://schemas.openxmlformats.org/presentationml/2006/main">
  <p:tag name="AS_UNIQUEID" val="2500"/>
  <p:tag name="KSO_WM_BEAUTIFY_FLAG" val=""/>
</p:tagLst>
</file>

<file path=ppt/tags/tag79.xml><?xml version="1.0" encoding="utf-8"?>
<p:tagLst xmlns:p="http://schemas.openxmlformats.org/presentationml/2006/main">
  <p:tag name="AS_UNIQUEID" val="2501"/>
  <p:tag name="KSO_WM_BEAUTIFY_FLAG" val=""/>
</p:tagLst>
</file>

<file path=ppt/tags/tag80.xml><?xml version="1.0" encoding="utf-8"?>
<p:tagLst xmlns:p="http://schemas.openxmlformats.org/presentationml/2006/main">
  <p:tag name="AS_UNIQUEID" val="2502"/>
</p:tagLst>
</file>

<file path=ppt/tags/tag81.xml><?xml version="1.0" encoding="utf-8"?>
<p:tagLst xmlns:p="http://schemas.openxmlformats.org/presentationml/2006/main">
  <p:tag name="AS_UNIQUEID" val="2503"/>
  <p:tag name="KSO_WM_BEAUTIFY_FLAG" val=""/>
</p:tagLst>
</file>

<file path=ppt/tags/tag82.xml><?xml version="1.0" encoding="utf-8"?>
<p:tagLst xmlns:p="http://schemas.openxmlformats.org/presentationml/2006/main">
  <p:tag name="AS_UNIQUEID" val="2504"/>
  <p:tag name="KSO_WM_BEAUTIFY_FLAG" val=""/>
</p:tagLst>
</file>

<file path=ppt/tags/tag83.xml><?xml version="1.0" encoding="utf-8"?>
<p:tagLst xmlns:p="http://schemas.openxmlformats.org/presentationml/2006/main">
  <p:tag name="AS_UNIQUEID" val="2505"/>
  <p:tag name="KSO_WM_BEAUTIFY_FLAG" val=""/>
</p:tagLst>
</file>

<file path=ppt/tags/tag84.xml><?xml version="1.0" encoding="utf-8"?>
<p:tagLst xmlns:p="http://schemas.openxmlformats.org/presentationml/2006/main">
  <p:tag name="AS_UNIQUEID" val="2506"/>
  <p:tag name="KSO_WM_BEAUTIFY_FLAG" val=""/>
</p:tagLst>
</file>

<file path=ppt/tags/tag85.xml><?xml version="1.0" encoding="utf-8"?>
<p:tagLst xmlns:p="http://schemas.openxmlformats.org/presentationml/2006/main">
  <p:tag name="AS_UNIQUEID" val="2507"/>
  <p:tag name="KSO_WM_BEAUTIFY_FLAG" val=""/>
</p:tagLst>
</file>

<file path=ppt/tags/tag86.xml><?xml version="1.0" encoding="utf-8"?>
<p:tagLst xmlns:p="http://schemas.openxmlformats.org/presentationml/2006/main">
  <p:tag name="AS_UNIQUEID" val="2508"/>
  <p:tag name="KSO_WM_BEAUTIFY_FLAG" val=""/>
</p:tagLst>
</file>

<file path=ppt/tags/tag87.xml><?xml version="1.0" encoding="utf-8"?>
<p:tagLst xmlns:p="http://schemas.openxmlformats.org/presentationml/2006/main">
  <p:tag name="AS_UNIQUEID" val="2509"/>
</p:tagLst>
</file>

<file path=ppt/tags/tag88.xml><?xml version="1.0" encoding="utf-8"?>
<p:tagLst xmlns:p="http://schemas.openxmlformats.org/presentationml/2006/main">
  <p:tag name="AS_UNIQUEID" val="2510"/>
</p:tagLst>
</file>

<file path=ppt/tags/tag89.xml><?xml version="1.0" encoding="utf-8"?>
<p:tagLst xmlns:p="http://schemas.openxmlformats.org/presentationml/2006/main">
  <p:tag name="AS_UNIQUEID" val="2511"/>
</p:tagLst>
</file>

<file path=ppt/tags/tag90.xml><?xml version="1.0" encoding="utf-8"?>
<p:tagLst xmlns:p="http://schemas.openxmlformats.org/presentationml/2006/main">
  <p:tag name="AS_UNIQUEID" val="2512"/>
</p:tagLst>
</file>

<file path=ppt/tags/tag91.xml><?xml version="1.0" encoding="utf-8"?>
<p:tagLst xmlns:p="http://schemas.openxmlformats.org/presentationml/2006/main">
  <p:tag name="AS_UNIQUEID" val="2513"/>
</p:tagLst>
</file>

<file path=ppt/tags/tag92.xml><?xml version="1.0" encoding="utf-8"?>
<p:tagLst xmlns:p="http://schemas.openxmlformats.org/presentationml/2006/main">
  <p:tag name="AS_UNIQUEID" val="2514"/>
</p:tagLst>
</file>

<file path=ppt/tags/tag93.xml><?xml version="1.0" encoding="utf-8"?>
<p:tagLst xmlns:p="http://schemas.openxmlformats.org/presentationml/2006/main">
  <p:tag name="AS_UNIQUEID" val="2515"/>
</p:tagLst>
</file>

<file path=ppt/tags/tag94.xml><?xml version="1.0" encoding="utf-8"?>
<p:tagLst xmlns:p="http://schemas.openxmlformats.org/presentationml/2006/main">
  <p:tag name="AS_UNIQUEID" val="2516"/>
</p:tagLst>
</file>

<file path=ppt/tags/tag95.xml><?xml version="1.0" encoding="utf-8"?>
<p:tagLst xmlns:p="http://schemas.openxmlformats.org/presentationml/2006/main">
  <p:tag name="AS_UNIQUEID" val="2517"/>
</p:tagLst>
</file>

<file path=ppt/tags/tag96.xml><?xml version="1.0" encoding="utf-8"?>
<p:tagLst xmlns:p="http://schemas.openxmlformats.org/presentationml/2006/main">
  <p:tag name="AS_UNIQUEID" val="2518"/>
</p:tagLst>
</file>

<file path=ppt/tags/tag97.xml><?xml version="1.0" encoding="utf-8"?>
<p:tagLst xmlns:p="http://schemas.openxmlformats.org/presentationml/2006/main">
  <p:tag name="AS_UNIQUEID" val="2519"/>
</p:tagLst>
</file>

<file path=ppt/tags/tag98.xml><?xml version="1.0" encoding="utf-8"?>
<p:tagLst xmlns:p="http://schemas.openxmlformats.org/presentationml/2006/main">
  <p:tag name="AS_UNIQUEID" val="2520"/>
</p:tagLst>
</file>

<file path=ppt/tags/tag99.xml><?xml version="1.0" encoding="utf-8"?>
<p:tagLst xmlns:p="http://schemas.openxmlformats.org/presentationml/2006/main">
  <p:tag name="AS_UNIQUEID" val="2521"/>
</p:tagLst>
</file>

<file path=ppt/tags/tag100.xml><?xml version="1.0" encoding="utf-8"?>
<p:tagLst xmlns:p="http://schemas.openxmlformats.org/presentationml/2006/main">
  <p:tag name="AS_UNIQUEID" val="2522"/>
</p:tagLst>
</file>

<file path=ppt/tags/tag101.xml><?xml version="1.0" encoding="utf-8"?>
<p:tagLst xmlns:p="http://schemas.openxmlformats.org/presentationml/2006/main">
  <p:tag name="AS_UNIQUEID" val="2523"/>
</p:tagLst>
</file>

<file path=ppt/tags/tag102.xml><?xml version="1.0" encoding="utf-8"?>
<p:tagLst xmlns:p="http://schemas.openxmlformats.org/presentationml/2006/main">
  <p:tag name="AS_UNIQUEID" val="2524"/>
</p:tagLst>
</file>

<file path=ppt/tags/tag103.xml><?xml version="1.0" encoding="utf-8"?>
<p:tagLst xmlns:p="http://schemas.openxmlformats.org/presentationml/2006/main">
  <p:tag name="AS_UNIQUEID" val="2525"/>
</p:tagLst>
</file>

<file path=ppt/tags/tag104.xml><?xml version="1.0" encoding="utf-8"?>
<p:tagLst xmlns:p="http://schemas.openxmlformats.org/presentationml/2006/main">
  <p:tag name="AS_UNIQUEID" val="2526"/>
</p:tagLst>
</file>

<file path=ppt/tags/tag105.xml><?xml version="1.0" encoding="utf-8"?>
<p:tagLst xmlns:p="http://schemas.openxmlformats.org/presentationml/2006/main">
  <p:tag name="AS_UNIQUEID" val="2527"/>
</p:tagLst>
</file>

<file path=ppt/tags/tag106.xml><?xml version="1.0" encoding="utf-8"?>
<p:tagLst xmlns:p="http://schemas.openxmlformats.org/presentationml/2006/main">
  <p:tag name="AS_UNIQUEID" val="2528"/>
</p:tagLst>
</file>

<file path=ppt/tags/tag107.xml><?xml version="1.0" encoding="utf-8"?>
<p:tagLst xmlns:p="http://schemas.openxmlformats.org/presentationml/2006/main">
  <p:tag name="AS_UNIQUEID" val="2529"/>
</p:tagLst>
</file>

<file path=ppt/tags/tag108.xml><?xml version="1.0" encoding="utf-8"?>
<p:tagLst xmlns:p="http://schemas.openxmlformats.org/presentationml/2006/main">
  <p:tag name="AS_UNIQUEID" val="2530"/>
</p:tagLst>
</file>

<file path=ppt/tags/tag109.xml><?xml version="1.0" encoding="utf-8"?>
<p:tagLst xmlns:p="http://schemas.openxmlformats.org/presentationml/2006/main">
  <p:tag name="AS_UNIQUEID" val="2531"/>
</p:tagLst>
</file>

<file path=ppt/tags/tag110.xml><?xml version="1.0" encoding="utf-8"?>
<p:tagLst xmlns:p="http://schemas.openxmlformats.org/presentationml/2006/main">
  <p:tag name="AS_UNIQUEID" val="2532"/>
</p:tagLst>
</file>

<file path=ppt/tags/tag111.xml><?xml version="1.0" encoding="utf-8"?>
<p:tagLst xmlns:p="http://schemas.openxmlformats.org/presentationml/2006/main">
  <p:tag name="AS_UNIQUEID" val="2533"/>
</p:tagLst>
</file>

<file path=ppt/tags/tag112.xml><?xml version="1.0" encoding="utf-8"?>
<p:tagLst xmlns:p="http://schemas.openxmlformats.org/presentationml/2006/main">
  <p:tag name="AS_UNIQUEID" val="2534"/>
</p:tagLst>
</file>

<file path=ppt/tags/tag113.xml><?xml version="1.0" encoding="utf-8"?>
<p:tagLst xmlns:p="http://schemas.openxmlformats.org/presentationml/2006/main">
  <p:tag name="AS_UNIQUEID" val="2535"/>
</p:tagLst>
</file>

<file path=ppt/tags/tag114.xml><?xml version="1.0" encoding="utf-8"?>
<p:tagLst xmlns:p="http://schemas.openxmlformats.org/presentationml/2006/main">
  <p:tag name="AS_UNIQUEID" val="2536"/>
</p:tagLst>
</file>

<file path=ppt/tags/tag115.xml><?xml version="1.0" encoding="utf-8"?>
<p:tagLst xmlns:p="http://schemas.openxmlformats.org/presentationml/2006/main">
  <p:tag name="AS_UNIQUEID" val="2537"/>
</p:tagLst>
</file>

<file path=ppt/tags/tag116.xml><?xml version="1.0" encoding="utf-8"?>
<p:tagLst xmlns:p="http://schemas.openxmlformats.org/presentationml/2006/main">
  <p:tag name="AS_UNIQUEID" val="2538"/>
</p:tagLst>
</file>

<file path=ppt/tags/tag117.xml><?xml version="1.0" encoding="utf-8"?>
<p:tagLst xmlns:p="http://schemas.openxmlformats.org/presentationml/2006/main">
  <p:tag name="AS_UNIQUEID" val="2539"/>
</p:tagLst>
</file>

<file path=ppt/tags/tag118.xml><?xml version="1.0" encoding="utf-8"?>
<p:tagLst xmlns:p="http://schemas.openxmlformats.org/presentationml/2006/main">
  <p:tag name="AS_UNIQUEID" val="2540"/>
</p:tagLst>
</file>

<file path=ppt/tags/tag119.xml><?xml version="1.0" encoding="utf-8"?>
<p:tagLst xmlns:p="http://schemas.openxmlformats.org/presentationml/2006/main">
  <p:tag name="AS_UNIQUEID" val="2541"/>
</p:tagLst>
</file>

<file path=ppt/tags/tag120.xml><?xml version="1.0" encoding="utf-8"?>
<p:tagLst xmlns:p="http://schemas.openxmlformats.org/presentationml/2006/main">
  <p:tag name="AS_UNIQUEID" val="2542"/>
</p:tagLst>
</file>

<file path=ppt/tags/tag121.xml><?xml version="1.0" encoding="utf-8"?>
<p:tagLst xmlns:p="http://schemas.openxmlformats.org/presentationml/2006/main">
  <p:tag name="AS_UNIQUEID" val="2543"/>
</p:tagLst>
</file>

<file path=ppt/tags/tag122.xml><?xml version="1.0" encoding="utf-8"?>
<p:tagLst xmlns:p="http://schemas.openxmlformats.org/presentationml/2006/main">
  <p:tag name="AS_UNIQUEID" val="2544"/>
  <p:tag name="KSO_WM_BEAUTIFY_FLAG" val=""/>
</p:tagLst>
</file>

<file path=ppt/tags/tag123.xml><?xml version="1.0" encoding="utf-8"?>
<p:tagLst xmlns:p="http://schemas.openxmlformats.org/presentationml/2006/main">
  <p:tag name="AS_UNIQUEID" val="2545"/>
  <p:tag name="KSO_WM_BEAUTIFY_FLAG" val=""/>
</p:tagLst>
</file>

<file path=ppt/tags/tag124.xml><?xml version="1.0" encoding="utf-8"?>
<p:tagLst xmlns:p="http://schemas.openxmlformats.org/presentationml/2006/main">
  <p:tag name="AS_UNIQUEID" val="2546"/>
</p:tagLst>
</file>

<file path=ppt/tags/tag125.xml><?xml version="1.0" encoding="utf-8"?>
<p:tagLst xmlns:p="http://schemas.openxmlformats.org/presentationml/2006/main">
  <p:tag name="AS_UNIQUEID" val="2547"/>
  <p:tag name="KSO_WM_BEAUTIFY_FLAG" val=""/>
</p:tagLst>
</file>

<file path=ppt/tags/tag126.xml><?xml version="1.0" encoding="utf-8"?>
<p:tagLst xmlns:p="http://schemas.openxmlformats.org/presentationml/2006/main">
  <p:tag name="AS_UNIQUEID" val="2548"/>
  <p:tag name="KSO_WM_BEAUTIFY_FLAG" val=""/>
</p:tagLst>
</file>

<file path=ppt/tags/tag127.xml><?xml version="1.0" encoding="utf-8"?>
<p:tagLst xmlns:p="http://schemas.openxmlformats.org/presentationml/2006/main">
  <p:tag name="AS_UNIQUEID" val="2549"/>
</p:tagLst>
</file>

<file path=ppt/tags/tag128.xml><?xml version="1.0" encoding="utf-8"?>
<p:tagLst xmlns:p="http://schemas.openxmlformats.org/presentationml/2006/main">
  <p:tag name="AS_UNIQUEID" val="2550"/>
</p:tagLst>
</file>

<file path=ppt/tags/tag129.xml><?xml version="1.0" encoding="utf-8"?>
<p:tagLst xmlns:p="http://schemas.openxmlformats.org/presentationml/2006/main">
  <p:tag name="AS_UNIQUEID" val="2551"/>
  <p:tag name="KSO_WM_BEAUTIFY_FLAG" val=""/>
</p:tagLst>
</file>

<file path=ppt/tags/tag130.xml><?xml version="1.0" encoding="utf-8"?>
<p:tagLst xmlns:p="http://schemas.openxmlformats.org/presentationml/2006/main">
  <p:tag name="AS_UNIQUEID" val="2552"/>
  <p:tag name="KSO_WM_BEAUTIFY_FLAG" val=""/>
</p:tagLst>
</file>

<file path=ppt/tags/tag131.xml><?xml version="1.0" encoding="utf-8"?>
<p:tagLst xmlns:p="http://schemas.openxmlformats.org/presentationml/2006/main">
  <p:tag name="AS_UNIQUEID" val="2553"/>
</p:tagLst>
</file>

<file path=ppt/tags/tag132.xml><?xml version="1.0" encoding="utf-8"?>
<p:tagLst xmlns:p="http://schemas.openxmlformats.org/presentationml/2006/main">
  <p:tag name="AS_UNIQUEID" val="2554"/>
</p:tagLst>
</file>

<file path=ppt/tags/tag133.xml><?xml version="1.0" encoding="utf-8"?>
<p:tagLst xmlns:p="http://schemas.openxmlformats.org/presentationml/2006/main">
  <p:tag name="AS_UNIQUEID" val="2555"/>
  <p:tag name="KSO_WM_BEAUTIFY_FLAG" val=""/>
</p:tagLst>
</file>

<file path=ppt/tags/tag134.xml><?xml version="1.0" encoding="utf-8"?>
<p:tagLst xmlns:p="http://schemas.openxmlformats.org/presentationml/2006/main">
  <p:tag name="AS_UNIQUEID" val="2556"/>
  <p:tag name="KSO_WM_BEAUTIFY_FLAG" val=""/>
</p:tagLst>
</file>

<file path=ppt/tags/tag135.xml><?xml version="1.0" encoding="utf-8"?>
<p:tagLst xmlns:p="http://schemas.openxmlformats.org/presentationml/2006/main">
  <p:tag name="AS_UNIQUEID" val="2557"/>
</p:tagLst>
</file>

<file path=ppt/tags/tag136.xml><?xml version="1.0" encoding="utf-8"?>
<p:tagLst xmlns:p="http://schemas.openxmlformats.org/presentationml/2006/main">
  <p:tag name="AS_UNIQUEID" val="2558"/>
  <p:tag name="KSO_WM_BEAUTIFY_FLAG" val=""/>
</p:tagLst>
</file>

<file path=ppt/tags/tag137.xml><?xml version="1.0" encoding="utf-8"?>
<p:tagLst xmlns:p="http://schemas.openxmlformats.org/presentationml/2006/main">
  <p:tag name="AS_UNIQUEID" val="2559"/>
  <p:tag name="KSO_WM_BEAUTIFY_FLAG" val=""/>
</p:tagLst>
</file>

<file path=ppt/tags/tag138.xml><?xml version="1.0" encoding="utf-8"?>
<p:tagLst xmlns:p="http://schemas.openxmlformats.org/presentationml/2006/main">
  <p:tag name="AS_UNIQUEID" val="2560"/>
  <p:tag name="KSO_WM_BEAUTIFY_FLAG" val=""/>
</p:tagLst>
</file>

<file path=ppt/tags/tag139.xml><?xml version="1.0" encoding="utf-8"?>
<p:tagLst xmlns:p="http://schemas.openxmlformats.org/presentationml/2006/main">
  <p:tag name="AS_UNIQUEID" val="2561"/>
</p:tagLst>
</file>

<file path=ppt/tags/tag140.xml><?xml version="1.0" encoding="utf-8"?>
<p:tagLst xmlns:p="http://schemas.openxmlformats.org/presentationml/2006/main">
  <p:tag name="AS_UNIQUEID" val="2562"/>
  <p:tag name="KSO_WM_BEAUTIFY_FLAG" val=""/>
</p:tagLst>
</file>

<file path=ppt/tags/tag141.xml><?xml version="1.0" encoding="utf-8"?>
<p:tagLst xmlns:p="http://schemas.openxmlformats.org/presentationml/2006/main">
  <p:tag name="AS_UNIQUEID" val="2563"/>
  <p:tag name="KSO_WM_BEAUTIFY_FLAG" val=""/>
</p:tagLst>
</file>

<file path=ppt/tags/tag142.xml><?xml version="1.0" encoding="utf-8"?>
<p:tagLst xmlns:p="http://schemas.openxmlformats.org/presentationml/2006/main">
  <p:tag name="AS_UNIQUEID" val="2564"/>
</p:tagLst>
</file>

<file path=ppt/tags/tag143.xml><?xml version="1.0" encoding="utf-8"?>
<p:tagLst xmlns:p="http://schemas.openxmlformats.org/presentationml/2006/main">
  <p:tag name="AS_UNIQUEID" val="2565"/>
  <p:tag name="KSO_WM_BEAUTIFY_FLAG" val="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44.xml><?xml version="1.0" encoding="utf-8"?>
<p:tagLst xmlns:p="http://schemas.openxmlformats.org/presentationml/2006/main">
  <p:tag name="AS_UNIQUEID" val="2566"/>
  <p:tag name="KSO_WM_BEAUTIFY_FLAG" val=""/>
</p:tagLst>
</file>

<file path=ppt/tags/tag145.xml><?xml version="1.0" encoding="utf-8"?>
<p:tagLst xmlns:p="http://schemas.openxmlformats.org/presentationml/2006/main">
  <p:tag name="AS_UNIQUEID" val="2567"/>
</p:tagLst>
</file>

<file path=ppt/tags/tag146.xml><?xml version="1.0" encoding="utf-8"?>
<p:tagLst xmlns:p="http://schemas.openxmlformats.org/presentationml/2006/main">
  <p:tag name="AS_UNIQUEID" val="2568"/>
  <p:tag name="KSO_WM_BEAUTIFY_FLAG" val=""/>
</p:tagLst>
</file>

<file path=ppt/tags/tag147.xml><?xml version="1.0" encoding="utf-8"?>
<p:tagLst xmlns:p="http://schemas.openxmlformats.org/presentationml/2006/main">
  <p:tag name="AS_UNIQUEID" val="2569"/>
  <p:tag name="KSO_WM_BEAUTIFY_FLAG" val=""/>
</p:tagLst>
</file>

<file path=ppt/tags/tag148.xml><?xml version="1.0" encoding="utf-8"?>
<p:tagLst xmlns:p="http://schemas.openxmlformats.org/presentationml/2006/main">
  <p:tag name="AS_UNIQUEID" val="2570"/>
</p:tagLst>
</file>

<file path=ppt/tags/tag149.xml><?xml version="1.0" encoding="utf-8"?>
<p:tagLst xmlns:p="http://schemas.openxmlformats.org/presentationml/2006/main">
  <p:tag name="AS_UNIQUEID" val="2571"/>
  <p:tag name="KSO_WM_BEAUTIFY_FLAG" val=""/>
</p:tagLst>
</file>

<file path=ppt/tags/tag150.xml><?xml version="1.0" encoding="utf-8"?>
<p:tagLst xmlns:p="http://schemas.openxmlformats.org/presentationml/2006/main">
  <p:tag name="AS_UNIQUEID" val="2572"/>
  <p:tag name="KSO_WM_BEAUTIFY_FLAG" val=""/>
</p:tagLst>
</file>

<file path=ppt/tags/tag151.xml><?xml version="1.0" encoding="utf-8"?>
<p:tagLst xmlns:p="http://schemas.openxmlformats.org/presentationml/2006/main">
  <p:tag name="AS_UNIQUEID" val="2573"/>
</p:tagLst>
</file>

<file path=ppt/tags/tag152.xml><?xml version="1.0" encoding="utf-8"?>
<p:tagLst xmlns:p="http://schemas.openxmlformats.org/presentationml/2006/main">
  <p:tag name="AS_UNIQUEID" val="2574"/>
  <p:tag name="KSO_WM_BEAUTIFY_FLAG" val=""/>
</p:tagLst>
</file>

<file path=ppt/tags/tag153.xml><?xml version="1.0" encoding="utf-8"?>
<p:tagLst xmlns:p="http://schemas.openxmlformats.org/presentationml/2006/main">
  <p:tag name="AS_UNIQUEID" val="2575"/>
  <p:tag name="KSO_WM_BEAUTIFY_FLAG" val=""/>
</p:tagLst>
</file>

<file path=ppt/tags/tag154.xml><?xml version="1.0" encoding="utf-8"?>
<p:tagLst xmlns:p="http://schemas.openxmlformats.org/presentationml/2006/main">
  <p:tag name="AS_UNIQUEID" val="2576"/>
</p:tagLst>
</file>

<file path=ppt/tags/tag155.xml><?xml version="1.0" encoding="utf-8"?>
<p:tagLst xmlns:p="http://schemas.openxmlformats.org/presentationml/2006/main">
  <p:tag name="AS_UNIQUEID" val="2577"/>
  <p:tag name="KSO_WM_BEAUTIFY_FLAG" val=""/>
</p:tagLst>
</file>

<file path=ppt/tags/tag156.xml><?xml version="1.0" encoding="utf-8"?>
<p:tagLst xmlns:p="http://schemas.openxmlformats.org/presentationml/2006/main">
  <p:tag name="AS_UNIQUEID" val="2578"/>
  <p:tag name="KSO_WM_BEAUTIFY_FLAG" val=""/>
</p:tagLst>
</file>

<file path=ppt/tags/tag157.xml><?xml version="1.0" encoding="utf-8"?>
<p:tagLst xmlns:p="http://schemas.openxmlformats.org/presentationml/2006/main">
  <p:tag name="AS_UNIQUEID" val="2579"/>
</p:tagLst>
</file>

<file path=ppt/tags/tag158.xml><?xml version="1.0" encoding="utf-8"?>
<p:tagLst xmlns:p="http://schemas.openxmlformats.org/presentationml/2006/main">
  <p:tag name="AS_UNIQUEID" val="2580"/>
  <p:tag name="KSO_WM_BEAUTIFY_FLAG" val=""/>
</p:tagLst>
</file>

<file path=ppt/tags/tag159.xml><?xml version="1.0" encoding="utf-8"?>
<p:tagLst xmlns:p="http://schemas.openxmlformats.org/presentationml/2006/main">
  <p:tag name="AS_UNIQUEID" val="2581"/>
  <p:tag name="KSO_WM_BEAUTIFY_FLAG" val=""/>
</p:tagLst>
</file>

<file path=ppt/tags/tag160.xml><?xml version="1.0" encoding="utf-8"?>
<p:tagLst xmlns:p="http://schemas.openxmlformats.org/presentationml/2006/main">
  <p:tag name="AS_UNIQUEID" val="2582"/>
</p:tagLst>
</file>

<file path=ppt/tags/tag161.xml><?xml version="1.0" encoding="utf-8"?>
<p:tagLst xmlns:p="http://schemas.openxmlformats.org/presentationml/2006/main">
  <p:tag name="AS_UNIQUEID" val="2583"/>
  <p:tag name="KSO_WM_BEAUTIFY_FLAG" val=""/>
</p:tagLst>
</file>

<file path=ppt/tags/tag162.xml><?xml version="1.0" encoding="utf-8"?>
<p:tagLst xmlns:p="http://schemas.openxmlformats.org/presentationml/2006/main">
  <p:tag name="AS_UNIQUEID" val="2584"/>
  <p:tag name="KSO_WM_BEAUTIFY_FLAG" val=""/>
</p:tagLst>
</file>

<file path=ppt/tags/tag163.xml><?xml version="1.0" encoding="utf-8"?>
<p:tagLst xmlns:p="http://schemas.openxmlformats.org/presentationml/2006/main">
  <p:tag name="AS_UNIQUEID" val="2585"/>
</p:tagLst>
</file>

<file path=ppt/tags/tag164.xml><?xml version="1.0" encoding="utf-8"?>
<p:tagLst xmlns:p="http://schemas.openxmlformats.org/presentationml/2006/main">
  <p:tag name="AS_UNIQUEID" val="2586"/>
  <p:tag name="KSO_WM_BEAUTIFY_FLAG" val=""/>
</p:tagLst>
</file>

<file path=ppt/tags/tag165.xml><?xml version="1.0" encoding="utf-8"?>
<p:tagLst xmlns:p="http://schemas.openxmlformats.org/presentationml/2006/main">
  <p:tag name="AS_UNIQUEID" val="2587"/>
  <p:tag name="KSO_WM_BEAUTIFY_FLAG" val=""/>
</p:tagLst>
</file>

<file path=ppt/tags/tag166.xml><?xml version="1.0" encoding="utf-8"?>
<p:tagLst xmlns:p="http://schemas.openxmlformats.org/presentationml/2006/main">
  <p:tag name="AS_UNIQUEID" val="2588"/>
  <p:tag name="KSO_WM_BEAUTIFY_FLAG" val=""/>
</p:tagLst>
</file>

<file path=ppt/tags/tag167.xml><?xml version="1.0" encoding="utf-8"?>
<p:tagLst xmlns:p="http://schemas.openxmlformats.org/presentationml/2006/main">
  <p:tag name="AS_UNIQUEID" val="2589"/>
</p:tagLst>
</file>

<file path=ppt/tags/tag168.xml><?xml version="1.0" encoding="utf-8"?>
<p:tagLst xmlns:p="http://schemas.openxmlformats.org/presentationml/2006/main">
  <p:tag name="AS_UNIQUEID" val="2590"/>
  <p:tag name="KSO_WM_BEAUTIFY_FLAG" val=""/>
</p:tagLst>
</file>

<file path=ppt/tags/tag169.xml><?xml version="1.0" encoding="utf-8"?>
<p:tagLst xmlns:p="http://schemas.openxmlformats.org/presentationml/2006/main">
  <p:tag name="AS_UNIQUEID" val="2591"/>
</p:tagLst>
</file>

<file path=ppt/tags/tag170.xml><?xml version="1.0" encoding="utf-8"?>
<p:tagLst xmlns:p="http://schemas.openxmlformats.org/presentationml/2006/main">
  <p:tag name="AS_UNIQUEID" val="2592"/>
  <p:tag name="KSO_WM_BEAUTIFY_FLAG" val=""/>
</p:tagLst>
</file>

<file path=ppt/tags/tag171.xml><?xml version="1.0" encoding="utf-8"?>
<p:tagLst xmlns:p="http://schemas.openxmlformats.org/presentationml/2006/main">
  <p:tag name="AS_UNIQUEID" val="2593"/>
</p:tagLst>
</file>

<file path=ppt/tags/tag172.xml><?xml version="1.0" encoding="utf-8"?>
<p:tagLst xmlns:p="http://schemas.openxmlformats.org/presentationml/2006/main">
  <p:tag name="AS_UNIQUEID" val="2594"/>
  <p:tag name="KSO_WM_BEAUTIFY_FLAG" val=""/>
</p:tagLst>
</file>

<file path=ppt/tags/tag173.xml><?xml version="1.0" encoding="utf-8"?>
<p:tagLst xmlns:p="http://schemas.openxmlformats.org/presentationml/2006/main">
  <p:tag name="AS_UNIQUEID" val="2595"/>
  <p:tag name="KSO_WM_BEAUTIFY_FLAG" val=""/>
</p:tagLst>
</file>

<file path=ppt/tags/tag174.xml><?xml version="1.0" encoding="utf-8"?>
<p:tagLst xmlns:p="http://schemas.openxmlformats.org/presentationml/2006/main">
  <p:tag name="AS_UNIQUEID" val="2596"/>
</p:tagLst>
</file>

<file path=ppt/tags/tag175.xml><?xml version="1.0" encoding="utf-8"?>
<p:tagLst xmlns:p="http://schemas.openxmlformats.org/presentationml/2006/main">
  <p:tag name="AS_UNIQUEID" val="2597"/>
  <p:tag name="KSO_WM_BEAUTIFY_FLAG" val=""/>
</p:tagLst>
</file>

<file path=ppt/tags/tag176.xml><?xml version="1.0" encoding="utf-8"?>
<p:tagLst xmlns:p="http://schemas.openxmlformats.org/presentationml/2006/main">
  <p:tag name="AS_UNIQUEID" val="2598"/>
  <p:tag name="KSO_WM_BEAUTIFY_FLAG" val=""/>
</p:tagLst>
</file>

<file path=ppt/tags/tag177.xml><?xml version="1.0" encoding="utf-8"?>
<p:tagLst xmlns:p="http://schemas.openxmlformats.org/presentationml/2006/main">
  <p:tag name="AS_UNIQUEID" val="2599"/>
</p:tagLst>
</file>

<file path=ppt/tags/tag178.xml><?xml version="1.0" encoding="utf-8"?>
<p:tagLst xmlns:p="http://schemas.openxmlformats.org/presentationml/2006/main">
  <p:tag name="AS_UNIQUEID" val="2600"/>
</p:tagLst>
</file>

<file path=ppt/tags/tag179.xml><?xml version="1.0" encoding="utf-8"?>
<p:tagLst xmlns:p="http://schemas.openxmlformats.org/presentationml/2006/main">
  <p:tag name="AS_UNIQUEID" val="2601"/>
</p:tagLst>
</file>

<file path=ppt/tags/tag180.xml><?xml version="1.0" encoding="utf-8"?>
<p:tagLst xmlns:p="http://schemas.openxmlformats.org/presentationml/2006/main">
  <p:tag name="AS_UNIQUEID" val="2602"/>
  <p:tag name="KSO_WM_BEAUTIFY_FLAG" val=""/>
</p:tagLst>
</file>

<file path=ppt/tags/tag181.xml><?xml version="1.0" encoding="utf-8"?>
<p:tagLst xmlns:p="http://schemas.openxmlformats.org/presentationml/2006/main">
  <p:tag name="AS_UNIQUEID" val="2603"/>
  <p:tag name="KSO_WM_BEAUTIFY_FLAG" val=""/>
</p:tagLst>
</file>

<file path=ppt/tags/tag182.xml><?xml version="1.0" encoding="utf-8"?>
<p:tagLst xmlns:p="http://schemas.openxmlformats.org/presentationml/2006/main">
  <p:tag name="AS_UNIQUEID" val="2604"/>
  <p:tag name="KSO_WM_BEAUTIFY_FLAG" val=""/>
</p:tagLst>
</file>

<file path=ppt/tags/tag183.xml><?xml version="1.0" encoding="utf-8"?>
<p:tagLst xmlns:p="http://schemas.openxmlformats.org/presentationml/2006/main">
  <p:tag name="AS_UNIQUEID" val="2605"/>
</p:tagLst>
</file>

<file path=ppt/tags/tag184.xml><?xml version="1.0" encoding="utf-8"?>
<p:tagLst xmlns:p="http://schemas.openxmlformats.org/presentationml/2006/main">
  <p:tag name="AS_UNIQUEID" val="2606"/>
  <p:tag name="KSO_WM_BEAUTIFY_FLAG" val=""/>
</p:tagLst>
</file>

<file path=ppt/tags/tag185.xml><?xml version="1.0" encoding="utf-8"?>
<p:tagLst xmlns:p="http://schemas.openxmlformats.org/presentationml/2006/main">
  <p:tag name="AS_UNIQUEID" val="2607"/>
  <p:tag name="KSO_WM_BEAUTIFY_FLAG" val=""/>
</p:tagLst>
</file>

<file path=ppt/tags/tag186.xml><?xml version="1.0" encoding="utf-8"?>
<p:tagLst xmlns:p="http://schemas.openxmlformats.org/presentationml/2006/main">
  <p:tag name="AS_UNIQUEID" val="2608"/>
</p:tagLst>
</file>

<file path=ppt/tags/tag187.xml><?xml version="1.0" encoding="utf-8"?>
<p:tagLst xmlns:p="http://schemas.openxmlformats.org/presentationml/2006/main">
  <p:tag name="AS_UNIQUEID" val="2609"/>
  <p:tag name="KSO_WM_BEAUTIFY_FLAG" val=""/>
</p:tagLst>
</file>

<file path=ppt/tags/tag188.xml><?xml version="1.0" encoding="utf-8"?>
<p:tagLst xmlns:p="http://schemas.openxmlformats.org/presentationml/2006/main">
  <p:tag name="AS_UNIQUEID" val="2610"/>
  <p:tag name="KSO_WM_BEAUTIFY_FLAG" val=""/>
</p:tagLst>
</file>

<file path=ppt/tags/tag189.xml><?xml version="1.0" encoding="utf-8"?>
<p:tagLst xmlns:p="http://schemas.openxmlformats.org/presentationml/2006/main">
  <p:tag name="AS_UNIQUEID" val="2611"/>
  <p:tag name="KSO_WM_BEAUTIFY_FLAG" val=""/>
</p:tagLst>
</file>

<file path=ppt/tags/tag190.xml><?xml version="1.0" encoding="utf-8"?>
<p:tagLst xmlns:p="http://schemas.openxmlformats.org/presentationml/2006/main">
  <p:tag name="AS_UNIQUEID" val="2612"/>
</p:tagLst>
</file>

<file path=ppt/tags/tag191.xml><?xml version="1.0" encoding="utf-8"?>
<p:tagLst xmlns:p="http://schemas.openxmlformats.org/presentationml/2006/main">
  <p:tag name="AS_UNIQUEID" val="2613"/>
  <p:tag name="KSO_WM_BEAUTIFY_FLAG" val=""/>
</p:tagLst>
</file>

<file path=ppt/tags/tag192.xml><?xml version="1.0" encoding="utf-8"?>
<p:tagLst xmlns:p="http://schemas.openxmlformats.org/presentationml/2006/main">
  <p:tag name="AS_UNIQUEID" val="2614"/>
</p:tagLst>
</file>

<file path=ppt/tags/tag193.xml><?xml version="1.0" encoding="utf-8"?>
<p:tagLst xmlns:p="http://schemas.openxmlformats.org/presentationml/2006/main">
  <p:tag name="AS_UNIQUEID" val="2615"/>
  <p:tag name="KSO_WM_BEAUTIFY_FLAG" val=""/>
</p:tagLst>
</file>

<file path=ppt/tags/tag194.xml><?xml version="1.0" encoding="utf-8"?>
<p:tagLst xmlns:p="http://schemas.openxmlformats.org/presentationml/2006/main">
  <p:tag name="AS_UNIQUEID" val="2616"/>
  <p:tag name="KSO_WM_BEAUTIFY_FLAG" val=""/>
</p:tagLst>
</file>

<file path=ppt/tags/tag195.xml><?xml version="1.0" encoding="utf-8"?>
<p:tagLst xmlns:p="http://schemas.openxmlformats.org/presentationml/2006/main">
  <p:tag name="AS_UNIQUEID" val="2617"/>
</p:tagLst>
</file>

<file path=ppt/tags/tag196.xml><?xml version="1.0" encoding="utf-8"?>
<p:tagLst xmlns:p="http://schemas.openxmlformats.org/presentationml/2006/main">
  <p:tag name="AS_UNIQUEID" val="2618"/>
  <p:tag name="KSO_WM_BEAUTIFY_FLAG" val=""/>
</p:tagLst>
</file>

<file path=ppt/tags/tag197.xml><?xml version="1.0" encoding="utf-8"?>
<p:tagLst xmlns:p="http://schemas.openxmlformats.org/presentationml/2006/main">
  <p:tag name="AS_UNIQUEID" val="2619"/>
  <p:tag name="KSO_WM_BEAUTIFY_FLAG" val=""/>
</p:tagLst>
</file>

<file path=ppt/tags/tag198.xml><?xml version="1.0" encoding="utf-8"?>
<p:tagLst xmlns:p="http://schemas.openxmlformats.org/presentationml/2006/main">
  <p:tag name="AS_UNIQUEID" val="2620"/>
</p:tagLst>
</file>

<file path=ppt/tags/tag199.xml><?xml version="1.0" encoding="utf-8"?>
<p:tagLst xmlns:p="http://schemas.openxmlformats.org/presentationml/2006/main">
  <p:tag name="AS_UNIQUEID" val="2621"/>
  <p:tag name="KSO_WM_BEAUTIFY_FLAG" val=""/>
</p:tagLst>
</file>

<file path=ppt/tags/tag200.xml><?xml version="1.0" encoding="utf-8"?>
<p:tagLst xmlns:p="http://schemas.openxmlformats.org/presentationml/2006/main">
  <p:tag name="AS_UNIQUEID" val="2622"/>
  <p:tag name="KSO_WM_BEAUTIFY_FLAG" val=""/>
</p:tagLst>
</file>

<file path=ppt/tags/tag201.xml><?xml version="1.0" encoding="utf-8"?>
<p:tagLst xmlns:p="http://schemas.openxmlformats.org/presentationml/2006/main">
  <p:tag name="AS_UNIQUEID" val="2623"/>
</p:tagLst>
</file>

<file path=ppt/tags/tag202.xml><?xml version="1.0" encoding="utf-8"?>
<p:tagLst xmlns:p="http://schemas.openxmlformats.org/presentationml/2006/main">
  <p:tag name="AS_UNIQUEID" val="2624"/>
</p:tagLst>
</file>

<file path=ppt/tags/tag203.xml><?xml version="1.0" encoding="utf-8"?>
<p:tagLst xmlns:p="http://schemas.openxmlformats.org/presentationml/2006/main">
  <p:tag name="AS_UNIQUEID" val="2625"/>
</p:tagLst>
</file>

<file path=ppt/tags/tag204.xml><?xml version="1.0" encoding="utf-8"?>
<p:tagLst xmlns:p="http://schemas.openxmlformats.org/presentationml/2006/main">
  <p:tag name="AS_UNIQUEID" val="2626"/>
</p:tagLst>
</file>

<file path=ppt/tags/tag205.xml><?xml version="1.0" encoding="utf-8"?>
<p:tagLst xmlns:p="http://schemas.openxmlformats.org/presentationml/2006/main">
  <p:tag name="AS_UNIQUEID" val="2627"/>
</p:tagLst>
</file>

<file path=ppt/tags/tag206.xml><?xml version="1.0" encoding="utf-8"?>
<p:tagLst xmlns:p="http://schemas.openxmlformats.org/presentationml/2006/main">
  <p:tag name="AS_UNIQUEID" val="2628"/>
</p:tagLst>
</file>

<file path=ppt/tags/tag207.xml><?xml version="1.0" encoding="utf-8"?>
<p:tagLst xmlns:p="http://schemas.openxmlformats.org/presentationml/2006/main">
  <p:tag name="AS_UNIQUEID" val="2629"/>
</p:tagLst>
</file>

<file path=ppt/tags/tag208.xml><?xml version="1.0" encoding="utf-8"?>
<p:tagLst xmlns:p="http://schemas.openxmlformats.org/presentationml/2006/main">
  <p:tag name="AS_UNIQUEID" val="2630"/>
</p:tagLst>
</file>

<file path=ppt/tags/tag209.xml><?xml version="1.0" encoding="utf-8"?>
<p:tagLst xmlns:p="http://schemas.openxmlformats.org/presentationml/2006/main">
  <p:tag name="AS_UNIQUEID" val="2631"/>
  <p:tag name="KSO_WM_BEAUTIFY_FLAG" val=""/>
</p:tagLst>
</file>

<file path=ppt/tags/tag210.xml><?xml version="1.0" encoding="utf-8"?>
<p:tagLst xmlns:p="http://schemas.openxmlformats.org/presentationml/2006/main">
  <p:tag name="AS_UNIQUEID" val="2632"/>
  <p:tag name="KSO_WM_BEAUTIFY_FLAG" val=""/>
</p:tagLst>
</file>

<file path=ppt/tags/tag211.xml><?xml version="1.0" encoding="utf-8"?>
<p:tagLst xmlns:p="http://schemas.openxmlformats.org/presentationml/2006/main">
  <p:tag name="AS_UNIQUEID" val="2633"/>
  <p:tag name="KSO_WM_BEAUTIFY_FLAG" val=""/>
</p:tagLst>
</file>

<file path=ppt/tags/tag212.xml><?xml version="1.0" encoding="utf-8"?>
<p:tagLst xmlns:p="http://schemas.openxmlformats.org/presentationml/2006/main">
  <p:tag name="AS_UNIQUEID" val="2634"/>
</p:tagLst>
</file>

<file path=ppt/tags/tag213.xml><?xml version="1.0" encoding="utf-8"?>
<p:tagLst xmlns:p="http://schemas.openxmlformats.org/presentationml/2006/main">
  <p:tag name="AS_UNIQUEID" val="2635"/>
</p:tagLst>
</file>

<file path=ppt/tags/tag214.xml><?xml version="1.0" encoding="utf-8"?>
<p:tagLst xmlns:p="http://schemas.openxmlformats.org/presentationml/2006/main">
  <p:tag name="AS_UNIQUEID" val="2636"/>
</p:tagLst>
</file>

<file path=ppt/tags/tag215.xml><?xml version="1.0" encoding="utf-8"?>
<p:tagLst xmlns:p="http://schemas.openxmlformats.org/presentationml/2006/main">
  <p:tag name="AS_UNIQUEID" val="2637"/>
</p:tagLst>
</file>

<file path=ppt/tags/tag216.xml><?xml version="1.0" encoding="utf-8"?>
<p:tagLst xmlns:p="http://schemas.openxmlformats.org/presentationml/2006/main">
  <p:tag name="AS_UNIQUEID" val="2638"/>
</p:tagLst>
</file>

<file path=ppt/tags/tag217.xml><?xml version="1.0" encoding="utf-8"?>
<p:tagLst xmlns:p="http://schemas.openxmlformats.org/presentationml/2006/main">
  <p:tag name="AS_UNIQUEID" val="2639"/>
</p:tagLst>
</file>

<file path=ppt/tags/tag218.xml><?xml version="1.0" encoding="utf-8"?>
<p:tagLst xmlns:p="http://schemas.openxmlformats.org/presentationml/2006/main">
  <p:tag name="AS_UNIQUEID" val="2640"/>
</p:tagLst>
</file>

<file path=ppt/tags/tag219.xml><?xml version="1.0" encoding="utf-8"?>
<p:tagLst xmlns:p="http://schemas.openxmlformats.org/presentationml/2006/main">
  <p:tag name="AS_UNIQUEID" val="2641"/>
</p:tagLst>
</file>

<file path=ppt/tags/tag220.xml><?xml version="1.0" encoding="utf-8"?>
<p:tagLst xmlns:p="http://schemas.openxmlformats.org/presentationml/2006/main">
  <p:tag name="AS_UNIQUEID" val="2642"/>
</p:tagLst>
</file>

<file path=ppt/tags/tag221.xml><?xml version="1.0" encoding="utf-8"?>
<p:tagLst xmlns:p="http://schemas.openxmlformats.org/presentationml/2006/main">
  <p:tag name="AS_UNIQUEID" val="2643"/>
</p:tagLst>
</file>

<file path=ppt/tags/tag222.xml><?xml version="1.0" encoding="utf-8"?>
<p:tagLst xmlns:p="http://schemas.openxmlformats.org/presentationml/2006/main">
  <p:tag name="AS_UNIQUEID" val="2644"/>
</p:tagLst>
</file>

<file path=ppt/tags/tag223.xml><?xml version="1.0" encoding="utf-8"?>
<p:tagLst xmlns:p="http://schemas.openxmlformats.org/presentationml/2006/main">
  <p:tag name="AS_UNIQUEID" val="2645"/>
</p:tagLst>
</file>

<file path=ppt/tags/tag224.xml><?xml version="1.0" encoding="utf-8"?>
<p:tagLst xmlns:p="http://schemas.openxmlformats.org/presentationml/2006/main">
  <p:tag name="AS_UNIQUEID" val="2646"/>
</p:tagLst>
</file>

<file path=ppt/tags/tag225.xml><?xml version="1.0" encoding="utf-8"?>
<p:tagLst xmlns:p="http://schemas.openxmlformats.org/presentationml/2006/main">
  <p:tag name="AS_UNIQUEID" val="2647"/>
</p:tagLst>
</file>

<file path=ppt/tags/tag226.xml><?xml version="1.0" encoding="utf-8"?>
<p:tagLst xmlns:p="http://schemas.openxmlformats.org/presentationml/2006/main">
  <p:tag name="AS_UNIQUEID" val="2648"/>
</p:tagLst>
</file>

<file path=ppt/tags/tag227.xml><?xml version="1.0" encoding="utf-8"?>
<p:tagLst xmlns:p="http://schemas.openxmlformats.org/presentationml/2006/main">
  <p:tag name="AS_UNIQUEID" val="2649"/>
</p:tagLst>
</file>

<file path=ppt/tags/tag228.xml><?xml version="1.0" encoding="utf-8"?>
<p:tagLst xmlns:p="http://schemas.openxmlformats.org/presentationml/2006/main">
  <p:tag name="AS_UNIQUEID" val="2650"/>
</p:tagLst>
</file>

<file path=ppt/tags/tag229.xml><?xml version="1.0" encoding="utf-8"?>
<p:tagLst xmlns:p="http://schemas.openxmlformats.org/presentationml/2006/main">
  <p:tag name="AS_UNIQUEID" val="2651"/>
</p:tagLst>
</file>

<file path=ppt/tags/tag230.xml><?xml version="1.0" encoding="utf-8"?>
<p:tagLst xmlns:p="http://schemas.openxmlformats.org/presentationml/2006/main">
  <p:tag name="AS_UNIQUEID" val="2652"/>
</p:tagLst>
</file>

<file path=ppt/tags/tag231.xml><?xml version="1.0" encoding="utf-8"?>
<p:tagLst xmlns:p="http://schemas.openxmlformats.org/presentationml/2006/main">
  <p:tag name="AS_UNIQUEID" val="2653"/>
</p:tagLst>
</file>

<file path=ppt/tags/tag232.xml><?xml version="1.0" encoding="utf-8"?>
<p:tagLst xmlns:p="http://schemas.openxmlformats.org/presentationml/2006/main">
  <p:tag name="AS_UNIQUEID" val="2654"/>
</p:tagLst>
</file>

<file path=ppt/tags/tag233.xml><?xml version="1.0" encoding="utf-8"?>
<p:tagLst xmlns:p="http://schemas.openxmlformats.org/presentationml/2006/main">
  <p:tag name="AS_UNIQUEID" val="2655"/>
</p:tagLst>
</file>

<file path=ppt/tags/tag234.xml><?xml version="1.0" encoding="utf-8"?>
<p:tagLst xmlns:p="http://schemas.openxmlformats.org/presentationml/2006/main">
  <p:tag name="AS_UNIQUEID" val="2656"/>
</p:tagLst>
</file>

<file path=ppt/tags/tag235.xml><?xml version="1.0" encoding="utf-8"?>
<p:tagLst xmlns:p="http://schemas.openxmlformats.org/presentationml/2006/main">
  <p:tag name="AS_UNIQUEID" val="2657"/>
</p:tagLst>
</file>

<file path=ppt/tags/tag236.xml><?xml version="1.0" encoding="utf-8"?>
<p:tagLst xmlns:p="http://schemas.openxmlformats.org/presentationml/2006/main">
  <p:tag name="AS_UNIQUEID" val="2658"/>
</p:tagLst>
</file>

<file path=ppt/tags/tag237.xml><?xml version="1.0" encoding="utf-8"?>
<p:tagLst xmlns:p="http://schemas.openxmlformats.org/presentationml/2006/main">
  <p:tag name="AS_UNIQUEID" val="2659"/>
</p:tagLst>
</file>

<file path=ppt/tags/tag238.xml><?xml version="1.0" encoding="utf-8"?>
<p:tagLst xmlns:p="http://schemas.openxmlformats.org/presentationml/2006/main">
  <p:tag name="AS_UNIQUEID" val="2660"/>
</p:tagLst>
</file>

<file path=ppt/tags/tag239.xml><?xml version="1.0" encoding="utf-8"?>
<p:tagLst xmlns:p="http://schemas.openxmlformats.org/presentationml/2006/main">
  <p:tag name="AS_UNIQUEID" val="2661"/>
</p:tagLst>
</file>

<file path=ppt/tags/tag240.xml><?xml version="1.0" encoding="utf-8"?>
<p:tagLst xmlns:p="http://schemas.openxmlformats.org/presentationml/2006/main">
  <p:tag name="AS_UNIQUEID" val="2662"/>
</p:tagLst>
</file>

<file path=ppt/tags/tag241.xml><?xml version="1.0" encoding="utf-8"?>
<p:tagLst xmlns:p="http://schemas.openxmlformats.org/presentationml/2006/main">
  <p:tag name="AS_UNIQUEID" val="2663"/>
</p:tagLst>
</file>

<file path=ppt/tags/tag242.xml><?xml version="1.0" encoding="utf-8"?>
<p:tagLst xmlns:p="http://schemas.openxmlformats.org/presentationml/2006/main">
  <p:tag name="AS_UNIQUEID" val="2664"/>
</p:tagLst>
</file>

<file path=ppt/tags/tag243.xml><?xml version="1.0" encoding="utf-8"?>
<p:tagLst xmlns:p="http://schemas.openxmlformats.org/presentationml/2006/main">
  <p:tag name="AS_UNIQUEID" val="2665"/>
</p:tagLst>
</file>

<file path=ppt/tags/tag244.xml><?xml version="1.0" encoding="utf-8"?>
<p:tagLst xmlns:p="http://schemas.openxmlformats.org/presentationml/2006/main">
  <p:tag name="AS_UNIQUEID" val="2666"/>
</p:tagLst>
</file>

<file path=ppt/tags/tag245.xml><?xml version="1.0" encoding="utf-8"?>
<p:tagLst xmlns:p="http://schemas.openxmlformats.org/presentationml/2006/main">
  <p:tag name="AS_UNIQUEID" val="2667"/>
  <p:tag name="KSO_WM_BEAUTIFY_FLAG" val=""/>
</p:tagLst>
</file>

<file path=ppt/tags/tag246.xml><?xml version="1.0" encoding="utf-8"?>
<p:tagLst xmlns:p="http://schemas.openxmlformats.org/presentationml/2006/main">
  <p:tag name="AS_UNIQUEID" val="2668"/>
</p:tagLst>
</file>

<file path=ppt/tags/tag247.xml><?xml version="1.0" encoding="utf-8"?>
<p:tagLst xmlns:p="http://schemas.openxmlformats.org/presentationml/2006/main">
  <p:tag name="AS_UNIQUEID" val="2669"/>
</p:tagLst>
</file>

<file path=ppt/tags/tag248.xml><?xml version="1.0" encoding="utf-8"?>
<p:tagLst xmlns:p="http://schemas.openxmlformats.org/presentationml/2006/main">
  <p:tag name="AS_UNIQUEID" val="2670"/>
</p:tagLst>
</file>

<file path=ppt/tags/tag249.xml><?xml version="1.0" encoding="utf-8"?>
<p:tagLst xmlns:p="http://schemas.openxmlformats.org/presentationml/2006/main">
  <p:tag name="AS_UNIQUEID" val="2671"/>
</p:tagLst>
</file>

<file path=ppt/tags/tag250.xml><?xml version="1.0" encoding="utf-8"?>
<p:tagLst xmlns:p="http://schemas.openxmlformats.org/presentationml/2006/main">
  <p:tag name="AS_UNIQUEID" val="2672"/>
  <p:tag name="KSO_WM_BEAUTIFY_FLAG" val=""/>
</p:tagLst>
</file>

<file path=ppt/tags/tag251.xml><?xml version="1.0" encoding="utf-8"?>
<p:tagLst xmlns:p="http://schemas.openxmlformats.org/presentationml/2006/main">
  <p:tag name="AS_UNIQUEID" val="2673"/>
  <p:tag name="KSO_WM_BEAUTIFY_FLAG" val=""/>
</p:tagLst>
</file>

<file path=ppt/tags/tag252.xml><?xml version="1.0" encoding="utf-8"?>
<p:tagLst xmlns:p="http://schemas.openxmlformats.org/presentationml/2006/main">
  <p:tag name="AS_UNIQUEID" val="2674"/>
</p:tagLst>
</file>

<file path=ppt/tags/tag253.xml><?xml version="1.0" encoding="utf-8"?>
<p:tagLst xmlns:p="http://schemas.openxmlformats.org/presentationml/2006/main">
  <p:tag name="AS_UNIQUEID" val="2675"/>
  <p:tag name="KSO_WM_BEAUTIFY_FLAG" val=""/>
</p:tagLst>
</file>

<file path=ppt/tags/tag254.xml><?xml version="1.0" encoding="utf-8"?>
<p:tagLst xmlns:p="http://schemas.openxmlformats.org/presentationml/2006/main">
  <p:tag name="AS_UNIQUEID" val="2676"/>
  <p:tag name="KSO_WM_BEAUTIFY_FLAG" val=""/>
</p:tagLst>
</file>

<file path=ppt/tags/tag255.xml><?xml version="1.0" encoding="utf-8"?>
<p:tagLst xmlns:p="http://schemas.openxmlformats.org/presentationml/2006/main">
  <p:tag name="AS_UNIQUEID" val="2677"/>
  <p:tag name="KSO_WM_BEAUTIFY_FLAG" val=""/>
</p:tagLst>
</file>

<file path=ppt/tags/tag256.xml><?xml version="1.0" encoding="utf-8"?>
<p:tagLst xmlns:p="http://schemas.openxmlformats.org/presentationml/2006/main">
  <p:tag name="AS_UNIQUEID" val="1231"/>
</p:tagLst>
</file>

<file path=ppt/tags/tag257.xml><?xml version="1.0" encoding="utf-8"?>
<p:tagLst xmlns:p="http://schemas.openxmlformats.org/presentationml/2006/main">
  <p:tag name="AS_UNIQUEID" val="2678"/>
</p:tagLst>
</file>

<file path=ppt/tags/tag258.xml><?xml version="1.0" encoding="utf-8"?>
<p:tagLst xmlns:p="http://schemas.openxmlformats.org/presentationml/2006/main">
  <p:tag name="AS_UNIQUEID" val="2679"/>
  <p:tag name="KSO_WM_BEAUTIFY_FLAG" val=""/>
</p:tagLst>
</file>

<file path=ppt/tags/tag259.xml><?xml version="1.0" encoding="utf-8"?>
<p:tagLst xmlns:p="http://schemas.openxmlformats.org/presentationml/2006/main">
  <p:tag name="AS_UNIQUEID" val="2680"/>
</p:tagLst>
</file>

<file path=ppt/tags/tag260.xml><?xml version="1.0" encoding="utf-8"?>
<p:tagLst xmlns:p="http://schemas.openxmlformats.org/presentationml/2006/main">
  <p:tag name="AS_UNIQUEID" val="997"/>
  <p:tag name="KSO_WM_BEAUTIFY_FLAG" val=""/>
</p:tagLst>
</file>

<file path=ppt/tags/tag261.xml><?xml version="1.0" encoding="utf-8"?>
<p:tagLst xmlns:p="http://schemas.openxmlformats.org/presentationml/2006/main">
  <p:tag name="AS_UNIQUEID" val="2681"/>
</p:tagLst>
</file>

<file path=ppt/tags/tag262.xml><?xml version="1.0" encoding="utf-8"?>
<p:tagLst xmlns:p="http://schemas.openxmlformats.org/presentationml/2006/main">
  <p:tag name="AS_UNIQUEID" val="2682"/>
  <p:tag name="KSO_WM_BEAUTIFY_FLAG" val=""/>
</p:tagLst>
</file>

<file path=ppt/tags/tag263.xml><?xml version="1.0" encoding="utf-8"?>
<p:tagLst xmlns:p="http://schemas.openxmlformats.org/presentationml/2006/main">
  <p:tag name="AS_UNIQUEID" val="997"/>
  <p:tag name="KSO_WM_BEAUTIFY_FLAG" val=""/>
</p:tagLst>
</file>

<file path=ppt/tags/tag264.xml><?xml version="1.0" encoding="utf-8"?>
<p:tagLst xmlns:p="http://schemas.openxmlformats.org/presentationml/2006/main">
  <p:tag name="AS_UNIQUEID" val="2683"/>
</p:tagLst>
</file>

<file path=ppt/tags/tag265.xml><?xml version="1.0" encoding="utf-8"?>
<p:tagLst xmlns:p="http://schemas.openxmlformats.org/presentationml/2006/main">
  <p:tag name="AS_UNIQUEID" val="2684"/>
</p:tagLst>
</file>

<file path=ppt/tags/tag266.xml><?xml version="1.0" encoding="utf-8"?>
<p:tagLst xmlns:p="http://schemas.openxmlformats.org/presentationml/2006/main">
  <p:tag name="AS_UNIQUEID" val="2685"/>
</p:tagLst>
</file>

<file path=ppt/tags/tag267.xml><?xml version="1.0" encoding="utf-8"?>
<p:tagLst xmlns:p="http://schemas.openxmlformats.org/presentationml/2006/main">
  <p:tag name="AS_UNIQUEID" val="2686"/>
</p:tagLst>
</file>

<file path=ppt/tags/tag268.xml><?xml version="1.0" encoding="utf-8"?>
<p:tagLst xmlns:p="http://schemas.openxmlformats.org/presentationml/2006/main">
  <p:tag name="AS_UNIQUEID" val="2687"/>
</p:tagLst>
</file>

<file path=ppt/tags/tag269.xml><?xml version="1.0" encoding="utf-8"?>
<p:tagLst xmlns:p="http://schemas.openxmlformats.org/presentationml/2006/main">
  <p:tag name="AS_UNIQUEID" val="2688"/>
  <p:tag name="KSO_WM_BEAUTIFY_FLAG" val=""/>
</p:tagLst>
</file>

<file path=ppt/tags/tag270.xml><?xml version="1.0" encoding="utf-8"?>
<p:tagLst xmlns:p="http://schemas.openxmlformats.org/presentationml/2006/main">
  <p:tag name="AS_UNIQUEID" val="2689"/>
  <p:tag name="KSO_WM_BEAUTIFY_FLAG" val=""/>
</p:tagLst>
</file>

<file path=ppt/tags/tag271.xml><?xml version="1.0" encoding="utf-8"?>
<p:tagLst xmlns:p="http://schemas.openxmlformats.org/presentationml/2006/main">
  <p:tag name="AS_UNIQUEID" val="2690"/>
</p:tagLst>
</file>

<file path=ppt/tags/tag272.xml><?xml version="1.0" encoding="utf-8"?>
<p:tagLst xmlns:p="http://schemas.openxmlformats.org/presentationml/2006/main">
  <p:tag name="AS_UNIQUEID" val="2691"/>
  <p:tag name="KSO_WM_BEAUTIFY_FLAG" val=""/>
</p:tagLst>
</file>

<file path=ppt/tags/tag273.xml><?xml version="1.0" encoding="utf-8"?>
<p:tagLst xmlns:p="http://schemas.openxmlformats.org/presentationml/2006/main">
  <p:tag name="AS_UNIQUEID" val="2692"/>
  <p:tag name="KSO_WM_BEAUTIFY_FLAG" val=""/>
</p:tagLst>
</file>

<file path=ppt/tags/tag274.xml><?xml version="1.0" encoding="utf-8"?>
<p:tagLst xmlns:p="http://schemas.openxmlformats.org/presentationml/2006/main">
  <p:tag name="AS_UNIQUEID" val="2693"/>
</p:tagLst>
</file>

<file path=ppt/tags/tag275.xml><?xml version="1.0" encoding="utf-8"?>
<p:tagLst xmlns:p="http://schemas.openxmlformats.org/presentationml/2006/main">
  <p:tag name="AS_UNIQUEID" val="2694"/>
</p:tagLst>
</file>

<file path=ppt/tags/tag276.xml><?xml version="1.0" encoding="utf-8"?>
<p:tagLst xmlns:p="http://schemas.openxmlformats.org/presentationml/2006/main">
  <p:tag name="AS_UNIQUEID" val="2695"/>
</p:tagLst>
</file>

<file path=ppt/tags/tag277.xml><?xml version="1.0" encoding="utf-8"?>
<p:tagLst xmlns:p="http://schemas.openxmlformats.org/presentationml/2006/main">
  <p:tag name="AS_UNIQUEID" val="2696"/>
  <p:tag name="KSO_WM_BEAUTIFY_FLAG" val=""/>
</p:tagLst>
</file>

<file path=ppt/tags/tag278.xml><?xml version="1.0" encoding="utf-8"?>
<p:tagLst xmlns:p="http://schemas.openxmlformats.org/presentationml/2006/main">
  <p:tag name="AS_UNIQUEID" val="2697"/>
  <p:tag name="KSO_WM_BEAUTIFY_FLAG" val=""/>
</p:tagLst>
</file>

<file path=ppt/tags/tag279.xml><?xml version="1.0" encoding="utf-8"?>
<p:tagLst xmlns:p="http://schemas.openxmlformats.org/presentationml/2006/main">
  <p:tag name="AS_UNIQUEID" val="2698"/>
</p:tagLst>
</file>

<file path=ppt/tags/tag280.xml><?xml version="1.0" encoding="utf-8"?>
<p:tagLst xmlns:p="http://schemas.openxmlformats.org/presentationml/2006/main">
  <p:tag name="AS_UNIQUEID" val="2699"/>
  <p:tag name="KSO_WM_BEAUTIFY_FLAG" val=""/>
</p:tagLst>
</file>

<file path=ppt/tags/tag281.xml><?xml version="1.0" encoding="utf-8"?>
<p:tagLst xmlns:p="http://schemas.openxmlformats.org/presentationml/2006/main">
  <p:tag name="AS_UNIQUEID" val="2700"/>
  <p:tag name="KSO_WM_BEAUTIFY_FLAG" val=""/>
</p:tagLst>
</file>

<file path=ppt/tags/tag282.xml><?xml version="1.0" encoding="utf-8"?>
<p:tagLst xmlns:p="http://schemas.openxmlformats.org/presentationml/2006/main">
  <p:tag name="AS_UNIQUEID" val="2701"/>
</p:tagLst>
</file>

<file path=ppt/tags/tag283.xml><?xml version="1.0" encoding="utf-8"?>
<p:tagLst xmlns:p="http://schemas.openxmlformats.org/presentationml/2006/main">
  <p:tag name="AS_UNIQUEID" val="2702"/>
</p:tagLst>
</file>

<file path=ppt/tags/tag284.xml><?xml version="1.0" encoding="utf-8"?>
<p:tagLst xmlns:p="http://schemas.openxmlformats.org/presentationml/2006/main">
  <p:tag name="AS_UNIQUEID" val="2703"/>
</p:tagLst>
</file>

<file path=ppt/tags/tag285.xml><?xml version="1.0" encoding="utf-8"?>
<p:tagLst xmlns:p="http://schemas.openxmlformats.org/presentationml/2006/main">
  <p:tag name="AS_UNIQUEID" val="2704"/>
</p:tagLst>
</file>

<file path=ppt/tags/tag286.xml><?xml version="1.0" encoding="utf-8"?>
<p:tagLst xmlns:p="http://schemas.openxmlformats.org/presentationml/2006/main">
  <p:tag name="AS_UNIQUEID" val="2705"/>
</p:tagLst>
</file>

<file path=ppt/tags/tag287.xml><?xml version="1.0" encoding="utf-8"?>
<p:tagLst xmlns:p="http://schemas.openxmlformats.org/presentationml/2006/main">
  <p:tag name="AS_UNIQUEID" val="2706"/>
  <p:tag name="KSO_WM_BEAUTIFY_FLAG" val=""/>
</p:tagLst>
</file>

<file path=ppt/tags/tag288.xml><?xml version="1.0" encoding="utf-8"?>
<p:tagLst xmlns:p="http://schemas.openxmlformats.org/presentationml/2006/main">
  <p:tag name="AS_UNIQUEID" val="2707"/>
  <p:tag name="KSO_WM_BEAUTIFY_FLAG" val=""/>
</p:tagLst>
</file>

<file path=ppt/tags/tag289.xml><?xml version="1.0" encoding="utf-8"?>
<p:tagLst xmlns:p="http://schemas.openxmlformats.org/presentationml/2006/main">
  <p:tag name="AS_UNIQUEID" val="2708"/>
</p:tagLst>
</file>

<file path=ppt/tags/tag290.xml><?xml version="1.0" encoding="utf-8"?>
<p:tagLst xmlns:p="http://schemas.openxmlformats.org/presentationml/2006/main">
  <p:tag name="AS_UNIQUEID" val="2709"/>
  <p:tag name="KSO_WM_BEAUTIFY_FLAG" val=""/>
</p:tagLst>
</file>

<file path=ppt/tags/tag291.xml><?xml version="1.0" encoding="utf-8"?>
<p:tagLst xmlns:p="http://schemas.openxmlformats.org/presentationml/2006/main">
  <p:tag name="AS_UNIQUEID" val="2710"/>
  <p:tag name="KSO_WM_BEAUTIFY_FLAG" val=""/>
</p:tagLst>
</file>

<file path=ppt/tags/tag292.xml><?xml version="1.0" encoding="utf-8"?>
<p:tagLst xmlns:p="http://schemas.openxmlformats.org/presentationml/2006/main">
  <p:tag name="AS_UNIQUEID" val="2711"/>
</p:tagLst>
</file>

<file path=ppt/tags/tag293.xml><?xml version="1.0" encoding="utf-8"?>
<p:tagLst xmlns:p="http://schemas.openxmlformats.org/presentationml/2006/main">
  <p:tag name="AS_UNIQUEID" val="2712"/>
</p:tagLst>
</file>

<file path=ppt/tags/tag294.xml><?xml version="1.0" encoding="utf-8"?>
<p:tagLst xmlns:p="http://schemas.openxmlformats.org/presentationml/2006/main">
  <p:tag name="AS_UNIQUEID" val="2713"/>
</p:tagLst>
</file>

<file path=ppt/tags/tag295.xml><?xml version="1.0" encoding="utf-8"?>
<p:tagLst xmlns:p="http://schemas.openxmlformats.org/presentationml/2006/main">
  <p:tag name="AS_UNIQUEID" val="2714"/>
  <p:tag name="KSO_WM_BEAUTIFY_FLAG" val=""/>
</p:tagLst>
</file>

<file path=ppt/tags/tag296.xml><?xml version="1.0" encoding="utf-8"?>
<p:tagLst xmlns:p="http://schemas.openxmlformats.org/presentationml/2006/main">
  <p:tag name="AS_UNIQUEID" val="2715"/>
  <p:tag name="KSO_WM_BEAUTIFY_FLAG" val=""/>
</p:tagLst>
</file>

<file path=ppt/tags/tag297.xml><?xml version="1.0" encoding="utf-8"?>
<p:tagLst xmlns:p="http://schemas.openxmlformats.org/presentationml/2006/main">
  <p:tag name="AS_UNIQUEID" val="2716"/>
</p:tagLst>
</file>

<file path=ppt/tags/tag298.xml><?xml version="1.0" encoding="utf-8"?>
<p:tagLst xmlns:p="http://schemas.openxmlformats.org/presentationml/2006/main">
  <p:tag name="AS_UNIQUEID" val="2717"/>
  <p:tag name="KSO_WM_BEAUTIFY_FLAG" val=""/>
</p:tagLst>
</file>

<file path=ppt/tags/tag299.xml><?xml version="1.0" encoding="utf-8"?>
<p:tagLst xmlns:p="http://schemas.openxmlformats.org/presentationml/2006/main">
  <p:tag name="AS_UNIQUEID" val="2718"/>
  <p:tag name="KSO_WM_BEAUTIFY_FLAG" val=""/>
</p:tagLst>
</file>

<file path=ppt/tags/tag300.xml><?xml version="1.0" encoding="utf-8"?>
<p:tagLst xmlns:p="http://schemas.openxmlformats.org/presentationml/2006/main">
  <p:tag name="AS_UNIQUEID" val="2719"/>
</p:tagLst>
</file>

<file path=ppt/tags/tag301.xml><?xml version="1.0" encoding="utf-8"?>
<p:tagLst xmlns:p="http://schemas.openxmlformats.org/presentationml/2006/main">
  <p:tag name="AS_UNIQUEID" val="2720"/>
  <p:tag name="KSO_WM_BEAUTIFY_FLAG" val=""/>
</p:tagLst>
</file>

<file path=ppt/tags/tag302.xml><?xml version="1.0" encoding="utf-8"?>
<p:tagLst xmlns:p="http://schemas.openxmlformats.org/presentationml/2006/main">
  <p:tag name="AS_UNIQUEID" val="2721"/>
  <p:tag name="KSO_WM_BEAUTIFY_FLAG" val=""/>
</p:tagLst>
</file>

<file path=ppt/tags/tag303.xml><?xml version="1.0" encoding="utf-8"?>
<p:tagLst xmlns:p="http://schemas.openxmlformats.org/presentationml/2006/main">
  <p:tag name="AS_UNIQUEID" val="2722"/>
</p:tagLst>
</file>

<file path=ppt/tags/tag304.xml><?xml version="1.0" encoding="utf-8"?>
<p:tagLst xmlns:p="http://schemas.openxmlformats.org/presentationml/2006/main">
  <p:tag name="AS_UNIQUEID" val="2723"/>
</p:tagLst>
</file>

<file path=ppt/tags/tag305.xml><?xml version="1.0" encoding="utf-8"?>
<p:tagLst xmlns:p="http://schemas.openxmlformats.org/presentationml/2006/main">
  <p:tag name="AS_UNIQUEID" val="2724"/>
</p:tagLst>
</file>

<file path=ppt/tags/tag306.xml><?xml version="1.0" encoding="utf-8"?>
<p:tagLst xmlns:p="http://schemas.openxmlformats.org/presentationml/2006/main">
  <p:tag name="AS_UNIQUEID" val="2725"/>
</p:tagLst>
</file>

<file path=ppt/tags/tag307.xml><?xml version="1.0" encoding="utf-8"?>
<p:tagLst xmlns:p="http://schemas.openxmlformats.org/presentationml/2006/main">
  <p:tag name="AS_UNIQUEID" val="2726"/>
  <p:tag name="KSO_WM_BEAUTIFY_FLAG" val=""/>
</p:tagLst>
</file>

<file path=ppt/tags/tag308.xml><?xml version="1.0" encoding="utf-8"?>
<p:tagLst xmlns:p="http://schemas.openxmlformats.org/presentationml/2006/main">
  <p:tag name="AS_UNIQUEID" val="2727"/>
  <p:tag name="KSO_WM_BEAUTIFY_FLAG" val=""/>
</p:tagLst>
</file>

<file path=ppt/tags/tag309.xml><?xml version="1.0" encoding="utf-8"?>
<p:tagLst xmlns:p="http://schemas.openxmlformats.org/presentationml/2006/main">
  <p:tag name="AS_UNIQUEID" val="2728"/>
</p:tagLst>
</file>

<file path=ppt/tags/tag310.xml><?xml version="1.0" encoding="utf-8"?>
<p:tagLst xmlns:p="http://schemas.openxmlformats.org/presentationml/2006/main">
  <p:tag name="AS_UNIQUEID" val="2729"/>
  <p:tag name="KSO_WM_BEAUTIFY_FLAG" val=""/>
</p:tagLst>
</file>

<file path=ppt/tags/tag311.xml><?xml version="1.0" encoding="utf-8"?>
<p:tagLst xmlns:p="http://schemas.openxmlformats.org/presentationml/2006/main">
  <p:tag name="AS_UNIQUEID" val="2730"/>
  <p:tag name="KSO_WM_BEAUTIFY_FLAG" val=""/>
</p:tagLst>
</file>

<file path=ppt/tags/tag312.xml><?xml version="1.0" encoding="utf-8"?>
<p:tagLst xmlns:p="http://schemas.openxmlformats.org/presentationml/2006/main">
  <p:tag name="AS_UNIQUEID" val="1247"/>
  <p:tag name="KSO_WM_BEAUTIFY_FLAG" val=""/>
</p:tagLst>
</file>

<file path=ppt/tags/tag313.xml><?xml version="1.0" encoding="utf-8"?>
<p:tagLst xmlns:p="http://schemas.openxmlformats.org/presentationml/2006/main">
  <p:tag name="AS_UNIQUEID" val="1247"/>
  <p:tag name="KSO_WM_BEAUTIFY_FLAG" val=""/>
</p:tagLst>
</file>

<file path=ppt/tags/tag314.xml><?xml version="1.0" encoding="utf-8"?>
<p:tagLst xmlns:p="http://schemas.openxmlformats.org/presentationml/2006/main">
  <p:tag name="AS_UNIQUEID" val="2731"/>
</p:tagLst>
</file>

<file path=ppt/tags/tag315.xml><?xml version="1.0" encoding="utf-8"?>
<p:tagLst xmlns:p="http://schemas.openxmlformats.org/presentationml/2006/main">
  <p:tag name="AS_UNIQUEID" val="1250"/>
  <p:tag name="KSO_WM_BEAUTIFY_FLAG" val=""/>
</p:tagLst>
</file>

<file path=ppt/tags/tag316.xml><?xml version="1.0" encoding="utf-8"?>
<p:tagLst xmlns:p="http://schemas.openxmlformats.org/presentationml/2006/main">
  <p:tag name="AS_UNIQUEID" val="1252"/>
  <p:tag name="KSO_WM_BEAUTIFY_FLAG" val=""/>
</p:tagLst>
</file>

<file path=ppt/tags/tag317.xml><?xml version="1.0" encoding="utf-8"?>
<p:tagLst xmlns:p="http://schemas.openxmlformats.org/presentationml/2006/main">
  <p:tag name="AS_UNIQUEID" val="1249"/>
  <p:tag name="KSO_WM_BEAUTIFY_FLAG" val=""/>
</p:tagLst>
</file>

<file path=ppt/tags/tag318.xml><?xml version="1.0" encoding="utf-8"?>
<p:tagLst xmlns:p="http://schemas.openxmlformats.org/presentationml/2006/main">
  <p:tag name="AS_UNIQUEID" val="1251"/>
</p:tagLst>
</file>

<file path=ppt/tags/tag319.xml><?xml version="1.0" encoding="utf-8"?>
<p:tagLst xmlns:p="http://schemas.openxmlformats.org/presentationml/2006/main">
  <p:tag name="AS_UNIQUEID" val="1253"/>
</p:tagLst>
</file>

<file path=ppt/tags/tag320.xml><?xml version="1.0" encoding="utf-8"?>
<p:tagLst xmlns:p="http://schemas.openxmlformats.org/presentationml/2006/main">
  <p:tag name="AS_UNIQUEID" val="2732"/>
</p:tagLst>
</file>

<file path=ppt/tags/tag321.xml><?xml version="1.0" encoding="utf-8"?>
<p:tagLst xmlns:p="http://schemas.openxmlformats.org/presentationml/2006/main">
  <p:tag name="AS_UNIQUEID" val="2733"/>
  <p:tag name="KSO_WM_BEAUTIFY_FLAG" val=""/>
</p:tagLst>
</file>

<file path=ppt/tags/tag322.xml><?xml version="1.0" encoding="utf-8"?>
<p:tagLst xmlns:p="http://schemas.openxmlformats.org/presentationml/2006/main">
  <p:tag name="AS_UNIQUEID" val="1254"/>
  <p:tag name="KSO_WM_BEAUTIFY_FLAG" val=""/>
</p:tagLst>
</file>

<file path=ppt/tags/tag323.xml><?xml version="1.0" encoding="utf-8"?>
<p:tagLst xmlns:p="http://schemas.openxmlformats.org/presentationml/2006/main">
  <p:tag name="AS_UNIQUEID" val="2734"/>
</p:tagLst>
</file>

<file path=ppt/tags/tag324.xml><?xml version="1.0" encoding="utf-8"?>
<p:tagLst xmlns:p="http://schemas.openxmlformats.org/presentationml/2006/main">
  <p:tag name="AS_UNIQUEID" val="2735"/>
</p:tagLst>
</file>

<file path=ppt/tags/tag325.xml><?xml version="1.0" encoding="utf-8"?>
<p:tagLst xmlns:p="http://schemas.openxmlformats.org/presentationml/2006/main">
  <p:tag name="AS_UNIQUEID" val="2736"/>
</p:tagLst>
</file>

<file path=ppt/tags/tag326.xml><?xml version="1.0" encoding="utf-8"?>
<p:tagLst xmlns:p="http://schemas.openxmlformats.org/presentationml/2006/main">
  <p:tag name="AS_UNIQUEID" val="2737"/>
</p:tagLst>
</file>

<file path=ppt/tags/tag327.xml><?xml version="1.0" encoding="utf-8"?>
<p:tagLst xmlns:p="http://schemas.openxmlformats.org/presentationml/2006/main">
  <p:tag name="AS_UNIQUEID" val="2738"/>
  <p:tag name="KSO_WM_BEAUTIFY_FLAG" val=""/>
</p:tagLst>
</file>

<file path=ppt/tags/tag328.xml><?xml version="1.0" encoding="utf-8"?>
<p:tagLst xmlns:p="http://schemas.openxmlformats.org/presentationml/2006/main">
  <p:tag name="AS_UNIQUEID" val="2739"/>
  <p:tag name="KSO_WM_BEAUTIFY_FLAG" val=""/>
</p:tagLst>
</file>

<file path=ppt/tags/tag329.xml><?xml version="1.0" encoding="utf-8"?>
<p:tagLst xmlns:p="http://schemas.openxmlformats.org/presentationml/2006/main">
  <p:tag name="AS_UNIQUEID" val="2740"/>
  <p:tag name="KSO_WM_BEAUTIFY_FLAG" val=""/>
</p:tagLst>
</file>

<file path=ppt/tags/tag330.xml><?xml version="1.0" encoding="utf-8"?>
<p:tagLst xmlns:p="http://schemas.openxmlformats.org/presentationml/2006/main">
  <p:tag name="AS_UNIQUEID" val="2741"/>
</p:tagLst>
</file>

<file path=ppt/tags/tag331.xml><?xml version="1.0" encoding="utf-8"?>
<p:tagLst xmlns:p="http://schemas.openxmlformats.org/presentationml/2006/main">
  <p:tag name="AS_UNIQUEID" val="2742"/>
  <p:tag name="KSO_WM_BEAUTIFY_FLAG" val=""/>
</p:tagLst>
</file>

<file path=ppt/tags/tag332.xml><?xml version="1.0" encoding="utf-8"?>
<p:tagLst xmlns:p="http://schemas.openxmlformats.org/presentationml/2006/main">
  <p:tag name="AS_UNIQUEID" val="2743"/>
  <p:tag name="KSO_WM_BEAUTIFY_FLAG" val=""/>
</p:tagLst>
</file>

<file path=ppt/tags/tag333.xml><?xml version="1.0" encoding="utf-8"?>
<p:tagLst xmlns:p="http://schemas.openxmlformats.org/presentationml/2006/main">
  <p:tag name="AS_UNIQUEID" val="2744"/>
  <p:tag name="KSO_WM_BEAUTIFY_FLAG" val=""/>
</p:tagLst>
</file>

<file path=ppt/tags/tag334.xml><?xml version="1.0" encoding="utf-8"?>
<p:tagLst xmlns:p="http://schemas.openxmlformats.org/presentationml/2006/main">
  <p:tag name="AS_UNIQUEID" val="2745"/>
</p:tagLst>
</file>

<file path=ppt/tags/tag335.xml><?xml version="1.0" encoding="utf-8"?>
<p:tagLst xmlns:p="http://schemas.openxmlformats.org/presentationml/2006/main">
  <p:tag name="AS_UNIQUEID" val="2746"/>
</p:tagLst>
</file>

<file path=ppt/tags/tag336.xml><?xml version="1.0" encoding="utf-8"?>
<p:tagLst xmlns:p="http://schemas.openxmlformats.org/presentationml/2006/main">
  <p:tag name="AS_UNIQUEID" val="2747"/>
  <p:tag name="KSO_WM_BEAUTIFY_FLAG" val=""/>
  <p:tag name="KSO_WM_DIAGRAM_VIRTUALLY_FRAME" val="{&quot;height&quot;:200.10771653543307,&quot;left&quot;:50.89181102362204,&quot;top&quot;:262.4422834645669,&quot;width&quot;:443.558188976378}"/>
</p:tagLst>
</file>

<file path=ppt/tags/tag337.xml><?xml version="1.0" encoding="utf-8"?>
<p:tagLst xmlns:p="http://schemas.openxmlformats.org/presentationml/2006/main">
  <p:tag name="AS_UNIQUEID" val="2748"/>
  <p:tag name="KSO_WM_BEAUTIFY_FLAG" val=""/>
</p:tagLst>
</file>

<file path=ppt/tags/tag338.xml><?xml version="1.0" encoding="utf-8"?>
<p:tagLst xmlns:p="http://schemas.openxmlformats.org/presentationml/2006/main">
  <p:tag name="AS_UNIQUEID" val="2749"/>
  <p:tag name="KSO_WM_BEAUTIFY_FLAG" val=""/>
</p:tagLst>
</file>

<file path=ppt/tags/tag339.xml><?xml version="1.0" encoding="utf-8"?>
<p:tagLst xmlns:p="http://schemas.openxmlformats.org/presentationml/2006/main">
  <p:tag name="AS_UNIQUEID" val="2750"/>
  <p:tag name="KSO_WM_BEAUTIFY_FLAG" val=""/>
</p:tagLst>
</file>

<file path=ppt/tags/tag340.xml><?xml version="1.0" encoding="utf-8"?>
<p:tagLst xmlns:p="http://schemas.openxmlformats.org/presentationml/2006/main">
  <p:tag name="AS_UNIQUEID" val="2751"/>
  <p:tag name="KSO_WM_BEAUTIFY_FLAG" val=""/>
</p:tagLst>
</file>

<file path=ppt/tags/tag341.xml><?xml version="1.0" encoding="utf-8"?>
<p:tagLst xmlns:p="http://schemas.openxmlformats.org/presentationml/2006/main">
  <p:tag name="AS_UNIQUEID" val="2752"/>
  <p:tag name="KSO_WM_BEAUTIFY_FLAG" val=""/>
</p:tagLst>
</file>

<file path=ppt/tags/tag342.xml><?xml version="1.0" encoding="utf-8"?>
<p:tagLst xmlns:p="http://schemas.openxmlformats.org/presentationml/2006/main">
  <p:tag name="AS_UNIQUEID" val="2753"/>
  <p:tag name="KSO_WM_BEAUTIFY_FLAG" val=""/>
</p:tagLst>
</file>

<file path=ppt/tags/tag343.xml><?xml version="1.0" encoding="utf-8"?>
<p:tagLst xmlns:p="http://schemas.openxmlformats.org/presentationml/2006/main">
  <p:tag name="AS_UNIQUEID" val="2754"/>
  <p:tag name="KSO_WM_BEAUTIFY_FLAG" val=""/>
</p:tagLst>
</file>

<file path=ppt/tags/tag344.xml><?xml version="1.0" encoding="utf-8"?>
<p:tagLst xmlns:p="http://schemas.openxmlformats.org/presentationml/2006/main">
  <p:tag name="AS_UNIQUEID" val="2755"/>
  <p:tag name="KSO_WM_BEAUTIFY_FLAG" val=""/>
</p:tagLst>
</file>

<file path=ppt/tags/tag345.xml><?xml version="1.0" encoding="utf-8"?>
<p:tagLst xmlns:p="http://schemas.openxmlformats.org/presentationml/2006/main">
  <p:tag name="AS_UNIQUEID" val="2756"/>
  <p:tag name="KSO_WM_DIAGRAM_VIRTUALLY_FRAME" val="{&quot;height&quot;:37.65,&quot;left&quot;:698.3,&quot;top&quot;:125.17503937007874,&quot;width&quot;:47.5}"/>
</p:tagLst>
</file>

<file path=ppt/tags/tag346.xml><?xml version="1.0" encoding="utf-8"?>
<p:tagLst xmlns:p="http://schemas.openxmlformats.org/presentationml/2006/main">
  <p:tag name="AS_UNIQUEID" val="2757"/>
</p:tagLst>
</file>

<file path=ppt/tags/tag347.xml><?xml version="1.0" encoding="utf-8"?>
<p:tagLst xmlns:p="http://schemas.openxmlformats.org/presentationml/2006/main">
  <p:tag name="AS_UNIQUEID" val="2758"/>
</p:tagLst>
</file>

<file path=ppt/tags/tag348.xml><?xml version="1.0" encoding="utf-8"?>
<p:tagLst xmlns:p="http://schemas.openxmlformats.org/presentationml/2006/main">
  <p:tag name="AS_UNIQUEID" val="2759"/>
</p:tagLst>
</file>

<file path=ppt/tags/tag349.xml><?xml version="1.0" encoding="utf-8"?>
<p:tagLst xmlns:p="http://schemas.openxmlformats.org/presentationml/2006/main">
  <p:tag name="AS_UNIQUEID" val="2760"/>
</p:tagLst>
</file>

<file path=ppt/tags/tag350.xml><?xml version="1.0" encoding="utf-8"?>
<p:tagLst xmlns:p="http://schemas.openxmlformats.org/presentationml/2006/main">
  <p:tag name="AS_UNIQUEID" val="2761"/>
</p:tagLst>
</file>

<file path=ppt/tags/tag351.xml><?xml version="1.0" encoding="utf-8"?>
<p:tagLst xmlns:p="http://schemas.openxmlformats.org/presentationml/2006/main">
  <p:tag name="AS_UNIQUEID" val="2762"/>
</p:tagLst>
</file>

<file path=ppt/tags/tag352.xml><?xml version="1.0" encoding="utf-8"?>
<p:tagLst xmlns:p="http://schemas.openxmlformats.org/presentationml/2006/main">
  <p:tag name="AS_UNIQUEID" val="2763"/>
</p:tagLst>
</file>

<file path=ppt/tags/tag353.xml><?xml version="1.0" encoding="utf-8"?>
<p:tagLst xmlns:p="http://schemas.openxmlformats.org/presentationml/2006/main">
  <p:tag name="AS_UNIQUEID" val="2764"/>
</p:tagLst>
</file>

<file path=ppt/tags/tag354.xml><?xml version="1.0" encoding="utf-8"?>
<p:tagLst xmlns:p="http://schemas.openxmlformats.org/presentationml/2006/main">
  <p:tag name="AS_UNIQUEID" val="2765"/>
  <p:tag name="KSO_WM_BEAUTIFY_FLAG" val=""/>
</p:tagLst>
</file>

<file path=ppt/tags/tag355.xml><?xml version="1.0" encoding="utf-8"?>
<p:tagLst xmlns:p="http://schemas.openxmlformats.org/presentationml/2006/main">
  <p:tag name="AS_UNIQUEID" val="2766"/>
  <p:tag name="KSO_WM_BEAUTIFY_FLAG" val=""/>
</p:tagLst>
</file>

<file path=ppt/tags/tag356.xml><?xml version="1.0" encoding="utf-8"?>
<p:tagLst xmlns:p="http://schemas.openxmlformats.org/presentationml/2006/main">
  <p:tag name="AS_UNIQUEID" val="2767"/>
</p:tagLst>
</file>

<file path=ppt/tags/tag357.xml><?xml version="1.0" encoding="utf-8"?>
<p:tagLst xmlns:p="http://schemas.openxmlformats.org/presentationml/2006/main">
  <p:tag name="AS_UNIQUEID" val="2768"/>
  <p:tag name="KSO_WM_BEAUTIFY_FLAG" val=""/>
</p:tagLst>
</file>

<file path=ppt/tags/tag358.xml><?xml version="1.0" encoding="utf-8"?>
<p:tagLst xmlns:p="http://schemas.openxmlformats.org/presentationml/2006/main">
  <p:tag name="AS_UNIQUEID" val="2769"/>
  <p:tag name="KSO_WM_BEAUTIFY_FLAG" val=""/>
</p:tagLst>
</file>

<file path=ppt/tags/tag359.xml><?xml version="1.0" encoding="utf-8"?>
<p:tagLst xmlns:p="http://schemas.openxmlformats.org/presentationml/2006/main">
  <p:tag name="AS_UNIQUEID" val="2770"/>
  <p:tag name="KSO_WM_BEAUTIFY_FLAG" val=""/>
</p:tagLst>
</file>

<file path=ppt/tags/tag360.xml><?xml version="1.0" encoding="utf-8"?>
<p:tagLst xmlns:p="http://schemas.openxmlformats.org/presentationml/2006/main">
  <p:tag name="AS_UNIQUEID" val="2771"/>
</p:tagLst>
</file>

<file path=ppt/tags/tag361.xml><?xml version="1.0" encoding="utf-8"?>
<p:tagLst xmlns:p="http://schemas.openxmlformats.org/presentationml/2006/main">
  <p:tag name="AS_UNIQUEID" val="2772"/>
</p:tagLst>
</file>

<file path=ppt/tags/tag362.xml><?xml version="1.0" encoding="utf-8"?>
<p:tagLst xmlns:p="http://schemas.openxmlformats.org/presentationml/2006/main">
  <p:tag name="AS_UNIQUEID" val="2773"/>
  <p:tag name="KSO_WM_BEAUTIFY_FLAG" val=""/>
</p:tagLst>
</file>

<file path=ppt/tags/tag363.xml><?xml version="1.0" encoding="utf-8"?>
<p:tagLst xmlns:p="http://schemas.openxmlformats.org/presentationml/2006/main">
  <p:tag name="AS_UNIQUEID" val="2774"/>
</p:tagLst>
</file>

<file path=ppt/tags/tag364.xml><?xml version="1.0" encoding="utf-8"?>
<p:tagLst xmlns:p="http://schemas.openxmlformats.org/presentationml/2006/main">
  <p:tag name="AS_UNIQUEID" val="2775"/>
  <p:tag name="KSO_WM_BEAUTIFY_FLAG" val=""/>
</p:tagLst>
</file>

<file path=ppt/tags/tag365.xml><?xml version="1.0" encoding="utf-8"?>
<p:tagLst xmlns:p="http://schemas.openxmlformats.org/presentationml/2006/main">
  <p:tag name="AS_UNIQUEID" val="2776"/>
  <p:tag name="KSO_WM_BEAUTIFY_FLAG" val=""/>
</p:tagLst>
</file>

<file path=ppt/tags/tag366.xml><?xml version="1.0" encoding="utf-8"?>
<p:tagLst xmlns:p="http://schemas.openxmlformats.org/presentationml/2006/main">
  <p:tag name="AS_UNIQUEID" val="2777"/>
</p:tagLst>
</file>

<file path=ppt/tags/tag367.xml><?xml version="1.0" encoding="utf-8"?>
<p:tagLst xmlns:p="http://schemas.openxmlformats.org/presentationml/2006/main">
  <p:tag name="AS_UNIQUEID" val="2778"/>
  <p:tag name="KSO_WM_BEAUTIFY_FLAG" val=""/>
</p:tagLst>
</file>

<file path=ppt/tags/tag368.xml><?xml version="1.0" encoding="utf-8"?>
<p:tagLst xmlns:p="http://schemas.openxmlformats.org/presentationml/2006/main">
  <p:tag name="AS_UNIQUEID" val="2779"/>
  <p:tag name="KSO_WM_BEAUTIFY_FLAG" val=""/>
</p:tagLst>
</file>

<file path=ppt/tags/tag369.xml><?xml version="1.0" encoding="utf-8"?>
<p:tagLst xmlns:p="http://schemas.openxmlformats.org/presentationml/2006/main">
  <p:tag name="AS_UNIQUEID" val="2366"/>
  <p:tag name="KSO_WM_BEAUTIFY_FLAG" val=""/>
</p:tagLst>
</file>

<file path=ppt/tags/tag370.xml><?xml version="1.0" encoding="utf-8"?>
<p:tagLst xmlns:p="http://schemas.openxmlformats.org/presentationml/2006/main">
  <p:tag name="AS_UNIQUEID" val="2366"/>
  <p:tag name="KSO_WM_BEAUTIFY_FLAG" val=""/>
</p:tagLst>
</file>

<file path=ppt/tags/tag371.xml><?xml version="1.0" encoding="utf-8"?>
<p:tagLst xmlns:p="http://schemas.openxmlformats.org/presentationml/2006/main">
  <p:tag name="AS_UNIQUEID" val="2780"/>
</p:tagLst>
</file>

<file path=ppt/tags/tag372.xml><?xml version="1.0" encoding="utf-8"?>
<p:tagLst xmlns:p="http://schemas.openxmlformats.org/presentationml/2006/main">
  <p:tag name="AS_UNIQUEID" val="2781"/>
</p:tagLst>
</file>

<file path=ppt/tags/tag373.xml><?xml version="1.0" encoding="utf-8"?>
<p:tagLst xmlns:p="http://schemas.openxmlformats.org/presentationml/2006/main">
  <p:tag name="AS_UNIQUEID" val="2782"/>
</p:tagLst>
</file>

<file path=ppt/tags/tag374.xml><?xml version="1.0" encoding="utf-8"?>
<p:tagLst xmlns:p="http://schemas.openxmlformats.org/presentationml/2006/main">
  <p:tag name="AS_UNIQUEID" val="2783"/>
</p:tagLst>
</file>

<file path=ppt/tags/tag375.xml><?xml version="1.0" encoding="utf-8"?>
<p:tagLst xmlns:p="http://schemas.openxmlformats.org/presentationml/2006/main">
  <p:tag name="AS_UNIQUEID" val="2784"/>
</p:tagLst>
</file>

<file path=ppt/tags/tag376.xml><?xml version="1.0" encoding="utf-8"?>
<p:tagLst xmlns:p="http://schemas.openxmlformats.org/presentationml/2006/main">
  <p:tag name="AS_UNIQUEID" val="2785"/>
</p:tagLst>
</file>

<file path=ppt/tags/tag377.xml><?xml version="1.0" encoding="utf-8"?>
<p:tagLst xmlns:p="http://schemas.openxmlformats.org/presentationml/2006/main">
  <p:tag name="AS_UNIQUEID" val="2786"/>
</p:tagLst>
</file>

<file path=ppt/tags/tag378.xml><?xml version="1.0" encoding="utf-8"?>
<p:tagLst xmlns:p="http://schemas.openxmlformats.org/presentationml/2006/main">
  <p:tag name="AS_UNIQUEID" val="2787"/>
</p:tagLst>
</file>

<file path=ppt/tags/tag379.xml><?xml version="1.0" encoding="utf-8"?>
<p:tagLst xmlns:p="http://schemas.openxmlformats.org/presentationml/2006/main">
  <p:tag name="AS_UNIQUEID" val="2788"/>
</p:tagLst>
</file>

<file path=ppt/tags/tag380.xml><?xml version="1.0" encoding="utf-8"?>
<p:tagLst xmlns:p="http://schemas.openxmlformats.org/presentationml/2006/main">
  <p:tag name="AS_UNIQUEID" val="2789"/>
</p:tagLst>
</file>

<file path=ppt/tags/tag381.xml><?xml version="1.0" encoding="utf-8"?>
<p:tagLst xmlns:p="http://schemas.openxmlformats.org/presentationml/2006/main">
  <p:tag name="AS_UNIQUEID" val="2790"/>
</p:tagLst>
</file>

<file path=ppt/tags/tag382.xml><?xml version="1.0" encoding="utf-8"?>
<p:tagLst xmlns:p="http://schemas.openxmlformats.org/presentationml/2006/main">
  <p:tag name="AS_UNIQUEID" val="2791"/>
</p:tagLst>
</file>

<file path=ppt/tags/tag383.xml><?xml version="1.0" encoding="utf-8"?>
<p:tagLst xmlns:p="http://schemas.openxmlformats.org/presentationml/2006/main">
  <p:tag name="AS_UNIQUEID" val="2792"/>
</p:tagLst>
</file>

<file path=ppt/tags/tag384.xml><?xml version="1.0" encoding="utf-8"?>
<p:tagLst xmlns:p="http://schemas.openxmlformats.org/presentationml/2006/main">
  <p:tag name="AS_UNIQUEID" val="2793"/>
</p:tagLst>
</file>

<file path=ppt/tags/tag385.xml><?xml version="1.0" encoding="utf-8"?>
<p:tagLst xmlns:p="http://schemas.openxmlformats.org/presentationml/2006/main">
  <p:tag name="AS_UNIQUEID" val="2794"/>
</p:tagLst>
</file>

<file path=ppt/tags/tag386.xml><?xml version="1.0" encoding="utf-8"?>
<p:tagLst xmlns:p="http://schemas.openxmlformats.org/presentationml/2006/main">
  <p:tag name="AS_UNIQUEID" val="2795"/>
</p:tagLst>
</file>

<file path=ppt/tags/tag387.xml><?xml version="1.0" encoding="utf-8"?>
<p:tagLst xmlns:p="http://schemas.openxmlformats.org/presentationml/2006/main">
  <p:tag name="AS_UNIQUEID" val="2796"/>
</p:tagLst>
</file>

<file path=ppt/tags/tag388.xml><?xml version="1.0" encoding="utf-8"?>
<p:tagLst xmlns:p="http://schemas.openxmlformats.org/presentationml/2006/main">
  <p:tag name="AS_UNIQUEID" val="2797"/>
</p:tagLst>
</file>

<file path=ppt/tags/tag389.xml><?xml version="1.0" encoding="utf-8"?>
<p:tagLst xmlns:p="http://schemas.openxmlformats.org/presentationml/2006/main">
  <p:tag name="AS_UNIQUEID" val="2798"/>
</p:tagLst>
</file>

<file path=ppt/tags/tag390.xml><?xml version="1.0" encoding="utf-8"?>
<p:tagLst xmlns:p="http://schemas.openxmlformats.org/presentationml/2006/main">
  <p:tag name="AS_UNIQUEID" val="2799"/>
</p:tagLst>
</file>

<file path=ppt/tags/tag391.xml><?xml version="1.0" encoding="utf-8"?>
<p:tagLst xmlns:p="http://schemas.openxmlformats.org/presentationml/2006/main">
  <p:tag name="AS_UNIQUEID" val="2800"/>
</p:tagLst>
</file>

<file path=ppt/tags/tag392.xml><?xml version="1.0" encoding="utf-8"?>
<p:tagLst xmlns:p="http://schemas.openxmlformats.org/presentationml/2006/main">
  <p:tag name="AS_UNIQUEID" val="2801"/>
</p:tagLst>
</file>

<file path=ppt/tags/tag393.xml><?xml version="1.0" encoding="utf-8"?>
<p:tagLst xmlns:p="http://schemas.openxmlformats.org/presentationml/2006/main">
  <p:tag name="AS_UNIQUEID" val="2802"/>
</p:tagLst>
</file>

<file path=ppt/tags/tag394.xml><?xml version="1.0" encoding="utf-8"?>
<p:tagLst xmlns:p="http://schemas.openxmlformats.org/presentationml/2006/main">
  <p:tag name="AS_UNIQUEID" val="2803"/>
</p:tagLst>
</file>

<file path=ppt/tags/tag395.xml><?xml version="1.0" encoding="utf-8"?>
<p:tagLst xmlns:p="http://schemas.openxmlformats.org/presentationml/2006/main">
  <p:tag name="AS_UNIQUEID" val="2804"/>
</p:tagLst>
</file>

<file path=ppt/tags/tag396.xml><?xml version="1.0" encoding="utf-8"?>
<p:tagLst xmlns:p="http://schemas.openxmlformats.org/presentationml/2006/main">
  <p:tag name="AS_UNIQUEID" val="2805"/>
</p:tagLst>
</file>

<file path=ppt/tags/tag397.xml><?xml version="1.0" encoding="utf-8"?>
<p:tagLst xmlns:p="http://schemas.openxmlformats.org/presentationml/2006/main">
  <p:tag name="AS_UNIQUEID" val="2806"/>
</p:tagLst>
</file>

<file path=ppt/tags/tag398.xml><?xml version="1.0" encoding="utf-8"?>
<p:tagLst xmlns:p="http://schemas.openxmlformats.org/presentationml/2006/main">
  <p:tag name="AS_UNIQUEID" val="2807"/>
</p:tagLst>
</file>

<file path=ppt/tags/tag399.xml><?xml version="1.0" encoding="utf-8"?>
<p:tagLst xmlns:p="http://schemas.openxmlformats.org/presentationml/2006/main">
  <p:tag name="AS_UNIQUEID" val="2808"/>
</p:tagLst>
</file>

<file path=ppt/tags/tag400.xml><?xml version="1.0" encoding="utf-8"?>
<p:tagLst xmlns:p="http://schemas.openxmlformats.org/presentationml/2006/main">
  <p:tag name="AS_UNIQUEID" val="2809"/>
</p:tagLst>
</file>

<file path=ppt/tags/tag401.xml><?xml version="1.0" encoding="utf-8"?>
<p:tagLst xmlns:p="http://schemas.openxmlformats.org/presentationml/2006/main">
  <p:tag name="AS_UNIQUEID" val="2810"/>
</p:tagLst>
</file>

<file path=ppt/tags/tag402.xml><?xml version="1.0" encoding="utf-8"?>
<p:tagLst xmlns:p="http://schemas.openxmlformats.org/presentationml/2006/main">
  <p:tag name="AS_UNIQUEID" val="2811"/>
</p:tagLst>
</file>

<file path=ppt/tags/tag403.xml><?xml version="1.0" encoding="utf-8"?>
<p:tagLst xmlns:p="http://schemas.openxmlformats.org/presentationml/2006/main">
  <p:tag name="AS_UNIQUEID" val="2812"/>
</p:tagLst>
</file>

<file path=ppt/tags/tag404.xml><?xml version="1.0" encoding="utf-8"?>
<p:tagLst xmlns:p="http://schemas.openxmlformats.org/presentationml/2006/main">
  <p:tag name="AS_UNIQUEID" val="2813"/>
  <p:tag name="KSO_WM_BEAUTIFY_FLAG" val=""/>
</p:tagLst>
</file>

<file path=ppt/tags/tag405.xml><?xml version="1.0" encoding="utf-8"?>
<p:tagLst xmlns:p="http://schemas.openxmlformats.org/presentationml/2006/main">
  <p:tag name="AS_UNIQUEID" val="2814"/>
</p:tagLst>
</file>

<file path=ppt/tags/tag406.xml><?xml version="1.0" encoding="utf-8"?>
<p:tagLst xmlns:p="http://schemas.openxmlformats.org/presentationml/2006/main">
  <p:tag name="AS_UNIQUEID" val="2815"/>
</p:tagLst>
</file>

<file path=ppt/tags/tag407.xml><?xml version="1.0" encoding="utf-8"?>
<p:tagLst xmlns:p="http://schemas.openxmlformats.org/presentationml/2006/main">
  <p:tag name="AS_UNIQUEID" val="2816"/>
</p:tagLst>
</file>

<file path=ppt/tags/tag408.xml><?xml version="1.0" encoding="utf-8"?>
<p:tagLst xmlns:p="http://schemas.openxmlformats.org/presentationml/2006/main">
  <p:tag name="AS_UNIQUEID" val="2817"/>
</p:tagLst>
</file>

<file path=ppt/tags/tag409.xml><?xml version="1.0" encoding="utf-8"?>
<p:tagLst xmlns:p="http://schemas.openxmlformats.org/presentationml/2006/main">
  <p:tag name="AS_UNIQUEID" val="2818"/>
  <p:tag name="KSO_WM_BEAUTIFY_FLAG" val=""/>
</p:tagLst>
</file>

<file path=ppt/tags/tag410.xml><?xml version="1.0" encoding="utf-8"?>
<p:tagLst xmlns:p="http://schemas.openxmlformats.org/presentationml/2006/main">
  <p:tag name="AS_UNIQUEID" val="2819"/>
  <p:tag name="KSO_WM_BEAUTIFY_FLAG" val=""/>
</p:tagLst>
</file>

<file path=ppt/tags/tag411.xml><?xml version="1.0" encoding="utf-8"?>
<p:tagLst xmlns:p="http://schemas.openxmlformats.org/presentationml/2006/main">
  <p:tag name="AS_UNIQUEID" val="2820"/>
</p:tagLst>
</file>

<file path=ppt/tags/tag412.xml><?xml version="1.0" encoding="utf-8"?>
<p:tagLst xmlns:p="http://schemas.openxmlformats.org/presentationml/2006/main">
  <p:tag name="AS_UNIQUEID" val="2821"/>
  <p:tag name="KSO_WM_BEAUTIFY_FLAG" val=""/>
</p:tagLst>
</file>

<file path=ppt/tags/tag413.xml><?xml version="1.0" encoding="utf-8"?>
<p:tagLst xmlns:p="http://schemas.openxmlformats.org/presentationml/2006/main">
  <p:tag name="AS_UNIQUEID" val="2822"/>
  <p:tag name="KSO_WM_BEAUTIFY_FLAG" val=""/>
</p:tagLst>
</file>

<file path=ppt/tags/tag414.xml><?xml version="1.0" encoding="utf-8"?>
<p:tagLst xmlns:p="http://schemas.openxmlformats.org/presentationml/2006/main">
  <p:tag name="AS_UNIQUEID" val="2823"/>
</p:tagLst>
</file>

<file path=ppt/tags/tag415.xml><?xml version="1.0" encoding="utf-8"?>
<p:tagLst xmlns:p="http://schemas.openxmlformats.org/presentationml/2006/main">
  <p:tag name="AS_UNIQUEID" val="2824"/>
  <p:tag name="KSO_WM_BEAUTIFY_FLAG" val=""/>
</p:tagLst>
</file>

<file path=ppt/tags/tag416.xml><?xml version="1.0" encoding="utf-8"?>
<p:tagLst xmlns:p="http://schemas.openxmlformats.org/presentationml/2006/main">
  <p:tag name="AS_UNIQUEID" val="2825"/>
  <p:tag name="KSO_WM_BEAUTIFY_FLAG" val=""/>
</p:tagLst>
</file>

<file path=ppt/tags/tag417.xml><?xml version="1.0" encoding="utf-8"?>
<p:tagLst xmlns:p="http://schemas.openxmlformats.org/presentationml/2006/main">
  <p:tag name="AS_UNIQUEID" val="2826"/>
  <p:tag name="KSO_WM_BEAUTIFY_FLAG" val=""/>
</p:tagLst>
</file>

<file path=ppt/tags/tag418.xml><?xml version="1.0" encoding="utf-8"?>
<p:tagLst xmlns:p="http://schemas.openxmlformats.org/presentationml/2006/main">
  <p:tag name="AS_UNIQUEID" val="2827"/>
</p:tagLst>
</file>

<file path=ppt/tags/tag419.xml><?xml version="1.0" encoding="utf-8"?>
<p:tagLst xmlns:p="http://schemas.openxmlformats.org/presentationml/2006/main">
  <p:tag name="AS_UNIQUEID" val="2828"/>
  <p:tag name="KSO_WM_BEAUTIFY_FLAG" val=""/>
</p:tagLst>
</file>

<file path=ppt/tags/tag420.xml><?xml version="1.0" encoding="utf-8"?>
<p:tagLst xmlns:p="http://schemas.openxmlformats.org/presentationml/2006/main">
  <p:tag name="AS_UNIQUEID" val="2829"/>
</p:tagLst>
</file>

<file path=ppt/tags/tag421.xml><?xml version="1.0" encoding="utf-8"?>
<p:tagLst xmlns:p="http://schemas.openxmlformats.org/presentationml/2006/main">
  <p:tag name="AS_UNIQUEID" val="2830"/>
</p:tagLst>
</file>

<file path=ppt/tags/tag422.xml><?xml version="1.0" encoding="utf-8"?>
<p:tagLst xmlns:p="http://schemas.openxmlformats.org/presentationml/2006/main">
  <p:tag name="AS_UNIQUEID" val="2831"/>
</p:tagLst>
</file>

<file path=ppt/tags/tag423.xml><?xml version="1.0" encoding="utf-8"?>
<p:tagLst xmlns:p="http://schemas.openxmlformats.org/presentationml/2006/main">
  <p:tag name="AS_UNIQUEID" val="2832"/>
</p:tagLst>
</file>

<file path=ppt/tags/tag424.xml><?xml version="1.0" encoding="utf-8"?>
<p:tagLst xmlns:p="http://schemas.openxmlformats.org/presentationml/2006/main">
  <p:tag name="AS_UNIQUEID" val="2833"/>
  <p:tag name="KSO_WM_BEAUTIFY_FLAG" val=""/>
</p:tagLst>
</file>

<file path=ppt/tags/tag425.xml><?xml version="1.0" encoding="utf-8"?>
<p:tagLst xmlns:p="http://schemas.openxmlformats.org/presentationml/2006/main">
  <p:tag name="AS_UNIQUEID" val="2834"/>
  <p:tag name="KSO_WM_BEAUTIFY_FLAG" val=""/>
</p:tagLst>
</file>

<file path=ppt/tags/tag426.xml><?xml version="1.0" encoding="utf-8"?>
<p:tagLst xmlns:p="http://schemas.openxmlformats.org/presentationml/2006/main">
  <p:tag name="AS_UNIQUEID" val="2835"/>
</p:tagLst>
</file>

<file path=ppt/tags/tag427.xml><?xml version="1.0" encoding="utf-8"?>
<p:tagLst xmlns:p="http://schemas.openxmlformats.org/presentationml/2006/main">
  <p:tag name="AS_UNIQUEID" val="2836"/>
  <p:tag name="KSO_WM_BEAUTIFY_FLAG" val=""/>
</p:tagLst>
</file>

<file path=ppt/tags/tag428.xml><?xml version="1.0" encoding="utf-8"?>
<p:tagLst xmlns:p="http://schemas.openxmlformats.org/presentationml/2006/main">
  <p:tag name="AS_UNIQUEID" val="2837"/>
  <p:tag name="KSO_WM_BEAUTIFY_FLAG" val=""/>
</p:tagLst>
</file>

<file path=ppt/tags/tag429.xml><?xml version="1.0" encoding="utf-8"?>
<p:tagLst xmlns:p="http://schemas.openxmlformats.org/presentationml/2006/main">
  <p:tag name="AS_UNIQUEID" val="2838"/>
</p:tagLst>
</file>

<file path=ppt/tags/tag430.xml><?xml version="1.0" encoding="utf-8"?>
<p:tagLst xmlns:p="http://schemas.openxmlformats.org/presentationml/2006/main">
  <p:tag name="AS_UNIQUEID" val="2839"/>
  <p:tag name="KSO_WM_BEAUTIFY_FLAG" val=""/>
</p:tagLst>
</file>

<file path=ppt/tags/tag431.xml><?xml version="1.0" encoding="utf-8"?>
<p:tagLst xmlns:p="http://schemas.openxmlformats.org/presentationml/2006/main">
  <p:tag name="AS_UNIQUEID" val="2840"/>
  <p:tag name="KSO_WM_BEAUTIFY_FLAG" val=""/>
</p:tagLst>
</file>

<file path=ppt/tags/tag432.xml><?xml version="1.0" encoding="utf-8"?>
<p:tagLst xmlns:p="http://schemas.openxmlformats.org/presentationml/2006/main">
  <p:tag name="AS_UNIQUEID" val="2841"/>
</p:tagLst>
</file>

<file path=ppt/tags/tag433.xml><?xml version="1.0" encoding="utf-8"?>
<p:tagLst xmlns:p="http://schemas.openxmlformats.org/presentationml/2006/main">
  <p:tag name="AS_UNIQUEID" val="2842"/>
</p:tagLst>
</file>

<file path=ppt/tags/tag434.xml><?xml version="1.0" encoding="utf-8"?>
<p:tagLst xmlns:p="http://schemas.openxmlformats.org/presentationml/2006/main">
  <p:tag name="AS_UNIQUEID" val="2843"/>
</p:tagLst>
</file>

<file path=ppt/tags/tag435.xml><?xml version="1.0" encoding="utf-8"?>
<p:tagLst xmlns:p="http://schemas.openxmlformats.org/presentationml/2006/main">
  <p:tag name="AS_UNIQUEID" val="2844"/>
</p:tagLst>
</file>

<file path=ppt/tags/tag436.xml><?xml version="1.0" encoding="utf-8"?>
<p:tagLst xmlns:p="http://schemas.openxmlformats.org/presentationml/2006/main">
  <p:tag name="AS_UNIQUEID" val="2845"/>
</p:tagLst>
</file>

<file path=ppt/tags/tag437.xml><?xml version="1.0" encoding="utf-8"?>
<p:tagLst xmlns:p="http://schemas.openxmlformats.org/presentationml/2006/main">
  <p:tag name="AS_UNIQUEID" val="2846"/>
</p:tagLst>
</file>

<file path=ppt/tags/tag438.xml><?xml version="1.0" encoding="utf-8"?>
<p:tagLst xmlns:p="http://schemas.openxmlformats.org/presentationml/2006/main">
  <p:tag name="AS_UNIQUEID" val="2847"/>
</p:tagLst>
</file>

<file path=ppt/tags/tag439.xml><?xml version="1.0" encoding="utf-8"?>
<p:tagLst xmlns:p="http://schemas.openxmlformats.org/presentationml/2006/main">
  <p:tag name="AS_UNIQUEID" val="2848"/>
</p:tagLst>
</file>

<file path=ppt/tags/tag440.xml><?xml version="1.0" encoding="utf-8"?>
<p:tagLst xmlns:p="http://schemas.openxmlformats.org/presentationml/2006/main">
  <p:tag name="AS_UNIQUEID" val="2849"/>
  <p:tag name="KSO_WM_BEAUTIFY_FLAG" val=""/>
</p:tagLst>
</file>

<file path=ppt/tags/tag441.xml><?xml version="1.0" encoding="utf-8"?>
<p:tagLst xmlns:p="http://schemas.openxmlformats.org/presentationml/2006/main">
  <p:tag name="AS_UNIQUEID" val="2850"/>
  <p:tag name="KSO_WM_BEAUTIFY_FLAG" val=""/>
</p:tagLst>
</file>

<file path=ppt/tags/tag442.xml><?xml version="1.0" encoding="utf-8"?>
<p:tagLst xmlns:p="http://schemas.openxmlformats.org/presentationml/2006/main">
  <p:tag name="AS_UNIQUEID" val="2851"/>
</p:tagLst>
</file>

<file path=ppt/tags/tag443.xml><?xml version="1.0" encoding="utf-8"?>
<p:tagLst xmlns:p="http://schemas.openxmlformats.org/presentationml/2006/main">
  <p:tag name="AS_UNIQUEID" val="2852"/>
  <p:tag name="KSO_WM_BEAUTIFY_FLAG" val=""/>
</p:tagLst>
</file>

<file path=ppt/tags/tag444.xml><?xml version="1.0" encoding="utf-8"?>
<p:tagLst xmlns:p="http://schemas.openxmlformats.org/presentationml/2006/main">
  <p:tag name="AS_UNIQUEID" val="2853"/>
  <p:tag name="KSO_WM_BEAUTIFY_FLAG" val=""/>
</p:tagLst>
</file>

<file path=ppt/tags/tag445.xml><?xml version="1.0" encoding="utf-8"?>
<p:tagLst xmlns:p="http://schemas.openxmlformats.org/presentationml/2006/main">
  <p:tag name="AS_UNIQUEID" val="2854"/>
  <p:tag name="KSO_WM_BEAUTIFY_FLAG" val=""/>
</p:tagLst>
</file>

<file path=ppt/tags/tag446.xml><?xml version="1.0" encoding="utf-8"?>
<p:tagLst xmlns:p="http://schemas.openxmlformats.org/presentationml/2006/main">
  <p:tag name="AS_UNIQUEID" val="2319"/>
  <p:tag name="KSO_WM_BEAUTIFY_FLAG" val=""/>
</p:tagLst>
</file>

<file path=ppt/tags/tag447.xml><?xml version="1.0" encoding="utf-8"?>
<p:tagLst xmlns:p="http://schemas.openxmlformats.org/presentationml/2006/main">
  <p:tag name="AS_UNIQUEID" val="2319"/>
  <p:tag name="KSO_WM_BEAUTIFY_FLAG" val=""/>
</p:tagLst>
</file>

<file path=ppt/tags/tag448.xml><?xml version="1.0" encoding="utf-8"?>
<p:tagLst xmlns:p="http://schemas.openxmlformats.org/presentationml/2006/main">
  <p:tag name="AS_UNIQUEID" val="2855"/>
</p:tagLst>
</file>

<file path=ppt/tags/tag449.xml><?xml version="1.0" encoding="utf-8"?>
<p:tagLst xmlns:p="http://schemas.openxmlformats.org/presentationml/2006/main">
  <p:tag name="AS_UNIQUEID" val="2856"/>
</p:tagLst>
</file>

<file path=ppt/tags/tag450.xml><?xml version="1.0" encoding="utf-8"?>
<p:tagLst xmlns:p="http://schemas.openxmlformats.org/presentationml/2006/main">
  <p:tag name="AS_UNIQUEID" val="2857"/>
</p:tagLst>
</file>

<file path=ppt/tags/tag451.xml><?xml version="1.0" encoding="utf-8"?>
<p:tagLst xmlns:p="http://schemas.openxmlformats.org/presentationml/2006/main">
  <p:tag name="AS_UNIQUEID" val="2858"/>
</p:tagLst>
</file>

<file path=ppt/tags/tag452.xml><?xml version="1.0" encoding="utf-8"?>
<p:tagLst xmlns:p="http://schemas.openxmlformats.org/presentationml/2006/main">
  <p:tag name="AS_UNIQUEID" val="2859"/>
  <p:tag name="KSO_WM_BEAUTIFY_FLAG" val=""/>
</p:tagLst>
</file>

<file path=ppt/tags/tag453.xml><?xml version="1.0" encoding="utf-8"?>
<p:tagLst xmlns:p="http://schemas.openxmlformats.org/presentationml/2006/main">
  <p:tag name="AS_UNIQUEID" val="2860"/>
  <p:tag name="KSO_WM_BEAUTIFY_FLAG" val=""/>
</p:tagLst>
</file>

<file path=ppt/tags/tag454.xml><?xml version="1.0" encoding="utf-8"?>
<p:tagLst xmlns:p="http://schemas.openxmlformats.org/presentationml/2006/main">
  <p:tag name="AS_UNIQUEID" val="2861"/>
</p:tagLst>
</file>

<file path=ppt/tags/tag455.xml><?xml version="1.0" encoding="utf-8"?>
<p:tagLst xmlns:p="http://schemas.openxmlformats.org/presentationml/2006/main">
  <p:tag name="AS_UNIQUEID" val="2862"/>
  <p:tag name="KSO_WM_BEAUTIFY_FLAG" val=""/>
</p:tagLst>
</file>

<file path=ppt/tags/tag456.xml><?xml version="1.0" encoding="utf-8"?>
<p:tagLst xmlns:p="http://schemas.openxmlformats.org/presentationml/2006/main">
  <p:tag name="AS_UNIQUEID" val="2863"/>
  <p:tag name="KSO_WM_BEAUTIFY_FLAG" val=""/>
</p:tagLst>
</file>

<file path=ppt/tags/tag457.xml><?xml version="1.0" encoding="utf-8"?>
<p:tagLst xmlns:p="http://schemas.openxmlformats.org/presentationml/2006/main">
  <p:tag name="AS_UNIQUEID" val="2864"/>
</p:tagLst>
</file>

<file path=ppt/tags/tag458.xml><?xml version="1.0" encoding="utf-8"?>
<p:tagLst xmlns:p="http://schemas.openxmlformats.org/presentationml/2006/main">
  <p:tag name="AS_UNIQUEID" val="2865"/>
  <p:tag name="KSO_WM_BEAUTIFY_FLAG" val=""/>
</p:tagLst>
</file>

<file path=ppt/tags/tag459.xml><?xml version="1.0" encoding="utf-8"?>
<p:tagLst xmlns:p="http://schemas.openxmlformats.org/presentationml/2006/main">
  <p:tag name="AS_UNIQUEID" val="2866"/>
  <p:tag name="KSO_WM_BEAUTIFY_FLAG" val=""/>
</p:tagLst>
</file>

<file path=ppt/tags/tag460.xml><?xml version="1.0" encoding="utf-8"?>
<p:tagLst xmlns:p="http://schemas.openxmlformats.org/presentationml/2006/main">
  <p:tag name="AS_UNIQUEID" val="2867"/>
</p:tagLst>
</file>

<file path=ppt/tags/tag461.xml><?xml version="1.0" encoding="utf-8"?>
<p:tagLst xmlns:p="http://schemas.openxmlformats.org/presentationml/2006/main">
  <p:tag name="AS_UNIQUEID" val="2868"/>
</p:tagLst>
</file>

<file path=ppt/tags/tag462.xml><?xml version="1.0" encoding="utf-8"?>
<p:tagLst xmlns:p="http://schemas.openxmlformats.org/presentationml/2006/main">
  <p:tag name="AS_UNIQUEID" val="2869"/>
  <p:tag name="KSO_WM_BEAUTIFY_FLAG" val=""/>
</p:tagLst>
</file>

<file path=ppt/tags/tag463.xml><?xml version="1.0" encoding="utf-8"?>
<p:tagLst xmlns:p="http://schemas.openxmlformats.org/presentationml/2006/main">
  <p:tag name="AS_UNIQUEID" val="2870"/>
</p:tagLst>
</file>

<file path=ppt/tags/tag464.xml><?xml version="1.0" encoding="utf-8"?>
<p:tagLst xmlns:p="http://schemas.openxmlformats.org/presentationml/2006/main">
  <p:tag name="AS_UNIQUEID" val="2871"/>
</p:tagLst>
</file>

<file path=ppt/tags/tag465.xml><?xml version="1.0" encoding="utf-8"?>
<p:tagLst xmlns:p="http://schemas.openxmlformats.org/presentationml/2006/main">
  <p:tag name="AS_UNIQUEID" val="2872"/>
</p:tagLst>
</file>

<file path=ppt/tags/tag466.xml><?xml version="1.0" encoding="utf-8"?>
<p:tagLst xmlns:p="http://schemas.openxmlformats.org/presentationml/2006/main">
  <p:tag name="AS_UNIQUEID" val="2873"/>
</p:tagLst>
</file>

<file path=ppt/tags/tag467.xml><?xml version="1.0" encoding="utf-8"?>
<p:tagLst xmlns:p="http://schemas.openxmlformats.org/presentationml/2006/main">
  <p:tag name="AS_UNIQUEID" val="2874"/>
</p:tagLst>
</file>

<file path=ppt/tags/tag468.xml><?xml version="1.0" encoding="utf-8"?>
<p:tagLst xmlns:p="http://schemas.openxmlformats.org/presentationml/2006/main">
  <p:tag name="AS_UNIQUEID" val="2875"/>
</p:tagLst>
</file>

<file path=ppt/tags/tag469.xml><?xml version="1.0" encoding="utf-8"?>
<p:tagLst xmlns:p="http://schemas.openxmlformats.org/presentationml/2006/main">
  <p:tag name="AS_UNIQUEID" val="2876"/>
</p:tagLst>
</file>

<file path=ppt/tags/tag470.xml><?xml version="1.0" encoding="utf-8"?>
<p:tagLst xmlns:p="http://schemas.openxmlformats.org/presentationml/2006/main">
  <p:tag name="AS_UNIQUEID" val="2877"/>
</p:tagLst>
</file>

<file path=ppt/tags/tag471.xml><?xml version="1.0" encoding="utf-8"?>
<p:tagLst xmlns:p="http://schemas.openxmlformats.org/presentationml/2006/main">
  <p:tag name="AS_UNIQUEID" val="2878"/>
</p:tagLst>
</file>

<file path=ppt/tags/tag472.xml><?xml version="1.0" encoding="utf-8"?>
<p:tagLst xmlns:p="http://schemas.openxmlformats.org/presentationml/2006/main">
  <p:tag name="AS_UNIQUEID" val="2879"/>
</p:tagLst>
</file>

<file path=ppt/tags/tag473.xml><?xml version="1.0" encoding="utf-8"?>
<p:tagLst xmlns:p="http://schemas.openxmlformats.org/presentationml/2006/main">
  <p:tag name="AS_UNIQUEID" val="2880"/>
</p:tagLst>
</file>

<file path=ppt/tags/tag474.xml><?xml version="1.0" encoding="utf-8"?>
<p:tagLst xmlns:p="http://schemas.openxmlformats.org/presentationml/2006/main">
  <p:tag name="AS_UNIQUEID" val="2881"/>
</p:tagLst>
</file>

<file path=ppt/tags/tag475.xml><?xml version="1.0" encoding="utf-8"?>
<p:tagLst xmlns:p="http://schemas.openxmlformats.org/presentationml/2006/main">
  <p:tag name="AS_UNIQUEID" val="2882"/>
</p:tagLst>
</file>

<file path=ppt/tags/tag476.xml><?xml version="1.0" encoding="utf-8"?>
<p:tagLst xmlns:p="http://schemas.openxmlformats.org/presentationml/2006/main">
  <p:tag name="AS_UNIQUEID" val="2883"/>
</p:tagLst>
</file>

<file path=ppt/tags/tag477.xml><?xml version="1.0" encoding="utf-8"?>
<p:tagLst xmlns:p="http://schemas.openxmlformats.org/presentationml/2006/main">
  <p:tag name="AS_UNIQUEID" val="2884"/>
</p:tagLst>
</file>

<file path=ppt/tags/tag478.xml><?xml version="1.0" encoding="utf-8"?>
<p:tagLst xmlns:p="http://schemas.openxmlformats.org/presentationml/2006/main">
  <p:tag name="AS_UNIQUEID" val="2885"/>
</p:tagLst>
</file>

<file path=ppt/tags/tag479.xml><?xml version="1.0" encoding="utf-8"?>
<p:tagLst xmlns:p="http://schemas.openxmlformats.org/presentationml/2006/main">
  <p:tag name="AS_UNIQUEID" val="2886"/>
</p:tagLst>
</file>

<file path=ppt/tags/tag480.xml><?xml version="1.0" encoding="utf-8"?>
<p:tagLst xmlns:p="http://schemas.openxmlformats.org/presentationml/2006/main">
  <p:tag name="AS_UNIQUEID" val="2887"/>
</p:tagLst>
</file>

<file path=ppt/tags/tag481.xml><?xml version="1.0" encoding="utf-8"?>
<p:tagLst xmlns:p="http://schemas.openxmlformats.org/presentationml/2006/main">
  <p:tag name="AS_UNIQUEID" val="2888"/>
</p:tagLst>
</file>

<file path=ppt/tags/tag482.xml><?xml version="1.0" encoding="utf-8"?>
<p:tagLst xmlns:p="http://schemas.openxmlformats.org/presentationml/2006/main">
  <p:tag name="AS_UNIQUEID" val="2889"/>
</p:tagLst>
</file>

<file path=ppt/tags/tag483.xml><?xml version="1.0" encoding="utf-8"?>
<p:tagLst xmlns:p="http://schemas.openxmlformats.org/presentationml/2006/main">
  <p:tag name="AS_UNIQUEID" val="2890"/>
</p:tagLst>
</file>

<file path=ppt/tags/tag484.xml><?xml version="1.0" encoding="utf-8"?>
<p:tagLst xmlns:p="http://schemas.openxmlformats.org/presentationml/2006/main">
  <p:tag name="AS_UNIQUEID" val="2891"/>
</p:tagLst>
</file>

<file path=ppt/tags/tag485.xml><?xml version="1.0" encoding="utf-8"?>
<p:tagLst xmlns:p="http://schemas.openxmlformats.org/presentationml/2006/main">
  <p:tag name="AS_UNIQUEID" val="2892"/>
</p:tagLst>
</file>

<file path=ppt/tags/tag486.xml><?xml version="1.0" encoding="utf-8"?>
<p:tagLst xmlns:p="http://schemas.openxmlformats.org/presentationml/2006/main">
  <p:tag name="AS_UNIQUEID" val="2893"/>
</p:tagLst>
</file>

<file path=ppt/tags/tag487.xml><?xml version="1.0" encoding="utf-8"?>
<p:tagLst xmlns:p="http://schemas.openxmlformats.org/presentationml/2006/main">
  <p:tag name="AS_UNIQUEID" val="2894"/>
</p:tagLst>
</file>

<file path=ppt/tags/tag488.xml><?xml version="1.0" encoding="utf-8"?>
<p:tagLst xmlns:p="http://schemas.openxmlformats.org/presentationml/2006/main">
  <p:tag name="AS_UNIQUEID" val="2895"/>
</p:tagLst>
</file>

<file path=ppt/tags/tag489.xml><?xml version="1.0" encoding="utf-8"?>
<p:tagLst xmlns:p="http://schemas.openxmlformats.org/presentationml/2006/main">
  <p:tag name="AS_UNIQUEID" val="2896"/>
</p:tagLst>
</file>

<file path=ppt/tags/tag490.xml><?xml version="1.0" encoding="utf-8"?>
<p:tagLst xmlns:p="http://schemas.openxmlformats.org/presentationml/2006/main">
  <p:tag name="AS_UNIQUEID" val="2897"/>
</p:tagLst>
</file>

<file path=ppt/tags/tag491.xml><?xml version="1.0" encoding="utf-8"?>
<p:tagLst xmlns:p="http://schemas.openxmlformats.org/presentationml/2006/main">
  <p:tag name="AS_UNIQUEID" val="2898"/>
</p:tagLst>
</file>

<file path=ppt/tags/tag492.xml><?xml version="1.0" encoding="utf-8"?>
<p:tagLst xmlns:p="http://schemas.openxmlformats.org/presentationml/2006/main">
  <p:tag name="AS_UNIQUEID" val="2899"/>
</p:tagLst>
</file>

<file path=ppt/tags/tag493.xml><?xml version="1.0" encoding="utf-8"?>
<p:tagLst xmlns:p="http://schemas.openxmlformats.org/presentationml/2006/main">
  <p:tag name="AS_UNIQUEID" val="2900"/>
</p:tagLst>
</file>

<file path=ppt/tags/tag494.xml><?xml version="1.0" encoding="utf-8"?>
<p:tagLst xmlns:p="http://schemas.openxmlformats.org/presentationml/2006/main">
  <p:tag name="AS_UNIQUEID" val="2901"/>
</p:tagLst>
</file>

<file path=ppt/tags/tag495.xml><?xml version="1.0" encoding="utf-8"?>
<p:tagLst xmlns:p="http://schemas.openxmlformats.org/presentationml/2006/main">
  <p:tag name="AS_UNIQUEID" val="2902"/>
</p:tagLst>
</file>

<file path=ppt/tags/tag496.xml><?xml version="1.0" encoding="utf-8"?>
<p:tagLst xmlns:p="http://schemas.openxmlformats.org/presentationml/2006/main">
  <p:tag name="AS_UNIQUEID" val="2903"/>
  <p:tag name="KSO_WM_BEAUTIFY_FLAG" val=""/>
</p:tagLst>
</file>

<file path=ppt/tags/tag497.xml><?xml version="1.0" encoding="utf-8"?>
<p:tagLst xmlns:p="http://schemas.openxmlformats.org/presentationml/2006/main">
  <p:tag name="AS_UNIQUEID" val="2904"/>
</p:tagLst>
</file>

<file path=ppt/tags/tag498.xml><?xml version="1.0" encoding="utf-8"?>
<p:tagLst xmlns:p="http://schemas.openxmlformats.org/presentationml/2006/main">
  <p:tag name="AS_UNIQUEID" val="2905"/>
</p:tagLst>
</file>

<file path=ppt/tags/tag499.xml><?xml version="1.0" encoding="utf-8"?>
<p:tagLst xmlns:p="http://schemas.openxmlformats.org/presentationml/2006/main">
  <p:tag name="AS_UNIQUEID" val="2906"/>
</p:tagLst>
</file>

<file path=ppt/tags/tag500.xml><?xml version="1.0" encoding="utf-8"?>
<p:tagLst xmlns:p="http://schemas.openxmlformats.org/presentationml/2006/main">
  <p:tag name="AS_UNIQUEID" val="2907"/>
</p:tagLst>
</file>

<file path=ppt/tags/tag501.xml><?xml version="1.0" encoding="utf-8"?>
<p:tagLst xmlns:p="http://schemas.openxmlformats.org/presentationml/2006/main">
  <p:tag name="AS_UNIQUEID" val="2908"/>
  <p:tag name="KSO_WM_BEAUTIFY_FLAG" val=""/>
</p:tagLst>
</file>

<file path=ppt/tags/tag502.xml><?xml version="1.0" encoding="utf-8"?>
<p:tagLst xmlns:p="http://schemas.openxmlformats.org/presentationml/2006/main">
  <p:tag name="AS_UNIQUEID" val="2909"/>
  <p:tag name="KSO_WM_BEAUTIFY_FLAG" val=""/>
</p:tagLst>
</file>

<file path=ppt/tags/tag503.xml><?xml version="1.0" encoding="utf-8"?>
<p:tagLst xmlns:p="http://schemas.openxmlformats.org/presentationml/2006/main">
  <p:tag name="AS_UNIQUEID" val="2910"/>
</p:tagLst>
</file>

<file path=ppt/tags/tag504.xml><?xml version="1.0" encoding="utf-8"?>
<p:tagLst xmlns:p="http://schemas.openxmlformats.org/presentationml/2006/main">
  <p:tag name="AS_UNIQUEID" val="2911"/>
  <p:tag name="KSO_WM_BEAUTIFY_FLAG" val=""/>
</p:tagLst>
</file>

<file path=ppt/tags/tag505.xml><?xml version="1.0" encoding="utf-8"?>
<p:tagLst xmlns:p="http://schemas.openxmlformats.org/presentationml/2006/main">
  <p:tag name="AS_UNIQUEID" val="2912"/>
  <p:tag name="KSO_WM_BEAUTIFY_FLAG" val=""/>
</p:tagLst>
</file>

<file path=ppt/tags/tag506.xml><?xml version="1.0" encoding="utf-8"?>
<p:tagLst xmlns:p="http://schemas.openxmlformats.org/presentationml/2006/main">
  <p:tag name="AS_UNIQUEID" val="2913"/>
</p:tagLst>
</file>

<file path=ppt/tags/tag507.xml><?xml version="1.0" encoding="utf-8"?>
<p:tagLst xmlns:p="http://schemas.openxmlformats.org/presentationml/2006/main">
  <p:tag name="AS_UNIQUEID" val="2914"/>
</p:tagLst>
</file>

<file path=ppt/tags/tag508.xml><?xml version="1.0" encoding="utf-8"?>
<p:tagLst xmlns:p="http://schemas.openxmlformats.org/presentationml/2006/main">
  <p:tag name="AS_UNIQUEID" val="2915"/>
</p:tagLst>
</file>

<file path=ppt/tags/tag509.xml><?xml version="1.0" encoding="utf-8"?>
<p:tagLst xmlns:p="http://schemas.openxmlformats.org/presentationml/2006/main">
  <p:tag name="AS_UNIQUEID" val="2916"/>
</p:tagLst>
</file>

<file path=ppt/tags/tag510.xml><?xml version="1.0" encoding="utf-8"?>
<p:tagLst xmlns:p="http://schemas.openxmlformats.org/presentationml/2006/main">
  <p:tag name="AS_UNIQUEID" val="2917"/>
</p:tagLst>
</file>

<file path=ppt/tags/tag511.xml><?xml version="1.0" encoding="utf-8"?>
<p:tagLst xmlns:p="http://schemas.openxmlformats.org/presentationml/2006/main">
  <p:tag name="AS_UNIQUEID" val="2918"/>
  <p:tag name="KSO_WM_BEAUTIFY_FLAG" val=""/>
</p:tagLst>
</file>

<file path=ppt/tags/tag512.xml><?xml version="1.0" encoding="utf-8"?>
<p:tagLst xmlns:p="http://schemas.openxmlformats.org/presentationml/2006/main">
  <p:tag name="AS_UNIQUEID" val="2919"/>
  <p:tag name="KSO_WM_BEAUTIFY_FLAG" val=""/>
</p:tagLst>
</file>

<file path=ppt/tags/tag513.xml><?xml version="1.0" encoding="utf-8"?>
<p:tagLst xmlns:p="http://schemas.openxmlformats.org/presentationml/2006/main">
  <p:tag name="AS_UNIQUEID" val="2920"/>
</p:tagLst>
</file>

<file path=ppt/tags/tag514.xml><?xml version="1.0" encoding="utf-8"?>
<p:tagLst xmlns:p="http://schemas.openxmlformats.org/presentationml/2006/main">
  <p:tag name="AS_UNIQUEID" val="2921"/>
  <p:tag name="KSO_WM_BEAUTIFY_FLAG" val=""/>
</p:tagLst>
</file>

<file path=ppt/tags/tag515.xml><?xml version="1.0" encoding="utf-8"?>
<p:tagLst xmlns:p="http://schemas.openxmlformats.org/presentationml/2006/main">
  <p:tag name="AS_UNIQUEID" val="2922"/>
  <p:tag name="KSO_WM_BEAUTIFY_FLAG" val=""/>
</p:tagLst>
</file>

<file path=ppt/tags/tag516.xml><?xml version="1.0" encoding="utf-8"?>
<p:tagLst xmlns:p="http://schemas.openxmlformats.org/presentationml/2006/main">
  <p:tag name="AS_UNIQUEID" val="2923"/>
</p:tagLst>
</file>

<file path=ppt/tags/tag517.xml><?xml version="1.0" encoding="utf-8"?>
<p:tagLst xmlns:p="http://schemas.openxmlformats.org/presentationml/2006/main">
  <p:tag name="AS_UNIQUEID" val="2924"/>
</p:tagLst>
</file>

<file path=ppt/tags/tag518.xml><?xml version="1.0" encoding="utf-8"?>
<p:tagLst xmlns:p="http://schemas.openxmlformats.org/presentationml/2006/main">
  <p:tag name="AS_UNIQUEID" val="2925"/>
  <p:tag name="KSO_WM_BEAUTIFY_FLAG" val=""/>
</p:tagLst>
</file>

<file path=ppt/tags/tag519.xml><?xml version="1.0" encoding="utf-8"?>
<p:tagLst xmlns:p="http://schemas.openxmlformats.org/presentationml/2006/main">
  <p:tag name="AS_UNIQUEID" val="2415"/>
  <p:tag name="KSO_WM_BEAUTIFY_FLAG" val=""/>
</p:tagLst>
</file>

<file path=ppt/tags/tag520.xml><?xml version="1.0" encoding="utf-8"?>
<p:tagLst xmlns:p="http://schemas.openxmlformats.org/presentationml/2006/main">
  <p:tag name="AS_UNIQUEID" val="2926"/>
  <p:tag name="KSO_WM_BEAUTIFY_FLAG" val=""/>
</p:tagLst>
</file>

<file path=ppt/tags/tag521.xml><?xml version="1.0" encoding="utf-8"?>
<p:tagLst xmlns:p="http://schemas.openxmlformats.org/presentationml/2006/main">
  <p:tag name="AS_UNIQUEID" val="2927"/>
</p:tagLst>
</file>

<file path=ppt/tags/tag522.xml><?xml version="1.0" encoding="utf-8"?>
<p:tagLst xmlns:p="http://schemas.openxmlformats.org/presentationml/2006/main">
  <p:tag name="AS_UNIQUEID" val="2928"/>
  <p:tag name="KSO_WM_BEAUTIFY_FLAG" val=""/>
</p:tagLst>
</file>

<file path=ppt/tags/tag523.xml><?xml version="1.0" encoding="utf-8"?>
<p:tagLst xmlns:p="http://schemas.openxmlformats.org/presentationml/2006/main">
  <p:tag name="AS_UNIQUEID" val="2929"/>
</p:tagLst>
</file>

<file path=ppt/tags/tag524.xml><?xml version="1.0" encoding="utf-8"?>
<p:tagLst xmlns:p="http://schemas.openxmlformats.org/presentationml/2006/main">
  <p:tag name="AS_UNIQUEID" val="2930"/>
  <p:tag name="KSO_WM_BEAUTIFY_FLAG" val=""/>
</p:tagLst>
</file>

<file path=ppt/tags/tag525.xml><?xml version="1.0" encoding="utf-8"?>
<p:tagLst xmlns:p="http://schemas.openxmlformats.org/presentationml/2006/main">
  <p:tag name="AS_UNIQUEID" val="2416"/>
  <p:tag name="KSO_WM_BEAUTIFY_FLAG" val=""/>
</p:tagLst>
</file>

<file path=ppt/tags/tag526.xml><?xml version="1.0" encoding="utf-8"?>
<p:tagLst xmlns:p="http://schemas.openxmlformats.org/presentationml/2006/main">
  <p:tag name="AS_UNIQUEID" val="1323"/>
  <p:tag name="KSO_WM_BEAUTIFY_FLAG" val=""/>
</p:tagLst>
</file>

<file path=ppt/tags/tag527.xml><?xml version="1.0" encoding="utf-8"?>
<p:tagLst xmlns:p="http://schemas.openxmlformats.org/presentationml/2006/main">
  <p:tag name="AS_UNIQUEID" val="997"/>
  <p:tag name="KSO_WM_BEAUTIFY_FLAG" val=""/>
</p:tagLst>
</file>

<file path=ppt/tags/tag528.xml><?xml version="1.0" encoding="utf-8"?>
<p:tagLst xmlns:p="http://schemas.openxmlformats.org/presentationml/2006/main">
  <p:tag name="AS_UNIQUEID" val="998"/>
  <p:tag name="KSO_WM_BEAUTIFY_FLAG" val=""/>
</p:tagLst>
</file>

<file path=ppt/tags/tag529.xml><?xml version="1.0" encoding="utf-8"?>
<p:tagLst xmlns:p="http://schemas.openxmlformats.org/presentationml/2006/main">
  <p:tag name="AS_UNIQUEID" val="2931"/>
</p:tagLst>
</file>

<file path=ppt/tags/tag530.xml><?xml version="1.0" encoding="utf-8"?>
<p:tagLst xmlns:p="http://schemas.openxmlformats.org/presentationml/2006/main">
  <p:tag name="AS_UNIQUEID" val="2932"/>
</p:tagLst>
</file>

<file path=ppt/tags/tag531.xml><?xml version="1.0" encoding="utf-8"?>
<p:tagLst xmlns:p="http://schemas.openxmlformats.org/presentationml/2006/main">
  <p:tag name="AS_UNIQUEID" val="2933"/>
  <p:tag name="KSO_WM_BEAUTIFY_FLAG" val=""/>
</p:tagLst>
</file>

<file path=ppt/tags/tag532.xml><?xml version="1.0" encoding="utf-8"?>
<p:tagLst xmlns:p="http://schemas.openxmlformats.org/presentationml/2006/main">
  <p:tag name="AS_UNIQUEID" val="2419"/>
  <p:tag name="KSO_WM_BEAUTIFY_FLAG" val=""/>
</p:tagLst>
</file>

<file path=ppt/tags/tag533.xml><?xml version="1.0" encoding="utf-8"?>
<p:tagLst xmlns:p="http://schemas.openxmlformats.org/presentationml/2006/main">
  <p:tag name="AS_UNIQUEID" val="1345"/>
  <p:tag name="KSO_WM_BEAUTIFY_FLAG" val=""/>
</p:tagLst>
</file>

<file path=ppt/tags/tag534.xml><?xml version="1.0" encoding="utf-8"?>
<p:tagLst xmlns:p="http://schemas.openxmlformats.org/presentationml/2006/main">
  <p:tag name="AS_UNIQUEID" val="2934"/>
</p:tagLst>
</file>

<file path=ppt/tags/tag535.xml><?xml version="1.0" encoding="utf-8"?>
<p:tagLst xmlns:p="http://schemas.openxmlformats.org/presentationml/2006/main">
  <p:tag name="AS_UNIQUEID" val="2935"/>
</p:tagLst>
</file>

<file path=ppt/tags/tag536.xml><?xml version="1.0" encoding="utf-8"?>
<p:tagLst xmlns:p="http://schemas.openxmlformats.org/presentationml/2006/main">
  <p:tag name="AS_UNIQUEID" val="2936"/>
  <p:tag name="KSO_WM_BEAUTIFY_FLAG" val=""/>
</p:tagLst>
</file>

<file path=ppt/tags/tag537.xml><?xml version="1.0" encoding="utf-8"?>
<p:tagLst xmlns:p="http://schemas.openxmlformats.org/presentationml/2006/main">
  <p:tag name="AS_UNIQUEID" val="2422"/>
  <p:tag name="KSO_WM_BEAUTIFY_FLAG" val=""/>
</p:tagLst>
</file>

<file path=ppt/tags/tag538.xml><?xml version="1.0" encoding="utf-8"?>
<p:tagLst xmlns:p="http://schemas.openxmlformats.org/presentationml/2006/main">
  <p:tag name="AS_UNIQUEID" val="1326"/>
</p:tagLst>
</file>

<file path=ppt/tags/tag539.xml><?xml version="1.0" encoding="utf-8"?>
<p:tagLst xmlns:p="http://schemas.openxmlformats.org/presentationml/2006/main">
  <p:tag name="AS_UNIQUEID" val="1327"/>
</p:tagLst>
</file>

<file path=ppt/tags/tag540.xml><?xml version="1.0" encoding="utf-8"?>
<p:tagLst xmlns:p="http://schemas.openxmlformats.org/presentationml/2006/main">
  <p:tag name="AS_UNIQUEID" val="1328"/>
</p:tagLst>
</file>

<file path=ppt/tags/tag541.xml><?xml version="1.0" encoding="utf-8"?>
<p:tagLst xmlns:p="http://schemas.openxmlformats.org/presentationml/2006/main">
  <p:tag name="AS_UNIQUEID" val="1329"/>
  <p:tag name="KSO_WM_BEAUTIFY_FLAG" val=""/>
</p:tagLst>
</file>

<file path=ppt/tags/tag542.xml><?xml version="1.0" encoding="utf-8"?>
<p:tagLst xmlns:p="http://schemas.openxmlformats.org/presentationml/2006/main">
  <p:tag name="AS_UNIQUEID" val="97"/>
  <p:tag name="KSO_WM_BEAUTIFY_FLAG" val=""/>
</p:tagLst>
</file>

<file path=ppt/tags/tag543.xml><?xml version="1.0" encoding="utf-8"?>
<p:tagLst xmlns:p="http://schemas.openxmlformats.org/presentationml/2006/main">
  <p:tag name="AS_UNIQUEID" val="1330"/>
  <p:tag name="KSO_WM_BEAUTIFY_FLAG" val=""/>
</p:tagLst>
</file>

<file path=ppt/tags/tag544.xml><?xml version="1.0" encoding="utf-8"?>
<p:tagLst xmlns:p="http://schemas.openxmlformats.org/presentationml/2006/main">
  <p:tag name="AS_UNIQUEID" val="1331"/>
</p:tagLst>
</file>

<file path=ppt/tags/tag545.xml><?xml version="1.0" encoding="utf-8"?>
<p:tagLst xmlns:p="http://schemas.openxmlformats.org/presentationml/2006/main">
  <p:tag name="AS_UNIQUEID" val="1332"/>
</p:tagLst>
</file>

<file path=ppt/tags/tag546.xml><?xml version="1.0" encoding="utf-8"?>
<p:tagLst xmlns:p="http://schemas.openxmlformats.org/presentationml/2006/main">
  <p:tag name="AS_UNIQUEID" val="1333"/>
</p:tagLst>
</file>

<file path=ppt/tags/tag547.xml><?xml version="1.0" encoding="utf-8"?>
<p:tagLst xmlns:p="http://schemas.openxmlformats.org/presentationml/2006/main">
  <p:tag name="AS_UNIQUEID" val="1334"/>
  <p:tag name="KSO_WM_BEAUTIFY_FLAG" val=""/>
</p:tagLst>
</file>

<file path=ppt/tags/tag548.xml><?xml version="1.0" encoding="utf-8"?>
<p:tagLst xmlns:p="http://schemas.openxmlformats.org/presentationml/2006/main">
  <p:tag name="AS_UNIQUEID" val="97"/>
  <p:tag name="KSO_WM_BEAUTIFY_FLAG" val=""/>
</p:tagLst>
</file>

<file path=ppt/tags/tag549.xml><?xml version="1.0" encoding="utf-8"?>
<p:tagLst xmlns:p="http://schemas.openxmlformats.org/presentationml/2006/main">
  <p:tag name="AS_UNIQUEID" val="1335"/>
  <p:tag name="KSO_WM_BEAUTIFY_FLAG" val=""/>
</p:tagLst>
</file>

<file path=ppt/tags/tag550.xml><?xml version="1.0" encoding="utf-8"?>
<p:tagLst xmlns:p="http://schemas.openxmlformats.org/presentationml/2006/main">
  <p:tag name="AS_UNIQUEID" val="1336"/>
  <p:tag name="KSO_WM_BEAUTIFY_FLAG" val=""/>
</p:tagLst>
</file>

<file path=ppt/tags/tag551.xml><?xml version="1.0" encoding="utf-8"?>
<p:tagLst xmlns:p="http://schemas.openxmlformats.org/presentationml/2006/main">
  <p:tag name="AS_UNIQUEID" val="1337"/>
</p:tagLst>
</file>

<file path=ppt/tags/tag552.xml><?xml version="1.0" encoding="utf-8"?>
<p:tagLst xmlns:p="http://schemas.openxmlformats.org/presentationml/2006/main">
  <p:tag name="AS_UNIQUEID" val="1338"/>
  <p:tag name="KSO_WM_BEAUTIFY_FLAG" val=""/>
</p:tagLst>
</file>

<file path=ppt/tags/tag553.xml><?xml version="1.0" encoding="utf-8"?>
<p:tagLst xmlns:p="http://schemas.openxmlformats.org/presentationml/2006/main">
  <p:tag name="AS_UNIQUEID" val="1339"/>
  <p:tag name="KSO_WM_BEAUTIFY_FLAG" val=""/>
</p:tagLst>
</file>

<file path=ppt/tags/tag554.xml><?xml version="1.0" encoding="utf-8"?>
<p:tagLst xmlns:p="http://schemas.openxmlformats.org/presentationml/2006/main">
  <p:tag name="AS_UNIQUEID" val="1340"/>
</p:tagLst>
</file>

<file path=ppt/tags/tag555.xml><?xml version="1.0" encoding="utf-8"?>
<p:tagLst xmlns:p="http://schemas.openxmlformats.org/presentationml/2006/main">
  <p:tag name="AS_UNIQUEID" val="1341"/>
</p:tagLst>
</file>

<file path=ppt/tags/tag556.xml><?xml version="1.0" encoding="utf-8"?>
<p:tagLst xmlns:p="http://schemas.openxmlformats.org/presentationml/2006/main">
  <p:tag name="AS_UNIQUEID" val="1342"/>
  <p:tag name="KSO_WM_BEAUTIFY_FLAG" val=""/>
</p:tagLst>
</file>

<file path=ppt/tags/tag557.xml><?xml version="1.0" encoding="utf-8"?>
<p:tagLst xmlns:p="http://schemas.openxmlformats.org/presentationml/2006/main">
  <p:tag name="AS_UNIQUEID" val="1343"/>
  <p:tag name="KSO_WM_BEAUTIFY_FLAG" val=""/>
</p:tagLst>
</file>

<file path=ppt/tags/tag558.xml><?xml version="1.0" encoding="utf-8"?>
<p:tagLst xmlns:p="http://schemas.openxmlformats.org/presentationml/2006/main">
  <p:tag name="AS_UNIQUEID" val="1344"/>
  <p:tag name="KSO_WM_BEAUTIFY_FLAG" val=""/>
</p:tagLst>
</file>

<file path=ppt/tags/tag559.xml><?xml version="1.0" encoding="utf-8"?>
<p:tagLst xmlns:p="http://schemas.openxmlformats.org/presentationml/2006/main">
  <p:tag name="AS_UNIQUEID" val="2937"/>
</p:tagLst>
</file>

<file path=ppt/tags/tag560.xml><?xml version="1.0" encoding="utf-8"?>
<p:tagLst xmlns:p="http://schemas.openxmlformats.org/presentationml/2006/main">
  <p:tag name="AS_UNIQUEID" val="2938"/>
</p:tagLst>
</file>

<file path=ppt/tags/tag561.xml><?xml version="1.0" encoding="utf-8"?>
<p:tagLst xmlns:p="http://schemas.openxmlformats.org/presentationml/2006/main">
  <p:tag name="AS_UNIQUEID" val="2939"/>
</p:tagLst>
</file>

<file path=ppt/tags/tag562.xml><?xml version="1.0" encoding="utf-8"?>
<p:tagLst xmlns:p="http://schemas.openxmlformats.org/presentationml/2006/main">
  <p:tag name="AS_UNIQUEID" val="2940"/>
</p:tagLst>
</file>

<file path=ppt/tags/tag563.xml><?xml version="1.0" encoding="utf-8"?>
<p:tagLst xmlns:p="http://schemas.openxmlformats.org/presentationml/2006/main">
  <p:tag name="AS_UNIQUEID" val="2941"/>
</p:tagLst>
</file>

<file path=ppt/tags/tag564.xml><?xml version="1.0" encoding="utf-8"?>
<p:tagLst xmlns:p="http://schemas.openxmlformats.org/presentationml/2006/main">
  <p:tag name="AS_UNIQUEID" val="2942"/>
</p:tagLst>
</file>

<file path=ppt/tags/tag565.xml><?xml version="1.0" encoding="utf-8"?>
<p:tagLst xmlns:p="http://schemas.openxmlformats.org/presentationml/2006/main">
  <p:tag name="AS_UNIQUEID" val="2943"/>
</p:tagLst>
</file>

<file path=ppt/tags/tag566.xml><?xml version="1.0" encoding="utf-8"?>
<p:tagLst xmlns:p="http://schemas.openxmlformats.org/presentationml/2006/main">
  <p:tag name="AS_UNIQUEID" val="2944"/>
</p:tagLst>
</file>

<file path=ppt/tags/tag567.xml><?xml version="1.0" encoding="utf-8"?>
<p:tagLst xmlns:p="http://schemas.openxmlformats.org/presentationml/2006/main">
  <p:tag name="AS_UNIQUEID" val="2945"/>
</p:tagLst>
</file>

<file path=ppt/tags/tag568.xml><?xml version="1.0" encoding="utf-8"?>
<p:tagLst xmlns:p="http://schemas.openxmlformats.org/presentationml/2006/main">
  <p:tag name="AS_UNIQUEID" val="2946"/>
</p:tagLst>
</file>

<file path=ppt/tags/tag569.xml><?xml version="1.0" encoding="utf-8"?>
<p:tagLst xmlns:p="http://schemas.openxmlformats.org/presentationml/2006/main">
  <p:tag name="AS_UNIQUEID" val="2947"/>
</p:tagLst>
</file>

<file path=ppt/tags/tag570.xml><?xml version="1.0" encoding="utf-8"?>
<p:tagLst xmlns:p="http://schemas.openxmlformats.org/presentationml/2006/main">
  <p:tag name="AS_UNIQUEID" val="2948"/>
</p:tagLst>
</file>

<file path=ppt/tags/tag571.xml><?xml version="1.0" encoding="utf-8"?>
<p:tagLst xmlns:p="http://schemas.openxmlformats.org/presentationml/2006/main">
  <p:tag name="AS_UNIQUEID" val="2949"/>
</p:tagLst>
</file>

<file path=ppt/tags/tag572.xml><?xml version="1.0" encoding="utf-8"?>
<p:tagLst xmlns:p="http://schemas.openxmlformats.org/presentationml/2006/main">
  <p:tag name="AS_UNIQUEID" val="2950"/>
</p:tagLst>
</file>

<file path=ppt/tags/tag573.xml><?xml version="1.0" encoding="utf-8"?>
<p:tagLst xmlns:p="http://schemas.openxmlformats.org/presentationml/2006/main">
  <p:tag name="AS_UNIQUEID" val="2951"/>
</p:tagLst>
</file>

<file path=ppt/tags/tag574.xml><?xml version="1.0" encoding="utf-8"?>
<p:tagLst xmlns:p="http://schemas.openxmlformats.org/presentationml/2006/main">
  <p:tag name="AS_UNIQUEID" val="2952"/>
</p:tagLst>
</file>

<file path=ppt/tags/tag575.xml><?xml version="1.0" encoding="utf-8"?>
<p:tagLst xmlns:p="http://schemas.openxmlformats.org/presentationml/2006/main">
  <p:tag name="AS_UNIQUEID" val="2953"/>
</p:tagLst>
</file>

<file path=ppt/tags/tag576.xml><?xml version="1.0" encoding="utf-8"?>
<p:tagLst xmlns:p="http://schemas.openxmlformats.org/presentationml/2006/main">
  <p:tag name="AS_UNIQUEID" val="2954"/>
</p:tagLst>
</file>

<file path=ppt/tags/tag577.xml><?xml version="1.0" encoding="utf-8"?>
<p:tagLst xmlns:p="http://schemas.openxmlformats.org/presentationml/2006/main">
  <p:tag name="AS_UNIQUEID" val="2955"/>
</p:tagLst>
</file>

<file path=ppt/tags/tag578.xml><?xml version="1.0" encoding="utf-8"?>
<p:tagLst xmlns:p="http://schemas.openxmlformats.org/presentationml/2006/main">
  <p:tag name="AS_UNIQUEID" val="2956"/>
</p:tagLst>
</file>

<file path=ppt/tags/tag579.xml><?xml version="1.0" encoding="utf-8"?>
<p:tagLst xmlns:p="http://schemas.openxmlformats.org/presentationml/2006/main">
  <p:tag name="AS_UNIQUEID" val="2957"/>
</p:tagLst>
</file>

<file path=ppt/tags/tag580.xml><?xml version="1.0" encoding="utf-8"?>
<p:tagLst xmlns:p="http://schemas.openxmlformats.org/presentationml/2006/main">
  <p:tag name="AS_UNIQUEID" val="2958"/>
</p:tagLst>
</file>

<file path=ppt/tags/tag581.xml><?xml version="1.0" encoding="utf-8"?>
<p:tagLst xmlns:p="http://schemas.openxmlformats.org/presentationml/2006/main">
  <p:tag name="AS_UNIQUEID" val="2959"/>
</p:tagLst>
</file>

<file path=ppt/tags/tag582.xml><?xml version="1.0" encoding="utf-8"?>
<p:tagLst xmlns:p="http://schemas.openxmlformats.org/presentationml/2006/main">
  <p:tag name="AS_UNIQUEID" val="2960"/>
</p:tagLst>
</file>

<file path=ppt/tags/tag583.xml><?xml version="1.0" encoding="utf-8"?>
<p:tagLst xmlns:p="http://schemas.openxmlformats.org/presentationml/2006/main">
  <p:tag name="AS_UNIQUEID" val="2961"/>
</p:tagLst>
</file>

<file path=ppt/tags/tag584.xml><?xml version="1.0" encoding="utf-8"?>
<p:tagLst xmlns:p="http://schemas.openxmlformats.org/presentationml/2006/main">
  <p:tag name="AS_UNIQUEID" val="2962"/>
</p:tagLst>
</file>

<file path=ppt/tags/tag585.xml><?xml version="1.0" encoding="utf-8"?>
<p:tagLst xmlns:p="http://schemas.openxmlformats.org/presentationml/2006/main">
  <p:tag name="AS_UNIQUEID" val="2963"/>
</p:tagLst>
</file>

<file path=ppt/tags/tag586.xml><?xml version="1.0" encoding="utf-8"?>
<p:tagLst xmlns:p="http://schemas.openxmlformats.org/presentationml/2006/main">
  <p:tag name="AS_UNIQUEID" val="2964"/>
</p:tagLst>
</file>

<file path=ppt/tags/tag587.xml><?xml version="1.0" encoding="utf-8"?>
<p:tagLst xmlns:p="http://schemas.openxmlformats.org/presentationml/2006/main">
  <p:tag name="AS_UNIQUEID" val="2965"/>
</p:tagLst>
</file>

<file path=ppt/tags/tag588.xml><?xml version="1.0" encoding="utf-8"?>
<p:tagLst xmlns:p="http://schemas.openxmlformats.org/presentationml/2006/main">
  <p:tag name="AS_UNIQUEID" val="2966"/>
</p:tagLst>
</file>

<file path=ppt/tags/tag589.xml><?xml version="1.0" encoding="utf-8"?>
<p:tagLst xmlns:p="http://schemas.openxmlformats.org/presentationml/2006/main">
  <p:tag name="AS_UNIQUEID" val="2967"/>
</p:tagLst>
</file>

<file path=ppt/tags/tag590.xml><?xml version="1.0" encoding="utf-8"?>
<p:tagLst xmlns:p="http://schemas.openxmlformats.org/presentationml/2006/main">
  <p:tag name="AS_UNIQUEID" val="2968"/>
  <p:tag name="KSO_WM_BEAUTIFY_FLAG" val=""/>
</p:tagLst>
</file>

<file path=ppt/tags/tag591.xml><?xml version="1.0" encoding="utf-8"?>
<p:tagLst xmlns:p="http://schemas.openxmlformats.org/presentationml/2006/main">
  <p:tag name="AS_UNIQUEID" val="2969"/>
  <p:tag name="KSO_WM_BEAUTIFY_FLAG" val=""/>
</p:tagLst>
</file>

<file path=ppt/tags/tag592.xml><?xml version="1.0" encoding="utf-8"?>
<p:tagLst xmlns:p="http://schemas.openxmlformats.org/presentationml/2006/main">
  <p:tag name="AS_UNIQUEID" val="2970"/>
  <p:tag name="KSO_WM_BEAUTIFY_FLAG" val=""/>
</p:tagLst>
</file>

<file path=ppt/tags/tag593.xml><?xml version="1.0" encoding="utf-8"?>
<p:tagLst xmlns:p="http://schemas.openxmlformats.org/presentationml/2006/main">
  <p:tag name="AS_UNIQUEID" val="2971"/>
</p:tagLst>
</file>

<file path=ppt/tags/tag594.xml><?xml version="1.0" encoding="utf-8"?>
<p:tagLst xmlns:p="http://schemas.openxmlformats.org/presentationml/2006/main">
  <p:tag name="AS_UNIQUEID" val="2972"/>
</p:tagLst>
</file>

<file path=ppt/tags/tag595.xml><?xml version="1.0" encoding="utf-8"?>
<p:tagLst xmlns:p="http://schemas.openxmlformats.org/presentationml/2006/main">
  <p:tag name="AS_UNIQUEID" val="2973"/>
</p:tagLst>
</file>

<file path=ppt/tags/tag596.xml><?xml version="1.0" encoding="utf-8"?>
<p:tagLst xmlns:p="http://schemas.openxmlformats.org/presentationml/2006/main">
  <p:tag name="AS_UNIQUEID" val="2974"/>
</p:tagLst>
</file>

<file path=ppt/tags/tag597.xml><?xml version="1.0" encoding="utf-8"?>
<p:tagLst xmlns:p="http://schemas.openxmlformats.org/presentationml/2006/main">
  <p:tag name="AS_UNIQUEID" val="2975"/>
  <p:tag name="KSO_WM_BEAUTIFY_FLAG" val=""/>
</p:tagLst>
</file>

<file path=ppt/tags/tag598.xml><?xml version="1.0" encoding="utf-8"?>
<p:tagLst xmlns:p="http://schemas.openxmlformats.org/presentationml/2006/main">
  <p:tag name="AS_UNIQUEID" val="2976"/>
  <p:tag name="KSO_WM_BEAUTIFY_FLAG" val=""/>
</p:tagLst>
</file>

<file path=ppt/tags/tag599.xml><?xml version="1.0" encoding="utf-8"?>
<p:tagLst xmlns:p="http://schemas.openxmlformats.org/presentationml/2006/main">
  <p:tag name="AS_UNIQUEID" val="2977"/>
</p:tagLst>
</file>

<file path=ppt/tags/tag600.xml><?xml version="1.0" encoding="utf-8"?>
<p:tagLst xmlns:p="http://schemas.openxmlformats.org/presentationml/2006/main">
  <p:tag name="AS_UNIQUEID" val="2978"/>
  <p:tag name="KSO_WM_BEAUTIFY_FLAG" val=""/>
</p:tagLst>
</file>

<file path=ppt/tags/tag601.xml><?xml version="1.0" encoding="utf-8"?>
<p:tagLst xmlns:p="http://schemas.openxmlformats.org/presentationml/2006/main">
  <p:tag name="AS_UNIQUEID" val="2979"/>
  <p:tag name="KSO_WM_BEAUTIFY_FLAG" val=""/>
</p:tagLst>
</file>

<file path=ppt/tags/tag602.xml><?xml version="1.0" encoding="utf-8"?>
<p:tagLst xmlns:p="http://schemas.openxmlformats.org/presentationml/2006/main">
  <p:tag name="AS_UNIQUEID" val="2980"/>
  <p:tag name="KSO_WM_BEAUTIFY_FLAG" val=""/>
</p:tagLst>
</file>

<file path=ppt/tags/tag603.xml><?xml version="1.0" encoding="utf-8"?>
<p:tagLst xmlns:p="http://schemas.openxmlformats.org/presentationml/2006/main">
  <p:tag name="AS_UNIQUEID" val="2981"/>
  <p:tag name="KSO_WM_BEAUTIFY_FLAG" val=""/>
</p:tagLst>
</file>

<file path=ppt/tags/tag604.xml><?xml version="1.0" encoding="utf-8"?>
<p:tagLst xmlns:p="http://schemas.openxmlformats.org/presentationml/2006/main">
  <p:tag name="AS_UNIQUEID" val="2982"/>
</p:tagLst>
</file>

<file path=ppt/tags/tag605.xml><?xml version="1.0" encoding="utf-8"?>
<p:tagLst xmlns:p="http://schemas.openxmlformats.org/presentationml/2006/main">
  <p:tag name="AS_UNIQUEID" val="2983"/>
  <p:tag name="KSO_WM_BEAUTIFY_FLAG" val=""/>
</p:tagLst>
</file>

<file path=ppt/tags/tag606.xml><?xml version="1.0" encoding="utf-8"?>
<p:tagLst xmlns:p="http://schemas.openxmlformats.org/presentationml/2006/main">
  <p:tag name="AS_UNIQUEID" val="2984"/>
</p:tagLst>
</file>

<file path=ppt/tags/tag607.xml><?xml version="1.0" encoding="utf-8"?>
<p:tagLst xmlns:p="http://schemas.openxmlformats.org/presentationml/2006/main">
  <p:tag name="AS_UNIQUEID" val="2985"/>
</p:tagLst>
</file>

<file path=ppt/tags/tag608.xml><?xml version="1.0" encoding="utf-8"?>
<p:tagLst xmlns:p="http://schemas.openxmlformats.org/presentationml/2006/main">
  <p:tag name="AS_UNIQUEID" val="2986"/>
  <p:tag name="KSO_WM_BEAUTIFY_FLAG" val=""/>
</p:tagLst>
</file>

<file path=ppt/tags/tag609.xml><?xml version="1.0" encoding="utf-8"?>
<p:tagLst xmlns:p="http://schemas.openxmlformats.org/presentationml/2006/main">
  <p:tag name="AS_UNIQUEID" val="2987"/>
</p:tagLst>
</file>

<file path=ppt/tags/tag610.xml><?xml version="1.0" encoding="utf-8"?>
<p:tagLst xmlns:p="http://schemas.openxmlformats.org/presentationml/2006/main">
  <p:tag name="AS_UNIQUEID" val="2988"/>
</p:tagLst>
</file>

<file path=ppt/tags/tag611.xml><?xml version="1.0" encoding="utf-8"?>
<p:tagLst xmlns:p="http://schemas.openxmlformats.org/presentationml/2006/main">
  <p:tag name="AS_UNIQUEID" val="2989"/>
</p:tagLst>
</file>

<file path=ppt/tags/tag612.xml><?xml version="1.0" encoding="utf-8"?>
<p:tagLst xmlns:p="http://schemas.openxmlformats.org/presentationml/2006/main">
  <p:tag name="AS_UNIQUEID" val="2990"/>
</p:tagLst>
</file>

<file path=ppt/tags/tag613.xml><?xml version="1.0" encoding="utf-8"?>
<p:tagLst xmlns:p="http://schemas.openxmlformats.org/presentationml/2006/main">
  <p:tag name="AS_UNIQUEID" val="2991"/>
</p:tagLst>
</file>

<file path=ppt/tags/tag614.xml><?xml version="1.0" encoding="utf-8"?>
<p:tagLst xmlns:p="http://schemas.openxmlformats.org/presentationml/2006/main">
  <p:tag name="AS_UNIQUEID" val="2992"/>
</p:tagLst>
</file>

<file path=ppt/tags/tag615.xml><?xml version="1.0" encoding="utf-8"?>
<p:tagLst xmlns:p="http://schemas.openxmlformats.org/presentationml/2006/main">
  <p:tag name="AS_UNIQUEID" val="2993"/>
</p:tagLst>
</file>

<file path=ppt/tags/tag616.xml><?xml version="1.0" encoding="utf-8"?>
<p:tagLst xmlns:p="http://schemas.openxmlformats.org/presentationml/2006/main">
  <p:tag name="AS_UNIQUEID" val="2994"/>
  <p:tag name="KSO_WM_BEAUTIFY_FLAG" val=""/>
</p:tagLst>
</file>

<file path=ppt/tags/tag617.xml><?xml version="1.0" encoding="utf-8"?>
<p:tagLst xmlns:p="http://schemas.openxmlformats.org/presentationml/2006/main">
  <p:tag name="AS_UNIQUEID" val="2995"/>
  <p:tag name="KSO_WM_BEAUTIFY_FLAG" val=""/>
</p:tagLst>
</file>

<file path=ppt/tags/tag618.xml><?xml version="1.0" encoding="utf-8"?>
<p:tagLst xmlns:p="http://schemas.openxmlformats.org/presentationml/2006/main">
  <p:tag name="AS_UNIQUEID" val="2996"/>
</p:tagLst>
</file>

<file path=ppt/tags/tag619.xml><?xml version="1.0" encoding="utf-8"?>
<p:tagLst xmlns:p="http://schemas.openxmlformats.org/presentationml/2006/main">
  <p:tag name="AS_UNIQUEID" val="2997"/>
  <p:tag name="KSO_WM_BEAUTIFY_FLAG" val=""/>
</p:tagLst>
</file>

<file path=ppt/tags/tag620.xml><?xml version="1.0" encoding="utf-8"?>
<p:tagLst xmlns:p="http://schemas.openxmlformats.org/presentationml/2006/main">
  <p:tag name="AS_UNIQUEID" val="2998"/>
  <p:tag name="KSO_WM_BEAUTIFY_FLAG" val=""/>
</p:tagLst>
</file>

<file path=ppt/tags/tag621.xml><?xml version="1.0" encoding="utf-8"?>
<p:tagLst xmlns:p="http://schemas.openxmlformats.org/presentationml/2006/main">
  <p:tag name="AS_UNIQUEID" val="2999"/>
  <p:tag name="KSO_WM_BEAUTIFY_FLAG" val=""/>
</p:tagLst>
</file>

<file path=ppt/tags/tag622.xml><?xml version="1.0" encoding="utf-8"?>
<p:tagLst xmlns:p="http://schemas.openxmlformats.org/presentationml/2006/main">
  <p:tag name="AS_UNIQUEID" val="3000"/>
</p:tagLst>
</file>

<file path=ppt/tags/tag623.xml><?xml version="1.0" encoding="utf-8"?>
<p:tagLst xmlns:p="http://schemas.openxmlformats.org/presentationml/2006/main">
  <p:tag name="AS_UNIQUEID" val="3001"/>
  <p:tag name="KSO_WM_BEAUTIFY_FLAG" val=""/>
</p:tagLst>
</file>

<file path=ppt/tags/tag624.xml><?xml version="1.0" encoding="utf-8"?>
<p:tagLst xmlns:p="http://schemas.openxmlformats.org/presentationml/2006/main">
  <p:tag name="AS_UNIQUEID" val="3002"/>
</p:tagLst>
</file>

<file path=ppt/tags/tag625.xml><?xml version="1.0" encoding="utf-8"?>
<p:tagLst xmlns:p="http://schemas.openxmlformats.org/presentationml/2006/main">
  <p:tag name="AS_UNIQUEID" val="3003"/>
</p:tagLst>
</file>

<file path=ppt/tags/tag626.xml><?xml version="1.0" encoding="utf-8"?>
<p:tagLst xmlns:p="http://schemas.openxmlformats.org/presentationml/2006/main">
  <p:tag name="AS_UNIQUEID" val="3004"/>
  <p:tag name="KSO_WM_BEAUTIFY_FLAG" val=""/>
</p:tagLst>
</file>

<file path=ppt/tags/tag627.xml><?xml version="1.0" encoding="utf-8"?>
<p:tagLst xmlns:p="http://schemas.openxmlformats.org/presentationml/2006/main">
  <p:tag name="AS_UNIQUEID" val="3005"/>
  <p:tag name="KSO_WM_BEAUTIFY_FLAG" val=""/>
</p:tagLst>
</file>

<file path=ppt/tags/tag628.xml><?xml version="1.0" encoding="utf-8"?>
<p:tagLst xmlns:p="http://schemas.openxmlformats.org/presentationml/2006/main">
  <p:tag name="AS_UNIQUEID" val="3006"/>
  <p:tag name="KSO_WM_BEAUTIFY_FLAG" val=""/>
</p:tagLst>
</file>

<file path=ppt/tags/tag629.xml><?xml version="1.0" encoding="utf-8"?>
<p:tagLst xmlns:p="http://schemas.openxmlformats.org/presentationml/2006/main">
  <p:tag name="AS_UNIQUEID" val="3007"/>
  <p:tag name="KSO_WM_BEAUTIFY_FLAG" val=""/>
</p:tagLst>
</file>

<file path=ppt/tags/tag630.xml><?xml version="1.0" encoding="utf-8"?>
<p:tagLst xmlns:p="http://schemas.openxmlformats.org/presentationml/2006/main">
  <p:tag name="AS_UNIQUEID" val="3008"/>
  <p:tag name="KSO_WM_BEAUTIFY_FLAG" val=""/>
</p:tagLst>
</file>

<file path=ppt/tags/tag631.xml><?xml version="1.0" encoding="utf-8"?>
<p:tagLst xmlns:p="http://schemas.openxmlformats.org/presentationml/2006/main">
  <p:tag name="AS_UNIQUEID" val="3009"/>
  <p:tag name="KSO_WM_BEAUTIFY_FLAG" val=""/>
</p:tagLst>
</file>

<file path=ppt/tags/tag632.xml><?xml version="1.0" encoding="utf-8"?>
<p:tagLst xmlns:p="http://schemas.openxmlformats.org/presentationml/2006/main">
  <p:tag name="AS_UNIQUEID" val="3010"/>
  <p:tag name="KSO_WM_BEAUTIFY_FLAG" val=""/>
</p:tagLst>
</file>

<file path=ppt/tags/tag633.xml><?xml version="1.0" encoding="utf-8"?>
<p:tagLst xmlns:p="http://schemas.openxmlformats.org/presentationml/2006/main">
  <p:tag name="AS_UNIQUEID" val="3011"/>
</p:tagLst>
</file>

<file path=ppt/tags/tag634.xml><?xml version="1.0" encoding="utf-8"?>
<p:tagLst xmlns:p="http://schemas.openxmlformats.org/presentationml/2006/main">
  <p:tag name="AS_UNIQUEID" val="3012"/>
  <p:tag name="KSO_WM_BEAUTIFY_FLAG" val=""/>
</p:tagLst>
</file>

<file path=ppt/tags/tag635.xml><?xml version="1.0" encoding="utf-8"?>
<p:tagLst xmlns:p="http://schemas.openxmlformats.org/presentationml/2006/main">
  <p:tag name="AS_UNIQUEID" val="3013"/>
  <p:tag name="KSO_WM_BEAUTIFY_FLAG" val=""/>
</p:tagLst>
</file>

<file path=ppt/tags/tag636.xml><?xml version="1.0" encoding="utf-8"?>
<p:tagLst xmlns:p="http://schemas.openxmlformats.org/presentationml/2006/main">
  <p:tag name="AS_UNIQUEID" val="3014"/>
  <p:tag name="KSO_WM_BEAUTIFY_FLAG" val=""/>
</p:tagLst>
</file>

<file path=ppt/tags/tag637.xml><?xml version="1.0" encoding="utf-8"?>
<p:tagLst xmlns:p="http://schemas.openxmlformats.org/presentationml/2006/main">
  <p:tag name="AS_UNIQUEID" val="3015"/>
  <p:tag name="KSO_WM_BEAUTIFY_FLAG" val=""/>
</p:tagLst>
</file>

<file path=ppt/tags/tag638.xml><?xml version="1.0" encoding="utf-8"?>
<p:tagLst xmlns:p="http://schemas.openxmlformats.org/presentationml/2006/main">
  <p:tag name="AS_UNIQUEID" val="3016"/>
  <p:tag name="KSO_WM_BEAUTIFY_FLAG" val=""/>
</p:tagLst>
</file>

<file path=ppt/tags/tag639.xml><?xml version="1.0" encoding="utf-8"?>
<p:tagLst xmlns:p="http://schemas.openxmlformats.org/presentationml/2006/main">
  <p:tag name="AS_UNIQUEID" val="3017"/>
  <p:tag name="KSO_WM_BEAUTIFY_FLAG" val=""/>
</p:tagLst>
</file>

<file path=ppt/tags/tag640.xml><?xml version="1.0" encoding="utf-8"?>
<p:tagLst xmlns:p="http://schemas.openxmlformats.org/presentationml/2006/main">
  <p:tag name="AS_UNIQUEID" val="3018"/>
</p:tagLst>
</file>

<file path=ppt/tags/tag641.xml><?xml version="1.0" encoding="utf-8"?>
<p:tagLst xmlns:p="http://schemas.openxmlformats.org/presentationml/2006/main">
  <p:tag name="AS_UNIQUEID" val="3019"/>
  <p:tag name="KSO_WM_BEAUTIFY_FLAG" val=""/>
</p:tagLst>
</file>

<file path=ppt/tags/tag642.xml><?xml version="1.0" encoding="utf-8"?>
<p:tagLst xmlns:p="http://schemas.openxmlformats.org/presentationml/2006/main">
  <p:tag name="AS_UNIQUEID" val="3020"/>
  <p:tag name="KSO_WM_BEAUTIFY_FLAG" val=""/>
</p:tagLst>
</file>

<file path=ppt/tags/tag643.xml><?xml version="1.0" encoding="utf-8"?>
<p:tagLst xmlns:p="http://schemas.openxmlformats.org/presentationml/2006/main">
  <p:tag name="AS_UNIQUEID" val="3021"/>
  <p:tag name="KSO_WM_BEAUTIFY_FLAG" val=""/>
</p:tagLst>
</file>

<file path=ppt/tags/tag644.xml><?xml version="1.0" encoding="utf-8"?>
<p:tagLst xmlns:p="http://schemas.openxmlformats.org/presentationml/2006/main">
  <p:tag name="AS_UNIQUEID" val="3022"/>
  <p:tag name="KSO_WM_BEAUTIFY_FLAG" val=""/>
</p:tagLst>
</file>

<file path=ppt/tags/tag645.xml><?xml version="1.0" encoding="utf-8"?>
<p:tagLst xmlns:p="http://schemas.openxmlformats.org/presentationml/2006/main">
  <p:tag name="AS_UNIQUEID" val="3023"/>
  <p:tag name="KSO_WM_BEAUTIFY_FLAG" val=""/>
</p:tagLst>
</file>

<file path=ppt/tags/tag646.xml><?xml version="1.0" encoding="utf-8"?>
<p:tagLst xmlns:p="http://schemas.openxmlformats.org/presentationml/2006/main">
  <p:tag name="AS_UNIQUEID" val="3024"/>
  <p:tag name="KSO_WM_BEAUTIFY_FLAG" val=""/>
</p:tagLst>
</file>

<file path=ppt/tags/tag647.xml><?xml version="1.0" encoding="utf-8"?>
<p:tagLst xmlns:p="http://schemas.openxmlformats.org/presentationml/2006/main">
  <p:tag name="AS_UNIQUEID" val="3025"/>
  <p:tag name="KSO_WM_BEAUTIFY_FLAG" val=""/>
</p:tagLst>
</file>

<file path=ppt/tags/tag648.xml><?xml version="1.0" encoding="utf-8"?>
<p:tagLst xmlns:p="http://schemas.openxmlformats.org/presentationml/2006/main">
  <p:tag name="AS_UNIQUEID" val="3026"/>
  <p:tag name="KSO_WM_BEAUTIFY_FLAG" val=""/>
</p:tagLst>
</file>

<file path=ppt/tags/tag649.xml><?xml version="1.0" encoding="utf-8"?>
<p:tagLst xmlns:p="http://schemas.openxmlformats.org/presentationml/2006/main">
  <p:tag name="AS_UNIQUEID" val="3027"/>
</p:tagLst>
</file>

<file path=ppt/tags/tag650.xml><?xml version="1.0" encoding="utf-8"?>
<p:tagLst xmlns:p="http://schemas.openxmlformats.org/presentationml/2006/main">
  <p:tag name="AS_UNIQUEID" val="3028"/>
  <p:tag name="KSO_WM_BEAUTIFY_FLAG" val=""/>
</p:tagLst>
</file>

<file path=ppt/tags/tag651.xml><?xml version="1.0" encoding="utf-8"?>
<p:tagLst xmlns:p="http://schemas.openxmlformats.org/presentationml/2006/main">
  <p:tag name="AS_UNIQUEID" val="3029"/>
  <p:tag name="KSO_WM_BEAUTIFY_FLAG" val=""/>
</p:tagLst>
</file>

<file path=ppt/tags/tag652.xml><?xml version="1.0" encoding="utf-8"?>
<p:tagLst xmlns:p="http://schemas.openxmlformats.org/presentationml/2006/main">
  <p:tag name="AS_UNIQUEID" val="3030"/>
  <p:tag name="KSO_WM_BEAUTIFY_FLAG" val=""/>
</p:tagLst>
</file>

<file path=ppt/tags/tag653.xml><?xml version="1.0" encoding="utf-8"?>
<p:tagLst xmlns:p="http://schemas.openxmlformats.org/presentationml/2006/main">
  <p:tag name="AS_UNIQUEID" val="3031"/>
  <p:tag name="KSO_WM_BEAUTIFY_FLAG" val=""/>
</p:tagLst>
</file>

<file path=ppt/tags/tag654.xml><?xml version="1.0" encoding="utf-8"?>
<p:tagLst xmlns:p="http://schemas.openxmlformats.org/presentationml/2006/main">
  <p:tag name="AS_UNIQUEID" val="3032"/>
  <p:tag name="KSO_WM_BEAUTIFY_FLAG" val=""/>
</p:tagLst>
</file>

<file path=ppt/tags/tag655.xml><?xml version="1.0" encoding="utf-8"?>
<p:tagLst xmlns:p="http://schemas.openxmlformats.org/presentationml/2006/main">
  <p:tag name="AS_UNIQUEID" val="3033"/>
  <p:tag name="KSO_WM_BEAUTIFY_FLAG" val=""/>
</p:tagLst>
</file>

<file path=ppt/tags/tag656.xml><?xml version="1.0" encoding="utf-8"?>
<p:tagLst xmlns:p="http://schemas.openxmlformats.org/presentationml/2006/main">
  <p:tag name="AS_UNIQUEID" val="3034"/>
  <p:tag name="KSO_WM_BEAUTIFY_FLAG" val=""/>
</p:tagLst>
</file>

<file path=ppt/tags/tag657.xml><?xml version="1.0" encoding="utf-8"?>
<p:tagLst xmlns:p="http://schemas.openxmlformats.org/presentationml/2006/main">
  <p:tag name="AS_UNIQUEID" val="3035"/>
  <p:tag name="KSO_WM_BEAUTIFY_FLAG" val=""/>
</p:tagLst>
</file>

<file path=ppt/tags/tag658.xml><?xml version="1.0" encoding="utf-8"?>
<p:tagLst xmlns:p="http://schemas.openxmlformats.org/presentationml/2006/main">
  <p:tag name="AS_UNIQUEID" val="3145"/>
</p:tagLst>
</file>

<file path=ppt/tags/tag659.xml><?xml version="1.0" encoding="utf-8"?>
<p:tagLst xmlns:p="http://schemas.openxmlformats.org/presentationml/2006/main">
  <p:tag name="AS_UNIQUEID" val="3036"/>
</p:tagLst>
</file>

<file path=ppt/tags/tag660.xml><?xml version="1.0" encoding="utf-8"?>
<p:tagLst xmlns:p="http://schemas.openxmlformats.org/presentationml/2006/main">
  <p:tag name="AS_UNIQUEID" val="3037"/>
</p:tagLst>
</file>

<file path=ppt/tags/tag661.xml><?xml version="1.0" encoding="utf-8"?>
<p:tagLst xmlns:p="http://schemas.openxmlformats.org/presentationml/2006/main">
  <p:tag name="AS_UNIQUEID" val="3038"/>
</p:tagLst>
</file>

<file path=ppt/tags/tag662.xml><?xml version="1.0" encoding="utf-8"?>
<p:tagLst xmlns:p="http://schemas.openxmlformats.org/presentationml/2006/main">
  <p:tag name="AS_UNIQUEID" val="3039"/>
</p:tagLst>
</file>

<file path=ppt/tags/tag663.xml><?xml version="1.0" encoding="utf-8"?>
<p:tagLst xmlns:p="http://schemas.openxmlformats.org/presentationml/2006/main">
  <p:tag name="AS_UNIQUEID" val="3040"/>
  <p:tag name="KSO_WM_BEAUTIFY_FLAG" val=""/>
</p:tagLst>
</file>

<file path=ppt/tags/tag664.xml><?xml version="1.0" encoding="utf-8"?>
<p:tagLst xmlns:p="http://schemas.openxmlformats.org/presentationml/2006/main">
  <p:tag name="AS_UNIQUEID" val="3041"/>
  <p:tag name="KSO_WM_BEAUTIFY_FLAG" val=""/>
</p:tagLst>
</file>

<file path=ppt/tags/tag665.xml><?xml version="1.0" encoding="utf-8"?>
<p:tagLst xmlns:p="http://schemas.openxmlformats.org/presentationml/2006/main">
  <p:tag name="AS_UNIQUEID" val="3042"/>
</p:tagLst>
</file>

<file path=ppt/tags/tag666.xml><?xml version="1.0" encoding="utf-8"?>
<p:tagLst xmlns:p="http://schemas.openxmlformats.org/presentationml/2006/main">
  <p:tag name="AS_UNIQUEID" val="3043"/>
  <p:tag name="KSO_WM_BEAUTIFY_FLAG" val=""/>
</p:tagLst>
</file>

<file path=ppt/tags/tag667.xml><?xml version="1.0" encoding="utf-8"?>
<p:tagLst xmlns:p="http://schemas.openxmlformats.org/presentationml/2006/main">
  <p:tag name="AS_UNIQUEID" val="3044"/>
  <p:tag name="KSO_WM_BEAUTIFY_FLAG" val=""/>
</p:tagLst>
</file>

<file path=ppt/tags/tag668.xml><?xml version="1.0" encoding="utf-8"?>
<p:tagLst xmlns:p="http://schemas.openxmlformats.org/presentationml/2006/main">
  <p:tag name="AS_UNIQUEID" val="3045"/>
  <p:tag name="KSO_WM_BEAUTIFY_FLAG" val=""/>
</p:tagLst>
</file>

<file path=ppt/tags/tag669.xml><?xml version="1.0" encoding="utf-8"?>
<p:tagLst xmlns:p="http://schemas.openxmlformats.org/presentationml/2006/main">
  <p:tag name="AS_UNIQUEID" val="3046"/>
  <p:tag name="KSO_WM_BEAUTIFY_FLAG" val=""/>
</p:tagLst>
</file>

<file path=ppt/tags/tag670.xml><?xml version="1.0" encoding="utf-8"?>
<p:tagLst xmlns:p="http://schemas.openxmlformats.org/presentationml/2006/main">
  <p:tag name="AS_UNIQUEID" val="3047"/>
</p:tagLst>
</file>

<file path=ppt/tags/tag671.xml><?xml version="1.0" encoding="utf-8"?>
<p:tagLst xmlns:p="http://schemas.openxmlformats.org/presentationml/2006/main">
  <p:tag name="AS_UNIQUEID" val="3048"/>
  <p:tag name="KSO_WM_BEAUTIFY_FLAG" val=""/>
</p:tagLst>
</file>

<file path=ppt/tags/tag672.xml><?xml version="1.0" encoding="utf-8"?>
<p:tagLst xmlns:p="http://schemas.openxmlformats.org/presentationml/2006/main">
  <p:tag name="AS_UNIQUEID" val="3049"/>
  <p:tag name="KSO_WM_BEAUTIFY_FLAG" val=""/>
</p:tagLst>
</file>

<file path=ppt/tags/tag673.xml><?xml version="1.0" encoding="utf-8"?>
<p:tagLst xmlns:p="http://schemas.openxmlformats.org/presentationml/2006/main">
  <p:tag name="AS_UNIQUEID" val="3050"/>
</p:tagLst>
</file>

<file path=ppt/tags/tag674.xml><?xml version="1.0" encoding="utf-8"?>
<p:tagLst xmlns:p="http://schemas.openxmlformats.org/presentationml/2006/main">
  <p:tag name="AS_UNIQUEID" val="3051"/>
  <p:tag name="KSO_WM_BEAUTIFY_FLAG" val=""/>
</p:tagLst>
</file>

<file path=ppt/tags/tag675.xml><?xml version="1.0" encoding="utf-8"?>
<p:tagLst xmlns:p="http://schemas.openxmlformats.org/presentationml/2006/main">
  <p:tag name="AS_UNIQUEID" val="3052"/>
  <p:tag name="KSO_WM_BEAUTIFY_FLAG" val=""/>
</p:tagLst>
</file>

<file path=ppt/tags/tag676.xml><?xml version="1.0" encoding="utf-8"?>
<p:tagLst xmlns:p="http://schemas.openxmlformats.org/presentationml/2006/main">
  <p:tag name="AS_UNIQUEID" val="3053"/>
</p:tagLst>
</file>

<file path=ppt/tags/tag677.xml><?xml version="1.0" encoding="utf-8"?>
<p:tagLst xmlns:p="http://schemas.openxmlformats.org/presentationml/2006/main">
  <p:tag name="AS_UNIQUEID" val="3054"/>
</p:tagLst>
</file>

<file path=ppt/tags/tag678.xml><?xml version="1.0" encoding="utf-8"?>
<p:tagLst xmlns:p="http://schemas.openxmlformats.org/presentationml/2006/main">
  <p:tag name="AS_UNIQUEID" val="3055"/>
</p:tagLst>
</file>

<file path=ppt/tags/tag679.xml><?xml version="1.0" encoding="utf-8"?>
<p:tagLst xmlns:p="http://schemas.openxmlformats.org/presentationml/2006/main">
  <p:tag name="AS_UNIQUEID" val="3056"/>
</p:tagLst>
</file>

<file path=ppt/tags/tag680.xml><?xml version="1.0" encoding="utf-8"?>
<p:tagLst xmlns:p="http://schemas.openxmlformats.org/presentationml/2006/main">
  <p:tag name="AS_UNIQUEID" val="3057"/>
</p:tagLst>
</file>

<file path=ppt/tags/tag681.xml><?xml version="1.0" encoding="utf-8"?>
<p:tagLst xmlns:p="http://schemas.openxmlformats.org/presentationml/2006/main">
  <p:tag name="AS_UNIQUEID" val="3058"/>
</p:tagLst>
</file>

<file path=ppt/tags/tag682.xml><?xml version="1.0" encoding="utf-8"?>
<p:tagLst xmlns:p="http://schemas.openxmlformats.org/presentationml/2006/main">
  <p:tag name="AS_UNIQUEID" val="3059"/>
  <p:tag name="KSO_WM_BEAUTIFY_FLAG" val=""/>
</p:tagLst>
</file>

<file path=ppt/tags/tag683.xml><?xml version="1.0" encoding="utf-8"?>
<p:tagLst xmlns:p="http://schemas.openxmlformats.org/presentationml/2006/main">
  <p:tag name="AS_UNIQUEID" val="3060"/>
  <p:tag name="KSO_WM_BEAUTIFY_FLAG" val=""/>
</p:tagLst>
</file>

<file path=ppt/tags/tag684.xml><?xml version="1.0" encoding="utf-8"?>
<p:tagLst xmlns:p="http://schemas.openxmlformats.org/presentationml/2006/main">
  <p:tag name="AS_UNIQUEID" val="3061"/>
</p:tagLst>
</file>

<file path=ppt/tags/tag685.xml><?xml version="1.0" encoding="utf-8"?>
<p:tagLst xmlns:p="http://schemas.openxmlformats.org/presentationml/2006/main">
  <p:tag name="AS_UNIQUEID" val="3062"/>
  <p:tag name="KSO_WM_BEAUTIFY_FLAG" val=""/>
</p:tagLst>
</file>

<file path=ppt/tags/tag686.xml><?xml version="1.0" encoding="utf-8"?>
<p:tagLst xmlns:p="http://schemas.openxmlformats.org/presentationml/2006/main">
  <p:tag name="AS_UNIQUEID" val="3063"/>
  <p:tag name="KSO_WM_BEAUTIFY_FLAG" val=""/>
</p:tagLst>
</file>

<file path=ppt/tags/tag687.xml><?xml version="1.0" encoding="utf-8"?>
<p:tagLst xmlns:p="http://schemas.openxmlformats.org/presentationml/2006/main">
  <p:tag name="AS_UNIQUEID" val="3064"/>
  <p:tag name="KSO_WM_BEAUTIFY_FLAG" val=""/>
</p:tagLst>
</file>

<file path=ppt/tags/tag688.xml><?xml version="1.0" encoding="utf-8"?>
<p:tagLst xmlns:p="http://schemas.openxmlformats.org/presentationml/2006/main">
  <p:tag name="AS_UNIQUEID" val="3065"/>
</p:tagLst>
</file>

<file path=ppt/tags/tag689.xml><?xml version="1.0" encoding="utf-8"?>
<p:tagLst xmlns:p="http://schemas.openxmlformats.org/presentationml/2006/main">
  <p:tag name="AS_UNIQUEID" val="3066"/>
  <p:tag name="KSO_WM_BEAUTIFY_FLAG" val=""/>
</p:tagLst>
</file>

<file path=ppt/tags/tag690.xml><?xml version="1.0" encoding="utf-8"?>
<p:tagLst xmlns:p="http://schemas.openxmlformats.org/presentationml/2006/main">
  <p:tag name="AS_UNIQUEID" val="3067"/>
  <p:tag name="KSO_WM_BEAUTIFY_FLAG" val=""/>
</p:tagLst>
</file>

<file path=ppt/tags/tag691.xml><?xml version="1.0" encoding="utf-8"?>
<p:tagLst xmlns:p="http://schemas.openxmlformats.org/presentationml/2006/main">
  <p:tag name="AS_UNIQUEID" val="3068"/>
</p:tagLst>
</file>

<file path=ppt/tags/tag692.xml><?xml version="1.0" encoding="utf-8"?>
<p:tagLst xmlns:p="http://schemas.openxmlformats.org/presentationml/2006/main">
  <p:tag name="AS_UNIQUEID" val="3069"/>
</p:tagLst>
</file>

<file path=ppt/tags/tag693.xml><?xml version="1.0" encoding="utf-8"?>
<p:tagLst xmlns:p="http://schemas.openxmlformats.org/presentationml/2006/main">
  <p:tag name="AS_UNIQUEID" val="3070"/>
</p:tagLst>
</file>

<file path=ppt/tags/tag694.xml><?xml version="1.0" encoding="utf-8"?>
<p:tagLst xmlns:p="http://schemas.openxmlformats.org/presentationml/2006/main">
  <p:tag name="AS_UNIQUEID" val="3071"/>
</p:tagLst>
</file>

<file path=ppt/tags/tag695.xml><?xml version="1.0" encoding="utf-8"?>
<p:tagLst xmlns:p="http://schemas.openxmlformats.org/presentationml/2006/main">
  <p:tag name="AS_UNIQUEID" val="3072"/>
  <p:tag name="KSO_WM_BEAUTIFY_FLAG" val=""/>
</p:tagLst>
</file>

<file path=ppt/tags/tag696.xml><?xml version="1.0" encoding="utf-8"?>
<p:tagLst xmlns:p="http://schemas.openxmlformats.org/presentationml/2006/main">
  <p:tag name="AS_UNIQUEID" val="3073"/>
  <p:tag name="KSO_WM_BEAUTIFY_FLAG" val=""/>
</p:tagLst>
</file>

<file path=ppt/tags/tag697.xml><?xml version="1.0" encoding="utf-8"?>
<p:tagLst xmlns:p="http://schemas.openxmlformats.org/presentationml/2006/main">
  <p:tag name="AS_UNIQUEID" val="3074"/>
  <p:tag name="KSO_WM_BEAUTIFY_FLAG" val=""/>
</p:tagLst>
</file>

<file path=ppt/tags/tag698.xml><?xml version="1.0" encoding="utf-8"?>
<p:tagLst xmlns:p="http://schemas.openxmlformats.org/presentationml/2006/main">
  <p:tag name="AS_UNIQUEID" val="3075"/>
  <p:tag name="KSO_WM_BEAUTIFY_FLAG" val=""/>
</p:tagLst>
</file>

<file path=ppt/tags/tag699.xml><?xml version="1.0" encoding="utf-8"?>
<p:tagLst xmlns:p="http://schemas.openxmlformats.org/presentationml/2006/main">
  <p:tag name="AS_UNIQUEID" val="3076"/>
  <p:tag name="KSO_WM_BEAUTIFY_FLAG" val=""/>
</p:tagLst>
</file>

<file path=ppt/tags/tag700.xml><?xml version="1.0" encoding="utf-8"?>
<p:tagLst xmlns:p="http://schemas.openxmlformats.org/presentationml/2006/main">
  <p:tag name="AS_UNIQUEID" val="3077"/>
  <p:tag name="KSO_WM_BEAUTIFY_FLAG" val=""/>
</p:tagLst>
</file>

<file path=ppt/tags/tag701.xml><?xml version="1.0" encoding="utf-8"?>
<p:tagLst xmlns:p="http://schemas.openxmlformats.org/presentationml/2006/main">
  <p:tag name="AS_UNIQUEID" val="3078"/>
  <p:tag name="KSO_WM_BEAUTIFY_FLAG" val=""/>
</p:tagLst>
</file>

<file path=ppt/tags/tag702.xml><?xml version="1.0" encoding="utf-8"?>
<p:tagLst xmlns:p="http://schemas.openxmlformats.org/presentationml/2006/main">
  <p:tag name="AS_UNIQUEID" val="3079"/>
  <p:tag name="KSO_WM_BEAUTIFY_FLAG" val=""/>
</p:tagLst>
</file>

<file path=ppt/tags/tag703.xml><?xml version="1.0" encoding="utf-8"?>
<p:tagLst xmlns:p="http://schemas.openxmlformats.org/presentationml/2006/main">
  <p:tag name="AS_UNIQUEID" val="3080"/>
  <p:tag name="KSO_WM_BEAUTIFY_FLAG" val=""/>
</p:tagLst>
</file>

<file path=ppt/tags/tag704.xml><?xml version="1.0" encoding="utf-8"?>
<p:tagLst xmlns:p="http://schemas.openxmlformats.org/presentationml/2006/main">
  <p:tag name="AS_UNIQUEID" val="3081"/>
  <p:tag name="KSO_WM_BEAUTIFY_FLAG" val=""/>
</p:tagLst>
</file>

<file path=ppt/tags/tag705.xml><?xml version="1.0" encoding="utf-8"?>
<p:tagLst xmlns:p="http://schemas.openxmlformats.org/presentationml/2006/main">
  <p:tag name="AS_UNIQUEID" val="3082"/>
  <p:tag name="KSO_WM_BEAUTIFY_FLAG" val=""/>
</p:tagLst>
</file>

<file path=ppt/tags/tag706.xml><?xml version="1.0" encoding="utf-8"?>
<p:tagLst xmlns:p="http://schemas.openxmlformats.org/presentationml/2006/main">
  <p:tag name="AS_UNIQUEID" val="3083"/>
  <p:tag name="KSO_WM_BEAUTIFY_FLAG" val=""/>
</p:tagLst>
</file>

<file path=ppt/tags/tag707.xml><?xml version="1.0" encoding="utf-8"?>
<p:tagLst xmlns:p="http://schemas.openxmlformats.org/presentationml/2006/main">
  <p:tag name="AS_UNIQUEID" val="3084"/>
  <p:tag name="KSO_WM_BEAUTIFY_FLAG" val=""/>
</p:tagLst>
</file>

<file path=ppt/tags/tag708.xml><?xml version="1.0" encoding="utf-8"?>
<p:tagLst xmlns:p="http://schemas.openxmlformats.org/presentationml/2006/main">
  <p:tag name="AS_UNIQUEID" val="3085"/>
  <p:tag name="KSO_WM_BEAUTIFY_FLAG" val=""/>
</p:tagLst>
</file>

<file path=ppt/tags/tag709.xml><?xml version="1.0" encoding="utf-8"?>
<p:tagLst xmlns:p="http://schemas.openxmlformats.org/presentationml/2006/main">
  <p:tag name="AS_UNIQUEID" val="3086"/>
  <p:tag name="KSO_WM_BEAUTIFY_FLAG" val=""/>
</p:tagLst>
</file>

<file path=ppt/tags/tag710.xml><?xml version="1.0" encoding="utf-8"?>
<p:tagLst xmlns:p="http://schemas.openxmlformats.org/presentationml/2006/main">
  <p:tag name="AS_UNIQUEID" val="3087"/>
  <p:tag name="KSO_WM_BEAUTIFY_FLAG" val=""/>
</p:tagLst>
</file>

<file path=ppt/tags/tag711.xml><?xml version="1.0" encoding="utf-8"?>
<p:tagLst xmlns:p="http://schemas.openxmlformats.org/presentationml/2006/main">
  <p:tag name="AS_UNIQUEID" val="3088"/>
  <p:tag name="KSO_WM_BEAUTIFY_FLAG" val=""/>
</p:tagLst>
</file>

<file path=ppt/tags/tag712.xml><?xml version="1.0" encoding="utf-8"?>
<p:tagLst xmlns:p="http://schemas.openxmlformats.org/presentationml/2006/main">
  <p:tag name="AS_UNIQUEID" val="3089"/>
  <p:tag name="KSO_WM_BEAUTIFY_FLAG" val=""/>
</p:tagLst>
</file>

<file path=ppt/tags/tag713.xml><?xml version="1.0" encoding="utf-8"?>
<p:tagLst xmlns:p="http://schemas.openxmlformats.org/presentationml/2006/main">
  <p:tag name="AS_UNIQUEID" val="3090"/>
  <p:tag name="KSO_WM_BEAUTIFY_FLAG" val=""/>
</p:tagLst>
</file>

<file path=ppt/tags/tag714.xml><?xml version="1.0" encoding="utf-8"?>
<p:tagLst xmlns:p="http://schemas.openxmlformats.org/presentationml/2006/main">
  <p:tag name="AS_UNIQUEID" val="3091"/>
  <p:tag name="KSO_WM_BEAUTIFY_FLAG" val=""/>
</p:tagLst>
</file>

<file path=ppt/tags/tag715.xml><?xml version="1.0" encoding="utf-8"?>
<p:tagLst xmlns:p="http://schemas.openxmlformats.org/presentationml/2006/main">
  <p:tag name="AS_UNIQUEID" val="3092"/>
  <p:tag name="KSO_WM_BEAUTIFY_FLAG" val=""/>
</p:tagLst>
</file>

<file path=ppt/tags/tag716.xml><?xml version="1.0" encoding="utf-8"?>
<p:tagLst xmlns:p="http://schemas.openxmlformats.org/presentationml/2006/main">
  <p:tag name="AS_UNIQUEID" val="3093"/>
  <p:tag name="KSO_WM_BEAUTIFY_FLAG" val=""/>
</p:tagLst>
</file>

<file path=ppt/tags/tag717.xml><?xml version="1.0" encoding="utf-8"?>
<p:tagLst xmlns:p="http://schemas.openxmlformats.org/presentationml/2006/main">
  <p:tag name="AS_UNIQUEID" val="3094"/>
  <p:tag name="KSO_WM_BEAUTIFY_FLAG" val=""/>
</p:tagLst>
</file>

<file path=ppt/tags/tag718.xml><?xml version="1.0" encoding="utf-8"?>
<p:tagLst xmlns:p="http://schemas.openxmlformats.org/presentationml/2006/main">
  <p:tag name="AS_UNIQUEID" val="3095"/>
  <p:tag name="KSO_WM_BEAUTIFY_FLAG" val=""/>
</p:tagLst>
</file>

<file path=ppt/tags/tag719.xml><?xml version="1.0" encoding="utf-8"?>
<p:tagLst xmlns:p="http://schemas.openxmlformats.org/presentationml/2006/main">
  <p:tag name="AS_UNIQUEID" val="3096"/>
  <p:tag name="KSO_WM_BEAUTIFY_FLAG" val=""/>
</p:tagLst>
</file>

<file path=ppt/tags/tag720.xml><?xml version="1.0" encoding="utf-8"?>
<p:tagLst xmlns:p="http://schemas.openxmlformats.org/presentationml/2006/main">
  <p:tag name="AS_UNIQUEID" val="3097"/>
  <p:tag name="KSO_WM_BEAUTIFY_FLAG" val=""/>
</p:tagLst>
</file>

<file path=ppt/tags/tag721.xml><?xml version="1.0" encoding="utf-8"?>
<p:tagLst xmlns:p="http://schemas.openxmlformats.org/presentationml/2006/main">
  <p:tag name="AS_UNIQUEID" val="3098"/>
  <p:tag name="KSO_WM_BEAUTIFY_FLAG" val=""/>
</p:tagLst>
</file>

<file path=ppt/tags/tag722.xml><?xml version="1.0" encoding="utf-8"?>
<p:tagLst xmlns:p="http://schemas.openxmlformats.org/presentationml/2006/main">
  <p:tag name="AS_UNIQUEID" val="3099"/>
  <p:tag name="KSO_WM_BEAUTIFY_FLAG" val=""/>
</p:tagLst>
</file>

<file path=ppt/tags/tag723.xml><?xml version="1.0" encoding="utf-8"?>
<p:tagLst xmlns:p="http://schemas.openxmlformats.org/presentationml/2006/main">
  <p:tag name="AS_UNIQUEID" val="3100"/>
  <p:tag name="KSO_WM_BEAUTIFY_FLAG" val=""/>
</p:tagLst>
</file>

<file path=ppt/tags/tag724.xml><?xml version="1.0" encoding="utf-8"?>
<p:tagLst xmlns:p="http://schemas.openxmlformats.org/presentationml/2006/main">
  <p:tag name="AS_UNIQUEID" val="3101"/>
  <p:tag name="KSO_WM_BEAUTIFY_FLAG" val=""/>
</p:tagLst>
</file>

<file path=ppt/tags/tag725.xml><?xml version="1.0" encoding="utf-8"?>
<p:tagLst xmlns:p="http://schemas.openxmlformats.org/presentationml/2006/main">
  <p:tag name="AS_UNIQUEID" val="3102"/>
  <p:tag name="KSO_WM_BEAUTIFY_FLAG" val=""/>
</p:tagLst>
</file>

<file path=ppt/tags/tag726.xml><?xml version="1.0" encoding="utf-8"?>
<p:tagLst xmlns:p="http://schemas.openxmlformats.org/presentationml/2006/main">
  <p:tag name="AS_UNIQUEID" val="3103"/>
</p:tagLst>
</file>

<file path=ppt/tags/tag727.xml><?xml version="1.0" encoding="utf-8"?>
<p:tagLst xmlns:p="http://schemas.openxmlformats.org/presentationml/2006/main">
  <p:tag name="AS_UNIQUEID" val="3104"/>
</p:tagLst>
</file>

<file path=ppt/tags/tag728.xml><?xml version="1.0" encoding="utf-8"?>
<p:tagLst xmlns:p="http://schemas.openxmlformats.org/presentationml/2006/main">
  <p:tag name="AS_UNIQUEID" val="3105"/>
</p:tagLst>
</file>

<file path=ppt/tags/tag729.xml><?xml version="1.0" encoding="utf-8"?>
<p:tagLst xmlns:p="http://schemas.openxmlformats.org/presentationml/2006/main">
  <p:tag name="AS_UNIQUEID" val="3106"/>
</p:tagLst>
</file>

<file path=ppt/tags/tag730.xml><?xml version="1.0" encoding="utf-8"?>
<p:tagLst xmlns:p="http://schemas.openxmlformats.org/presentationml/2006/main">
  <p:tag name="AS_UNIQUEID" val="3107"/>
  <p:tag name="KSO_WM_BEAUTIFY_FLAG" val=""/>
</p:tagLst>
</file>

<file path=ppt/tags/tag731.xml><?xml version="1.0" encoding="utf-8"?>
<p:tagLst xmlns:p="http://schemas.openxmlformats.org/presentationml/2006/main">
  <p:tag name="AS_UNIQUEID" val="3108"/>
  <p:tag name="KSO_WM_BEAUTIFY_FLAG" val=""/>
</p:tagLst>
</file>

<file path=ppt/tags/tag732.xml><?xml version="1.0" encoding="utf-8"?>
<p:tagLst xmlns:p="http://schemas.openxmlformats.org/presentationml/2006/main">
  <p:tag name="AS_UNIQUEID" val="3109"/>
</p:tagLst>
</file>

<file path=ppt/tags/tag733.xml><?xml version="1.0" encoding="utf-8"?>
<p:tagLst xmlns:p="http://schemas.openxmlformats.org/presentationml/2006/main">
  <p:tag name="AS_UNIQUEID" val="3110"/>
  <p:tag name="KSO_WM_BEAUTIFY_FLAG" val=""/>
</p:tagLst>
</file>

<file path=ppt/tags/tag734.xml><?xml version="1.0" encoding="utf-8"?>
<p:tagLst xmlns:p="http://schemas.openxmlformats.org/presentationml/2006/main">
  <p:tag name="AS_UNIQUEID" val="3111"/>
  <p:tag name="KSO_WM_BEAUTIFY_FLAG" val=""/>
</p:tagLst>
</file>

<file path=ppt/tags/tag735.xml><?xml version="1.0" encoding="utf-8"?>
<p:tagLst xmlns:p="http://schemas.openxmlformats.org/presentationml/2006/main">
  <p:tag name="AS_UNIQUEID" val="3112"/>
  <p:tag name="KSO_WM_BEAUTIFY_FLAG" val=""/>
</p:tagLst>
</file>

<file path=ppt/tags/tag736.xml><?xml version="1.0" encoding="utf-8"?>
<p:tagLst xmlns:p="http://schemas.openxmlformats.org/presentationml/2006/main">
  <p:tag name="AS_UNIQUEID" val="3113"/>
</p:tagLst>
</file>

<file path=ppt/tags/tag737.xml><?xml version="1.0" encoding="utf-8"?>
<p:tagLst xmlns:p="http://schemas.openxmlformats.org/presentationml/2006/main">
  <p:tag name="AS_UNIQUEID" val="3114"/>
  <p:tag name="KSO_WM_BEAUTIFY_FLAG" val=""/>
</p:tagLst>
</file>

<file path=ppt/tags/tag738.xml><?xml version="1.0" encoding="utf-8"?>
<p:tagLst xmlns:p="http://schemas.openxmlformats.org/presentationml/2006/main">
  <p:tag name="AS_UNIQUEID" val="3115"/>
  <p:tag name="KSO_WM_BEAUTIFY_FLAG" val=""/>
</p:tagLst>
</file>

<file path=ppt/tags/tag739.xml><?xml version="1.0" encoding="utf-8"?>
<p:tagLst xmlns:p="http://schemas.openxmlformats.org/presentationml/2006/main">
  <p:tag name="AS_UNIQUEID" val="3116"/>
  <p:tag name="KSO_WM_BEAUTIFY_FLAG" val=""/>
</p:tagLst>
</file>

<file path=ppt/tags/tag740.xml><?xml version="1.0" encoding="utf-8"?>
<p:tagLst xmlns:p="http://schemas.openxmlformats.org/presentationml/2006/main">
  <p:tag name="AS_UNIQUEID" val="3117"/>
  <p:tag name="KSO_WM_BEAUTIFY_FLAG" val=""/>
</p:tagLst>
</file>

<file path=ppt/tags/tag741.xml><?xml version="1.0" encoding="utf-8"?>
<p:tagLst xmlns:p="http://schemas.openxmlformats.org/presentationml/2006/main">
  <p:tag name="AS_UNIQUEID" val="3118"/>
  <p:tag name="KSO_WM_BEAUTIFY_FLAG" val=""/>
</p:tagLst>
</file>

<file path=ppt/tags/tag742.xml><?xml version="1.0" encoding="utf-8"?>
<p:tagLst xmlns:p="http://schemas.openxmlformats.org/presentationml/2006/main">
  <p:tag name="AS_UNIQUEID" val="3119"/>
  <p:tag name="KSO_WM_BEAUTIFY_FLAG" val=""/>
</p:tagLst>
</file>

<file path=ppt/tags/tag743.xml><?xml version="1.0" encoding="utf-8"?>
<p:tagLst xmlns:p="http://schemas.openxmlformats.org/presentationml/2006/main">
  <p:tag name="AS_UNIQUEID" val="3120"/>
  <p:tag name="KSO_WM_BEAUTIFY_FLAG" val=""/>
</p:tagLst>
</file>

<file path=ppt/tags/tag744.xml><?xml version="1.0" encoding="utf-8"?>
<p:tagLst xmlns:p="http://schemas.openxmlformats.org/presentationml/2006/main">
  <p:tag name="AS_UNIQUEID" val="3121"/>
</p:tagLst>
</file>

<file path=ppt/tags/tag745.xml><?xml version="1.0" encoding="utf-8"?>
<p:tagLst xmlns:p="http://schemas.openxmlformats.org/presentationml/2006/main">
  <p:tag name="AS_UNIQUEID" val="3122"/>
</p:tagLst>
</file>

<file path=ppt/tags/tag746.xml><?xml version="1.0" encoding="utf-8"?>
<p:tagLst xmlns:p="http://schemas.openxmlformats.org/presentationml/2006/main">
  <p:tag name="AS_UNIQUEID" val="3123"/>
</p:tagLst>
</file>

<file path=ppt/tags/tag747.xml><?xml version="1.0" encoding="utf-8"?>
<p:tagLst xmlns:p="http://schemas.openxmlformats.org/presentationml/2006/main">
  <p:tag name="AS_UNIQUEID" val="3124"/>
</p:tagLst>
</file>

<file path=ppt/tags/tag748.xml><?xml version="1.0" encoding="utf-8"?>
<p:tagLst xmlns:p="http://schemas.openxmlformats.org/presentationml/2006/main">
  <p:tag name="AS_UNIQUEID" val="3125"/>
</p:tagLst>
</file>

<file path=ppt/tags/tag749.xml><?xml version="1.0" encoding="utf-8"?>
<p:tagLst xmlns:p="http://schemas.openxmlformats.org/presentationml/2006/main">
  <p:tag name="AS_UNIQUEID" val="3126"/>
</p:tagLst>
</file>

<file path=ppt/tags/tag750.xml><?xml version="1.0" encoding="utf-8"?>
<p:tagLst xmlns:p="http://schemas.openxmlformats.org/presentationml/2006/main">
  <p:tag name="AS_UNIQUEID" val="3127"/>
</p:tagLst>
</file>

<file path=ppt/tags/tag751.xml><?xml version="1.0" encoding="utf-8"?>
<p:tagLst xmlns:p="http://schemas.openxmlformats.org/presentationml/2006/main">
  <p:tag name="AS_UNIQUEID" val="3128"/>
</p:tagLst>
</file>

<file path=ppt/tags/tag752.xml><?xml version="1.0" encoding="utf-8"?>
<p:tagLst xmlns:p="http://schemas.openxmlformats.org/presentationml/2006/main">
  <p:tag name="AS_UNIQUEID" val="3129"/>
</p:tagLst>
</file>

<file path=ppt/tags/tag753.xml><?xml version="1.0" encoding="utf-8"?>
<p:tagLst xmlns:p="http://schemas.openxmlformats.org/presentationml/2006/main">
  <p:tag name="AS_UNIQUEID" val="3130"/>
</p:tagLst>
</file>

<file path=ppt/tags/tag754.xml><?xml version="1.0" encoding="utf-8"?>
<p:tagLst xmlns:p="http://schemas.openxmlformats.org/presentationml/2006/main">
  <p:tag name="AS_UNIQUEID" val="3131"/>
</p:tagLst>
</file>

<file path=ppt/tags/tag755.xml><?xml version="1.0" encoding="utf-8"?>
<p:tagLst xmlns:p="http://schemas.openxmlformats.org/presentationml/2006/main">
  <p:tag name="AS_UNIQUEID" val="3132"/>
</p:tagLst>
</file>

<file path=ppt/tags/tag756.xml><?xml version="1.0" encoding="utf-8"?>
<p:tagLst xmlns:p="http://schemas.openxmlformats.org/presentationml/2006/main">
  <p:tag name="AS_UNIQUEID" val="3133"/>
</p:tagLst>
</file>

<file path=ppt/tags/tag757.xml><?xml version="1.0" encoding="utf-8"?>
<p:tagLst xmlns:p="http://schemas.openxmlformats.org/presentationml/2006/main">
  <p:tag name="AS_UNIQUEID" val="3134"/>
</p:tagLst>
</file>

<file path=ppt/tags/tag758.xml><?xml version="1.0" encoding="utf-8"?>
<p:tagLst xmlns:p="http://schemas.openxmlformats.org/presentationml/2006/main">
  <p:tag name="AS_UNIQUEID" val="3135"/>
</p:tagLst>
</file>

<file path=ppt/tags/tag759.xml><?xml version="1.0" encoding="utf-8"?>
<p:tagLst xmlns:p="http://schemas.openxmlformats.org/presentationml/2006/main">
  <p:tag name="AS_UNIQUEID" val="3136"/>
</p:tagLst>
</file>

<file path=ppt/tags/tag760.xml><?xml version="1.0" encoding="utf-8"?>
<p:tagLst xmlns:p="http://schemas.openxmlformats.org/presentationml/2006/main">
  <p:tag name="AS_UNIQUEID" val="3137"/>
</p:tagLst>
</file>

<file path=ppt/tags/tag761.xml><?xml version="1.0" encoding="utf-8"?>
<p:tagLst xmlns:p="http://schemas.openxmlformats.org/presentationml/2006/main">
  <p:tag name="AS_UNIQUEID" val="3138"/>
</p:tagLst>
</file>

<file path=ppt/tags/tag762.xml><?xml version="1.0" encoding="utf-8"?>
<p:tagLst xmlns:p="http://schemas.openxmlformats.org/presentationml/2006/main">
  <p:tag name="AS_UNIQUEID" val="3139"/>
</p:tagLst>
</file>

<file path=ppt/tags/tag763.xml><?xml version="1.0" encoding="utf-8"?>
<p:tagLst xmlns:p="http://schemas.openxmlformats.org/presentationml/2006/main">
  <p:tag name="AS_UNIQUEID" val="3140"/>
</p:tagLst>
</file>

<file path=ppt/tags/tag764.xml><?xml version="1.0" encoding="utf-8"?>
<p:tagLst xmlns:p="http://schemas.openxmlformats.org/presentationml/2006/main">
  <p:tag name="AS_UNIQUEID" val="3141"/>
  <p:tag name="KSO_WM_BEAUTIFY_FLAG" val=""/>
</p:tagLst>
</file>

<file path=ppt/tags/tag765.xml><?xml version="1.0" encoding="utf-8"?>
<p:tagLst xmlns:p="http://schemas.openxmlformats.org/presentationml/2006/main">
  <p:tag name="AS_UNIQUEID" val="3142"/>
  <p:tag name="KSO_WM_BEAUTIFY_FLAG" val=""/>
</p:tagLst>
</file>

<file path=ppt/tags/tag766.xml><?xml version="1.0" encoding="utf-8"?>
<p:tagLst xmlns:p="http://schemas.openxmlformats.org/presentationml/2006/main">
  <p:tag name="AS_UNIQUEID" val="3143"/>
  <p:tag name="KSO_WM_BEAUTIFY_FLAG" val=""/>
</p:tagLst>
</file>

<file path=ppt/tags/tag767.xml><?xml version="1.0" encoding="utf-8"?>
<p:tagLst xmlns:p="http://schemas.openxmlformats.org/presentationml/2006/main">
  <p:tag name="AS_UNIQUEID" val="3144"/>
  <p:tag name="KSO_WM_BEAUTIFY_FLAG" val=""/>
</p:tagLst>
</file>

<file path=ppt/tags/tag768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N2MzMDRkYTE0ZWUxN2RhMDU0YmY2NzFjODA4MmU4YjcifQ=="/>
</p:tagLst>
</file>

<file path=ppt/theme/theme1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思源黑体 CN Bold"/>
        <a:ea typeface="思源黑体 CN Bold"/>
        <a:cs typeface="Arial"/>
      </a:majorFont>
      <a:minorFont>
        <a:latin typeface="思源黑体 CN Normal"/>
        <a:ea typeface="思源黑体 CN Norm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193</Paragraphs>
  <Slides>30</Slides>
  <Notes>17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baseType="lpstr" size="44">
      <vt:lpstr>Arial</vt:lpstr>
      <vt:lpstr>思源黑体 CN Bold</vt:lpstr>
      <vt:lpstr>思源黑体 CN Normal</vt:lpstr>
      <vt:lpstr>等线 Light</vt:lpstr>
      <vt:lpstr>等线</vt:lpstr>
      <vt:lpstr>微软雅黑</vt:lpstr>
      <vt:lpstr>黑体</vt:lpstr>
      <vt:lpstr>Times New Roman</vt:lpstr>
      <vt:lpstr>思源黑体 CN Heavy</vt:lpstr>
      <vt:lpstr>Wingdings</vt:lpstr>
      <vt:lpstr>Agency FB</vt:lpstr>
      <vt:lpstr>宋体</vt:lpstr>
      <vt:lpstr>楷体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2024-08-01T16:29:18.389</cp:lastPrinted>
  <dcterms:created xsi:type="dcterms:W3CDTF">2024-08-01T16:29:18Z</dcterms:created>
  <dcterms:modified xsi:type="dcterms:W3CDTF">2024-08-01T08:29:18Z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